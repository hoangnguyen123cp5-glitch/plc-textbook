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85"/>
  </p:notesMasterIdLst>
  <p:sldIdLst>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76" y="8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10/24/2024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07146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Image Placeholder 1"/>
          <p:cNvSpPr>
            <a:spLocks noGrp="1" noRot="1" noChangeAspect="1" noChangeArrowheads="1" noTextEdit="1"/>
          </p:cNvSpPr>
          <p:nvPr>
            <p:ph type="sldImg"/>
          </p:nvPr>
        </p:nvSpPr>
        <p:spPr>
          <a:xfrm>
            <a:off x="685800" y="1143000"/>
            <a:ext cx="5486400" cy="3086100"/>
          </a:xfrm>
          <a:ln/>
        </p:spPr>
      </p:sp>
      <p:sp>
        <p:nvSpPr>
          <p:cNvPr id="30617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0618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78373A-C005-4DF7-8D8A-7A0A4A657E1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6618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Image Placeholder 1"/>
          <p:cNvSpPr>
            <a:spLocks noGrp="1" noRot="1" noChangeAspect="1" noChangeArrowheads="1" noTextEdit="1"/>
          </p:cNvSpPr>
          <p:nvPr>
            <p:ph type="sldImg"/>
          </p:nvPr>
        </p:nvSpPr>
        <p:spPr>
          <a:xfrm>
            <a:off x="685800" y="1143000"/>
            <a:ext cx="5486400" cy="3086100"/>
          </a:xfrm>
          <a:ln/>
        </p:spPr>
      </p:sp>
      <p:sp>
        <p:nvSpPr>
          <p:cNvPr id="30720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0720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891EFD5-C5BE-4B7E-9A44-78EE6796641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7563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Slide Image Placeholder 1"/>
          <p:cNvSpPr>
            <a:spLocks noGrp="1" noRot="1" noChangeAspect="1" noChangeArrowheads="1" noTextEdit="1"/>
          </p:cNvSpPr>
          <p:nvPr>
            <p:ph type="sldImg"/>
          </p:nvPr>
        </p:nvSpPr>
        <p:spPr>
          <a:xfrm>
            <a:off x="685800" y="1143000"/>
            <a:ext cx="5486400" cy="3086100"/>
          </a:xfrm>
          <a:ln/>
        </p:spPr>
      </p:sp>
      <p:sp>
        <p:nvSpPr>
          <p:cNvPr id="30822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0822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76F8813-D5E0-4F8A-99D1-B904E76D0EF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89786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p:cNvSpPr>
            <a:spLocks noGrp="1" noRot="1" noChangeAspect="1" noChangeArrowheads="1" noTextEdit="1"/>
          </p:cNvSpPr>
          <p:nvPr>
            <p:ph type="sldImg"/>
          </p:nvPr>
        </p:nvSpPr>
        <p:spPr>
          <a:xfrm>
            <a:off x="685800" y="1143000"/>
            <a:ext cx="5486400" cy="3086100"/>
          </a:xfrm>
          <a:ln/>
        </p:spPr>
      </p:sp>
      <p:sp>
        <p:nvSpPr>
          <p:cNvPr id="30925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0925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93120D1-B91D-48BF-B430-ED29FAB656E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111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Image Placeholder 1"/>
          <p:cNvSpPr>
            <a:spLocks noGrp="1" noRot="1" noChangeAspect="1" noChangeArrowheads="1" noTextEdit="1"/>
          </p:cNvSpPr>
          <p:nvPr>
            <p:ph type="sldImg"/>
          </p:nvPr>
        </p:nvSpPr>
        <p:spPr>
          <a:xfrm>
            <a:off x="685800" y="1143000"/>
            <a:ext cx="5486400" cy="3086100"/>
          </a:xfrm>
          <a:ln/>
        </p:spPr>
      </p:sp>
      <p:sp>
        <p:nvSpPr>
          <p:cNvPr id="31027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027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149419-4CF7-4943-9961-EA49F464689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35554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ChangeArrowheads="1" noTextEdit="1"/>
          </p:cNvSpPr>
          <p:nvPr>
            <p:ph type="sldImg"/>
          </p:nvPr>
        </p:nvSpPr>
        <p:spPr>
          <a:xfrm>
            <a:off x="685800" y="1143000"/>
            <a:ext cx="5486400" cy="3086100"/>
          </a:xfrm>
          <a:ln/>
        </p:spPr>
      </p:sp>
      <p:sp>
        <p:nvSpPr>
          <p:cNvPr id="31129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130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71C791C-1F33-44C9-874E-BDE38FE0CAD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02958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Image Placeholder 1"/>
          <p:cNvSpPr>
            <a:spLocks noGrp="1" noRot="1" noChangeAspect="1" noChangeArrowheads="1" noTextEdit="1"/>
          </p:cNvSpPr>
          <p:nvPr>
            <p:ph type="sldImg"/>
          </p:nvPr>
        </p:nvSpPr>
        <p:spPr>
          <a:xfrm>
            <a:off x="685800" y="1143000"/>
            <a:ext cx="5486400" cy="3086100"/>
          </a:xfrm>
          <a:ln/>
        </p:spPr>
      </p:sp>
      <p:sp>
        <p:nvSpPr>
          <p:cNvPr id="31232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232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657DCD-285F-46FA-97A9-F89384D6EA3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96124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Slide Image Placeholder 1"/>
          <p:cNvSpPr>
            <a:spLocks noGrp="1" noRot="1" noChangeAspect="1" noChangeArrowheads="1" noTextEdit="1"/>
          </p:cNvSpPr>
          <p:nvPr>
            <p:ph type="sldImg"/>
          </p:nvPr>
        </p:nvSpPr>
        <p:spPr>
          <a:xfrm>
            <a:off x="685800" y="1143000"/>
            <a:ext cx="5486400" cy="3086100"/>
          </a:xfrm>
          <a:ln/>
        </p:spPr>
      </p:sp>
      <p:sp>
        <p:nvSpPr>
          <p:cNvPr id="31334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334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E79DD39-8045-43E9-B902-D933F1AF2C5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234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Slide Image Placeholder 1"/>
          <p:cNvSpPr>
            <a:spLocks noGrp="1" noRot="1" noChangeAspect="1" noChangeArrowheads="1" noTextEdit="1"/>
          </p:cNvSpPr>
          <p:nvPr>
            <p:ph type="sldImg"/>
          </p:nvPr>
        </p:nvSpPr>
        <p:spPr>
          <a:xfrm>
            <a:off x="685800" y="1143000"/>
            <a:ext cx="5486400" cy="3086100"/>
          </a:xfrm>
          <a:ln/>
        </p:spPr>
      </p:sp>
      <p:sp>
        <p:nvSpPr>
          <p:cNvPr id="3143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437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163F15-218A-49A7-AA82-9C8C0A58FF6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28230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Slide Image Placeholder 1"/>
          <p:cNvSpPr>
            <a:spLocks noGrp="1" noRot="1" noChangeAspect="1" noChangeArrowheads="1" noTextEdit="1"/>
          </p:cNvSpPr>
          <p:nvPr>
            <p:ph type="sldImg"/>
          </p:nvPr>
        </p:nvSpPr>
        <p:spPr>
          <a:xfrm>
            <a:off x="685800" y="1143000"/>
            <a:ext cx="5486400" cy="3086100"/>
          </a:xfrm>
          <a:ln/>
        </p:spPr>
      </p:sp>
      <p:sp>
        <p:nvSpPr>
          <p:cNvPr id="31539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539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18C07D-4CB9-4E04-A970-132C83FB8A6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60811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Slide Image Placeholder 1"/>
          <p:cNvSpPr>
            <a:spLocks noGrp="1" noRot="1" noChangeAspect="1" noChangeArrowheads="1" noTextEdit="1"/>
          </p:cNvSpPr>
          <p:nvPr>
            <p:ph type="sldImg"/>
          </p:nvPr>
        </p:nvSpPr>
        <p:spPr>
          <a:xfrm>
            <a:off x="685800" y="1143000"/>
            <a:ext cx="5486400" cy="3086100"/>
          </a:xfrm>
          <a:ln/>
        </p:spPr>
      </p:sp>
      <p:sp>
        <p:nvSpPr>
          <p:cNvPr id="31641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642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E371D3-7AE4-433A-8C1B-A7AF088D28B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78895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Slide Image Placeholder 1"/>
          <p:cNvSpPr>
            <a:spLocks noGrp="1" noRot="1" noChangeAspect="1" noChangeArrowheads="1" noTextEdit="1"/>
          </p:cNvSpPr>
          <p:nvPr>
            <p:ph type="sldImg"/>
          </p:nvPr>
        </p:nvSpPr>
        <p:spPr>
          <a:xfrm>
            <a:off x="685800" y="1143000"/>
            <a:ext cx="5486400" cy="3086100"/>
          </a:xfrm>
          <a:ln/>
        </p:spPr>
      </p:sp>
      <p:sp>
        <p:nvSpPr>
          <p:cNvPr id="31744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744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790A2B-DE1A-4809-9248-C7691650A57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71699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Image Placeholder 1"/>
          <p:cNvSpPr>
            <a:spLocks noGrp="1" noRot="1" noChangeAspect="1" noChangeArrowheads="1" noTextEdit="1"/>
          </p:cNvSpPr>
          <p:nvPr>
            <p:ph type="sldImg"/>
          </p:nvPr>
        </p:nvSpPr>
        <p:spPr>
          <a:xfrm>
            <a:off x="685800" y="1143000"/>
            <a:ext cx="5486400" cy="3086100"/>
          </a:xfrm>
          <a:ln/>
        </p:spPr>
      </p:sp>
      <p:sp>
        <p:nvSpPr>
          <p:cNvPr id="31846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846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5B4ED0C-0D14-47C9-BAFA-FF5B7FDD240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51448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Image Placeholder 1"/>
          <p:cNvSpPr>
            <a:spLocks noGrp="1" noRot="1" noChangeAspect="1" noChangeArrowheads="1" noTextEdit="1"/>
          </p:cNvSpPr>
          <p:nvPr>
            <p:ph type="sldImg"/>
          </p:nvPr>
        </p:nvSpPr>
        <p:spPr>
          <a:xfrm>
            <a:off x="685800" y="1143000"/>
            <a:ext cx="5486400" cy="3086100"/>
          </a:xfrm>
          <a:ln/>
        </p:spPr>
      </p:sp>
      <p:sp>
        <p:nvSpPr>
          <p:cNvPr id="31949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1949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4EF1F4D-E179-44AF-B894-A01CD430561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46015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Image Placeholder 1"/>
          <p:cNvSpPr>
            <a:spLocks noGrp="1" noRot="1" noChangeAspect="1" noChangeArrowheads="1" noTextEdit="1"/>
          </p:cNvSpPr>
          <p:nvPr>
            <p:ph type="sldImg"/>
          </p:nvPr>
        </p:nvSpPr>
        <p:spPr>
          <a:xfrm>
            <a:off x="685800" y="1143000"/>
            <a:ext cx="5486400" cy="3086100"/>
          </a:xfrm>
          <a:ln/>
        </p:spPr>
      </p:sp>
      <p:sp>
        <p:nvSpPr>
          <p:cNvPr id="32051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051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A1C58CA-E193-47EA-BD0F-4E32CFD505F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46665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Slide Image Placeholder 1"/>
          <p:cNvSpPr>
            <a:spLocks noGrp="1" noRot="1" noChangeAspect="1" noChangeArrowheads="1" noTextEdit="1"/>
          </p:cNvSpPr>
          <p:nvPr>
            <p:ph type="sldImg"/>
          </p:nvPr>
        </p:nvSpPr>
        <p:spPr>
          <a:xfrm>
            <a:off x="685800" y="1143000"/>
            <a:ext cx="5486400" cy="3086100"/>
          </a:xfrm>
          <a:ln/>
        </p:spPr>
      </p:sp>
      <p:sp>
        <p:nvSpPr>
          <p:cNvPr id="32153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154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503042-993F-4ABC-9B85-5246553F332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91350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p:cNvSpPr>
            <a:spLocks noGrp="1" noRot="1" noChangeAspect="1" noChangeArrowheads="1" noTextEdit="1"/>
          </p:cNvSpPr>
          <p:nvPr>
            <p:ph type="sldImg"/>
          </p:nvPr>
        </p:nvSpPr>
        <p:spPr>
          <a:xfrm>
            <a:off x="685800" y="1143000"/>
            <a:ext cx="5486400" cy="3086100"/>
          </a:xfrm>
          <a:ln/>
        </p:spPr>
      </p:sp>
      <p:sp>
        <p:nvSpPr>
          <p:cNvPr id="32256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256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368B369-0CAD-43CE-BDE9-1A12CAEED87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22258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Slide Image Placeholder 1"/>
          <p:cNvSpPr>
            <a:spLocks noGrp="1" noRot="1" noChangeAspect="1" noChangeArrowheads="1" noTextEdit="1"/>
          </p:cNvSpPr>
          <p:nvPr>
            <p:ph type="sldImg"/>
          </p:nvPr>
        </p:nvSpPr>
        <p:spPr>
          <a:xfrm>
            <a:off x="685800" y="1143000"/>
            <a:ext cx="5486400" cy="3086100"/>
          </a:xfrm>
          <a:ln/>
        </p:spPr>
      </p:sp>
      <p:sp>
        <p:nvSpPr>
          <p:cNvPr id="32358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358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43C6A80-97EF-47C5-8873-ED0ADCDD8AA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61808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p:cNvSpPr>
            <a:spLocks noGrp="1" noRot="1" noChangeAspect="1" noChangeArrowheads="1" noTextEdit="1"/>
          </p:cNvSpPr>
          <p:nvPr>
            <p:ph type="sldImg"/>
          </p:nvPr>
        </p:nvSpPr>
        <p:spPr>
          <a:xfrm>
            <a:off x="685800" y="1143000"/>
            <a:ext cx="5486400" cy="3086100"/>
          </a:xfrm>
          <a:ln/>
        </p:spPr>
      </p:sp>
      <p:sp>
        <p:nvSpPr>
          <p:cNvPr id="32461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461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5F1D032-5111-42EC-B2D3-7EEE2BA7165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191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Slide Image Placeholder 1"/>
          <p:cNvSpPr>
            <a:spLocks noGrp="1" noRot="1" noChangeAspect="1" noChangeArrowheads="1" noTextEdit="1"/>
          </p:cNvSpPr>
          <p:nvPr>
            <p:ph type="sldImg"/>
          </p:nvPr>
        </p:nvSpPr>
        <p:spPr>
          <a:xfrm>
            <a:off x="685800" y="1143000"/>
            <a:ext cx="5486400" cy="3086100"/>
          </a:xfrm>
          <a:ln/>
        </p:spPr>
      </p:sp>
      <p:sp>
        <p:nvSpPr>
          <p:cNvPr id="32563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563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26AB133-8114-49D9-821C-559531B9369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8746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Image Placeholder 1"/>
          <p:cNvSpPr>
            <a:spLocks noGrp="1" noRot="1" noChangeAspect="1" noChangeArrowheads="1" noTextEdit="1"/>
          </p:cNvSpPr>
          <p:nvPr>
            <p:ph type="sldImg"/>
          </p:nvPr>
        </p:nvSpPr>
        <p:spPr>
          <a:xfrm>
            <a:off x="685800" y="1143000"/>
            <a:ext cx="5486400" cy="3086100"/>
          </a:xfrm>
          <a:ln/>
        </p:spPr>
      </p:sp>
      <p:sp>
        <p:nvSpPr>
          <p:cNvPr id="32665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666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2EBD77A-1E30-435A-86FF-46F3050BBDB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650400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Slide Image Placeholder 1"/>
          <p:cNvSpPr>
            <a:spLocks noGrp="1" noRot="1" noChangeAspect="1" noChangeArrowheads="1" noTextEdit="1"/>
          </p:cNvSpPr>
          <p:nvPr>
            <p:ph type="sldImg"/>
          </p:nvPr>
        </p:nvSpPr>
        <p:spPr>
          <a:xfrm>
            <a:off x="685800" y="1143000"/>
            <a:ext cx="5486400" cy="3086100"/>
          </a:xfrm>
          <a:ln/>
        </p:spPr>
      </p:sp>
      <p:sp>
        <p:nvSpPr>
          <p:cNvPr id="32768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768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4CDEC27-3535-400A-80BE-846A3329C97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95359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Image Placeholder 1"/>
          <p:cNvSpPr>
            <a:spLocks noGrp="1" noRot="1" noChangeAspect="1" noChangeArrowheads="1" noTextEdit="1"/>
          </p:cNvSpPr>
          <p:nvPr>
            <p:ph type="sldImg"/>
          </p:nvPr>
        </p:nvSpPr>
        <p:spPr>
          <a:xfrm>
            <a:off x="685800" y="1143000"/>
            <a:ext cx="5486400" cy="3086100"/>
          </a:xfrm>
          <a:ln/>
        </p:spPr>
      </p:sp>
      <p:sp>
        <p:nvSpPr>
          <p:cNvPr id="32870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870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694109B-65F8-4BD7-A412-F668DB0A1D9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97649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Slide Image Placeholder 1"/>
          <p:cNvSpPr>
            <a:spLocks noGrp="1" noRot="1" noChangeAspect="1" noChangeArrowheads="1" noTextEdit="1"/>
          </p:cNvSpPr>
          <p:nvPr>
            <p:ph type="sldImg"/>
          </p:nvPr>
        </p:nvSpPr>
        <p:spPr>
          <a:xfrm>
            <a:off x="685800" y="1143000"/>
            <a:ext cx="5486400" cy="3086100"/>
          </a:xfrm>
          <a:ln/>
        </p:spPr>
      </p:sp>
      <p:sp>
        <p:nvSpPr>
          <p:cNvPr id="32973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2973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4D175D3-5B26-4871-B685-C78CB2602CE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27205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Slide Image Placeholder 1"/>
          <p:cNvSpPr>
            <a:spLocks noGrp="1" noRot="1" noChangeAspect="1" noChangeArrowheads="1" noTextEdit="1"/>
          </p:cNvSpPr>
          <p:nvPr>
            <p:ph type="sldImg"/>
          </p:nvPr>
        </p:nvSpPr>
        <p:spPr>
          <a:xfrm>
            <a:off x="685800" y="1143000"/>
            <a:ext cx="5486400" cy="3086100"/>
          </a:xfrm>
          <a:ln/>
        </p:spPr>
      </p:sp>
      <p:sp>
        <p:nvSpPr>
          <p:cNvPr id="3307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07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95E147-D78D-4168-9734-FEB193FD9AB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35452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Slide Image Placeholder 1"/>
          <p:cNvSpPr>
            <a:spLocks noGrp="1" noRot="1" noChangeAspect="1" noChangeArrowheads="1" noTextEdit="1"/>
          </p:cNvSpPr>
          <p:nvPr>
            <p:ph type="sldImg"/>
          </p:nvPr>
        </p:nvSpPr>
        <p:spPr>
          <a:xfrm>
            <a:off x="685800" y="1143000"/>
            <a:ext cx="5486400" cy="3086100"/>
          </a:xfrm>
          <a:ln/>
        </p:spPr>
      </p:sp>
      <p:sp>
        <p:nvSpPr>
          <p:cNvPr id="33177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178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3C67C7A-79A8-43A5-9D57-9E03A8D0D0B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962851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Slide Image Placeholder 1"/>
          <p:cNvSpPr>
            <a:spLocks noGrp="1" noRot="1" noChangeAspect="1" noChangeArrowheads="1" noTextEdit="1"/>
          </p:cNvSpPr>
          <p:nvPr>
            <p:ph type="sldImg"/>
          </p:nvPr>
        </p:nvSpPr>
        <p:spPr>
          <a:xfrm>
            <a:off x="685800" y="1143000"/>
            <a:ext cx="5486400" cy="3086100"/>
          </a:xfrm>
          <a:ln/>
        </p:spPr>
      </p:sp>
      <p:sp>
        <p:nvSpPr>
          <p:cNvPr id="33280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280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94DA0F1-6A88-4C8E-AB65-95A6140BA1A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881528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Slide Image Placeholder 1"/>
          <p:cNvSpPr>
            <a:spLocks noGrp="1" noRot="1" noChangeAspect="1" noChangeArrowheads="1" noTextEdit="1"/>
          </p:cNvSpPr>
          <p:nvPr>
            <p:ph type="sldImg"/>
          </p:nvPr>
        </p:nvSpPr>
        <p:spPr>
          <a:xfrm>
            <a:off x="685800" y="1143000"/>
            <a:ext cx="5486400" cy="3086100"/>
          </a:xfrm>
          <a:ln/>
        </p:spPr>
      </p:sp>
      <p:sp>
        <p:nvSpPr>
          <p:cNvPr id="33382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382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DADEF20-27E0-46B4-820E-2E22B06BB29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887725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Image Placeholder 1"/>
          <p:cNvSpPr>
            <a:spLocks noGrp="1" noRot="1" noChangeAspect="1" noChangeArrowheads="1" noTextEdit="1"/>
          </p:cNvSpPr>
          <p:nvPr>
            <p:ph type="sldImg"/>
          </p:nvPr>
        </p:nvSpPr>
        <p:spPr>
          <a:xfrm>
            <a:off x="685800" y="1143000"/>
            <a:ext cx="5486400" cy="3086100"/>
          </a:xfrm>
          <a:ln/>
        </p:spPr>
      </p:sp>
      <p:sp>
        <p:nvSpPr>
          <p:cNvPr id="33485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485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8BD4320-0558-4C9B-9FB1-1CBD2BBBB19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1867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Slide Image Placeholder 1"/>
          <p:cNvSpPr>
            <a:spLocks noGrp="1" noRot="1" noChangeAspect="1" noChangeArrowheads="1" noTextEdit="1"/>
          </p:cNvSpPr>
          <p:nvPr>
            <p:ph type="sldImg"/>
          </p:nvPr>
        </p:nvSpPr>
        <p:spPr>
          <a:xfrm>
            <a:off x="685800" y="1143000"/>
            <a:ext cx="5486400" cy="3086100"/>
          </a:xfrm>
          <a:ln/>
        </p:spPr>
      </p:sp>
      <p:sp>
        <p:nvSpPr>
          <p:cNvPr id="33587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587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C036504-2743-4FC3-8671-1DF408FF56E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99252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Image Placeholder 1"/>
          <p:cNvSpPr>
            <a:spLocks noGrp="1" noRot="1" noChangeAspect="1" noChangeArrowheads="1" noTextEdit="1"/>
          </p:cNvSpPr>
          <p:nvPr>
            <p:ph type="sldImg"/>
          </p:nvPr>
        </p:nvSpPr>
        <p:spPr>
          <a:xfrm>
            <a:off x="685800" y="1143000"/>
            <a:ext cx="5486400" cy="3086100"/>
          </a:xfrm>
          <a:ln/>
        </p:spPr>
      </p:sp>
      <p:sp>
        <p:nvSpPr>
          <p:cNvPr id="33689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690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60DAB4-4661-46C1-A403-2FEE40E8DD8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792176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Image Placeholder 1"/>
          <p:cNvSpPr>
            <a:spLocks noGrp="1" noRot="1" noChangeAspect="1" noChangeArrowheads="1" noTextEdit="1"/>
          </p:cNvSpPr>
          <p:nvPr>
            <p:ph type="sldImg"/>
          </p:nvPr>
        </p:nvSpPr>
        <p:spPr>
          <a:xfrm>
            <a:off x="685800" y="1143000"/>
            <a:ext cx="5486400" cy="3086100"/>
          </a:xfrm>
          <a:ln/>
        </p:spPr>
      </p:sp>
      <p:sp>
        <p:nvSpPr>
          <p:cNvPr id="33792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792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5E5DE05-A4CD-451F-BCCF-40C07E66737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344519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Slide Image Placeholder 1"/>
          <p:cNvSpPr>
            <a:spLocks noGrp="1" noRot="1" noChangeAspect="1" noChangeArrowheads="1" noTextEdit="1"/>
          </p:cNvSpPr>
          <p:nvPr>
            <p:ph type="sldImg"/>
          </p:nvPr>
        </p:nvSpPr>
        <p:spPr>
          <a:xfrm>
            <a:off x="685800" y="1143000"/>
            <a:ext cx="5486400" cy="3086100"/>
          </a:xfrm>
          <a:ln/>
        </p:spPr>
      </p:sp>
      <p:sp>
        <p:nvSpPr>
          <p:cNvPr id="33894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894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B059D10-D2AB-466E-A544-239A8B6A947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376210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Slide Image Placeholder 1"/>
          <p:cNvSpPr>
            <a:spLocks noGrp="1" noRot="1" noChangeAspect="1" noChangeArrowheads="1" noTextEdit="1"/>
          </p:cNvSpPr>
          <p:nvPr>
            <p:ph type="sldImg"/>
          </p:nvPr>
        </p:nvSpPr>
        <p:spPr>
          <a:xfrm>
            <a:off x="685800" y="1143000"/>
            <a:ext cx="5486400" cy="3086100"/>
          </a:xfrm>
          <a:ln/>
        </p:spPr>
      </p:sp>
      <p:sp>
        <p:nvSpPr>
          <p:cNvPr id="3399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3997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B71E366-8A3E-43D3-8D68-83043BAC922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50312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Slide Image Placeholder 1"/>
          <p:cNvSpPr>
            <a:spLocks noGrp="1" noRot="1" noChangeAspect="1" noChangeArrowheads="1" noTextEdit="1"/>
          </p:cNvSpPr>
          <p:nvPr>
            <p:ph type="sldImg"/>
          </p:nvPr>
        </p:nvSpPr>
        <p:spPr>
          <a:xfrm>
            <a:off x="685800" y="1143000"/>
            <a:ext cx="5486400" cy="3086100"/>
          </a:xfrm>
          <a:ln/>
        </p:spPr>
      </p:sp>
      <p:sp>
        <p:nvSpPr>
          <p:cNvPr id="34099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099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9D7606-79B0-499E-8422-223A1B25972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39885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Slide Image Placeholder 1"/>
          <p:cNvSpPr>
            <a:spLocks noGrp="1" noRot="1" noChangeAspect="1" noChangeArrowheads="1" noTextEdit="1"/>
          </p:cNvSpPr>
          <p:nvPr>
            <p:ph type="sldImg"/>
          </p:nvPr>
        </p:nvSpPr>
        <p:spPr>
          <a:xfrm>
            <a:off x="685800" y="1143000"/>
            <a:ext cx="5486400" cy="3086100"/>
          </a:xfrm>
          <a:ln/>
        </p:spPr>
      </p:sp>
      <p:sp>
        <p:nvSpPr>
          <p:cNvPr id="34201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202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DED3937-CBF2-4068-97A5-F45D2E159FD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5973529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Slide Image Placeholder 1"/>
          <p:cNvSpPr>
            <a:spLocks noGrp="1" noRot="1" noChangeAspect="1" noChangeArrowheads="1" noTextEdit="1"/>
          </p:cNvSpPr>
          <p:nvPr>
            <p:ph type="sldImg"/>
          </p:nvPr>
        </p:nvSpPr>
        <p:spPr>
          <a:xfrm>
            <a:off x="685800" y="1143000"/>
            <a:ext cx="5486400" cy="3086100"/>
          </a:xfrm>
          <a:ln/>
        </p:spPr>
      </p:sp>
      <p:sp>
        <p:nvSpPr>
          <p:cNvPr id="34304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304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7694AD-806E-4F96-975B-FDB48E2BFB9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837087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Slide Image Placeholder 1"/>
          <p:cNvSpPr>
            <a:spLocks noGrp="1" noRot="1" noChangeAspect="1" noChangeArrowheads="1" noTextEdit="1"/>
          </p:cNvSpPr>
          <p:nvPr>
            <p:ph type="sldImg"/>
          </p:nvPr>
        </p:nvSpPr>
        <p:spPr>
          <a:xfrm>
            <a:off x="685800" y="1143000"/>
            <a:ext cx="5486400" cy="3086100"/>
          </a:xfrm>
          <a:ln/>
        </p:spPr>
      </p:sp>
      <p:sp>
        <p:nvSpPr>
          <p:cNvPr id="34406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406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E43132D-6BD3-4267-9843-99538F611E6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255147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Slide Image Placeholder 1"/>
          <p:cNvSpPr>
            <a:spLocks noGrp="1" noRot="1" noChangeAspect="1" noChangeArrowheads="1" noTextEdit="1"/>
          </p:cNvSpPr>
          <p:nvPr>
            <p:ph type="sldImg"/>
          </p:nvPr>
        </p:nvSpPr>
        <p:spPr>
          <a:xfrm>
            <a:off x="685800" y="1143000"/>
            <a:ext cx="5486400" cy="3086100"/>
          </a:xfrm>
          <a:ln/>
        </p:spPr>
      </p:sp>
      <p:sp>
        <p:nvSpPr>
          <p:cNvPr id="34509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509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2B08BC3-489D-4191-B202-A9C5A2F8DF2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08750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Slide Image Placeholder 1"/>
          <p:cNvSpPr>
            <a:spLocks noGrp="1" noRot="1" noChangeAspect="1" noChangeArrowheads="1" noTextEdit="1"/>
          </p:cNvSpPr>
          <p:nvPr>
            <p:ph type="sldImg"/>
          </p:nvPr>
        </p:nvSpPr>
        <p:spPr>
          <a:xfrm>
            <a:off x="685800" y="1143000"/>
            <a:ext cx="5486400" cy="3086100"/>
          </a:xfrm>
          <a:ln/>
        </p:spPr>
      </p:sp>
      <p:sp>
        <p:nvSpPr>
          <p:cNvPr id="34713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714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50AE918-9040-46F3-8D5C-554E3A0D3D0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710730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Slide Image Placeholder 1"/>
          <p:cNvSpPr>
            <a:spLocks noGrp="1" noRot="1" noChangeAspect="1" noChangeArrowheads="1" noTextEdit="1"/>
          </p:cNvSpPr>
          <p:nvPr>
            <p:ph type="sldImg"/>
          </p:nvPr>
        </p:nvSpPr>
        <p:spPr>
          <a:xfrm>
            <a:off x="685800" y="1143000"/>
            <a:ext cx="5486400" cy="3086100"/>
          </a:xfrm>
          <a:ln/>
        </p:spPr>
      </p:sp>
      <p:sp>
        <p:nvSpPr>
          <p:cNvPr id="34816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816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CA8EE62-EB96-4A36-9CDE-183532DCA42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983342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Slide Image Placeholder 1"/>
          <p:cNvSpPr>
            <a:spLocks noGrp="1" noRot="1" noChangeAspect="1" noChangeArrowheads="1" noTextEdit="1"/>
          </p:cNvSpPr>
          <p:nvPr>
            <p:ph type="sldImg"/>
          </p:nvPr>
        </p:nvSpPr>
        <p:spPr>
          <a:xfrm>
            <a:off x="685800" y="1143000"/>
            <a:ext cx="5486400" cy="3086100"/>
          </a:xfrm>
          <a:ln/>
        </p:spPr>
      </p:sp>
      <p:sp>
        <p:nvSpPr>
          <p:cNvPr id="34918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4918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1B835D8-AC69-4426-8361-B9961C7D46E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48899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Slide Image Placeholder 1"/>
          <p:cNvSpPr>
            <a:spLocks noGrp="1" noRot="1" noChangeAspect="1" noChangeArrowheads="1" noTextEdit="1"/>
          </p:cNvSpPr>
          <p:nvPr>
            <p:ph type="sldImg"/>
          </p:nvPr>
        </p:nvSpPr>
        <p:spPr>
          <a:xfrm>
            <a:off x="685800" y="1143000"/>
            <a:ext cx="5486400" cy="3086100"/>
          </a:xfrm>
          <a:ln/>
        </p:spPr>
      </p:sp>
      <p:sp>
        <p:nvSpPr>
          <p:cNvPr id="35021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021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F27101-A235-4867-8CF2-F8D60445185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662290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Slide Image Placeholder 1"/>
          <p:cNvSpPr>
            <a:spLocks noGrp="1" noRot="1" noChangeAspect="1" noChangeArrowheads="1" noTextEdit="1"/>
          </p:cNvSpPr>
          <p:nvPr>
            <p:ph type="sldImg"/>
          </p:nvPr>
        </p:nvSpPr>
        <p:spPr>
          <a:xfrm>
            <a:off x="685800" y="1143000"/>
            <a:ext cx="5486400" cy="3086100"/>
          </a:xfrm>
          <a:ln/>
        </p:spPr>
      </p:sp>
      <p:sp>
        <p:nvSpPr>
          <p:cNvPr id="35123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123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1C9CCB-9DB5-4CA8-9016-286E1A4D44B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547909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Slide Image Placeholder 1"/>
          <p:cNvSpPr>
            <a:spLocks noGrp="1" noRot="1" noChangeAspect="1" noChangeArrowheads="1" noTextEdit="1"/>
          </p:cNvSpPr>
          <p:nvPr>
            <p:ph type="sldImg"/>
          </p:nvPr>
        </p:nvSpPr>
        <p:spPr>
          <a:xfrm>
            <a:off x="685800" y="1143000"/>
            <a:ext cx="5486400" cy="3086100"/>
          </a:xfrm>
          <a:ln/>
        </p:spPr>
      </p:sp>
      <p:sp>
        <p:nvSpPr>
          <p:cNvPr id="35225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226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86684FA-2193-4C27-A5A3-F62F186F5B9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403818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Slide Image Placeholder 1"/>
          <p:cNvSpPr>
            <a:spLocks noGrp="1" noRot="1" noChangeAspect="1" noChangeArrowheads="1" noTextEdit="1"/>
          </p:cNvSpPr>
          <p:nvPr>
            <p:ph type="sldImg"/>
          </p:nvPr>
        </p:nvSpPr>
        <p:spPr>
          <a:xfrm>
            <a:off x="685800" y="1143000"/>
            <a:ext cx="5486400" cy="3086100"/>
          </a:xfrm>
          <a:ln/>
        </p:spPr>
      </p:sp>
      <p:sp>
        <p:nvSpPr>
          <p:cNvPr id="35328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328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B301648-7DAB-4FBF-A973-E3532ACEB41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040364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Slide Image Placeholder 1"/>
          <p:cNvSpPr>
            <a:spLocks noGrp="1" noRot="1" noChangeAspect="1" noChangeArrowheads="1" noTextEdit="1"/>
          </p:cNvSpPr>
          <p:nvPr>
            <p:ph type="sldImg"/>
          </p:nvPr>
        </p:nvSpPr>
        <p:spPr>
          <a:xfrm>
            <a:off x="685800" y="1143000"/>
            <a:ext cx="5486400" cy="3086100"/>
          </a:xfrm>
          <a:ln/>
        </p:spPr>
      </p:sp>
      <p:sp>
        <p:nvSpPr>
          <p:cNvPr id="35430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430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FC2AEBF-D052-4110-8F5D-1E8D076C6FB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086269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Slide Image Placeholder 1"/>
          <p:cNvSpPr>
            <a:spLocks noGrp="1" noRot="1" noChangeAspect="1" noChangeArrowheads="1" noTextEdit="1"/>
          </p:cNvSpPr>
          <p:nvPr>
            <p:ph type="sldImg"/>
          </p:nvPr>
        </p:nvSpPr>
        <p:spPr>
          <a:xfrm>
            <a:off x="685800" y="1143000"/>
            <a:ext cx="5486400" cy="3086100"/>
          </a:xfrm>
          <a:ln/>
        </p:spPr>
      </p:sp>
      <p:sp>
        <p:nvSpPr>
          <p:cNvPr id="35533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533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E306B8-93A0-44C7-88A9-1F50A746D66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062050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Slide Image Placeholder 1"/>
          <p:cNvSpPr>
            <a:spLocks noGrp="1" noRot="1" noChangeAspect="1" noChangeArrowheads="1" noTextEdit="1"/>
          </p:cNvSpPr>
          <p:nvPr>
            <p:ph type="sldImg"/>
          </p:nvPr>
        </p:nvSpPr>
        <p:spPr>
          <a:xfrm>
            <a:off x="685800" y="1143000"/>
            <a:ext cx="5486400" cy="3086100"/>
          </a:xfrm>
          <a:ln/>
        </p:spPr>
      </p:sp>
      <p:sp>
        <p:nvSpPr>
          <p:cNvPr id="3563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63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C093836-439E-4333-9D82-5857464EB86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251223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Slide Image Placeholder 1"/>
          <p:cNvSpPr>
            <a:spLocks noGrp="1" noRot="1" noChangeAspect="1" noChangeArrowheads="1" noTextEdit="1"/>
          </p:cNvSpPr>
          <p:nvPr>
            <p:ph type="sldImg"/>
          </p:nvPr>
        </p:nvSpPr>
        <p:spPr>
          <a:xfrm>
            <a:off x="685800" y="1143000"/>
            <a:ext cx="5486400" cy="3086100"/>
          </a:xfrm>
          <a:ln/>
        </p:spPr>
      </p:sp>
      <p:sp>
        <p:nvSpPr>
          <p:cNvPr id="35737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738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BB18A3C-1FA7-49AD-8B05-BB5A00BE420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816105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Slide Image Placeholder 1"/>
          <p:cNvSpPr>
            <a:spLocks noGrp="1" noRot="1" noChangeAspect="1" noChangeArrowheads="1" noTextEdit="1"/>
          </p:cNvSpPr>
          <p:nvPr>
            <p:ph type="sldImg"/>
          </p:nvPr>
        </p:nvSpPr>
        <p:spPr>
          <a:xfrm>
            <a:off x="685800" y="1143000"/>
            <a:ext cx="5486400" cy="3086100"/>
          </a:xfrm>
          <a:ln/>
        </p:spPr>
      </p:sp>
      <p:sp>
        <p:nvSpPr>
          <p:cNvPr id="35840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840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41F1B66-448C-45A6-865B-82D2B4030F6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456018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Slide Image Placeholder 1"/>
          <p:cNvSpPr>
            <a:spLocks noGrp="1" noRot="1" noChangeAspect="1" noChangeArrowheads="1" noTextEdit="1"/>
          </p:cNvSpPr>
          <p:nvPr>
            <p:ph type="sldImg"/>
          </p:nvPr>
        </p:nvSpPr>
        <p:spPr>
          <a:xfrm>
            <a:off x="685800" y="1143000"/>
            <a:ext cx="5486400" cy="3086100"/>
          </a:xfrm>
          <a:ln/>
        </p:spPr>
      </p:sp>
      <p:sp>
        <p:nvSpPr>
          <p:cNvPr id="35942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5942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B9C79D-F26E-4872-9C6C-A0FB3C71113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075874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Slide Image Placeholder 1"/>
          <p:cNvSpPr>
            <a:spLocks noGrp="1" noRot="1" noChangeAspect="1" noChangeArrowheads="1" noTextEdit="1"/>
          </p:cNvSpPr>
          <p:nvPr>
            <p:ph type="sldImg"/>
          </p:nvPr>
        </p:nvSpPr>
        <p:spPr>
          <a:xfrm>
            <a:off x="685800" y="1143000"/>
            <a:ext cx="5486400" cy="3086100"/>
          </a:xfrm>
          <a:ln/>
        </p:spPr>
      </p:sp>
      <p:sp>
        <p:nvSpPr>
          <p:cNvPr id="36045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045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8C08A6-C417-4246-BFC6-D34DF31F18A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54209898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Slide Image Placeholder 1"/>
          <p:cNvSpPr>
            <a:spLocks noGrp="1" noRot="1" noChangeAspect="1" noChangeArrowheads="1" noTextEdit="1"/>
          </p:cNvSpPr>
          <p:nvPr>
            <p:ph type="sldImg"/>
          </p:nvPr>
        </p:nvSpPr>
        <p:spPr>
          <a:xfrm>
            <a:off x="685800" y="1143000"/>
            <a:ext cx="5486400" cy="3086100"/>
          </a:xfrm>
          <a:ln/>
        </p:spPr>
      </p:sp>
      <p:sp>
        <p:nvSpPr>
          <p:cNvPr id="36147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147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E479ED9-B5A8-435D-9A9A-FDCB4920D01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421281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Slide Image Placeholder 1"/>
          <p:cNvSpPr>
            <a:spLocks noGrp="1" noRot="1" noChangeAspect="1" noChangeArrowheads="1" noTextEdit="1"/>
          </p:cNvSpPr>
          <p:nvPr>
            <p:ph type="sldImg"/>
          </p:nvPr>
        </p:nvSpPr>
        <p:spPr>
          <a:xfrm>
            <a:off x="685800" y="1143000"/>
            <a:ext cx="5486400" cy="3086100"/>
          </a:xfrm>
          <a:ln/>
        </p:spPr>
      </p:sp>
      <p:sp>
        <p:nvSpPr>
          <p:cNvPr id="36249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250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086E42-70EB-4B01-8387-9785CE01B8B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005692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Slide Image Placeholder 1"/>
          <p:cNvSpPr>
            <a:spLocks noGrp="1" noRot="1" noChangeAspect="1" noChangeArrowheads="1" noTextEdit="1"/>
          </p:cNvSpPr>
          <p:nvPr>
            <p:ph type="sldImg"/>
          </p:nvPr>
        </p:nvSpPr>
        <p:spPr>
          <a:xfrm>
            <a:off x="685800" y="1143000"/>
            <a:ext cx="5486400" cy="3086100"/>
          </a:xfrm>
          <a:ln/>
        </p:spPr>
      </p:sp>
      <p:sp>
        <p:nvSpPr>
          <p:cNvPr id="36352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352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EF0BAEE-817A-4BA7-9E6A-6E98E2BBB11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126666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Slide Image Placeholder 1"/>
          <p:cNvSpPr>
            <a:spLocks noGrp="1" noRot="1" noChangeAspect="1" noChangeArrowheads="1" noTextEdit="1"/>
          </p:cNvSpPr>
          <p:nvPr>
            <p:ph type="sldImg"/>
          </p:nvPr>
        </p:nvSpPr>
        <p:spPr>
          <a:xfrm>
            <a:off x="685800" y="1143000"/>
            <a:ext cx="5486400" cy="3086100"/>
          </a:xfrm>
          <a:ln/>
        </p:spPr>
      </p:sp>
      <p:sp>
        <p:nvSpPr>
          <p:cNvPr id="36454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454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F30861F-F1C6-49EA-8C9A-4B79BA3BCC5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472509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Slide Image Placeholder 1"/>
          <p:cNvSpPr>
            <a:spLocks noGrp="1" noRot="1" noChangeAspect="1" noChangeArrowheads="1" noTextEdit="1"/>
          </p:cNvSpPr>
          <p:nvPr>
            <p:ph type="sldImg"/>
          </p:nvPr>
        </p:nvSpPr>
        <p:spPr>
          <a:xfrm>
            <a:off x="685800" y="1143000"/>
            <a:ext cx="5486400" cy="3086100"/>
          </a:xfrm>
          <a:ln/>
        </p:spPr>
      </p:sp>
      <p:sp>
        <p:nvSpPr>
          <p:cNvPr id="36557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557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F160C1-628D-466B-8982-16EB57AB2F4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9741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Slide Image Placeholder 1"/>
          <p:cNvSpPr>
            <a:spLocks noGrp="1" noRot="1" noChangeAspect="1" noChangeArrowheads="1" noTextEdit="1"/>
          </p:cNvSpPr>
          <p:nvPr>
            <p:ph type="sldImg"/>
          </p:nvPr>
        </p:nvSpPr>
        <p:spPr>
          <a:xfrm>
            <a:off x="685800" y="1143000"/>
            <a:ext cx="5486400" cy="3086100"/>
          </a:xfrm>
          <a:ln/>
        </p:spPr>
      </p:sp>
      <p:sp>
        <p:nvSpPr>
          <p:cNvPr id="36659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659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A4E3322-5BB0-4B8E-9880-5F0609B34AA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830878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Slide Image Placeholder 1"/>
          <p:cNvSpPr>
            <a:spLocks noGrp="1" noRot="1" noChangeAspect="1" noChangeArrowheads="1" noTextEdit="1"/>
          </p:cNvSpPr>
          <p:nvPr>
            <p:ph type="sldImg"/>
          </p:nvPr>
        </p:nvSpPr>
        <p:spPr>
          <a:xfrm>
            <a:off x="685800" y="1143000"/>
            <a:ext cx="5486400" cy="3086100"/>
          </a:xfrm>
          <a:ln/>
        </p:spPr>
      </p:sp>
      <p:sp>
        <p:nvSpPr>
          <p:cNvPr id="36761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762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D038E26-83F7-44DD-9329-8FBD0FF6E364}"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594431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Slide Image Placeholder 1"/>
          <p:cNvSpPr>
            <a:spLocks noGrp="1" noRot="1" noChangeAspect="1" noChangeArrowheads="1" noTextEdit="1"/>
          </p:cNvSpPr>
          <p:nvPr>
            <p:ph type="sldImg"/>
          </p:nvPr>
        </p:nvSpPr>
        <p:spPr>
          <a:xfrm>
            <a:off x="685800" y="1143000"/>
            <a:ext cx="5486400" cy="3086100"/>
          </a:xfrm>
          <a:ln/>
        </p:spPr>
      </p:sp>
      <p:sp>
        <p:nvSpPr>
          <p:cNvPr id="36864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864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F6A041-8BDC-4EB5-B362-BBF739FD84B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421724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Slide Image Placeholder 1"/>
          <p:cNvSpPr>
            <a:spLocks noGrp="1" noRot="1" noChangeAspect="1" noChangeArrowheads="1" noTextEdit="1"/>
          </p:cNvSpPr>
          <p:nvPr>
            <p:ph type="sldImg"/>
          </p:nvPr>
        </p:nvSpPr>
        <p:spPr>
          <a:xfrm>
            <a:off x="685800" y="1143000"/>
            <a:ext cx="5486400" cy="3086100"/>
          </a:xfrm>
          <a:ln/>
        </p:spPr>
      </p:sp>
      <p:sp>
        <p:nvSpPr>
          <p:cNvPr id="36966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6966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1EC7728-EAA8-4989-AAF1-D331F6ADFCF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220572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Slide Image Placeholder 1"/>
          <p:cNvSpPr>
            <a:spLocks noGrp="1" noRot="1" noChangeAspect="1" noChangeArrowheads="1" noTextEdit="1"/>
          </p:cNvSpPr>
          <p:nvPr>
            <p:ph type="sldImg"/>
          </p:nvPr>
        </p:nvSpPr>
        <p:spPr>
          <a:xfrm>
            <a:off x="685800" y="1143000"/>
            <a:ext cx="5486400" cy="3086100"/>
          </a:xfrm>
          <a:ln/>
        </p:spPr>
      </p:sp>
      <p:sp>
        <p:nvSpPr>
          <p:cNvPr id="37069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069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0B1B9C2-F49B-4217-8327-9103B8B3D92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101268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Slide Image Placeholder 1"/>
          <p:cNvSpPr>
            <a:spLocks noGrp="1" noRot="1" noChangeAspect="1" noChangeArrowheads="1" noTextEdit="1"/>
          </p:cNvSpPr>
          <p:nvPr>
            <p:ph type="sldImg"/>
          </p:nvPr>
        </p:nvSpPr>
        <p:spPr>
          <a:xfrm>
            <a:off x="685800" y="1143000"/>
            <a:ext cx="5486400" cy="3086100"/>
          </a:xfrm>
          <a:ln/>
        </p:spPr>
      </p:sp>
      <p:sp>
        <p:nvSpPr>
          <p:cNvPr id="37171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171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173C2E1-9AD3-40BB-BCD6-C9DE701D07A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186484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Slide Image Placeholder 1"/>
          <p:cNvSpPr>
            <a:spLocks noGrp="1" noRot="1" noChangeAspect="1" noChangeArrowheads="1" noTextEdit="1"/>
          </p:cNvSpPr>
          <p:nvPr>
            <p:ph type="sldImg"/>
          </p:nvPr>
        </p:nvSpPr>
        <p:spPr>
          <a:xfrm>
            <a:off x="685800" y="1143000"/>
            <a:ext cx="5486400" cy="3086100"/>
          </a:xfrm>
          <a:ln/>
        </p:spPr>
      </p:sp>
      <p:sp>
        <p:nvSpPr>
          <p:cNvPr id="37273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274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03658E4-39E1-4D9F-87AF-1AE5312CB44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300798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Slide Image Placeholder 1"/>
          <p:cNvSpPr>
            <a:spLocks noGrp="1" noRot="1" noChangeAspect="1" noChangeArrowheads="1" noTextEdit="1"/>
          </p:cNvSpPr>
          <p:nvPr>
            <p:ph type="sldImg"/>
          </p:nvPr>
        </p:nvSpPr>
        <p:spPr>
          <a:xfrm>
            <a:off x="685800" y="1143000"/>
            <a:ext cx="5486400" cy="3086100"/>
          </a:xfrm>
          <a:ln/>
        </p:spPr>
      </p:sp>
      <p:sp>
        <p:nvSpPr>
          <p:cNvPr id="37376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376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53A07C0-BC6B-4FFA-AD97-DB58734535A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000737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Slide Image Placeholder 1"/>
          <p:cNvSpPr>
            <a:spLocks noGrp="1" noRot="1" noChangeAspect="1" noChangeArrowheads="1" noTextEdit="1"/>
          </p:cNvSpPr>
          <p:nvPr>
            <p:ph type="sldImg"/>
          </p:nvPr>
        </p:nvSpPr>
        <p:spPr>
          <a:xfrm>
            <a:off x="685800" y="1143000"/>
            <a:ext cx="5486400" cy="3086100"/>
          </a:xfrm>
          <a:ln/>
        </p:spPr>
      </p:sp>
      <p:sp>
        <p:nvSpPr>
          <p:cNvPr id="374787"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4788"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E9C731C-66F4-4D78-931E-4D72936D0F8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849732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Slide Image Placeholder 1"/>
          <p:cNvSpPr>
            <a:spLocks noGrp="1" noRot="1" noChangeAspect="1" noChangeArrowheads="1" noTextEdit="1"/>
          </p:cNvSpPr>
          <p:nvPr>
            <p:ph type="sldImg"/>
          </p:nvPr>
        </p:nvSpPr>
        <p:spPr>
          <a:xfrm>
            <a:off x="685800" y="1143000"/>
            <a:ext cx="5486400" cy="3086100"/>
          </a:xfrm>
          <a:ln/>
        </p:spPr>
      </p:sp>
      <p:sp>
        <p:nvSpPr>
          <p:cNvPr id="375811"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5812"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4355932-9E56-47E1-80F5-EB794E04DE6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1901759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Slide Image Placeholder 1"/>
          <p:cNvSpPr>
            <a:spLocks noGrp="1" noRot="1" noChangeAspect="1" noChangeArrowheads="1" noTextEdit="1"/>
          </p:cNvSpPr>
          <p:nvPr>
            <p:ph type="sldImg"/>
          </p:nvPr>
        </p:nvSpPr>
        <p:spPr>
          <a:xfrm>
            <a:off x="685800" y="1143000"/>
            <a:ext cx="5486400" cy="3086100"/>
          </a:xfrm>
          <a:ln/>
        </p:spPr>
      </p:sp>
      <p:sp>
        <p:nvSpPr>
          <p:cNvPr id="37683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683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DDFBF2E-B5F6-4A1D-A849-F74CF18C55A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053470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Slide Image Placeholder 1"/>
          <p:cNvSpPr>
            <a:spLocks noGrp="1" noRot="1" noChangeAspect="1" noChangeArrowheads="1" noTextEdit="1"/>
          </p:cNvSpPr>
          <p:nvPr>
            <p:ph type="sldImg"/>
          </p:nvPr>
        </p:nvSpPr>
        <p:spPr>
          <a:xfrm>
            <a:off x="685800" y="1143000"/>
            <a:ext cx="5486400" cy="3086100"/>
          </a:xfrm>
          <a:ln/>
        </p:spPr>
      </p:sp>
      <p:sp>
        <p:nvSpPr>
          <p:cNvPr id="377859"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7860"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92F5712-9F92-4CB7-B75C-546D6D6FB58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080738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Slide Image Placeholder 1"/>
          <p:cNvSpPr>
            <a:spLocks noGrp="1" noRot="1" noChangeAspect="1" noChangeArrowheads="1" noTextEdit="1"/>
          </p:cNvSpPr>
          <p:nvPr>
            <p:ph type="sldImg"/>
          </p:nvPr>
        </p:nvSpPr>
        <p:spPr>
          <a:xfrm>
            <a:off x="685800" y="1143000"/>
            <a:ext cx="5486400" cy="3086100"/>
          </a:xfrm>
          <a:ln/>
        </p:spPr>
      </p:sp>
      <p:sp>
        <p:nvSpPr>
          <p:cNvPr id="378883"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a:solidFill>
                <a:srgbClr val="000000"/>
              </a:solidFill>
              <a:cs typeface="Times New Roman" panose="02020603050405020304" pitchFamily="18" charset="0"/>
              <a:sym typeface="Arial" panose="020B0604020202020204" pitchFamily="34" charset="0"/>
            </a:endParaRPr>
          </a:p>
        </p:txBody>
      </p:sp>
      <p:sp>
        <p:nvSpPr>
          <p:cNvPr id="378884"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015DDA-B93C-44CD-9868-5827F50551B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11188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10/24/2024</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10/24/2024</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10/24/2024</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1.gif"/></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3.gif"/></Relationships>
</file>

<file path=ppt/slides/_rels/slide11.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38.jpe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43.jpeg"/></Relationships>
</file>

<file path=ppt/slides/_rels/slide3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58.jpeg"/></Relationships>
</file>

<file path=ppt/slides/_rels/slide4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3.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69.jpeg"/></Relationships>
</file>

<file path=ppt/slides/_rels/slide61.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71.jpeg"/></Relationships>
</file>

<file path=ppt/slides/_rels/slide6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74.png"/></Relationships>
</file>

<file path=ppt/slides/_rels/slide6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77.jpeg"/></Relationships>
</file>

<file path=ppt/slides/_rels/slide6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6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8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3.xml"/><Relationship Id="rId4"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050" name="Rectangle 2"/>
          <p:cNvSpPr>
            <a:spLocks noGrp="1" noChangeArrowheads="1"/>
          </p:cNvSpPr>
          <p:nvPr>
            <p:ph type="ctrTitle"/>
          </p:nvPr>
        </p:nvSpPr>
        <p:spPr>
          <a:xfrm>
            <a:off x="1558925" y="1679575"/>
            <a:ext cx="9109075" cy="1893888"/>
          </a:xfrm>
        </p:spPr>
        <p:txBody>
          <a:bodyPr anchor="ctr"/>
          <a:lstStyle/>
          <a:p>
            <a:pPr algn="l" eaLnBrk="1" hangingPunct="1">
              <a:spcBef>
                <a:spcPts val="600"/>
              </a:spcBef>
            </a:pPr>
            <a:r>
              <a:rPr lang="en-US" altLang="en-US" sz="2000" b="1">
                <a:solidFill>
                  <a:schemeClr val="bg1"/>
                </a:solidFill>
                <a:latin typeface="Times New Roman" panose="02020603050405020304" pitchFamily="18" charset="0"/>
                <a:cs typeface="Times New Roman" panose="02020603050405020304" pitchFamily="18" charset="0"/>
              </a:rPr>
              <a:t> </a:t>
            </a:r>
            <a:r>
              <a:rPr lang="en-US" altLang="en-US" sz="2400" b="1">
                <a:solidFill>
                  <a:schemeClr val="bg1"/>
                </a:solidFill>
                <a:latin typeface="Times New Roman" panose="02020603050405020304" pitchFamily="18" charset="0"/>
                <a:cs typeface="Times New Roman" panose="02020603050405020304" pitchFamily="18" charset="0"/>
              </a:rPr>
              <a:t>1.3 </a:t>
            </a:r>
            <a:r>
              <a:rPr lang="en-GB" altLang="en-US" sz="2400" b="1">
                <a:solidFill>
                  <a:schemeClr val="bg1"/>
                </a:solidFill>
                <a:latin typeface="Times New Roman" panose="02020603050405020304" pitchFamily="18" charset="0"/>
                <a:cs typeface="Times New Roman" panose="02020603050405020304" pitchFamily="18" charset="0"/>
              </a:rPr>
              <a:t>THIẾT BỊ ĐIỀU KHIỂN LẬP TRÌNH S7-1200</a:t>
            </a:r>
            <a:br>
              <a:rPr lang="en-GB" altLang="en-US" sz="2400" b="1">
                <a:solidFill>
                  <a:schemeClr val="bg1"/>
                </a:solidFill>
                <a:latin typeface="Times New Roman" panose="02020603050405020304" pitchFamily="18" charset="0"/>
                <a:cs typeface="Times New Roman" panose="02020603050405020304" pitchFamily="18" charset="0"/>
              </a:rPr>
            </a:br>
            <a:r>
              <a:rPr lang="en-US" altLang="en-US" sz="2000" b="1">
                <a:solidFill>
                  <a:schemeClr val="bg1"/>
                </a:solidFill>
                <a:latin typeface="Times New Roman" panose="02020603050405020304" pitchFamily="18" charset="0"/>
                <a:cs typeface="Times New Roman" panose="02020603050405020304" pitchFamily="18" charset="0"/>
              </a:rPr>
              <a:t> </a:t>
            </a:r>
            <a:r>
              <a:rPr lang="en-US" altLang="en-US" sz="2400" b="1">
                <a:solidFill>
                  <a:schemeClr val="bg1"/>
                </a:solidFill>
                <a:latin typeface="Times New Roman" panose="02020603050405020304" pitchFamily="18" charset="0"/>
                <a:cs typeface="Times New Roman" panose="02020603050405020304" pitchFamily="18" charset="0"/>
              </a:rPr>
              <a:t>1.4 </a:t>
            </a:r>
            <a:r>
              <a:rPr lang="en-GB" altLang="en-US" sz="2400" b="1">
                <a:solidFill>
                  <a:schemeClr val="bg1"/>
                </a:solidFill>
                <a:latin typeface="Times New Roman" panose="02020603050405020304" pitchFamily="18" charset="0"/>
                <a:cs typeface="Times New Roman" panose="02020603050405020304" pitchFamily="18" charset="0"/>
              </a:rPr>
              <a:t>XỬ LÝ CHƯƠNG TRÌNH</a:t>
            </a:r>
            <a:br>
              <a:rPr lang="en-GB" altLang="en-US" sz="2400" b="1">
                <a:solidFill>
                  <a:schemeClr val="bg1"/>
                </a:solidFill>
                <a:latin typeface="Times New Roman" panose="02020603050405020304" pitchFamily="18" charset="0"/>
                <a:cs typeface="Times New Roman" panose="02020603050405020304" pitchFamily="18" charset="0"/>
              </a:rPr>
            </a:br>
            <a:r>
              <a:rPr lang="en-US" altLang="en-US" sz="2000" b="1">
                <a:solidFill>
                  <a:schemeClr val="bg1"/>
                </a:solidFill>
                <a:latin typeface="Times New Roman" panose="02020603050405020304" pitchFamily="18" charset="0"/>
                <a:cs typeface="Times New Roman" panose="02020603050405020304" pitchFamily="18" charset="0"/>
              </a:rPr>
              <a:t> </a:t>
            </a:r>
            <a:r>
              <a:rPr lang="en-US" altLang="en-US" sz="2400" b="1">
                <a:solidFill>
                  <a:schemeClr val="bg1"/>
                </a:solidFill>
                <a:latin typeface="Times New Roman" panose="02020603050405020304" pitchFamily="18" charset="0"/>
                <a:cs typeface="Times New Roman" panose="02020603050405020304" pitchFamily="18" charset="0"/>
              </a:rPr>
              <a:t>1.5 </a:t>
            </a:r>
            <a:r>
              <a:rPr lang="en-GB" altLang="en-US" sz="2400" b="1">
                <a:solidFill>
                  <a:schemeClr val="bg1"/>
                </a:solidFill>
                <a:latin typeface="Times New Roman" panose="02020603050405020304" pitchFamily="18" charset="0"/>
                <a:cs typeface="Times New Roman" panose="02020603050405020304" pitchFamily="18" charset="0"/>
              </a:rPr>
              <a:t>KẾT NỐI DÂY GIỮA PLC VÀ CÁC THIẾT BỊ NGOẠI VI</a:t>
            </a:r>
            <a:br>
              <a:rPr lang="en-GB" altLang="en-US" sz="2400" b="1">
                <a:solidFill>
                  <a:schemeClr val="bg1"/>
                </a:solidFill>
                <a:latin typeface="Times New Roman" panose="02020603050405020304" pitchFamily="18" charset="0"/>
                <a:cs typeface="Times New Roman" panose="02020603050405020304" pitchFamily="18" charset="0"/>
              </a:rPr>
            </a:br>
            <a:r>
              <a:rPr lang="en-GB" altLang="en-US" sz="2400" b="1">
                <a:solidFill>
                  <a:schemeClr val="bg1"/>
                </a:solidFill>
                <a:latin typeface="Times New Roman" panose="02020603050405020304" pitchFamily="18" charset="0"/>
                <a:cs typeface="Times New Roman" panose="02020603050405020304" pitchFamily="18" charset="0"/>
              </a:rPr>
              <a:t> </a:t>
            </a:r>
            <a:r>
              <a:rPr lang="en-US" altLang="en-US" sz="2400" b="1">
                <a:solidFill>
                  <a:schemeClr val="bg1"/>
                </a:solidFill>
                <a:latin typeface="Times New Roman" panose="02020603050405020304" pitchFamily="18" charset="0"/>
                <a:cs typeface="Times New Roman" panose="02020603050405020304" pitchFamily="18" charset="0"/>
              </a:rPr>
              <a:t>1.6 KIỂM TRA VIỆC </a:t>
            </a:r>
            <a:r>
              <a:rPr lang="en-GB" altLang="en-US" sz="2400" b="1">
                <a:solidFill>
                  <a:schemeClr val="bg1"/>
                </a:solidFill>
                <a:latin typeface="Times New Roman" panose="02020603050405020304" pitchFamily="18" charset="0"/>
                <a:cs typeface="Times New Roman" panose="02020603050405020304" pitchFamily="18" charset="0"/>
              </a:rPr>
              <a:t>KẾT NỐI DÂY BẰNG PHẦN MỀM</a:t>
            </a:r>
            <a:endParaRPr lang="en-US" altLang="en-US" sz="2400" b="1">
              <a:solidFill>
                <a:schemeClr val="bg1"/>
              </a:solidFill>
              <a:latin typeface="Times New Roman" panose="02020603050405020304" pitchFamily="18" charset="0"/>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8181" name="Picture 13" descr="Thiết bị PLC Siemens S7 - 12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013" y="3622675"/>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41463" y="48260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2050"/>
                                        </p:tgtEl>
                                        <p:attrNameLst>
                                          <p:attrName>style.visibility</p:attrName>
                                        </p:attrNameLst>
                                      </p:cBhvr>
                                      <p:to>
                                        <p:strVal val="visible"/>
                                      </p:to>
                                    </p:set>
                                  </p:childTnLst>
                                </p:cTn>
                              </p:par>
                            </p:childTnLst>
                          </p:cTn>
                        </p:par>
                        <p:par>
                          <p:cTn id="7" fill="hold" nodeType="afterGroup">
                            <p:stCondLst>
                              <p:cond delay="930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179203" name="Rectangle 2"/>
          <p:cNvSpPr>
            <a:spLocks noChangeArrowheads="1"/>
          </p:cNvSpPr>
          <p:nvPr/>
        </p:nvSpPr>
        <p:spPr bwMode="auto">
          <a:xfrm>
            <a:off x="1558925" y="3055938"/>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2"/>
          <p:cNvSpPr txBox="1">
            <a:spLocks noChangeArrowheads="1"/>
          </p:cNvSpPr>
          <p:nvPr/>
        </p:nvSpPr>
        <p:spPr bwMode="auto">
          <a:xfrm>
            <a:off x="1593850" y="1831975"/>
            <a:ext cx="9109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1.3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THIẾT BỊ ĐIỀU KHIỂN LẬP TRÌNH S7-1200</a:t>
            </a: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79205" name="Picture 13" descr="Thiết bị PLC Siemens S7 - 1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055938"/>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558925" y="534988"/>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4004920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55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80226" name="Inhaltsplatzhalter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0788" y="2425249"/>
            <a:ext cx="2136775"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27" name="Grafik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67350" y="4773613"/>
            <a:ext cx="12573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28" name="Grafik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05425" y="1196975"/>
            <a:ext cx="5270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29" name="Grafik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1298575"/>
            <a:ext cx="10287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30" name="Pfeil nach unten 13"/>
          <p:cNvSpPr>
            <a:spLocks noChangeArrowheads="1"/>
          </p:cNvSpPr>
          <p:nvPr/>
        </p:nvSpPr>
        <p:spPr bwMode="auto">
          <a:xfrm>
            <a:off x="5903913" y="2009775"/>
            <a:ext cx="377825" cy="415925"/>
          </a:xfrm>
          <a:prstGeom prst="downArrow">
            <a:avLst>
              <a:gd name="adj1" fmla="val 50000"/>
              <a:gd name="adj2" fmla="val 50002"/>
            </a:avLst>
          </a:prstGeom>
          <a:solidFill>
            <a:srgbClr val="C5E0B4"/>
          </a:solidFill>
          <a:ln w="9525" algn="ctr">
            <a:solidFill>
              <a:srgbClr val="000000"/>
            </a:solidFill>
            <a:round/>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0231" name="Pfeil nach unten 14"/>
          <p:cNvSpPr>
            <a:spLocks noChangeArrowheads="1"/>
          </p:cNvSpPr>
          <p:nvPr/>
        </p:nvSpPr>
        <p:spPr bwMode="auto">
          <a:xfrm>
            <a:off x="5899150" y="4367213"/>
            <a:ext cx="377825" cy="415925"/>
          </a:xfrm>
          <a:prstGeom prst="downArrow">
            <a:avLst>
              <a:gd name="adj1" fmla="val 50000"/>
              <a:gd name="adj2" fmla="val 50002"/>
            </a:avLst>
          </a:prstGeom>
          <a:solidFill>
            <a:srgbClr val="C5E0B4"/>
          </a:solidFill>
          <a:ln w="9525" algn="ctr">
            <a:solidFill>
              <a:srgbClr val="000000"/>
            </a:solidFill>
            <a:round/>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nvGrpSpPr>
          <p:cNvPr id="64" name="Gruppieren 19"/>
          <p:cNvGrpSpPr>
            <a:grpSpLocks/>
          </p:cNvGrpSpPr>
          <p:nvPr/>
        </p:nvGrpSpPr>
        <p:grpSpPr bwMode="auto">
          <a:xfrm>
            <a:off x="2063750" y="2611438"/>
            <a:ext cx="2917825" cy="2889250"/>
            <a:chOff x="539750" y="3215057"/>
            <a:chExt cx="2917826" cy="2888623"/>
          </a:xfrm>
        </p:grpSpPr>
        <p:pic>
          <p:nvPicPr>
            <p:cNvPr id="180244" name="Grafik 6"/>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09859" y="3215057"/>
              <a:ext cx="1850818" cy="1656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45" name="Pfeil nach links und rechts 10"/>
            <p:cNvSpPr>
              <a:spLocks noChangeArrowheads="1"/>
            </p:cNvSpPr>
            <p:nvPr/>
          </p:nvSpPr>
          <p:spPr bwMode="auto">
            <a:xfrm>
              <a:off x="2546351" y="3886423"/>
              <a:ext cx="911225" cy="342826"/>
            </a:xfrm>
            <a:prstGeom prst="leftRightArrow">
              <a:avLst>
                <a:gd name="adj1" fmla="val 50000"/>
                <a:gd name="adj2" fmla="val 49997"/>
              </a:avLst>
            </a:prstGeom>
            <a:solidFill>
              <a:srgbClr val="F8CBAD"/>
            </a:solidFill>
            <a:ln w="9525" algn="ctr">
              <a:solidFill>
                <a:srgbClr val="000000"/>
              </a:solidFill>
              <a:round/>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7" name="Text Box 27"/>
            <p:cNvSpPr txBox="1">
              <a:spLocks noChangeArrowheads="1"/>
            </p:cNvSpPr>
            <p:nvPr/>
          </p:nvSpPr>
          <p:spPr bwMode="auto">
            <a:xfrm>
              <a:off x="539750" y="4903790"/>
              <a:ext cx="2232026" cy="1199890"/>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Thiết bị lập trình sử dụng TIA-Portal</a:t>
              </a:r>
            </a:p>
          </p:txBody>
        </p:sp>
      </p:grpSp>
      <p:grpSp>
        <p:nvGrpSpPr>
          <p:cNvPr id="68" name="Gruppieren 20"/>
          <p:cNvGrpSpPr>
            <a:grpSpLocks/>
          </p:cNvGrpSpPr>
          <p:nvPr/>
        </p:nvGrpSpPr>
        <p:grpSpPr bwMode="auto">
          <a:xfrm>
            <a:off x="7240588" y="1857375"/>
            <a:ext cx="3040062" cy="2260600"/>
            <a:chOff x="5716846" y="2461421"/>
            <a:chExt cx="3040554" cy="2260281"/>
          </a:xfrm>
        </p:grpSpPr>
        <p:pic>
          <p:nvPicPr>
            <p:cNvPr id="180241" name="Grafik 5"/>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728048" y="3364893"/>
              <a:ext cx="1810971" cy="135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42" name="Pfeil nach links und rechts 11"/>
            <p:cNvSpPr>
              <a:spLocks noChangeArrowheads="1"/>
            </p:cNvSpPr>
            <p:nvPr/>
          </p:nvSpPr>
          <p:spPr bwMode="auto">
            <a:xfrm>
              <a:off x="5716846" y="3867748"/>
              <a:ext cx="911372" cy="342852"/>
            </a:xfrm>
            <a:prstGeom prst="leftRightArrow">
              <a:avLst>
                <a:gd name="adj1" fmla="val 50000"/>
                <a:gd name="adj2" fmla="val 50001"/>
              </a:avLst>
            </a:prstGeom>
            <a:solidFill>
              <a:srgbClr val="F8CBAD"/>
            </a:solidFill>
            <a:ln w="9525" algn="ctr">
              <a:solidFill>
                <a:srgbClr val="000000"/>
              </a:solidFill>
              <a:round/>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1" name="Text Box 28"/>
            <p:cNvSpPr txBox="1">
              <a:spLocks noChangeArrowheads="1"/>
            </p:cNvSpPr>
            <p:nvPr/>
          </p:nvSpPr>
          <p:spPr bwMode="auto">
            <a:xfrm>
              <a:off x="6509136" y="2461421"/>
              <a:ext cx="2248264" cy="831733"/>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Bảng thao tác có mô phỏng</a:t>
              </a:r>
            </a:p>
          </p:txBody>
        </p:sp>
      </p:grpSp>
      <p:sp>
        <p:nvSpPr>
          <p:cNvPr id="180234" name="Text Box 25"/>
          <p:cNvSpPr txBox="1">
            <a:spLocks noChangeArrowheads="1"/>
          </p:cNvSpPr>
          <p:nvPr/>
        </p:nvSpPr>
        <p:spPr bwMode="auto">
          <a:xfrm>
            <a:off x="3670300" y="1206500"/>
            <a:ext cx="1584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Cảm biến đầu vào</a:t>
            </a:r>
          </a:p>
        </p:txBody>
      </p:sp>
      <p:sp>
        <p:nvSpPr>
          <p:cNvPr id="73" name="Text Box 26"/>
          <p:cNvSpPr txBox="1">
            <a:spLocks noChangeArrowheads="1"/>
          </p:cNvSpPr>
          <p:nvPr/>
        </p:nvSpPr>
        <p:spPr bwMode="auto">
          <a:xfrm>
            <a:off x="6802438" y="4816475"/>
            <a:ext cx="1768475" cy="830263"/>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Cơ cấu chấp hành đầu ra </a:t>
            </a:r>
          </a:p>
        </p:txBody>
      </p:sp>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0240" name="Picture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638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additive="base">
                                        <p:cTn id="7" dur="500" fill="hold"/>
                                        <p:tgtEl>
                                          <p:spTgt spid="64"/>
                                        </p:tgtEl>
                                        <p:attrNameLst>
                                          <p:attrName>ppt_x</p:attrName>
                                        </p:attrNameLst>
                                      </p:cBhvr>
                                      <p:tavLst>
                                        <p:tav tm="0">
                                          <p:val>
                                            <p:strVal val="0-#ppt_w/2"/>
                                          </p:val>
                                        </p:tav>
                                        <p:tav tm="100000">
                                          <p:val>
                                            <p:strVal val="#ppt_x"/>
                                          </p:val>
                                        </p:tav>
                                      </p:tavLst>
                                    </p:anim>
                                    <p:anim calcmode="lin" valueType="num">
                                      <p:cBhvr additive="base">
                                        <p:cTn id="8"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68"/>
                                        </p:tgtEl>
                                        <p:attrNameLst>
                                          <p:attrName>style.visibility</p:attrName>
                                        </p:attrNameLst>
                                      </p:cBhvr>
                                      <p:to>
                                        <p:strVal val="visible"/>
                                      </p:to>
                                    </p:set>
                                    <p:anim calcmode="lin" valueType="num">
                                      <p:cBhvr additive="base">
                                        <p:cTn id="13" dur="500" fill="hold"/>
                                        <p:tgtEl>
                                          <p:spTgt spid="68"/>
                                        </p:tgtEl>
                                        <p:attrNameLst>
                                          <p:attrName>ppt_x</p:attrName>
                                        </p:attrNameLst>
                                      </p:cBhvr>
                                      <p:tavLst>
                                        <p:tav tm="0">
                                          <p:val>
                                            <p:strVal val="1+#ppt_w/2"/>
                                          </p:val>
                                        </p:tav>
                                        <p:tav tm="100000">
                                          <p:val>
                                            <p:strVal val="#ppt_x"/>
                                          </p:val>
                                        </p:tav>
                                      </p:tavLst>
                                    </p:anim>
                                    <p:anim calcmode="lin" valueType="num">
                                      <p:cBhvr additive="base">
                                        <p:cTn id="14" dur="500" fill="hold"/>
                                        <p:tgtEl>
                                          <p:spTgt spid="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81250" name="Textfeld 5"/>
          <p:cNvSpPr txBox="1">
            <a:spLocks noChangeArrowheads="1"/>
          </p:cNvSpPr>
          <p:nvPr/>
        </p:nvSpPr>
        <p:spPr bwMode="auto">
          <a:xfrm>
            <a:off x="1981200" y="969963"/>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CPU với  đường tín hiệu</a:t>
            </a:r>
          </a:p>
        </p:txBody>
      </p:sp>
      <p:pic>
        <p:nvPicPr>
          <p:cNvPr id="181251" name="Grafik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1681163"/>
            <a:ext cx="8375650"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pic>
        <p:nvPicPr>
          <p:cNvPr id="181253" name="Picture 2" descr="Giới thiệu PLC S7-1200, Hỗ trợ chuẩn Ethernet và TCP/IP"/>
          <p:cNvPicPr>
            <a:picLocks noChangeAspect="1" noChangeArrowheads="1"/>
          </p:cNvPicPr>
          <p:nvPr/>
        </p:nvPicPr>
        <p:blipFill>
          <a:blip r:embed="rId4">
            <a:extLst>
              <a:ext uri="{28A0092B-C50C-407E-A947-70E740481C1C}">
                <a14:useLocalDpi xmlns:a14="http://schemas.microsoft.com/office/drawing/2010/main" val="0"/>
              </a:ext>
            </a:extLst>
          </a:blip>
          <a:srcRect l="16647" t="49367" r="4836" b="-2"/>
          <a:stretch>
            <a:fillRect/>
          </a:stretch>
        </p:blipFill>
        <p:spPr bwMode="auto">
          <a:xfrm>
            <a:off x="4819650" y="4762500"/>
            <a:ext cx="3829050"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p:cNvCxnSpPr/>
          <p:nvPr/>
        </p:nvCxnSpPr>
        <p:spPr>
          <a:xfrm>
            <a:off x="3475038" y="4868863"/>
            <a:ext cx="1468437" cy="576262"/>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7319963" y="4868863"/>
            <a:ext cx="1565275" cy="576262"/>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Left Brace 14"/>
          <p:cNvSpPr/>
          <p:nvPr/>
        </p:nvSpPr>
        <p:spPr>
          <a:xfrm rot="16200000">
            <a:off x="3319463" y="3338513"/>
            <a:ext cx="309562" cy="2506662"/>
          </a:xfrm>
          <a:prstGeom prst="leftBrace">
            <a:avLst/>
          </a:prstGeom>
          <a:ln w="381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prstClr val="black"/>
              </a:solidFill>
              <a:effectLst/>
              <a:uLnTx/>
              <a:uFillTx/>
              <a:latin typeface="Segoe UI"/>
              <a:ea typeface="+mn-ea"/>
              <a:cs typeface="+mn-cs"/>
            </a:endParaRPr>
          </a:p>
        </p:txBody>
      </p:sp>
      <p:sp>
        <p:nvSpPr>
          <p:cNvPr id="24" name="Left Brace 23"/>
          <p:cNvSpPr/>
          <p:nvPr/>
        </p:nvSpPr>
        <p:spPr>
          <a:xfrm rot="16200000">
            <a:off x="8760620" y="3190081"/>
            <a:ext cx="309562" cy="2759075"/>
          </a:xfrm>
          <a:prstGeom prst="leftBrace">
            <a:avLst/>
          </a:prstGeom>
          <a:ln w="38100"/>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prstClr val="black"/>
              </a:solidFill>
              <a:effectLst/>
              <a:uLnTx/>
              <a:uFillTx/>
              <a:latin typeface="Segoe UI"/>
              <a:ea typeface="+mn-ea"/>
              <a:cs typeface="+mn-cs"/>
            </a:endParaRPr>
          </a:p>
        </p:txBody>
      </p:sp>
      <p:cxnSp>
        <p:nvCxnSpPr>
          <p:cNvPr id="28" name="Straight Arrow Connector 27"/>
          <p:cNvCxnSpPr>
            <a:stCxn id="181251" idx="2"/>
          </p:cNvCxnSpPr>
          <p:nvPr/>
        </p:nvCxnSpPr>
        <p:spPr>
          <a:xfrm>
            <a:off x="6251575" y="4240213"/>
            <a:ext cx="0" cy="522287"/>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259" name="Rectangle 24"/>
          <p:cNvSpPr>
            <a:spLocks noChangeArrowheads="1"/>
          </p:cNvSpPr>
          <p:nvPr/>
        </p:nvSpPr>
        <p:spPr bwMode="auto">
          <a:xfrm>
            <a:off x="2217738" y="4103688"/>
            <a:ext cx="24653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de-DE" altLang="de-DE" sz="2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Module kết nối </a:t>
            </a:r>
            <a:endParaRPr kumimoji="0" lang="en-GB" altLang="en-US" sz="28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1260" name="Rectangle 25"/>
          <p:cNvSpPr>
            <a:spLocks noChangeArrowheads="1"/>
          </p:cNvSpPr>
          <p:nvPr/>
        </p:nvSpPr>
        <p:spPr bwMode="auto">
          <a:xfrm>
            <a:off x="7716838" y="4057650"/>
            <a:ext cx="256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de-DE" altLang="de-DE" sz="2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Module tín hiệu </a:t>
            </a:r>
            <a:endParaRPr kumimoji="0" lang="en-GB" altLang="en-US" sz="2800" b="1"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cxnSp>
        <p:nvCxnSpPr>
          <p:cNvPr id="17" name="Straight Connector 16"/>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126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1264"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3528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10" name="Group 70"/>
          <p:cNvGraphicFramePr>
            <a:graphicFrameLocks noGrp="1"/>
          </p:cNvGraphicFramePr>
          <p:nvPr/>
        </p:nvGraphicFramePr>
        <p:xfrm>
          <a:off x="1916113" y="2328863"/>
          <a:ext cx="8532811" cy="4116388"/>
        </p:xfrm>
        <a:graphic>
          <a:graphicData uri="http://schemas.openxmlformats.org/drawingml/2006/table">
            <a:tbl>
              <a:tblPr/>
              <a:tblGrid>
                <a:gridCol w="2322467">
                  <a:extLst>
                    <a:ext uri="{9D8B030D-6E8A-4147-A177-3AD203B41FA5}">
                      <a16:colId xmlns:a16="http://schemas.microsoft.com/office/drawing/2014/main" val="20000"/>
                    </a:ext>
                  </a:extLst>
                </a:gridCol>
                <a:gridCol w="1552975">
                  <a:extLst>
                    <a:ext uri="{9D8B030D-6E8A-4147-A177-3AD203B41FA5}">
                      <a16:colId xmlns:a16="http://schemas.microsoft.com/office/drawing/2014/main" val="20001"/>
                    </a:ext>
                  </a:extLst>
                </a:gridCol>
                <a:gridCol w="1551420">
                  <a:extLst>
                    <a:ext uri="{9D8B030D-6E8A-4147-A177-3AD203B41FA5}">
                      <a16:colId xmlns:a16="http://schemas.microsoft.com/office/drawing/2014/main" val="20002"/>
                    </a:ext>
                  </a:extLst>
                </a:gridCol>
                <a:gridCol w="1552974">
                  <a:extLst>
                    <a:ext uri="{9D8B030D-6E8A-4147-A177-3AD203B41FA5}">
                      <a16:colId xmlns:a16="http://schemas.microsoft.com/office/drawing/2014/main" val="20003"/>
                    </a:ext>
                  </a:extLst>
                </a:gridCol>
                <a:gridCol w="1552975">
                  <a:extLst>
                    <a:ext uri="{9D8B030D-6E8A-4147-A177-3AD203B41FA5}">
                      <a16:colId xmlns:a16="http://schemas.microsoft.com/office/drawing/2014/main" val="20004"/>
                    </a:ext>
                  </a:extLst>
                </a:gridCol>
              </a:tblGrid>
              <a:tr h="568083">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l"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1" i="0" u="none" strike="noStrike" cap="none" normalizeH="0" baseline="0" dirty="0">
                          <a:ln>
                            <a:noFill/>
                          </a:ln>
                          <a:solidFill>
                            <a:schemeClr val="bg1"/>
                          </a:solidFill>
                          <a:effectLst/>
                          <a:latin typeface="Times New Roman" panose="02020603050405020304" pitchFamily="18" charset="0"/>
                        </a:rPr>
                        <a:t>Tích hợp  E/A</a:t>
                      </a:r>
                    </a:p>
                  </a:txBody>
                  <a:tcPr marL="71977" marR="71977" marT="53080" marB="53080" anchor="ctr" horzOverflow="overflow">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8585E0"/>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1" i="0" u="none" strike="noStrike" cap="none" normalizeH="0" baseline="0" dirty="0">
                          <a:ln>
                            <a:noFill/>
                          </a:ln>
                          <a:solidFill>
                            <a:schemeClr val="tx1"/>
                          </a:solidFill>
                          <a:effectLst/>
                          <a:latin typeface="Times New Roman" panose="02020603050405020304" pitchFamily="18" charset="0"/>
                        </a:rPr>
                        <a:t>CPU 1211C</a:t>
                      </a:r>
                    </a:p>
                  </a:txBody>
                  <a:tcPr marL="71977" marR="71977" marT="53080" marB="5308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0563C1"/>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1" i="0" u="none" strike="noStrike" cap="none" normalizeH="0" baseline="0" dirty="0">
                          <a:ln>
                            <a:noFill/>
                          </a:ln>
                          <a:solidFill>
                            <a:schemeClr val="tx1"/>
                          </a:solidFill>
                          <a:effectLst/>
                          <a:latin typeface="Times New Roman" panose="02020603050405020304" pitchFamily="18" charset="0"/>
                        </a:rPr>
                        <a:t>CPU 1212C</a:t>
                      </a:r>
                    </a:p>
                  </a:txBody>
                  <a:tcPr marL="71977" marR="71977" marT="53080" marB="5308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0563C1"/>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1" i="0" u="none" strike="noStrike" cap="none" normalizeH="0" baseline="0" dirty="0">
                          <a:ln>
                            <a:noFill/>
                          </a:ln>
                          <a:solidFill>
                            <a:schemeClr val="tx1"/>
                          </a:solidFill>
                          <a:effectLst/>
                          <a:latin typeface="Times New Roman" panose="02020603050405020304" pitchFamily="18" charset="0"/>
                        </a:rPr>
                        <a:t>CPU 1214C</a:t>
                      </a:r>
                    </a:p>
                  </a:txBody>
                  <a:tcPr marL="71977" marR="71977" marT="53080" marB="53080" anchor="ctr" horzOverflow="overflow">
                    <a:lnL w="1270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solidFill>
                      <a:srgbClr val="0563C1"/>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1" i="0" u="none" strike="noStrike" cap="none" normalizeH="0" baseline="0" dirty="0">
                          <a:ln>
                            <a:noFill/>
                          </a:ln>
                          <a:solidFill>
                            <a:schemeClr val="tx1"/>
                          </a:solidFill>
                          <a:effectLst/>
                          <a:latin typeface="Times New Roman" panose="02020603050405020304" pitchFamily="18" charset="0"/>
                        </a:rPr>
                        <a:t>CPU 1215C</a:t>
                      </a:r>
                    </a:p>
                  </a:txBody>
                  <a:tcPr marL="71977" marR="71977" marT="53080" marB="53080" anchor="ctr" horzOverflow="overflow">
                    <a:lnL w="12700" cap="flat" cmpd="sng" algn="ctr">
                      <a:solidFill>
                        <a:sysClr val="window" lastClr="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lnTlToBr>
                      <a:noFill/>
                    </a:lnTlToBr>
                    <a:lnBlToTr>
                      <a:noFill/>
                    </a:lnBlToTr>
                    <a:solidFill>
                      <a:srgbClr val="0563C1"/>
                    </a:solidFill>
                  </a:tcPr>
                </a:tc>
                <a:extLst>
                  <a:ext uri="{0D108BD9-81ED-4DB2-BD59-A6C34878D82A}">
                    <a16:rowId xmlns:a16="http://schemas.microsoft.com/office/drawing/2014/main" val="10000"/>
                  </a:ext>
                </a:extLst>
              </a:tr>
              <a:tr h="709661">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l"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bg1"/>
                          </a:solidFill>
                          <a:effectLst/>
                          <a:latin typeface="Times New Roman" panose="02020603050405020304" pitchFamily="18" charset="0"/>
                        </a:rPr>
                        <a:t>Tích hợp đầu vào /ra số E/A</a:t>
                      </a:r>
                    </a:p>
                  </a:txBody>
                  <a:tcPr marL="71977" marR="71977" marT="53080" marB="5308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8585E0"/>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6E  / 4 A</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8 E / 6 A</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14 E / 10 A</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tx1"/>
                          </a:solidFill>
                          <a:effectLst/>
                          <a:latin typeface="Times New Roman" panose="02020603050405020304" pitchFamily="18" charset="0"/>
                        </a:rPr>
                        <a:t>14 E / 10 A</a:t>
                      </a:r>
                    </a:p>
                  </a:txBody>
                  <a:tcPr marL="71977" marR="71977" marT="53080" marB="53080" horzOverflow="overflow">
                    <a:lnL w="12700" cap="flat" cmpd="sng" algn="ctr">
                      <a:solidFill>
                        <a:sysClr val="window" lastClr="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extLst>
                  <a:ext uri="{0D108BD9-81ED-4DB2-BD59-A6C34878D82A}">
                    <a16:rowId xmlns:a16="http://schemas.microsoft.com/office/drawing/2014/main" val="10001"/>
                  </a:ext>
                </a:extLst>
              </a:tr>
              <a:tr h="709661">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l"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bg1"/>
                          </a:solidFill>
                          <a:effectLst/>
                          <a:latin typeface="Times New Roman" panose="02020603050405020304" pitchFamily="18" charset="0"/>
                        </a:rPr>
                        <a:t>Tích hợp đầu vào /ra  tương tự E/A</a:t>
                      </a:r>
                    </a:p>
                  </a:txBody>
                  <a:tcPr marL="71977" marR="71977" marT="53080" marB="5308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8585E0"/>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2 E</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2 E</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2 E</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2 E / 2A</a:t>
                      </a:r>
                    </a:p>
                  </a:txBody>
                  <a:tcPr marL="71977" marR="71977" marT="53080" marB="53080" horzOverflow="overflow">
                    <a:lnL w="12700" cap="flat" cmpd="sng" algn="ctr">
                      <a:solidFill>
                        <a:sysClr val="window" lastClr="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extLst>
                  <a:ext uri="{0D108BD9-81ED-4DB2-BD59-A6C34878D82A}">
                    <a16:rowId xmlns:a16="http://schemas.microsoft.com/office/drawing/2014/main" val="10002"/>
                  </a:ext>
                </a:extLst>
              </a:tr>
              <a:tr h="709661">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l"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bg1"/>
                          </a:solidFill>
                          <a:effectLst/>
                          <a:latin typeface="Times New Roman" panose="02020603050405020304" pitchFamily="18" charset="0"/>
                        </a:rPr>
                        <a:t>Đầu vào/ra số lớn nhất  E/A</a:t>
                      </a:r>
                    </a:p>
                  </a:txBody>
                  <a:tcPr marL="71977" marR="71977" marT="53080" marB="5308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8585E0"/>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14</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82</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284</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284</a:t>
                      </a:r>
                    </a:p>
                  </a:txBody>
                  <a:tcPr marL="71977" marR="71977" marT="53080" marB="53080" horzOverflow="overflow">
                    <a:lnL w="12700" cap="flat" cmpd="sng" algn="ctr">
                      <a:solidFill>
                        <a:sysClr val="window" lastClr="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extLst>
                  <a:ext uri="{0D108BD9-81ED-4DB2-BD59-A6C34878D82A}">
                    <a16:rowId xmlns:a16="http://schemas.microsoft.com/office/drawing/2014/main" val="10003"/>
                  </a:ext>
                </a:extLst>
              </a:tr>
              <a:tr h="709661">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l"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bg1"/>
                          </a:solidFill>
                          <a:effectLst/>
                          <a:latin typeface="Times New Roman" panose="02020603050405020304" pitchFamily="18" charset="0"/>
                        </a:rPr>
                        <a:t>Đầu vào/ra tương tự lớn nhất E/A</a:t>
                      </a:r>
                    </a:p>
                  </a:txBody>
                  <a:tcPr marL="71977" marR="71977" marT="53080" marB="5308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8585E0"/>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3</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19</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67</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a:ln>
                            <a:noFill/>
                          </a:ln>
                          <a:solidFill>
                            <a:schemeClr val="tx1"/>
                          </a:solidFill>
                          <a:effectLst/>
                          <a:latin typeface="Times New Roman" panose="02020603050405020304" pitchFamily="18" charset="0"/>
                        </a:rPr>
                        <a:t>69</a:t>
                      </a:r>
                    </a:p>
                  </a:txBody>
                  <a:tcPr marL="71977" marR="71977" marT="53080" marB="53080" horzOverflow="overflow">
                    <a:lnL w="12700" cap="flat" cmpd="sng" algn="ctr">
                      <a:solidFill>
                        <a:sysClr val="window" lastClr="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AFB4BE"/>
                    </a:solidFill>
                  </a:tcPr>
                </a:tc>
                <a:extLst>
                  <a:ext uri="{0D108BD9-81ED-4DB2-BD59-A6C34878D82A}">
                    <a16:rowId xmlns:a16="http://schemas.microsoft.com/office/drawing/2014/main" val="10004"/>
                  </a:ext>
                </a:extLst>
              </a:tr>
              <a:tr h="709661">
                <a:tc>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l"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bg1"/>
                          </a:solidFill>
                          <a:effectLst/>
                          <a:latin typeface="Times New Roman" panose="02020603050405020304" pitchFamily="18" charset="0"/>
                        </a:rPr>
                        <a:t>Kết nối mạng PROFINET</a:t>
                      </a:r>
                    </a:p>
                  </a:txBody>
                  <a:tcPr marL="71977" marR="71977" marT="53080" marB="53080" horzOverflow="overflow">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lnTlToBr>
                      <a:noFill/>
                    </a:lnTlToBr>
                    <a:lnBlToTr>
                      <a:noFill/>
                    </a:lnBlToTr>
                    <a:solidFill>
                      <a:srgbClr val="8585E0"/>
                    </a:solidFill>
                  </a:tcPr>
                </a:tc>
                <a:tc gridSpan="3">
                  <a:txBody>
                    <a:bodyPr/>
                    <a:lstStyle>
                      <a:lvl1pPr marL="0" algn="l" defTabSz="762000"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762000"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762000" rtl="0" eaLnBrk="0" latinLnBrk="0" hangingPunct="0">
                        <a:spcBef>
                          <a:spcPct val="20000"/>
                        </a:spcBef>
                        <a:defRPr sz="1400" kern="1200">
                          <a:solidFill>
                            <a:schemeClr val="tx1"/>
                          </a:solidFill>
                          <a:latin typeface="Arial" charset="0"/>
                        </a:defRPr>
                      </a:lvl3pPr>
                      <a:lvl4pPr marL="1600200" indent="-228600" algn="l" defTabSz="762000" rtl="0" eaLnBrk="0" latinLnBrk="0" hangingPunct="0">
                        <a:spcBef>
                          <a:spcPct val="20000"/>
                        </a:spcBef>
                        <a:defRPr sz="1200" kern="1200">
                          <a:solidFill>
                            <a:schemeClr val="tx1"/>
                          </a:solidFill>
                          <a:latin typeface="Arial" charset="0"/>
                        </a:defRPr>
                      </a:lvl4pPr>
                      <a:lvl5pPr marL="2057400" indent="-228600" algn="l" defTabSz="762000" rtl="0" eaLnBrk="0" latinLnBrk="0" hangingPunct="0">
                        <a:spcBef>
                          <a:spcPct val="20000"/>
                        </a:spcBef>
                        <a:defRPr sz="1000" kern="1200">
                          <a:solidFill>
                            <a:schemeClr val="tx1"/>
                          </a:solidFill>
                          <a:latin typeface="Arial" charset="0"/>
                        </a:defRPr>
                      </a:lvl5pPr>
                      <a:lvl6pPr marL="2514600" indent="-228600" algn="l" defTabSz="762000" rtl="0" eaLnBrk="0" fontAlgn="base" latinLnBrk="0" hangingPunct="0">
                        <a:spcBef>
                          <a:spcPct val="20000"/>
                        </a:spcBef>
                        <a:spcAft>
                          <a:spcPct val="0"/>
                        </a:spcAft>
                        <a:defRPr sz="1000" kern="1200">
                          <a:solidFill>
                            <a:schemeClr val="tx1"/>
                          </a:solidFill>
                          <a:latin typeface="Arial" charset="0"/>
                        </a:defRPr>
                      </a:lvl6pPr>
                      <a:lvl7pPr marL="2971800" indent="-228600" algn="l" defTabSz="762000" rtl="0" eaLnBrk="0" fontAlgn="base" latinLnBrk="0" hangingPunct="0">
                        <a:spcBef>
                          <a:spcPct val="20000"/>
                        </a:spcBef>
                        <a:spcAft>
                          <a:spcPct val="0"/>
                        </a:spcAft>
                        <a:defRPr sz="1000" kern="1200">
                          <a:solidFill>
                            <a:schemeClr val="tx1"/>
                          </a:solidFill>
                          <a:latin typeface="Arial" charset="0"/>
                        </a:defRPr>
                      </a:lvl7pPr>
                      <a:lvl8pPr marL="3429000" indent="-228600" algn="l" defTabSz="762000" rtl="0" eaLnBrk="0" fontAlgn="base" latinLnBrk="0" hangingPunct="0">
                        <a:spcBef>
                          <a:spcPct val="20000"/>
                        </a:spcBef>
                        <a:spcAft>
                          <a:spcPct val="0"/>
                        </a:spcAft>
                        <a:defRPr sz="1000" kern="1200">
                          <a:solidFill>
                            <a:schemeClr val="tx1"/>
                          </a:solidFill>
                          <a:latin typeface="Arial" charset="0"/>
                        </a:defRPr>
                      </a:lvl8pPr>
                      <a:lvl9pPr marL="3886200" indent="-228600" algn="l" defTabSz="762000"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762000" rtl="0" eaLnBrk="1" fontAlgn="base" latinLnBrk="0" hangingPunct="1">
                        <a:lnSpc>
                          <a:spcPct val="110000"/>
                        </a:lnSpc>
                        <a:spcBef>
                          <a:spcPct val="0"/>
                        </a:spcBef>
                        <a:spcAft>
                          <a:spcPct val="0"/>
                        </a:spcAft>
                        <a:buClr>
                          <a:schemeClr val="accent1"/>
                        </a:buClr>
                        <a:buSzTx/>
                        <a:buFont typeface="Wingdings" pitchFamily="2" charset="2"/>
                        <a:buNone/>
                        <a:tabLst/>
                      </a:pPr>
                      <a:r>
                        <a:rPr kumimoji="0" lang="de-DE" altLang="de-DE" sz="1800" b="0" i="0" u="none" strike="noStrike" cap="none" normalizeH="0" baseline="0" dirty="0">
                          <a:ln>
                            <a:noFill/>
                          </a:ln>
                          <a:solidFill>
                            <a:schemeClr val="tx1"/>
                          </a:solidFill>
                          <a:effectLst/>
                          <a:latin typeface="Times New Roman" panose="02020603050405020304" pitchFamily="18" charset="0"/>
                        </a:rPr>
                        <a:t>1</a:t>
                      </a:r>
                    </a:p>
                  </a:txBody>
                  <a:tcPr marL="71977" marR="71977" marT="53080" marB="53080" horzOverflow="overflow">
                    <a:lnL w="1270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lnTlToBr>
                      <a:noFill/>
                    </a:lnTlToBr>
                    <a:lnBlToTr>
                      <a:noFill/>
                    </a:lnBlToTr>
                    <a:solidFill>
                      <a:srgbClr val="AFB4BE"/>
                    </a:solidFill>
                  </a:tcPr>
                </a:tc>
                <a:tc hMerge="1">
                  <a:txBody>
                    <a:bodyPr/>
                    <a:lstStyle/>
                    <a:p>
                      <a:endParaRPr lang="de-DE"/>
                    </a:p>
                  </a:txBody>
                  <a:tcPr/>
                </a:tc>
                <a:tc hMerge="1">
                  <a:txBody>
                    <a:bodyPr/>
                    <a:lstStyle/>
                    <a:p>
                      <a:endParaRPr lang="de-DE"/>
                    </a:p>
                  </a:txBody>
                  <a:tcPr/>
                </a:tc>
                <a:tc>
                  <a:txBody>
                    <a:bodyPr/>
                    <a:lstStyle>
                      <a:lvl1pPr marL="0" algn="l" defTabSz="685832" rtl="0" eaLnBrk="0" latinLnBrk="0" hangingPunct="0">
                        <a:spcBef>
                          <a:spcPct val="20000"/>
                        </a:spcBef>
                        <a:buClr>
                          <a:schemeClr val="accent2"/>
                        </a:buClr>
                        <a:buSzPct val="150000"/>
                        <a:defRPr sz="1349" kern="1200">
                          <a:solidFill>
                            <a:schemeClr val="tx1"/>
                          </a:solidFill>
                          <a:latin typeface="Arial" charset="0"/>
                        </a:defRPr>
                      </a:lvl1pPr>
                      <a:lvl2pPr marL="742950" indent="-285750" algn="l" defTabSz="685832" rtl="0" eaLnBrk="0" latinLnBrk="0" hangingPunct="0">
                        <a:spcBef>
                          <a:spcPct val="20000"/>
                        </a:spcBef>
                        <a:buClr>
                          <a:srgbClr val="CC3300"/>
                        </a:buClr>
                        <a:buSzPct val="150000"/>
                        <a:defRPr sz="2400" kern="1200">
                          <a:solidFill>
                            <a:schemeClr val="tx1"/>
                          </a:solidFill>
                          <a:latin typeface="Arial" charset="0"/>
                        </a:defRPr>
                      </a:lvl2pPr>
                      <a:lvl3pPr marL="1143000" indent="-228600" algn="l" defTabSz="685832" rtl="0" eaLnBrk="0" latinLnBrk="0" hangingPunct="0">
                        <a:spcBef>
                          <a:spcPct val="20000"/>
                        </a:spcBef>
                        <a:defRPr sz="1400" kern="1200">
                          <a:solidFill>
                            <a:schemeClr val="tx1"/>
                          </a:solidFill>
                          <a:latin typeface="Arial" charset="0"/>
                        </a:defRPr>
                      </a:lvl3pPr>
                      <a:lvl4pPr marL="1600200" indent="-228600" algn="l" defTabSz="685832" rtl="0" eaLnBrk="0" latinLnBrk="0" hangingPunct="0">
                        <a:spcBef>
                          <a:spcPct val="20000"/>
                        </a:spcBef>
                        <a:defRPr sz="1200" kern="1200">
                          <a:solidFill>
                            <a:schemeClr val="tx1"/>
                          </a:solidFill>
                          <a:latin typeface="Arial" charset="0"/>
                        </a:defRPr>
                      </a:lvl4pPr>
                      <a:lvl5pPr marL="2057400" indent="-228600" algn="l" defTabSz="685832" rtl="0" eaLnBrk="0" latinLnBrk="0" hangingPunct="0">
                        <a:spcBef>
                          <a:spcPct val="20000"/>
                        </a:spcBef>
                        <a:defRPr sz="1000" kern="1200">
                          <a:solidFill>
                            <a:schemeClr val="tx1"/>
                          </a:solidFill>
                          <a:latin typeface="Arial" charset="0"/>
                        </a:defRPr>
                      </a:lvl5pPr>
                      <a:lvl6pPr marL="2514600" indent="-228600" algn="l" defTabSz="685832" rtl="0" eaLnBrk="0" fontAlgn="base" latinLnBrk="0" hangingPunct="0">
                        <a:spcBef>
                          <a:spcPct val="20000"/>
                        </a:spcBef>
                        <a:spcAft>
                          <a:spcPct val="0"/>
                        </a:spcAft>
                        <a:defRPr sz="1000" kern="1200">
                          <a:solidFill>
                            <a:schemeClr val="tx1"/>
                          </a:solidFill>
                          <a:latin typeface="Arial" charset="0"/>
                        </a:defRPr>
                      </a:lvl6pPr>
                      <a:lvl7pPr marL="2971800" indent="-228600" algn="l" defTabSz="685832" rtl="0" eaLnBrk="0" fontAlgn="base" latinLnBrk="0" hangingPunct="0">
                        <a:spcBef>
                          <a:spcPct val="20000"/>
                        </a:spcBef>
                        <a:spcAft>
                          <a:spcPct val="0"/>
                        </a:spcAft>
                        <a:defRPr sz="1000" kern="1200">
                          <a:solidFill>
                            <a:schemeClr val="tx1"/>
                          </a:solidFill>
                          <a:latin typeface="Arial" charset="0"/>
                        </a:defRPr>
                      </a:lvl7pPr>
                      <a:lvl8pPr marL="3429000" indent="-228600" algn="l" defTabSz="685832" rtl="0" eaLnBrk="0" fontAlgn="base" latinLnBrk="0" hangingPunct="0">
                        <a:spcBef>
                          <a:spcPct val="20000"/>
                        </a:spcBef>
                        <a:spcAft>
                          <a:spcPct val="0"/>
                        </a:spcAft>
                        <a:defRPr sz="1000" kern="1200">
                          <a:solidFill>
                            <a:schemeClr val="tx1"/>
                          </a:solidFill>
                          <a:latin typeface="Arial" charset="0"/>
                        </a:defRPr>
                      </a:lvl8pPr>
                      <a:lvl9pPr marL="3886200" indent="-228600" algn="l" defTabSz="685832" rtl="0" eaLnBrk="0" fontAlgn="base" latinLnBrk="0" hangingPunct="0">
                        <a:spcBef>
                          <a:spcPct val="20000"/>
                        </a:spcBef>
                        <a:spcAft>
                          <a:spcPct val="0"/>
                        </a:spcAft>
                        <a:defRPr sz="1000" kern="1200">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de-DE" altLang="de-DE" sz="1800" b="0" i="0" u="none" strike="noStrike" cap="none" normalizeH="0" baseline="0" dirty="0">
                          <a:ln>
                            <a:noFill/>
                          </a:ln>
                          <a:solidFill>
                            <a:schemeClr val="tx1"/>
                          </a:solidFill>
                          <a:effectLst/>
                          <a:latin typeface="Times New Roman" panose="02020603050405020304" pitchFamily="18" charset="0"/>
                        </a:rPr>
                        <a:t>2</a:t>
                      </a:r>
                    </a:p>
                  </a:txBody>
                  <a:tcPr marL="71977" marR="71977" marT="53080" marB="53080" horzOverflow="overflow">
                    <a:lnL w="12700" cap="flat" cmpd="sng" algn="ctr">
                      <a:solidFill>
                        <a:sysClr val="window" lastClr="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a:noFill/>
                    </a:lnB>
                    <a:lnTlToBr>
                      <a:noFill/>
                    </a:lnTlToBr>
                    <a:lnBlToTr>
                      <a:noFill/>
                    </a:lnBlToTr>
                    <a:solidFill>
                      <a:srgbClr val="AFB4BE"/>
                    </a:solidFill>
                  </a:tcPr>
                </a:tc>
                <a:extLst>
                  <a:ext uri="{0D108BD9-81ED-4DB2-BD59-A6C34878D82A}">
                    <a16:rowId xmlns:a16="http://schemas.microsoft.com/office/drawing/2014/main" val="10005"/>
                  </a:ext>
                </a:extLst>
              </a:tr>
            </a:tbl>
          </a:graphicData>
        </a:graphic>
      </p:graphicFrame>
      <p:pic>
        <p:nvPicPr>
          <p:cNvPr id="182312" name="Picture 45"/>
          <p:cNvPicPr>
            <a:picLocks noChangeAspect="1" noChangeArrowheads="1"/>
          </p:cNvPicPr>
          <p:nvPr/>
        </p:nvPicPr>
        <p:blipFill>
          <a:blip r:embed="rId3">
            <a:extLst>
              <a:ext uri="{28A0092B-C50C-407E-A947-70E740481C1C}">
                <a14:useLocalDpi xmlns:a14="http://schemas.microsoft.com/office/drawing/2010/main" val="0"/>
              </a:ext>
            </a:extLst>
          </a:blip>
          <a:srcRect t="21443" b="17343"/>
          <a:stretch>
            <a:fillRect/>
          </a:stretch>
        </p:blipFill>
        <p:spPr bwMode="auto">
          <a:xfrm>
            <a:off x="1960563" y="847725"/>
            <a:ext cx="85915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231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2317"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0719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83298" name="Picture 2"/>
          <p:cNvPicPr>
            <a:picLocks noChangeAspect="1" noChangeArrowheads="1"/>
          </p:cNvPicPr>
          <p:nvPr/>
        </p:nvPicPr>
        <p:blipFill>
          <a:blip r:embed="rId3">
            <a:extLst>
              <a:ext uri="{28A0092B-C50C-407E-A947-70E740481C1C}">
                <a14:useLocalDpi xmlns:a14="http://schemas.microsoft.com/office/drawing/2010/main" val="0"/>
              </a:ext>
            </a:extLst>
          </a:blip>
          <a:srcRect l="4987" b="14095"/>
          <a:stretch>
            <a:fillRect/>
          </a:stretch>
        </p:blipFill>
        <p:spPr bwMode="auto">
          <a:xfrm>
            <a:off x="7045325" y="3684588"/>
            <a:ext cx="330517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a:xfrm>
            <a:off x="1984653" y="811213"/>
            <a:ext cx="8226151" cy="487362"/>
          </a:xfrm>
          <a:prstGeom prst="rect">
            <a:avLst/>
          </a:prstGeom>
        </p:spPr>
        <p:txBody>
          <a:bodyPr anchor="ctr"/>
          <a:lstStyle>
            <a:lvl1pPr>
              <a:defRPr sz="4000" b="1">
                <a:solidFill>
                  <a:schemeClr val="bg1"/>
                </a:solidFill>
                <a:latin typeface="Arial Narrow" pitchFamily="34" charset="0"/>
              </a:defRPr>
            </a:lvl1pPr>
            <a:lvl2pPr marL="742950" indent="-285750">
              <a:defRPr sz="4000" b="1">
                <a:solidFill>
                  <a:schemeClr val="bg1"/>
                </a:solidFill>
                <a:latin typeface="Arial Narrow" pitchFamily="34" charset="0"/>
              </a:defRPr>
            </a:lvl2pPr>
            <a:lvl3pPr marL="1143000" indent="-228600">
              <a:defRPr sz="4000" b="1">
                <a:solidFill>
                  <a:schemeClr val="bg1"/>
                </a:solidFill>
                <a:latin typeface="Arial Narrow" pitchFamily="34" charset="0"/>
              </a:defRPr>
            </a:lvl3pPr>
            <a:lvl4pPr marL="1600200" indent="-228600">
              <a:defRPr sz="4000" b="1">
                <a:solidFill>
                  <a:schemeClr val="bg1"/>
                </a:solidFill>
                <a:latin typeface="Arial Narrow" pitchFamily="34" charset="0"/>
              </a:defRPr>
            </a:lvl4pPr>
            <a:lvl5pPr marL="2057400" indent="-228600">
              <a:defRPr sz="4000" b="1">
                <a:solidFill>
                  <a:schemeClr val="bg1"/>
                </a:solidFill>
                <a:latin typeface="Arial Narrow" pitchFamily="34" charset="0"/>
              </a:defRPr>
            </a:lvl5pPr>
            <a:lvl6pPr marL="2514600" indent="-228600" eaLnBrk="0" fontAlgn="base" hangingPunct="0">
              <a:spcBef>
                <a:spcPct val="0"/>
              </a:spcBef>
              <a:spcAft>
                <a:spcPct val="0"/>
              </a:spcAft>
              <a:defRPr sz="4000" b="1">
                <a:solidFill>
                  <a:schemeClr val="bg1"/>
                </a:solidFill>
                <a:latin typeface="Arial Narrow" pitchFamily="34" charset="0"/>
              </a:defRPr>
            </a:lvl6pPr>
            <a:lvl7pPr marL="2971800" indent="-228600" eaLnBrk="0" fontAlgn="base" hangingPunct="0">
              <a:spcBef>
                <a:spcPct val="0"/>
              </a:spcBef>
              <a:spcAft>
                <a:spcPct val="0"/>
              </a:spcAft>
              <a:defRPr sz="4000" b="1">
                <a:solidFill>
                  <a:schemeClr val="bg1"/>
                </a:solidFill>
                <a:latin typeface="Arial Narrow" pitchFamily="34" charset="0"/>
              </a:defRPr>
            </a:lvl7pPr>
            <a:lvl8pPr marL="3429000" indent="-228600" eaLnBrk="0" fontAlgn="base" hangingPunct="0">
              <a:spcBef>
                <a:spcPct val="0"/>
              </a:spcBef>
              <a:spcAft>
                <a:spcPct val="0"/>
              </a:spcAft>
              <a:defRPr sz="4000" b="1">
                <a:solidFill>
                  <a:schemeClr val="bg1"/>
                </a:solidFill>
                <a:latin typeface="Arial Narrow" pitchFamily="34" charset="0"/>
              </a:defRPr>
            </a:lvl8pPr>
            <a:lvl9pPr marL="3886200" indent="-228600" eaLnBrk="0" fontAlgn="base" hangingPunct="0">
              <a:spcBef>
                <a:spcPct val="0"/>
              </a:spcBef>
              <a:spcAft>
                <a:spcPct val="0"/>
              </a:spcAft>
              <a:defRPr sz="4000" b="1">
                <a:solidFill>
                  <a:schemeClr val="bg1"/>
                </a:solidFill>
                <a:latin typeface="Arial Narrow"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w="10541" cmpd="sng">
                  <a:solidFill>
                    <a:srgbClr val="5B9BD5">
                      <a:shade val="88000"/>
                      <a:satMod val="110000"/>
                    </a:srgbClr>
                  </a:solidFill>
                  <a:prstDash val="solid"/>
                </a:ln>
                <a:gradFill>
                  <a:gsLst>
                    <a:gs pos="0">
                      <a:srgbClr val="5B9BD5">
                        <a:tint val="40000"/>
                        <a:satMod val="250000"/>
                      </a:srgbClr>
                    </a:gs>
                    <a:gs pos="9000">
                      <a:srgbClr val="5B9BD5">
                        <a:tint val="52000"/>
                        <a:satMod val="300000"/>
                      </a:srgbClr>
                    </a:gs>
                    <a:gs pos="50000">
                      <a:srgbClr val="5B9BD5">
                        <a:shade val="20000"/>
                        <a:satMod val="300000"/>
                      </a:srgbClr>
                    </a:gs>
                    <a:gs pos="79000">
                      <a:srgbClr val="5B9BD5">
                        <a:tint val="52000"/>
                        <a:satMod val="300000"/>
                      </a:srgbClr>
                    </a:gs>
                    <a:gs pos="100000">
                      <a:srgbClr val="5B9BD5">
                        <a:tint val="40000"/>
                        <a:satMod val="250000"/>
                      </a:srgbClr>
                    </a:gs>
                  </a:gsLst>
                  <a:lin ang="5400000"/>
                </a:gradFill>
                <a:effectLst/>
                <a:uLnTx/>
                <a:uFillTx/>
                <a:latin typeface="Times New Roman" pitchFamily="18" charset="0"/>
                <a:ea typeface="+mn-ea"/>
                <a:cs typeface="Times New Roman" pitchFamily="18" charset="0"/>
              </a:rPr>
              <a:t>LẮP ĐẶT THIẾT BỊ</a:t>
            </a:r>
          </a:p>
        </p:txBody>
      </p:sp>
      <p:pic>
        <p:nvPicPr>
          <p:cNvPr id="183300" name="Picture 4" descr="Siemens SIMATIC S7-1500 Innovative Display - YouTub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54238" y="3684588"/>
            <a:ext cx="486410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1" name="Rectangle 7"/>
          <p:cNvSpPr>
            <a:spLocks noChangeArrowheads="1"/>
          </p:cNvSpPr>
          <p:nvPr/>
        </p:nvSpPr>
        <p:spPr bwMode="auto">
          <a:xfrm>
            <a:off x="1984375" y="1268413"/>
            <a:ext cx="82296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Lắp </a:t>
            </a:r>
            <a:r>
              <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thiết bị PLC</a:t>
            </a: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theo bản vẽ thiết kế</a:t>
            </a:r>
            <a:r>
              <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Kiểm tra hư hỏng thiết bị điện và tự động tại nhà máy. </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Lắp đặt và đấu nối tại công trình. </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Chạy thử, chạy giả lập và thử nghiệm. </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Đấu dây &amp; thử nghiệm mạch điện đã đấu đã đạt yêu cầu chưa. </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Thử nghiệm hiệu suất. </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vi-VN"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Đào tạo và chuyển giao.</a:t>
            </a:r>
            <a:endParaRPr kumimoji="0" lang="en-GB" altLang="en-US"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3305"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3306"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8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4" name="Table 7"/>
          <p:cNvGraphicFramePr>
            <a:graphicFrameLocks noGrp="1"/>
          </p:cNvGraphicFramePr>
          <p:nvPr/>
        </p:nvGraphicFramePr>
        <p:xfrm>
          <a:off x="1687513" y="1322388"/>
          <a:ext cx="8816975" cy="4745037"/>
        </p:xfrm>
        <a:graphic>
          <a:graphicData uri="http://schemas.openxmlformats.org/drawingml/2006/table">
            <a:tbl>
              <a:tblPr/>
              <a:tblGrid>
                <a:gridCol w="3697287">
                  <a:extLst>
                    <a:ext uri="{9D8B030D-6E8A-4147-A177-3AD203B41FA5}">
                      <a16:colId xmlns:a16="http://schemas.microsoft.com/office/drawing/2014/main" val="20000"/>
                    </a:ext>
                  </a:extLst>
                </a:gridCol>
                <a:gridCol w="5119688">
                  <a:extLst>
                    <a:ext uri="{9D8B030D-6E8A-4147-A177-3AD203B41FA5}">
                      <a16:colId xmlns:a16="http://schemas.microsoft.com/office/drawing/2014/main" val="20001"/>
                    </a:ext>
                  </a:extLst>
                </a:gridCol>
              </a:tblGrid>
              <a:tr h="2152650">
                <a:tc>
                  <a:txBody>
                    <a:bodyPr/>
                    <a:lstStyle/>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txBody>
                  <a:tcPr marL="68588" marR="6858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just" defTabSz="6858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 Lắp đặt thanh DIN. Cố định đường ray vào bảng lắp sau mỗi 75 mm.</a:t>
                      </a:r>
                    </a:p>
                    <a:p>
                      <a:pPr marL="0" marR="0" lvl="0" indent="0" algn="just" defTabSz="6858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 Đảm bảo rằng CPU và tất cả thiết bị S7-1200 đã được ngắt kết nối khỏi nguồn điện.</a:t>
                      </a:r>
                    </a:p>
                    <a:p>
                      <a:pPr marL="0" marR="0" lvl="0" indent="0" algn="just" defTabSz="6858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 Móc CPU qua đầu thanh DIN.</a:t>
                      </a:r>
                    </a:p>
                    <a:p>
                      <a:pPr marL="0" marR="0" lvl="0" indent="0" algn="just" defTabSz="6858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 Kéo kẹp thanh ray DIN ở dưới cùng của CPU ra để cho phép CPU vừa với thanh ray.</a:t>
                      </a:r>
                    </a:p>
                    <a:p>
                      <a:pPr marL="0" marR="0" lvl="0" indent="0" algn="just" defTabSz="6858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5. Xoay CPU xuống vị trí trên thanh ray.</a:t>
                      </a:r>
                    </a:p>
                    <a:p>
                      <a:pPr marL="0" marR="0" lvl="0" indent="0" algn="just" defTabSz="6858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6. Đẩy các kẹp vào để chốt CPU vào thanh ray.</a:t>
                      </a:r>
                    </a:p>
                  </a:txBody>
                  <a:tcPr marL="68588" marR="6858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2387">
                <a:tc>
                  <a:txBody>
                    <a:bodyPr/>
                    <a:lstStyle/>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txBody>
                  <a:tcPr marL="68588" marR="6858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GB"/>
                    </a:p>
                  </a:txBody>
                  <a:tcPr/>
                </a:tc>
                <a:extLst>
                  <a:ext uri="{0D108BD9-81ED-4DB2-BD59-A6C34878D82A}">
                    <a16:rowId xmlns:a16="http://schemas.microsoft.com/office/drawing/2014/main" val="10001"/>
                  </a:ext>
                </a:extLst>
              </a:tr>
            </a:tbl>
          </a:graphicData>
        </a:graphic>
      </p:graphicFrame>
      <p:pic>
        <p:nvPicPr>
          <p:cNvPr id="1843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1446213"/>
            <a:ext cx="295275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3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425" y="3741738"/>
            <a:ext cx="2600325"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a:spLocks/>
          </p:cNvSpPr>
          <p:nvPr/>
        </p:nvSpPr>
        <p:spPr>
          <a:xfrm>
            <a:off x="1984653" y="811213"/>
            <a:ext cx="8226151" cy="487362"/>
          </a:xfrm>
          <a:prstGeom prst="rect">
            <a:avLst/>
          </a:prstGeom>
        </p:spPr>
        <p:txBody>
          <a:bodyPr anchor="ctr"/>
          <a:lstStyle>
            <a:lvl1pPr>
              <a:defRPr sz="4000" b="1">
                <a:solidFill>
                  <a:schemeClr val="bg1"/>
                </a:solidFill>
                <a:latin typeface="Arial Narrow" pitchFamily="34" charset="0"/>
              </a:defRPr>
            </a:lvl1pPr>
            <a:lvl2pPr marL="742950" indent="-285750">
              <a:defRPr sz="4000" b="1">
                <a:solidFill>
                  <a:schemeClr val="bg1"/>
                </a:solidFill>
                <a:latin typeface="Arial Narrow" pitchFamily="34" charset="0"/>
              </a:defRPr>
            </a:lvl2pPr>
            <a:lvl3pPr marL="1143000" indent="-228600">
              <a:defRPr sz="4000" b="1">
                <a:solidFill>
                  <a:schemeClr val="bg1"/>
                </a:solidFill>
                <a:latin typeface="Arial Narrow" pitchFamily="34" charset="0"/>
              </a:defRPr>
            </a:lvl3pPr>
            <a:lvl4pPr marL="1600200" indent="-228600">
              <a:defRPr sz="4000" b="1">
                <a:solidFill>
                  <a:schemeClr val="bg1"/>
                </a:solidFill>
                <a:latin typeface="Arial Narrow" pitchFamily="34" charset="0"/>
              </a:defRPr>
            </a:lvl4pPr>
            <a:lvl5pPr marL="2057400" indent="-228600">
              <a:defRPr sz="4000" b="1">
                <a:solidFill>
                  <a:schemeClr val="bg1"/>
                </a:solidFill>
                <a:latin typeface="Arial Narrow" pitchFamily="34" charset="0"/>
              </a:defRPr>
            </a:lvl5pPr>
            <a:lvl6pPr marL="2514600" indent="-228600" eaLnBrk="0" fontAlgn="base" hangingPunct="0">
              <a:spcBef>
                <a:spcPct val="0"/>
              </a:spcBef>
              <a:spcAft>
                <a:spcPct val="0"/>
              </a:spcAft>
              <a:defRPr sz="4000" b="1">
                <a:solidFill>
                  <a:schemeClr val="bg1"/>
                </a:solidFill>
                <a:latin typeface="Arial Narrow" pitchFamily="34" charset="0"/>
              </a:defRPr>
            </a:lvl6pPr>
            <a:lvl7pPr marL="2971800" indent="-228600" eaLnBrk="0" fontAlgn="base" hangingPunct="0">
              <a:spcBef>
                <a:spcPct val="0"/>
              </a:spcBef>
              <a:spcAft>
                <a:spcPct val="0"/>
              </a:spcAft>
              <a:defRPr sz="4000" b="1">
                <a:solidFill>
                  <a:schemeClr val="bg1"/>
                </a:solidFill>
                <a:latin typeface="Arial Narrow" pitchFamily="34" charset="0"/>
              </a:defRPr>
            </a:lvl7pPr>
            <a:lvl8pPr marL="3429000" indent="-228600" eaLnBrk="0" fontAlgn="base" hangingPunct="0">
              <a:spcBef>
                <a:spcPct val="0"/>
              </a:spcBef>
              <a:spcAft>
                <a:spcPct val="0"/>
              </a:spcAft>
              <a:defRPr sz="4000" b="1">
                <a:solidFill>
                  <a:schemeClr val="bg1"/>
                </a:solidFill>
                <a:latin typeface="Arial Narrow" pitchFamily="34" charset="0"/>
              </a:defRPr>
            </a:lvl8pPr>
            <a:lvl9pPr marL="3886200" indent="-228600" eaLnBrk="0" fontAlgn="base" hangingPunct="0">
              <a:spcBef>
                <a:spcPct val="0"/>
              </a:spcBef>
              <a:spcAft>
                <a:spcPct val="0"/>
              </a:spcAft>
              <a:defRPr sz="4000" b="1">
                <a:solidFill>
                  <a:schemeClr val="bg1"/>
                </a:solidFill>
                <a:latin typeface="Arial Narrow"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w="10541" cmpd="sng">
                  <a:solidFill>
                    <a:srgbClr val="5B9BD5">
                      <a:shade val="88000"/>
                      <a:satMod val="110000"/>
                    </a:srgbClr>
                  </a:solidFill>
                  <a:prstDash val="solid"/>
                </a:ln>
                <a:gradFill>
                  <a:gsLst>
                    <a:gs pos="0">
                      <a:srgbClr val="5B9BD5">
                        <a:tint val="40000"/>
                        <a:satMod val="250000"/>
                      </a:srgbClr>
                    </a:gs>
                    <a:gs pos="9000">
                      <a:srgbClr val="5B9BD5">
                        <a:tint val="52000"/>
                        <a:satMod val="300000"/>
                      </a:srgbClr>
                    </a:gs>
                    <a:gs pos="50000">
                      <a:srgbClr val="5B9BD5">
                        <a:shade val="20000"/>
                        <a:satMod val="300000"/>
                      </a:srgbClr>
                    </a:gs>
                    <a:gs pos="79000">
                      <a:srgbClr val="5B9BD5">
                        <a:tint val="52000"/>
                        <a:satMod val="300000"/>
                      </a:srgbClr>
                    </a:gs>
                    <a:gs pos="100000">
                      <a:srgbClr val="5B9BD5">
                        <a:tint val="40000"/>
                        <a:satMod val="250000"/>
                      </a:srgbClr>
                    </a:gs>
                  </a:gsLst>
                  <a:lin ang="5400000"/>
                </a:gradFill>
                <a:effectLst/>
                <a:uLnTx/>
                <a:uFillTx/>
                <a:latin typeface="Times New Roman" pitchFamily="18" charset="0"/>
                <a:ea typeface="+mn-ea"/>
                <a:cs typeface="Times New Roman" pitchFamily="18" charset="0"/>
              </a:rPr>
              <a:t>LẮP ĐẶT PLC </a:t>
            </a:r>
          </a:p>
        </p:txBody>
      </p:sp>
      <p:sp>
        <p:nvSpPr>
          <p:cNvPr id="11"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433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4339"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7996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6" name="Table 7"/>
          <p:cNvGraphicFramePr>
            <a:graphicFrameLocks noGrp="1"/>
          </p:cNvGraphicFramePr>
          <p:nvPr/>
        </p:nvGraphicFramePr>
        <p:xfrm>
          <a:off x="1960563" y="1465263"/>
          <a:ext cx="8528050" cy="4916487"/>
        </p:xfrm>
        <a:graphic>
          <a:graphicData uri="http://schemas.openxmlformats.org/drawingml/2006/table">
            <a:tbl>
              <a:tblPr/>
              <a:tblGrid>
                <a:gridCol w="3101975">
                  <a:extLst>
                    <a:ext uri="{9D8B030D-6E8A-4147-A177-3AD203B41FA5}">
                      <a16:colId xmlns:a16="http://schemas.microsoft.com/office/drawing/2014/main" val="20000"/>
                    </a:ext>
                  </a:extLst>
                </a:gridCol>
                <a:gridCol w="5426075">
                  <a:extLst>
                    <a:ext uri="{9D8B030D-6E8A-4147-A177-3AD203B41FA5}">
                      <a16:colId xmlns:a16="http://schemas.microsoft.com/office/drawing/2014/main" val="20001"/>
                    </a:ext>
                  </a:extLst>
                </a:gridCol>
              </a:tblGrid>
              <a:tr h="2919412">
                <a:tc>
                  <a:txBody>
                    <a:bodyPr/>
                    <a:lstStyle/>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txBody>
                  <a:tcPr marL="68587" marR="68587"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1. </a:t>
                      </a:r>
                      <a:r>
                        <a:rPr kumimoji="0" lang="en-GB"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T</a:t>
                      </a: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ất cả thiết bị đã được ngắt nguồn điện.</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2. Ngắt kết nối các đầu nối I</a:t>
                      </a:r>
                      <a:r>
                        <a:rPr kumimoji="0" lang="en-GB"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a:t>
                      </a: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O, hệ thống dây điện và cáp khỏi CPU.</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3. Tháo CPU và bất kỳ mô-đun giao tiếp nào kèm theo như một khối. Tất cả các mô-đun tín hiệu nên vẫn được cài đặt.</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4. Nếu SM được kết nối với CPU, hãy rút lại đầu nối bus:</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Đặt </a:t>
                      </a:r>
                      <a:r>
                        <a:rPr kumimoji="0" lang="en-GB"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tuavit</a:t>
                      </a: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bên cạnh mấu trên đầu mô-đun tín hiệu.</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Nhấn xuống để tháo đầu nối khỏi CPU.</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Trượt hoàn toàn tab sang bên phải.</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None/>
                        <a:tabLst/>
                      </a:pP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5. Tháo CPU:</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Char char="-"/>
                        <a:tabLst/>
                      </a:pPr>
                      <a:r>
                        <a:rPr kumimoji="0" lang="en-GB"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a:t>
                      </a: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Kéo kẹp thanh ray DIN ra để </a:t>
                      </a:r>
                      <a:r>
                        <a:rPr kumimoji="0" lang="en-GB"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tháo</a:t>
                      </a: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CPU khỏi thanh ray.</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685800" rtl="0" eaLnBrk="1" fontAlgn="base" latinLnBrk="0" hangingPunct="1">
                        <a:lnSpc>
                          <a:spcPct val="100000"/>
                        </a:lnSpc>
                        <a:spcBef>
                          <a:spcPct val="0"/>
                        </a:spcBef>
                        <a:spcAft>
                          <a:spcPct val="0"/>
                        </a:spcAft>
                        <a:buClrTx/>
                        <a:buSzTx/>
                        <a:buFontTx/>
                        <a:buChar char="-"/>
                        <a:tabLst/>
                      </a:pPr>
                      <a:r>
                        <a:rPr kumimoji="0" lang="en-GB"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a:t>
                      </a:r>
                      <a:r>
                        <a:rPr kumimoji="0" lang="vi-VN"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Xoay CPU lên và ra khỏi thanh ray, và tháo CPU ra khỏi hệ thống.</a:t>
                      </a:r>
                      <a:endPar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txBody>
                  <a:tcPr marL="68587" marR="68587"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97075">
                <a:tc>
                  <a:txBody>
                    <a:bodyPr/>
                    <a:lstStyle/>
                    <a:p>
                      <a:pPr marL="0" marR="0" lvl="0" indent="0" algn="l" defTabSz="685800" rtl="0" eaLnBrk="1" fontAlgn="base" latinLnBrk="0" hangingPunct="1">
                        <a:lnSpc>
                          <a:spcPct val="107000"/>
                        </a:lnSpc>
                        <a:spcBef>
                          <a:spcPct val="0"/>
                        </a:spcBef>
                        <a:spcAft>
                          <a:spcPct val="0"/>
                        </a:spcAft>
                        <a:buClrTx/>
                        <a:buSzTx/>
                        <a:buFontTx/>
                        <a:buNone/>
                        <a:tabLst/>
                      </a:pPr>
                      <a:endParaRPr kumimoji="0" lang="en-US" sz="1100" b="0" i="0" u="none" strike="noStrike" cap="none" normalizeH="0" baseline="0">
                        <a:ln>
                          <a:noFill/>
                        </a:ln>
                        <a:solidFill>
                          <a:srgbClr val="000000"/>
                        </a:solidFill>
                        <a:effectLst/>
                        <a:latin typeface="Times New Roman" pitchFamily="18" charset="0"/>
                        <a:ea typeface="Calibri" pitchFamily="34" charset="0"/>
                        <a:cs typeface="Times New Roman" pitchFamily="18" charset="0"/>
                      </a:endParaRPr>
                    </a:p>
                  </a:txBody>
                  <a:tcPr marL="68587" marR="68587"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GB"/>
                    </a:p>
                  </a:txBody>
                  <a:tcPr/>
                </a:tc>
                <a:extLst>
                  <a:ext uri="{0D108BD9-81ED-4DB2-BD59-A6C34878D82A}">
                    <a16:rowId xmlns:a16="http://schemas.microsoft.com/office/drawing/2014/main" val="10001"/>
                  </a:ext>
                </a:extLst>
              </a:tr>
            </a:tbl>
          </a:graphicData>
        </a:graphic>
      </p:graphicFrame>
      <p:pic>
        <p:nvPicPr>
          <p:cNvPr id="1853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2852738"/>
            <a:ext cx="23622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5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6775" y="1557338"/>
            <a:ext cx="14573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58" name="Picture 6"/>
          <p:cNvPicPr>
            <a:picLocks noChangeAspect="1" noChangeArrowheads="1"/>
          </p:cNvPicPr>
          <p:nvPr/>
        </p:nvPicPr>
        <p:blipFill>
          <a:blip r:embed="rId5">
            <a:extLst>
              <a:ext uri="{28A0092B-C50C-407E-A947-70E740481C1C}">
                <a14:useLocalDpi xmlns:a14="http://schemas.microsoft.com/office/drawing/2010/main" val="0"/>
              </a:ext>
            </a:extLst>
          </a:blip>
          <a:srcRect l="6432" r="8188"/>
          <a:stretch>
            <a:fillRect/>
          </a:stretch>
        </p:blipFill>
        <p:spPr bwMode="auto">
          <a:xfrm>
            <a:off x="2070100" y="4581525"/>
            <a:ext cx="2674938"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txBox="1">
            <a:spLocks/>
          </p:cNvSpPr>
          <p:nvPr/>
        </p:nvSpPr>
        <p:spPr>
          <a:xfrm>
            <a:off x="1984653" y="811213"/>
            <a:ext cx="8226151" cy="487362"/>
          </a:xfrm>
          <a:prstGeom prst="rect">
            <a:avLst/>
          </a:prstGeom>
        </p:spPr>
        <p:txBody>
          <a:bodyPr anchor="ctr"/>
          <a:lstStyle>
            <a:lvl1pPr>
              <a:defRPr sz="4000" b="1">
                <a:solidFill>
                  <a:schemeClr val="bg1"/>
                </a:solidFill>
                <a:latin typeface="Arial Narrow" pitchFamily="34" charset="0"/>
              </a:defRPr>
            </a:lvl1pPr>
            <a:lvl2pPr marL="742950" indent="-285750">
              <a:defRPr sz="4000" b="1">
                <a:solidFill>
                  <a:schemeClr val="bg1"/>
                </a:solidFill>
                <a:latin typeface="Arial Narrow" pitchFamily="34" charset="0"/>
              </a:defRPr>
            </a:lvl2pPr>
            <a:lvl3pPr marL="1143000" indent="-228600">
              <a:defRPr sz="4000" b="1">
                <a:solidFill>
                  <a:schemeClr val="bg1"/>
                </a:solidFill>
                <a:latin typeface="Arial Narrow" pitchFamily="34" charset="0"/>
              </a:defRPr>
            </a:lvl3pPr>
            <a:lvl4pPr marL="1600200" indent="-228600">
              <a:defRPr sz="4000" b="1">
                <a:solidFill>
                  <a:schemeClr val="bg1"/>
                </a:solidFill>
                <a:latin typeface="Arial Narrow" pitchFamily="34" charset="0"/>
              </a:defRPr>
            </a:lvl4pPr>
            <a:lvl5pPr marL="2057400" indent="-228600">
              <a:defRPr sz="4000" b="1">
                <a:solidFill>
                  <a:schemeClr val="bg1"/>
                </a:solidFill>
                <a:latin typeface="Arial Narrow" pitchFamily="34" charset="0"/>
              </a:defRPr>
            </a:lvl5pPr>
            <a:lvl6pPr marL="2514600" indent="-228600" eaLnBrk="0" fontAlgn="base" hangingPunct="0">
              <a:spcBef>
                <a:spcPct val="0"/>
              </a:spcBef>
              <a:spcAft>
                <a:spcPct val="0"/>
              </a:spcAft>
              <a:defRPr sz="4000" b="1">
                <a:solidFill>
                  <a:schemeClr val="bg1"/>
                </a:solidFill>
                <a:latin typeface="Arial Narrow" pitchFamily="34" charset="0"/>
              </a:defRPr>
            </a:lvl6pPr>
            <a:lvl7pPr marL="2971800" indent="-228600" eaLnBrk="0" fontAlgn="base" hangingPunct="0">
              <a:spcBef>
                <a:spcPct val="0"/>
              </a:spcBef>
              <a:spcAft>
                <a:spcPct val="0"/>
              </a:spcAft>
              <a:defRPr sz="4000" b="1">
                <a:solidFill>
                  <a:schemeClr val="bg1"/>
                </a:solidFill>
                <a:latin typeface="Arial Narrow" pitchFamily="34" charset="0"/>
              </a:defRPr>
            </a:lvl7pPr>
            <a:lvl8pPr marL="3429000" indent="-228600" eaLnBrk="0" fontAlgn="base" hangingPunct="0">
              <a:spcBef>
                <a:spcPct val="0"/>
              </a:spcBef>
              <a:spcAft>
                <a:spcPct val="0"/>
              </a:spcAft>
              <a:defRPr sz="4000" b="1">
                <a:solidFill>
                  <a:schemeClr val="bg1"/>
                </a:solidFill>
                <a:latin typeface="Arial Narrow" pitchFamily="34" charset="0"/>
              </a:defRPr>
            </a:lvl8pPr>
            <a:lvl9pPr marL="3886200" indent="-228600" eaLnBrk="0" fontAlgn="base" hangingPunct="0">
              <a:spcBef>
                <a:spcPct val="0"/>
              </a:spcBef>
              <a:spcAft>
                <a:spcPct val="0"/>
              </a:spcAft>
              <a:defRPr sz="4000" b="1">
                <a:solidFill>
                  <a:schemeClr val="bg1"/>
                </a:solidFill>
                <a:latin typeface="Arial Narrow"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w="10541" cmpd="sng">
                  <a:solidFill>
                    <a:srgbClr val="5B9BD5">
                      <a:shade val="88000"/>
                      <a:satMod val="110000"/>
                    </a:srgbClr>
                  </a:solidFill>
                  <a:prstDash val="solid"/>
                </a:ln>
                <a:gradFill>
                  <a:gsLst>
                    <a:gs pos="0">
                      <a:srgbClr val="5B9BD5">
                        <a:tint val="40000"/>
                        <a:satMod val="250000"/>
                      </a:srgbClr>
                    </a:gs>
                    <a:gs pos="9000">
                      <a:srgbClr val="5B9BD5">
                        <a:tint val="52000"/>
                        <a:satMod val="300000"/>
                      </a:srgbClr>
                    </a:gs>
                    <a:gs pos="50000">
                      <a:srgbClr val="5B9BD5">
                        <a:shade val="20000"/>
                        <a:satMod val="300000"/>
                      </a:srgbClr>
                    </a:gs>
                    <a:gs pos="79000">
                      <a:srgbClr val="5B9BD5">
                        <a:tint val="52000"/>
                        <a:satMod val="300000"/>
                      </a:srgbClr>
                    </a:gs>
                    <a:gs pos="100000">
                      <a:srgbClr val="5B9BD5">
                        <a:tint val="40000"/>
                        <a:satMod val="250000"/>
                      </a:srgbClr>
                    </a:gs>
                  </a:gsLst>
                  <a:lin ang="5400000"/>
                </a:gradFill>
                <a:effectLst/>
                <a:uLnTx/>
                <a:uFillTx/>
                <a:latin typeface="Times New Roman" pitchFamily="18" charset="0"/>
                <a:ea typeface="+mn-ea"/>
                <a:cs typeface="Times New Roman" pitchFamily="18" charset="0"/>
              </a:rPr>
              <a:t>THÁO PLC </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3" name="Straight Connector 1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536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5364"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293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1981200" y="804204"/>
            <a:ext cx="8054400" cy="487362"/>
          </a:xfrm>
          <a:prstGeom prst="rect">
            <a:avLst/>
          </a:prstGeom>
        </p:spPr>
        <p:txBody>
          <a:bodyPr anchor="ctr"/>
          <a:lstStyle>
            <a:lvl1pPr>
              <a:defRPr sz="4000" b="1">
                <a:solidFill>
                  <a:schemeClr val="bg1"/>
                </a:solidFill>
                <a:latin typeface="Arial Narrow" pitchFamily="34" charset="0"/>
              </a:defRPr>
            </a:lvl1pPr>
            <a:lvl2pPr marL="742950" indent="-285750">
              <a:defRPr sz="4000" b="1">
                <a:solidFill>
                  <a:schemeClr val="bg1"/>
                </a:solidFill>
                <a:latin typeface="Arial Narrow" pitchFamily="34" charset="0"/>
              </a:defRPr>
            </a:lvl2pPr>
            <a:lvl3pPr marL="1143000" indent="-228600">
              <a:defRPr sz="4000" b="1">
                <a:solidFill>
                  <a:schemeClr val="bg1"/>
                </a:solidFill>
                <a:latin typeface="Arial Narrow" pitchFamily="34" charset="0"/>
              </a:defRPr>
            </a:lvl3pPr>
            <a:lvl4pPr marL="1600200" indent="-228600">
              <a:defRPr sz="4000" b="1">
                <a:solidFill>
                  <a:schemeClr val="bg1"/>
                </a:solidFill>
                <a:latin typeface="Arial Narrow" pitchFamily="34" charset="0"/>
              </a:defRPr>
            </a:lvl4pPr>
            <a:lvl5pPr marL="2057400" indent="-228600">
              <a:defRPr sz="4000" b="1">
                <a:solidFill>
                  <a:schemeClr val="bg1"/>
                </a:solidFill>
                <a:latin typeface="Arial Narrow" pitchFamily="34" charset="0"/>
              </a:defRPr>
            </a:lvl5pPr>
            <a:lvl6pPr marL="2514600" indent="-228600" eaLnBrk="0" fontAlgn="base" hangingPunct="0">
              <a:spcBef>
                <a:spcPct val="0"/>
              </a:spcBef>
              <a:spcAft>
                <a:spcPct val="0"/>
              </a:spcAft>
              <a:defRPr sz="4000" b="1">
                <a:solidFill>
                  <a:schemeClr val="bg1"/>
                </a:solidFill>
                <a:latin typeface="Arial Narrow" pitchFamily="34" charset="0"/>
              </a:defRPr>
            </a:lvl6pPr>
            <a:lvl7pPr marL="2971800" indent="-228600" eaLnBrk="0" fontAlgn="base" hangingPunct="0">
              <a:spcBef>
                <a:spcPct val="0"/>
              </a:spcBef>
              <a:spcAft>
                <a:spcPct val="0"/>
              </a:spcAft>
              <a:defRPr sz="4000" b="1">
                <a:solidFill>
                  <a:schemeClr val="bg1"/>
                </a:solidFill>
                <a:latin typeface="Arial Narrow" pitchFamily="34" charset="0"/>
              </a:defRPr>
            </a:lvl7pPr>
            <a:lvl8pPr marL="3429000" indent="-228600" eaLnBrk="0" fontAlgn="base" hangingPunct="0">
              <a:spcBef>
                <a:spcPct val="0"/>
              </a:spcBef>
              <a:spcAft>
                <a:spcPct val="0"/>
              </a:spcAft>
              <a:defRPr sz="4000" b="1">
                <a:solidFill>
                  <a:schemeClr val="bg1"/>
                </a:solidFill>
                <a:latin typeface="Arial Narrow" pitchFamily="34" charset="0"/>
              </a:defRPr>
            </a:lvl8pPr>
            <a:lvl9pPr marL="3886200" indent="-228600" eaLnBrk="0" fontAlgn="base" hangingPunct="0">
              <a:spcBef>
                <a:spcPct val="0"/>
              </a:spcBef>
              <a:spcAft>
                <a:spcPct val="0"/>
              </a:spcAft>
              <a:defRPr sz="4000" b="1">
                <a:solidFill>
                  <a:schemeClr val="bg1"/>
                </a:solidFill>
                <a:latin typeface="Arial Narrow"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w="10541" cmpd="sng">
                  <a:solidFill>
                    <a:srgbClr val="5B9BD5">
                      <a:shade val="88000"/>
                      <a:satMod val="110000"/>
                    </a:srgbClr>
                  </a:solidFill>
                  <a:prstDash val="solid"/>
                </a:ln>
                <a:gradFill>
                  <a:gsLst>
                    <a:gs pos="0">
                      <a:srgbClr val="5B9BD5">
                        <a:tint val="40000"/>
                        <a:satMod val="250000"/>
                      </a:srgbClr>
                    </a:gs>
                    <a:gs pos="9000">
                      <a:srgbClr val="5B9BD5">
                        <a:tint val="52000"/>
                        <a:satMod val="300000"/>
                      </a:srgbClr>
                    </a:gs>
                    <a:gs pos="50000">
                      <a:srgbClr val="5B9BD5">
                        <a:shade val="20000"/>
                        <a:satMod val="300000"/>
                      </a:srgbClr>
                    </a:gs>
                    <a:gs pos="79000">
                      <a:srgbClr val="5B9BD5">
                        <a:tint val="52000"/>
                        <a:satMod val="300000"/>
                      </a:srgbClr>
                    </a:gs>
                    <a:gs pos="100000">
                      <a:srgbClr val="5B9BD5">
                        <a:tint val="40000"/>
                        <a:satMod val="250000"/>
                      </a:srgbClr>
                    </a:gs>
                  </a:gsLst>
                  <a:lin ang="5400000"/>
                </a:gradFill>
                <a:effectLst/>
                <a:uLnTx/>
                <a:uFillTx/>
                <a:latin typeface="Times New Roman" pitchFamily="18" charset="0"/>
                <a:ea typeface="+mn-ea"/>
                <a:cs typeface="Times New Roman" pitchFamily="18" charset="0"/>
              </a:rPr>
              <a:t>VÍ DỤ HƯỚNG DẪN THỰC HIỆN LẮP ĐẶT CÁC THIẾT BỊ</a:t>
            </a:r>
          </a:p>
        </p:txBody>
      </p:sp>
      <p:grpSp>
        <p:nvGrpSpPr>
          <p:cNvPr id="10" name="Group 9"/>
          <p:cNvGrpSpPr>
            <a:grpSpLocks/>
          </p:cNvGrpSpPr>
          <p:nvPr/>
        </p:nvGrpSpPr>
        <p:grpSpPr bwMode="auto">
          <a:xfrm>
            <a:off x="1960563" y="2233613"/>
            <a:ext cx="3968750" cy="3136900"/>
            <a:chOff x="465114" y="1300191"/>
            <a:chExt cx="3968152" cy="3136921"/>
          </a:xfrm>
        </p:grpSpPr>
        <p:pic>
          <p:nvPicPr>
            <p:cNvPr id="186380" name="Picture 2" descr="C:\Users\nbcha\Documents\ET-200SP-Head-Module-Installation.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5252" y="2221979"/>
              <a:ext cx="3938014" cy="2215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81" name="Rectangle 8"/>
            <p:cNvSpPr>
              <a:spLocks noChangeArrowheads="1"/>
            </p:cNvSpPr>
            <p:nvPr/>
          </p:nvSpPr>
          <p:spPr bwMode="auto">
            <a:xfrm>
              <a:off x="465114" y="1300191"/>
              <a:ext cx="39681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1. </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Ta </a:t>
              </a:r>
              <a:r>
                <a:rPr kumimoji="0" lang="en-US" altLang="en-US" sz="1800" b="0" i="0" u="none" strike="noStrike" kern="1200" cap="none" spc="0" normalizeH="0" baseline="0" noProof="0" dirty="0" err="1">
                  <a:ln>
                    <a:noFill/>
                  </a:ln>
                  <a:solidFill>
                    <a:srgbClr val="0A0A0A"/>
                  </a:solidFill>
                  <a:effectLst/>
                  <a:uLnTx/>
                  <a:uFillTx/>
                  <a:latin typeface="Times New Roman" panose="02020603050405020304" pitchFamily="18" charset="0"/>
                  <a:ea typeface="+mn-ea"/>
                  <a:cs typeface="Times New Roman" panose="02020603050405020304" pitchFamily="18" charset="0"/>
                </a:rPr>
                <a:t>đặt</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mô-đun đầu trên thanh ray.  Sau đó đẩy nhẹ phần dưới cho đến khi nghe thấy tiếng</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tách</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a:t>
              </a:r>
              <a:endParaRPr kumimoji="0" lang="en-GB"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grpSp>
      <p:grpSp>
        <p:nvGrpSpPr>
          <p:cNvPr id="11" name="Group 10"/>
          <p:cNvGrpSpPr>
            <a:grpSpLocks/>
          </p:cNvGrpSpPr>
          <p:nvPr/>
        </p:nvGrpSpPr>
        <p:grpSpPr bwMode="auto">
          <a:xfrm>
            <a:off x="6067425" y="2233613"/>
            <a:ext cx="3968750" cy="3136900"/>
            <a:chOff x="4572000" y="1300191"/>
            <a:chExt cx="3968151" cy="3136921"/>
          </a:xfrm>
        </p:grpSpPr>
        <p:pic>
          <p:nvPicPr>
            <p:cNvPr id="186378" name="Picture 2" descr="C:\Users\nbcha\Documents\ET-200SP-Base-Unit-Installatio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582444" y="2222117"/>
              <a:ext cx="3937769" cy="221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9" name="Rectangle 13"/>
            <p:cNvSpPr>
              <a:spLocks noChangeArrowheads="1"/>
            </p:cNvSpPr>
            <p:nvPr/>
          </p:nvSpPr>
          <p:spPr bwMode="auto">
            <a:xfrm>
              <a:off x="4572000" y="1300191"/>
              <a:ext cx="39681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2. Tương tự </a:t>
              </a:r>
              <a:r>
                <a:rPr kumimoji="0" lang="en-GB" altLang="en-US" sz="1800" b="0" i="0" u="none" strike="noStrike" kern="1200" cap="none" spc="0" normalizeH="0" baseline="0" noProof="0" dirty="0" err="1">
                  <a:ln>
                    <a:noFill/>
                  </a:ln>
                  <a:solidFill>
                    <a:srgbClr val="0A0A0A"/>
                  </a:solidFill>
                  <a:effectLst/>
                  <a:uLnTx/>
                  <a:uFillTx/>
                  <a:latin typeface="Times New Roman" panose="02020603050405020304" pitchFamily="18" charset="0"/>
                  <a:ea typeface="+mn-ea"/>
                  <a:cs typeface="Times New Roman" panose="02020603050405020304" pitchFamily="18" charset="0"/>
                </a:rPr>
                <a:t>hãy</a:t>
              </a:r>
              <a:r>
                <a:rPr kumimoji="0" lang="en-GB"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đặt nó trên một đường ray </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T</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a:t>
              </a:r>
              <a:r>
                <a:rPr kumimoji="0" lang="en-GB" altLang="en-US" sz="1800" b="0" i="0" u="none" strike="noStrike" kern="1200" cap="none" spc="0" normalizeH="0" baseline="0" noProof="0" dirty="0" err="1">
                  <a:ln>
                    <a:noFill/>
                  </a:ln>
                  <a:solidFill>
                    <a:srgbClr val="0A0A0A"/>
                  </a:solidFill>
                  <a:effectLst/>
                  <a:uLnTx/>
                  <a:uFillTx/>
                  <a:latin typeface="Times New Roman" panose="02020603050405020304" pitchFamily="18" charset="0"/>
                  <a:ea typeface="+mn-ea"/>
                  <a:cs typeface="Times New Roman" panose="02020603050405020304" pitchFamily="18" charset="0"/>
                </a:rPr>
                <a:t>và</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đẩy nó vào đường ray. Đảm bảo thiết bị khớp vào thanh ray.</a:t>
              </a:r>
              <a:endParaRPr kumimoji="0" lang="en-GB"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grpSp>
      <p:sp>
        <p:nvSpPr>
          <p:cNvPr id="16"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4" name="Straight Connector 13"/>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637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6377"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1293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1981200" y="804204"/>
            <a:ext cx="8054400" cy="487362"/>
          </a:xfrm>
          <a:prstGeom prst="rect">
            <a:avLst/>
          </a:prstGeom>
        </p:spPr>
        <p:txBody>
          <a:bodyPr anchor="ctr"/>
          <a:lstStyle>
            <a:lvl1pPr>
              <a:defRPr sz="4000" b="1">
                <a:solidFill>
                  <a:schemeClr val="bg1"/>
                </a:solidFill>
                <a:latin typeface="Arial Narrow" pitchFamily="34" charset="0"/>
              </a:defRPr>
            </a:lvl1pPr>
            <a:lvl2pPr marL="742950" indent="-285750">
              <a:defRPr sz="4000" b="1">
                <a:solidFill>
                  <a:schemeClr val="bg1"/>
                </a:solidFill>
                <a:latin typeface="Arial Narrow" pitchFamily="34" charset="0"/>
              </a:defRPr>
            </a:lvl2pPr>
            <a:lvl3pPr marL="1143000" indent="-228600">
              <a:defRPr sz="4000" b="1">
                <a:solidFill>
                  <a:schemeClr val="bg1"/>
                </a:solidFill>
                <a:latin typeface="Arial Narrow" pitchFamily="34" charset="0"/>
              </a:defRPr>
            </a:lvl3pPr>
            <a:lvl4pPr marL="1600200" indent="-228600">
              <a:defRPr sz="4000" b="1">
                <a:solidFill>
                  <a:schemeClr val="bg1"/>
                </a:solidFill>
                <a:latin typeface="Arial Narrow" pitchFamily="34" charset="0"/>
              </a:defRPr>
            </a:lvl4pPr>
            <a:lvl5pPr marL="2057400" indent="-228600">
              <a:defRPr sz="4000" b="1">
                <a:solidFill>
                  <a:schemeClr val="bg1"/>
                </a:solidFill>
                <a:latin typeface="Arial Narrow" pitchFamily="34" charset="0"/>
              </a:defRPr>
            </a:lvl5pPr>
            <a:lvl6pPr marL="2514600" indent="-228600" eaLnBrk="0" fontAlgn="base" hangingPunct="0">
              <a:spcBef>
                <a:spcPct val="0"/>
              </a:spcBef>
              <a:spcAft>
                <a:spcPct val="0"/>
              </a:spcAft>
              <a:defRPr sz="4000" b="1">
                <a:solidFill>
                  <a:schemeClr val="bg1"/>
                </a:solidFill>
                <a:latin typeface="Arial Narrow" pitchFamily="34" charset="0"/>
              </a:defRPr>
            </a:lvl6pPr>
            <a:lvl7pPr marL="2971800" indent="-228600" eaLnBrk="0" fontAlgn="base" hangingPunct="0">
              <a:spcBef>
                <a:spcPct val="0"/>
              </a:spcBef>
              <a:spcAft>
                <a:spcPct val="0"/>
              </a:spcAft>
              <a:defRPr sz="4000" b="1">
                <a:solidFill>
                  <a:schemeClr val="bg1"/>
                </a:solidFill>
                <a:latin typeface="Arial Narrow" pitchFamily="34" charset="0"/>
              </a:defRPr>
            </a:lvl7pPr>
            <a:lvl8pPr marL="3429000" indent="-228600" eaLnBrk="0" fontAlgn="base" hangingPunct="0">
              <a:spcBef>
                <a:spcPct val="0"/>
              </a:spcBef>
              <a:spcAft>
                <a:spcPct val="0"/>
              </a:spcAft>
              <a:defRPr sz="4000" b="1">
                <a:solidFill>
                  <a:schemeClr val="bg1"/>
                </a:solidFill>
                <a:latin typeface="Arial Narrow" pitchFamily="34" charset="0"/>
              </a:defRPr>
            </a:lvl8pPr>
            <a:lvl9pPr marL="3886200" indent="-228600" eaLnBrk="0" fontAlgn="base" hangingPunct="0">
              <a:spcBef>
                <a:spcPct val="0"/>
              </a:spcBef>
              <a:spcAft>
                <a:spcPct val="0"/>
              </a:spcAft>
              <a:defRPr sz="4000" b="1">
                <a:solidFill>
                  <a:schemeClr val="bg1"/>
                </a:solidFill>
                <a:latin typeface="Arial Narrow"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w="10541" cmpd="sng">
                  <a:solidFill>
                    <a:srgbClr val="5B9BD5">
                      <a:shade val="88000"/>
                      <a:satMod val="110000"/>
                    </a:srgbClr>
                  </a:solidFill>
                  <a:prstDash val="solid"/>
                </a:ln>
                <a:gradFill>
                  <a:gsLst>
                    <a:gs pos="0">
                      <a:srgbClr val="5B9BD5">
                        <a:tint val="40000"/>
                        <a:satMod val="250000"/>
                      </a:srgbClr>
                    </a:gs>
                    <a:gs pos="9000">
                      <a:srgbClr val="5B9BD5">
                        <a:tint val="52000"/>
                        <a:satMod val="300000"/>
                      </a:srgbClr>
                    </a:gs>
                    <a:gs pos="50000">
                      <a:srgbClr val="5B9BD5">
                        <a:shade val="20000"/>
                        <a:satMod val="300000"/>
                      </a:srgbClr>
                    </a:gs>
                    <a:gs pos="79000">
                      <a:srgbClr val="5B9BD5">
                        <a:tint val="52000"/>
                        <a:satMod val="300000"/>
                      </a:srgbClr>
                    </a:gs>
                    <a:gs pos="100000">
                      <a:srgbClr val="5B9BD5">
                        <a:tint val="40000"/>
                        <a:satMod val="250000"/>
                      </a:srgbClr>
                    </a:gs>
                  </a:gsLst>
                  <a:lin ang="5400000"/>
                </a:gradFill>
                <a:effectLst/>
                <a:uLnTx/>
                <a:uFillTx/>
                <a:latin typeface="Times New Roman" pitchFamily="18" charset="0"/>
                <a:ea typeface="+mn-ea"/>
                <a:cs typeface="Times New Roman" pitchFamily="18" charset="0"/>
              </a:rPr>
              <a:t>VÍ DỤ HƯỚNG DẪN THỰC HIỆN LẮP ĐẶT CÁC THIẾT BỊ</a:t>
            </a:r>
          </a:p>
        </p:txBody>
      </p:sp>
      <p:grpSp>
        <p:nvGrpSpPr>
          <p:cNvPr id="2" name="Group 1"/>
          <p:cNvGrpSpPr>
            <a:grpSpLocks/>
          </p:cNvGrpSpPr>
          <p:nvPr/>
        </p:nvGrpSpPr>
        <p:grpSpPr bwMode="auto">
          <a:xfrm>
            <a:off x="2055813" y="1663700"/>
            <a:ext cx="3968750" cy="3708400"/>
            <a:chOff x="531841" y="1663640"/>
            <a:chExt cx="3968151" cy="3707744"/>
          </a:xfrm>
        </p:grpSpPr>
        <p:sp>
          <p:nvSpPr>
            <p:cNvPr id="187404" name="Rectangle 12"/>
            <p:cNvSpPr>
              <a:spLocks noChangeArrowheads="1"/>
            </p:cNvSpPr>
            <p:nvPr/>
          </p:nvSpPr>
          <p:spPr bwMode="auto">
            <a:xfrm>
              <a:off x="531841" y="1663640"/>
              <a:ext cx="396815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3</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Tiếp theo, đẩy bộ phận cơ sở sang trái để gắn nó vào mô-đun đầu. Khi nghe thấy âm thanh nhấp chuột đó, điều đó có nghĩa là thiết bị gốc đã được kết nối đúng cách với mô-đun đầu.</a:t>
              </a:r>
              <a:endParaRPr kumimoji="0" lang="en-GB"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187405" name="Picture 2" descr="C:\Users\nbcha\Documents\ET-200SP-Dark-Colored-Base-Units-Installation-1024x576.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100" y="3157158"/>
              <a:ext cx="3936402" cy="2214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2"/>
          <p:cNvGrpSpPr>
            <a:grpSpLocks/>
          </p:cNvGrpSpPr>
          <p:nvPr/>
        </p:nvGrpSpPr>
        <p:grpSpPr bwMode="auto">
          <a:xfrm>
            <a:off x="6161088" y="1663700"/>
            <a:ext cx="3967162" cy="3708400"/>
            <a:chOff x="4636297" y="1663640"/>
            <a:chExt cx="3968151" cy="3707744"/>
          </a:xfrm>
        </p:grpSpPr>
        <p:sp>
          <p:nvSpPr>
            <p:cNvPr id="187402" name="Rectangle 14"/>
            <p:cNvSpPr>
              <a:spLocks noChangeArrowheads="1"/>
            </p:cNvSpPr>
            <p:nvPr/>
          </p:nvSpPr>
          <p:spPr bwMode="auto">
            <a:xfrm>
              <a:off x="4636297" y="1663640"/>
              <a:ext cx="396815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4</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Hãy chuyển sang đầu bên kia của thiết bị. Đây là  nơi cần cài đặt thiết bị đầu cuối hoặc cái mà Siemens gọi là “mô-đun máy chủ”, giống như cách cài đặt mô-đun cơ sở.</a:t>
              </a:r>
              <a:endParaRPr kumimoji="0" lang="en-GB"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187403" name="Picture 3" descr="C:\Users\nbcha\Documents\ET-200SP-Server-Module-Installatio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655610" y="3157158"/>
              <a:ext cx="3936402" cy="2214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4" name="Straight Connector 13"/>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7400"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7401"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216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1981200" y="804204"/>
            <a:ext cx="8054400" cy="487362"/>
          </a:xfrm>
          <a:prstGeom prst="rect">
            <a:avLst/>
          </a:prstGeom>
        </p:spPr>
        <p:txBody>
          <a:bodyPr anchor="ctr"/>
          <a:lstStyle>
            <a:lvl1pPr>
              <a:defRPr sz="4000" b="1">
                <a:solidFill>
                  <a:schemeClr val="bg1"/>
                </a:solidFill>
                <a:latin typeface="Arial Narrow" pitchFamily="34" charset="0"/>
              </a:defRPr>
            </a:lvl1pPr>
            <a:lvl2pPr marL="742950" indent="-285750">
              <a:defRPr sz="4000" b="1">
                <a:solidFill>
                  <a:schemeClr val="bg1"/>
                </a:solidFill>
                <a:latin typeface="Arial Narrow" pitchFamily="34" charset="0"/>
              </a:defRPr>
            </a:lvl2pPr>
            <a:lvl3pPr marL="1143000" indent="-228600">
              <a:defRPr sz="4000" b="1">
                <a:solidFill>
                  <a:schemeClr val="bg1"/>
                </a:solidFill>
                <a:latin typeface="Arial Narrow" pitchFamily="34" charset="0"/>
              </a:defRPr>
            </a:lvl3pPr>
            <a:lvl4pPr marL="1600200" indent="-228600">
              <a:defRPr sz="4000" b="1">
                <a:solidFill>
                  <a:schemeClr val="bg1"/>
                </a:solidFill>
                <a:latin typeface="Arial Narrow" pitchFamily="34" charset="0"/>
              </a:defRPr>
            </a:lvl4pPr>
            <a:lvl5pPr marL="2057400" indent="-228600">
              <a:defRPr sz="4000" b="1">
                <a:solidFill>
                  <a:schemeClr val="bg1"/>
                </a:solidFill>
                <a:latin typeface="Arial Narrow" pitchFamily="34" charset="0"/>
              </a:defRPr>
            </a:lvl5pPr>
            <a:lvl6pPr marL="2514600" indent="-228600" eaLnBrk="0" fontAlgn="base" hangingPunct="0">
              <a:spcBef>
                <a:spcPct val="0"/>
              </a:spcBef>
              <a:spcAft>
                <a:spcPct val="0"/>
              </a:spcAft>
              <a:defRPr sz="4000" b="1">
                <a:solidFill>
                  <a:schemeClr val="bg1"/>
                </a:solidFill>
                <a:latin typeface="Arial Narrow" pitchFamily="34" charset="0"/>
              </a:defRPr>
            </a:lvl6pPr>
            <a:lvl7pPr marL="2971800" indent="-228600" eaLnBrk="0" fontAlgn="base" hangingPunct="0">
              <a:spcBef>
                <a:spcPct val="0"/>
              </a:spcBef>
              <a:spcAft>
                <a:spcPct val="0"/>
              </a:spcAft>
              <a:defRPr sz="4000" b="1">
                <a:solidFill>
                  <a:schemeClr val="bg1"/>
                </a:solidFill>
                <a:latin typeface="Arial Narrow" pitchFamily="34" charset="0"/>
              </a:defRPr>
            </a:lvl7pPr>
            <a:lvl8pPr marL="3429000" indent="-228600" eaLnBrk="0" fontAlgn="base" hangingPunct="0">
              <a:spcBef>
                <a:spcPct val="0"/>
              </a:spcBef>
              <a:spcAft>
                <a:spcPct val="0"/>
              </a:spcAft>
              <a:defRPr sz="4000" b="1">
                <a:solidFill>
                  <a:schemeClr val="bg1"/>
                </a:solidFill>
                <a:latin typeface="Arial Narrow" pitchFamily="34" charset="0"/>
              </a:defRPr>
            </a:lvl8pPr>
            <a:lvl9pPr marL="3886200" indent="-228600" eaLnBrk="0" fontAlgn="base" hangingPunct="0">
              <a:spcBef>
                <a:spcPct val="0"/>
              </a:spcBef>
              <a:spcAft>
                <a:spcPct val="0"/>
              </a:spcAft>
              <a:defRPr sz="4000" b="1">
                <a:solidFill>
                  <a:schemeClr val="bg1"/>
                </a:solidFill>
                <a:latin typeface="Arial Narrow"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w="10541" cmpd="sng">
                  <a:solidFill>
                    <a:srgbClr val="5B9BD5">
                      <a:shade val="88000"/>
                      <a:satMod val="110000"/>
                    </a:srgbClr>
                  </a:solidFill>
                  <a:prstDash val="solid"/>
                </a:ln>
                <a:gradFill>
                  <a:gsLst>
                    <a:gs pos="0">
                      <a:srgbClr val="5B9BD5">
                        <a:tint val="40000"/>
                        <a:satMod val="250000"/>
                      </a:srgbClr>
                    </a:gs>
                    <a:gs pos="9000">
                      <a:srgbClr val="5B9BD5">
                        <a:tint val="52000"/>
                        <a:satMod val="300000"/>
                      </a:srgbClr>
                    </a:gs>
                    <a:gs pos="50000">
                      <a:srgbClr val="5B9BD5">
                        <a:shade val="20000"/>
                        <a:satMod val="300000"/>
                      </a:srgbClr>
                    </a:gs>
                    <a:gs pos="79000">
                      <a:srgbClr val="5B9BD5">
                        <a:tint val="52000"/>
                        <a:satMod val="300000"/>
                      </a:srgbClr>
                    </a:gs>
                    <a:gs pos="100000">
                      <a:srgbClr val="5B9BD5">
                        <a:tint val="40000"/>
                        <a:satMod val="250000"/>
                      </a:srgbClr>
                    </a:gs>
                  </a:gsLst>
                  <a:lin ang="5400000"/>
                </a:gradFill>
                <a:effectLst/>
                <a:uLnTx/>
                <a:uFillTx/>
                <a:latin typeface="Times New Roman" pitchFamily="18" charset="0"/>
                <a:ea typeface="+mn-ea"/>
                <a:cs typeface="Times New Roman" pitchFamily="18" charset="0"/>
              </a:rPr>
              <a:t>VÍ DỤ HƯỚNG DẪN THỰC HIỆN LẮP ĐẶT CÁC THIẾT BỊ</a:t>
            </a:r>
          </a:p>
        </p:txBody>
      </p:sp>
      <p:grpSp>
        <p:nvGrpSpPr>
          <p:cNvPr id="3" name="Group 2"/>
          <p:cNvGrpSpPr>
            <a:grpSpLocks/>
          </p:cNvGrpSpPr>
          <p:nvPr/>
        </p:nvGrpSpPr>
        <p:grpSpPr bwMode="auto">
          <a:xfrm>
            <a:off x="1960563" y="2516188"/>
            <a:ext cx="4003675" cy="3505200"/>
            <a:chOff x="436563" y="2516703"/>
            <a:chExt cx="4003461" cy="3504585"/>
          </a:xfrm>
        </p:grpSpPr>
        <p:sp>
          <p:nvSpPr>
            <p:cNvPr id="188428" name="Rectangle 8"/>
            <p:cNvSpPr>
              <a:spLocks noChangeArrowheads="1"/>
            </p:cNvSpPr>
            <p:nvPr/>
          </p:nvSpPr>
          <p:spPr bwMode="auto">
            <a:xfrm>
              <a:off x="436563" y="2516703"/>
              <a:ext cx="39681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5</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Bây giờ, để cài đặt thẻ I / O hoặc mô-đun I / O, bạn chỉ cần đặt thẻ lên thiết bị cơ sở.  Sau đó đẩy nhẹ vào để nghe tiếng </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tách</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a:t>
              </a:r>
              <a:endParaRPr kumimoji="0" lang="en-GB" altLang="en-US"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88429" name="Picture 2" descr="C:\Users\nbcha\Documents\ET-200Sp-IO-Cards-Installation.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04754" y="3807698"/>
              <a:ext cx="3935270" cy="221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 name="Group 11"/>
          <p:cNvGrpSpPr>
            <a:grpSpLocks/>
          </p:cNvGrpSpPr>
          <p:nvPr/>
        </p:nvGrpSpPr>
        <p:grpSpPr bwMode="auto">
          <a:xfrm>
            <a:off x="6161088" y="1481138"/>
            <a:ext cx="3967162" cy="4540250"/>
            <a:chOff x="4636297" y="1480716"/>
            <a:chExt cx="3968151" cy="4540572"/>
          </a:xfrm>
        </p:grpSpPr>
        <p:sp>
          <p:nvSpPr>
            <p:cNvPr id="188426" name="Rectangle 13"/>
            <p:cNvSpPr>
              <a:spLocks noChangeArrowheads="1"/>
            </p:cNvSpPr>
            <p:nvPr/>
          </p:nvSpPr>
          <p:spPr bwMode="auto">
            <a:xfrm>
              <a:off x="4636297" y="1480716"/>
              <a:ext cx="396815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266700" algn="l"/>
                </a:tabLst>
                <a:defRPr sz="2800" b="1">
                  <a:solidFill>
                    <a:schemeClr val="bg1"/>
                  </a:solidFill>
                  <a:latin typeface="Arial" panose="020B0604020202020204" pitchFamily="34" charset="0"/>
                </a:defRPr>
              </a:lvl1pPr>
              <a:lvl2pPr marL="742950" indent="-285750">
                <a:tabLst>
                  <a:tab pos="266700" algn="l"/>
                </a:tabLst>
                <a:defRPr sz="2800" b="1">
                  <a:solidFill>
                    <a:schemeClr val="bg1"/>
                  </a:solidFill>
                  <a:latin typeface="Arial" panose="020B0604020202020204" pitchFamily="34" charset="0"/>
                </a:defRPr>
              </a:lvl2pPr>
              <a:lvl3pPr marL="1143000" indent="-228600">
                <a:tabLst>
                  <a:tab pos="266700" algn="l"/>
                </a:tabLst>
                <a:defRPr sz="2800" b="1">
                  <a:solidFill>
                    <a:schemeClr val="bg1"/>
                  </a:solidFill>
                  <a:latin typeface="Arial" panose="020B0604020202020204" pitchFamily="34" charset="0"/>
                </a:defRPr>
              </a:lvl3pPr>
              <a:lvl4pPr marL="1600200" indent="-228600">
                <a:tabLst>
                  <a:tab pos="266700" algn="l"/>
                </a:tabLst>
                <a:defRPr sz="2800" b="1">
                  <a:solidFill>
                    <a:schemeClr val="bg1"/>
                  </a:solidFill>
                  <a:latin typeface="Arial" panose="020B0604020202020204" pitchFamily="34" charset="0"/>
                </a:defRPr>
              </a:lvl4pPr>
              <a:lvl5pPr marL="2057400" indent="-228600">
                <a:tabLst>
                  <a:tab pos="2667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667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667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667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6670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266700" algn="l"/>
                </a:tabLst>
                <a:defRPr/>
              </a:pPr>
              <a:r>
                <a:rPr kumimoji="0" lang="en-GB"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Để cấp nguồn cho mô-đun đầu, trước tiên cần kết nối nguồn điện 24</a:t>
              </a:r>
              <a:r>
                <a:rPr kumimoji="0" lang="en-US"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V</a:t>
              </a:r>
              <a:r>
                <a:rPr kumimoji="0" lang="en-US" altLang="en-US" sz="1800" b="0" i="0" u="none" strike="noStrike" kern="1200" cap="none" spc="0" normalizeH="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với mô-đun.</a:t>
              </a:r>
            </a:p>
            <a:p>
              <a:pPr marL="0" marR="0" lvl="0" indent="0" algn="just" defTabSz="914400" rtl="0" eaLnBrk="0" fontAlgn="base" latinLnBrk="0" hangingPunct="0">
                <a:lnSpc>
                  <a:spcPct val="100000"/>
                </a:lnSpc>
                <a:spcBef>
                  <a:spcPct val="0"/>
                </a:spcBef>
                <a:spcAft>
                  <a:spcPct val="0"/>
                </a:spcAft>
                <a:buClrTx/>
                <a:buSzTx/>
                <a:buFontTx/>
                <a:buNone/>
                <a:tabLst>
                  <a:tab pos="266700" algn="l"/>
                </a:tabLst>
                <a:defRPr/>
              </a:pPr>
              <a:r>
                <a:rPr kumimoji="0" lang="en-GB"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	</a:t>
              </a:r>
              <a:r>
                <a:rPr kumimoji="0" lang="vi-VN" altLang="en-US" sz="1800" b="0" i="0" u="none" strike="noStrike" kern="1200" cap="none" spc="0" normalizeH="0" baseline="0" noProof="0" dirty="0">
                  <a:ln>
                    <a:noFill/>
                  </a:ln>
                  <a:solidFill>
                    <a:srgbClr val="0A0A0A"/>
                  </a:solidFill>
                  <a:effectLst/>
                  <a:uLnTx/>
                  <a:uFillTx/>
                  <a:latin typeface="Times New Roman" panose="02020603050405020304" pitchFamily="18" charset="0"/>
                  <a:ea typeface="+mn-ea"/>
                  <a:cs typeface="Times New Roman" panose="02020603050405020304" pitchFamily="18" charset="0"/>
                </a:rPr>
                <a:t>Sau đó, để cấp nguồn cho phần còn lại của các mô-đun trong thiết bị, chỉ cần lấy hai dây giống nhau và kết nối chúng với các đầu cuối này của thiết bị cơ bản đầu tiên.</a:t>
              </a:r>
              <a:endParaRPr kumimoji="0" lang="en-GB" altLang="en-US" sz="1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88427" name="Picture 4" descr="https://tudonghoanhamay.com/wp-content/uploads/2021/01/How-to-Power-Up-the-ET-200SP-Remote-IO-1024x57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51295" y="3807697"/>
              <a:ext cx="3935274" cy="2213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Thiết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bị</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trình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điều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khiển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cxnSp>
        <p:nvCxnSpPr>
          <p:cNvPr id="14" name="Straight Connector 13"/>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8424"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88425"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23013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674" name="Inhaltsplatzhalter 9"/>
          <p:cNvSpPr txBox="1">
            <a:spLocks noChangeArrowheads="1"/>
          </p:cNvSpPr>
          <p:nvPr/>
        </p:nvSpPr>
        <p:spPr bwMode="auto">
          <a:xfrm>
            <a:off x="1774825" y="969963"/>
            <a:ext cx="345757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lnSpc>
                <a:spcPct val="150000"/>
              </a:lnSpc>
              <a:spcBef>
                <a:spcPts val="750"/>
              </a:spcBef>
              <a:spcAft>
                <a:spcPts val="900"/>
              </a:spcAft>
              <a:defRPr sz="1200">
                <a:solidFill>
                  <a:schemeClr val="tx1"/>
                </a:solidFill>
                <a:latin typeface="Times New Roman" panose="02020603050405020304" pitchFamily="18" charset="0"/>
              </a:defRPr>
            </a:lvl1pPr>
            <a:lvl2pPr marL="514350" indent="-171450" defTabSz="68580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2pPr>
            <a:lvl3pPr marL="857250" indent="-171450" defTabSz="68580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3pPr>
            <a:lvl4pPr marL="1200150" indent="-171450" defTabSz="68580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4pPr>
            <a:lvl5pPr marL="1543050" indent="-171450" defTabSz="68580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5pPr>
            <a:lvl6pPr marL="2000250" indent="-171450" defTabSz="685800" eaLnBrk="0" fontAlgn="base" hangingPunct="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6pPr>
            <a:lvl7pPr marL="2457450" indent="-171450" defTabSz="685800" eaLnBrk="0" fontAlgn="base" hangingPunct="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7pPr>
            <a:lvl8pPr marL="2914650" indent="-171450" defTabSz="685800" eaLnBrk="0" fontAlgn="base" hangingPunct="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8pPr>
            <a:lvl9pPr marL="3371850" indent="-171450" defTabSz="685800" eaLnBrk="0" fontAlgn="base" hangingPunct="0">
              <a:lnSpc>
                <a:spcPct val="150000"/>
              </a:lnSpc>
              <a:spcBef>
                <a:spcPts val="750"/>
              </a:spcBef>
              <a:spcAft>
                <a:spcPts val="900"/>
              </a:spcAft>
              <a:buFont typeface="Arial" panose="020B0604020202020204" pitchFamily="34" charset="0"/>
              <a:buChar char="•"/>
              <a:defRPr sz="1200">
                <a:solidFill>
                  <a:schemeClr val="tx1"/>
                </a:solidFill>
                <a:latin typeface="Times New Roman" panose="02020603050405020304" pitchFamily="18" charset="0"/>
              </a:defRPr>
            </a:lvl9pPr>
          </a:lstStyle>
          <a:p>
            <a:pPr marL="171450" marR="0" lvl="0" indent="-17145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Quản lý Project</a:t>
            </a:r>
          </a:p>
          <a:p>
            <a:pPr marL="171450" marR="0" lvl="0" indent="-17145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Cài đặt cấu hình phần cứng </a:t>
            </a:r>
          </a:p>
          <a:p>
            <a:pPr marL="171450" marR="0" lvl="0" indent="-17145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Cài đặt cấu hình mạng</a:t>
            </a:r>
          </a:p>
          <a:p>
            <a:pPr marL="171450" marR="0" lvl="0" indent="-17145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Lập trình PLC (Step7)</a:t>
            </a:r>
          </a:p>
          <a:p>
            <a:pPr marL="0" marR="0" lvl="0" indent="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Thiết kế mô phỏng (WinCC)</a:t>
            </a:r>
          </a:p>
          <a:p>
            <a:pPr marL="0" marR="0" lvl="0" indent="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Cài đặt cấu hình truyền động (StartDrive)</a:t>
            </a:r>
          </a:p>
          <a:p>
            <a:pPr marL="171450" marR="0" lvl="0" indent="-17145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Vận hành</a:t>
            </a:r>
          </a:p>
          <a:p>
            <a:pPr marL="171450" marR="0" lvl="0" indent="-171450" algn="just" defTabSz="685800" rtl="0" eaLnBrk="1" fontAlgn="base" latinLnBrk="0" hangingPunct="1">
              <a:lnSpc>
                <a:spcPct val="105000"/>
              </a:lnSpc>
              <a:spcBef>
                <a:spcPts val="600"/>
              </a:spcBef>
              <a:spcAft>
                <a:spcPct val="0"/>
              </a:spcAft>
              <a:buClrTx/>
              <a:buSzTx/>
              <a:buFontTx/>
              <a:buChar char="•"/>
              <a:tabLst/>
              <a:defRPr/>
            </a:pPr>
            <a:r>
              <a:rPr kumimoji="0" lang="de-DE" altLang="de-DE"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Phân tích</a:t>
            </a:r>
          </a:p>
        </p:txBody>
      </p:sp>
      <p:pic>
        <p:nvPicPr>
          <p:cNvPr id="190467" name="Inhaltsplatzhalter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838" y="1449388"/>
            <a:ext cx="5248275" cy="37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047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0472"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0121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91490" name="Inhaltsplatzhalter 4"/>
          <p:cNvSpPr txBox="1">
            <a:spLocks noChangeArrowheads="1"/>
          </p:cNvSpPr>
          <p:nvPr/>
        </p:nvSpPr>
        <p:spPr bwMode="auto">
          <a:xfrm>
            <a:off x="1981200" y="981075"/>
            <a:ext cx="82502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90000"/>
              </a:lnSpc>
              <a:spcBef>
                <a:spcPct val="0"/>
              </a:spcBef>
              <a:spcAft>
                <a:spcPts val="120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Bước đầu tiên khi sử dụng phần mềm TIA-Portal :</a:t>
            </a:r>
          </a:p>
          <a:p>
            <a:pPr marL="0" marR="0" lvl="0" indent="0" algn="l" defTabSz="685800" rtl="0" eaLnBrk="1" fontAlgn="base" latinLnBrk="0" hangingPunct="1">
              <a:lnSpc>
                <a:spcPct val="90000"/>
              </a:lnSpc>
              <a:spcBef>
                <a:spcPct val="0"/>
              </a:spcBef>
              <a:spcAft>
                <a:spcPts val="120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Lựa chọn ngôn ngữ trên giao diện</a:t>
            </a:r>
          </a:p>
          <a:p>
            <a:pPr marL="0" marR="0" lvl="0" indent="0" algn="l" defTabSz="685800" rtl="0" eaLnBrk="1" fontAlgn="base" latinLnBrk="0" hangingPunct="1">
              <a:lnSpc>
                <a:spcPct val="90000"/>
              </a:lnSpc>
              <a:spcBef>
                <a:spcPct val="0"/>
              </a:spcBef>
              <a:spcAft>
                <a:spcPts val="120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Khởi động Welcome Tour </a:t>
            </a:r>
          </a:p>
          <a:p>
            <a:pPr marL="0" marR="0" lvl="0" indent="0" algn="l" defTabSz="685800" rtl="0" eaLnBrk="1" fontAlgn="base" latinLnBrk="0" hangingPunct="1">
              <a:lnSpc>
                <a:spcPct val="90000"/>
              </a:lnSpc>
              <a:spcBef>
                <a:spcPct val="0"/>
              </a:spcBef>
              <a:spcAft>
                <a:spcPts val="120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Lựa chọn Online &amp; Diagnose </a:t>
            </a:r>
          </a:p>
          <a:p>
            <a:pPr marL="0" marR="0" lvl="0" indent="0" algn="l" defTabSz="685800" rtl="0" eaLnBrk="1" fontAlgn="base" latinLnBrk="0" hangingPunct="1">
              <a:lnSpc>
                <a:spcPct val="90000"/>
              </a:lnSpc>
              <a:spcBef>
                <a:spcPct val="0"/>
              </a:spcBef>
              <a:spcAft>
                <a:spcPts val="120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Xử lý Projekt</a:t>
            </a:r>
          </a:p>
        </p:txBody>
      </p:sp>
      <p:pic>
        <p:nvPicPr>
          <p:cNvPr id="191491" name="Grafik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200" y="2970213"/>
            <a:ext cx="4546600" cy="341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1495"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149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8098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92514" name="Grafik 1"/>
          <p:cNvPicPr>
            <a:picLocks noChangeAspect="1" noChangeArrowheads="1"/>
          </p:cNvPicPr>
          <p:nvPr/>
        </p:nvPicPr>
        <p:blipFill>
          <a:blip r:embed="rId3">
            <a:extLst>
              <a:ext uri="{28A0092B-C50C-407E-A947-70E740481C1C}">
                <a14:useLocalDpi xmlns:a14="http://schemas.microsoft.com/office/drawing/2010/main" val="0"/>
              </a:ext>
            </a:extLst>
          </a:blip>
          <a:srcRect b="3935"/>
          <a:stretch>
            <a:fillRect/>
          </a:stretch>
        </p:blipFill>
        <p:spPr bwMode="auto">
          <a:xfrm>
            <a:off x="3195638" y="1196975"/>
            <a:ext cx="5729287"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15" name="AutoShape 4"/>
          <p:cNvSpPr>
            <a:spLocks/>
          </p:cNvSpPr>
          <p:nvPr/>
        </p:nvSpPr>
        <p:spPr bwMode="auto">
          <a:xfrm>
            <a:off x="9196388" y="1465263"/>
            <a:ext cx="1233487" cy="1187450"/>
          </a:xfrm>
          <a:prstGeom prst="callout1">
            <a:avLst>
              <a:gd name="adj1" fmla="val 35296"/>
              <a:gd name="adj2" fmla="val -3792"/>
              <a:gd name="adj3" fmla="val 132801"/>
              <a:gd name="adj4" fmla="val -80574"/>
            </a:avLst>
          </a:prstGeom>
          <a:solidFill>
            <a:srgbClr val="FFFFFF"/>
          </a:solidFill>
          <a:ln w="9525">
            <a:solidFill>
              <a:srgbClr val="000000"/>
            </a:solidFill>
            <a:miter lim="800000"/>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ts val="1000"/>
              </a:spcAft>
              <a:buClrTx/>
              <a:buSzTx/>
              <a:buFontTx/>
              <a:buNone/>
              <a:tabLst/>
              <a:defRPr/>
            </a:pPr>
            <a:r>
              <a:rPr kumimoji="0" lang="de-DE" altLang="zh-CN" sz="2400" b="0" i="0" u="none" strike="noStrike" kern="1200" cap="none" spc="0" normalizeH="0" baseline="0" noProof="0">
                <a:ln>
                  <a:noFill/>
                </a:ln>
                <a:solidFill>
                  <a:srgbClr val="000000"/>
                </a:solidFill>
                <a:effectLst/>
                <a:uLnTx/>
                <a:uFillTx/>
                <a:latin typeface="Times New Roman" panose="02020603050405020304" pitchFamily="18" charset="0"/>
                <a:ea typeface="SimSun" panose="02010600030101010101" pitchFamily="2" charset="-122"/>
                <a:cs typeface="+mn-cs"/>
              </a:rPr>
              <a:t>Cài đặt cấu hình thiết bị</a:t>
            </a:r>
            <a:endPar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2516" name="AutoShape 4"/>
          <p:cNvSpPr>
            <a:spLocks/>
          </p:cNvSpPr>
          <p:nvPr/>
        </p:nvSpPr>
        <p:spPr bwMode="auto">
          <a:xfrm>
            <a:off x="9182100" y="4618038"/>
            <a:ext cx="1112838" cy="673100"/>
          </a:xfrm>
          <a:prstGeom prst="callout1">
            <a:avLst>
              <a:gd name="adj1" fmla="val 35296"/>
              <a:gd name="adj2" fmla="val -3792"/>
              <a:gd name="adj3" fmla="val 11912"/>
              <a:gd name="adj4" fmla="val -51731"/>
            </a:avLst>
          </a:prstGeom>
          <a:solidFill>
            <a:srgbClr val="FFFFFF"/>
          </a:solidFill>
          <a:ln w="9525">
            <a:solidFill>
              <a:srgbClr val="000000"/>
            </a:solidFill>
            <a:miter lim="800000"/>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ts val="1000"/>
              </a:spcAft>
              <a:buClrTx/>
              <a:buSzTx/>
              <a:buFontTx/>
              <a:buNone/>
              <a:tabLst/>
              <a:defRPr/>
            </a:pPr>
            <a:r>
              <a:rPr kumimoji="0" lang="de-DE" altLang="zh-CN" sz="2400" b="0" i="0" u="none" strike="noStrike" kern="1200" cap="none" spc="0" normalizeH="0" baseline="0" noProof="0">
                <a:ln>
                  <a:noFill/>
                </a:ln>
                <a:solidFill>
                  <a:srgbClr val="000000"/>
                </a:solidFill>
                <a:effectLst/>
                <a:uLnTx/>
                <a:uFillTx/>
                <a:latin typeface="Times New Roman" panose="02020603050405020304" pitchFamily="18" charset="0"/>
                <a:ea typeface="SimSun" panose="02010600030101010101" pitchFamily="2" charset="-122"/>
                <a:cs typeface="+mn-cs"/>
              </a:rPr>
              <a:t>Địa chỉ thiết bị</a:t>
            </a:r>
            <a:endPar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2517" name="AutoShape 5"/>
          <p:cNvSpPr>
            <a:spLocks/>
          </p:cNvSpPr>
          <p:nvPr/>
        </p:nvSpPr>
        <p:spPr bwMode="auto">
          <a:xfrm>
            <a:off x="1774825" y="3357563"/>
            <a:ext cx="1263650" cy="977900"/>
          </a:xfrm>
          <a:prstGeom prst="callout1">
            <a:avLst>
              <a:gd name="adj1" fmla="val 29032"/>
              <a:gd name="adj2" fmla="val 107204"/>
              <a:gd name="adj3" fmla="val -10546"/>
              <a:gd name="adj4" fmla="val 144278"/>
            </a:avLst>
          </a:prstGeom>
          <a:solidFill>
            <a:srgbClr val="FFFFFF"/>
          </a:solidFill>
          <a:ln w="9525">
            <a:solidFill>
              <a:srgbClr val="000000"/>
            </a:solidFill>
            <a:miter lim="800000"/>
            <a:headEnd/>
            <a:tailEnd/>
          </a:ln>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ts val="100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SimSun" panose="02010600030101010101" pitchFamily="2" charset="-122"/>
                <a:cs typeface="+mn-cs"/>
              </a:rPr>
              <a:t>Projekt-explorer</a:t>
            </a:r>
            <a:endPar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252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2522"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546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193538" name="Group 5"/>
          <p:cNvGrpSpPr>
            <a:grpSpLocks/>
          </p:cNvGrpSpPr>
          <p:nvPr/>
        </p:nvGrpSpPr>
        <p:grpSpPr bwMode="auto">
          <a:xfrm>
            <a:off x="2640013" y="2530475"/>
            <a:ext cx="6488112" cy="830263"/>
            <a:chOff x="703" y="3339"/>
            <a:chExt cx="4087" cy="523"/>
          </a:xfrm>
        </p:grpSpPr>
        <p:sp>
          <p:nvSpPr>
            <p:cNvPr id="24" name="Text Box 13"/>
            <p:cNvSpPr txBox="1">
              <a:spLocks noChangeArrowheads="1"/>
            </p:cNvSpPr>
            <p:nvPr/>
          </p:nvSpPr>
          <p:spPr bwMode="auto">
            <a:xfrm>
              <a:off x="703" y="3339"/>
              <a:ext cx="2540" cy="523"/>
            </a:xfrm>
            <a:prstGeom prst="rect">
              <a:avLst/>
            </a:prstGeom>
            <a:noFill/>
            <a:ln>
              <a:noFill/>
            </a:ln>
            <a:effectLst/>
          </p:spPr>
          <p:txBody>
            <a:bodyPr>
              <a:spAutoFit/>
            </a:bodyPr>
            <a:lstStyle/>
            <a:p>
              <a:pPr marL="0" marR="0" lvl="0" indent="0" algn="l" defTabSz="914400" rtl="0" eaLnBrk="1" fontAlgn="auto" latinLnBrk="0" hangingPunct="1">
                <a:lnSpc>
                  <a:spcPct val="100000"/>
                </a:lnSpc>
                <a:spcBef>
                  <a:spcPts val="0"/>
                </a:spcBef>
                <a:spcAft>
                  <a:spcPts val="0"/>
                </a:spcAft>
                <a:buClr>
                  <a:srgbClr val="70AD47"/>
                </a:buClr>
                <a:buSzPct val="150000"/>
                <a:buFont typeface="Arial" panose="020B0604020202020204" pitchFamily="34" charset="0"/>
                <a:buChar char="•"/>
                <a:tabLst/>
                <a:defRPr/>
              </a:pPr>
              <a:r>
                <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   Sơ đồ chức năng (FBD)</a:t>
              </a:r>
            </a:p>
            <a:p>
              <a:pPr marL="0" marR="0" lvl="0" indent="0" algn="l" defTabSz="914400" rtl="0" eaLnBrk="1" fontAlgn="auto" latinLnBrk="0" hangingPunct="1">
                <a:lnSpc>
                  <a:spcPct val="100000"/>
                </a:lnSpc>
                <a:spcBef>
                  <a:spcPts val="0"/>
                </a:spcBef>
                <a:spcAft>
                  <a:spcPts val="0"/>
                </a:spcAft>
                <a:buClr>
                  <a:srgbClr val="70AD47"/>
                </a:buClr>
                <a:buSzPct val="150000"/>
                <a:buFontTx/>
                <a:buNone/>
                <a:tabLst/>
                <a:defRPr/>
              </a:pPr>
              <a:r>
                <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     </a:t>
              </a:r>
              <a:r>
                <a:rPr kumimoji="0" lang="de-DE" altLang="de-DE" sz="2400" b="0"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mn-cs"/>
                </a:rPr>
                <a:t>Function</a:t>
              </a:r>
              <a:r>
                <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 Block </a:t>
              </a:r>
              <a:r>
                <a:rPr kumimoji="0" lang="de-DE" altLang="de-DE" sz="2400" b="0"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mn-cs"/>
                </a:rPr>
                <a:t>Diagram</a:t>
              </a:r>
              <a:endParaRPr kumimoji="0" lang="de-DE" altLang="de-DE" sz="24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endParaRPr>
            </a:p>
          </p:txBody>
        </p:sp>
        <p:grpSp>
          <p:nvGrpSpPr>
            <p:cNvPr id="193551" name="Group 14"/>
            <p:cNvGrpSpPr>
              <a:grpSpLocks/>
            </p:cNvGrpSpPr>
            <p:nvPr/>
          </p:nvGrpSpPr>
          <p:grpSpPr bwMode="auto">
            <a:xfrm>
              <a:off x="3878" y="3348"/>
              <a:ext cx="912" cy="480"/>
              <a:chOff x="4176" y="1827"/>
              <a:chExt cx="912" cy="480"/>
            </a:xfrm>
          </p:grpSpPr>
          <p:sp>
            <p:nvSpPr>
              <p:cNvPr id="26" name="Rectangle 15"/>
              <p:cNvSpPr>
                <a:spLocks noChangeArrowheads="1"/>
              </p:cNvSpPr>
              <p:nvPr/>
            </p:nvSpPr>
            <p:spPr bwMode="auto">
              <a:xfrm>
                <a:off x="4368" y="1827"/>
                <a:ext cx="528" cy="480"/>
              </a:xfrm>
              <a:prstGeom prst="rect">
                <a:avLst/>
              </a:prstGeom>
              <a:solidFill>
                <a:srgbClr val="ED7D31">
                  <a:lumMod val="40000"/>
                  <a:lumOff val="60000"/>
                </a:srgbClr>
              </a:solidFill>
              <a:ln w="19050">
                <a:solidFill>
                  <a:sysClr val="windowText" lastClr="000000"/>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
                    <a:srgbClr val="70AD47"/>
                  </a:buClr>
                  <a:buSzPct val="150000"/>
                  <a:buFontTx/>
                  <a:buNone/>
                  <a:tabLst/>
                  <a:defRPr/>
                </a:pPr>
                <a:r>
                  <a:rPr kumimoji="0" lang="de-DE" altLang="de-DE" sz="2400" b="0" i="0" u="none" strike="noStrike" kern="0" cap="none" spc="0" normalizeH="0" baseline="0" noProof="0" dirty="0">
                    <a:ln w="9525">
                      <a:solidFill>
                        <a:prstClr val="black"/>
                      </a:solidFill>
                    </a:ln>
                    <a:solidFill>
                      <a:prstClr val="black"/>
                    </a:solidFill>
                    <a:effectLst/>
                    <a:uLnTx/>
                    <a:uFillTx/>
                    <a:latin typeface="Times New Roman" panose="02020603050405020304" pitchFamily="18" charset="0"/>
                    <a:ea typeface="+mn-ea"/>
                    <a:cs typeface="+mn-cs"/>
                  </a:rPr>
                  <a:t>&amp;</a:t>
                </a:r>
              </a:p>
            </p:txBody>
          </p:sp>
          <p:sp>
            <p:nvSpPr>
              <p:cNvPr id="27" name="Line 16"/>
              <p:cNvSpPr>
                <a:spLocks noChangeShapeType="1"/>
              </p:cNvSpPr>
              <p:nvPr/>
            </p:nvSpPr>
            <p:spPr bwMode="auto">
              <a:xfrm flipH="1">
                <a:off x="4176" y="1923"/>
                <a:ext cx="192" cy="0"/>
              </a:xfrm>
              <a:prstGeom prst="line">
                <a:avLst/>
              </a:prstGeom>
              <a:noFill/>
              <a:ln w="19050">
                <a:solidFill>
                  <a:sysClr val="windowText" lastClr="000000"/>
                </a:solidFill>
                <a:miter lim="800000"/>
                <a:headEnd/>
                <a:tailEnd/>
              </a:ln>
              <a:effectLst/>
            </p:spPr>
            <p:txBody>
              <a:bodyPr wrap="none"/>
              <a:lstStyle/>
              <a:p>
                <a:pPr marL="285750" marR="0" lvl="0" indent="-285750" algn="l" defTabSz="914400" rtl="0" eaLnBrk="1" fontAlgn="auto" latinLnBrk="0" hangingPunct="1">
                  <a:lnSpc>
                    <a:spcPct val="100000"/>
                  </a:lnSpc>
                  <a:spcBef>
                    <a:spcPts val="0"/>
                  </a:spcBef>
                  <a:spcAft>
                    <a:spcPts val="0"/>
                  </a:spcAft>
                  <a:buClr>
                    <a:srgbClr val="70AD47"/>
                  </a:buClr>
                  <a:buSzPct val="150000"/>
                  <a:buFont typeface="Arial" panose="020B0604020202020204" pitchFamily="34" charset="0"/>
                  <a:buChar char="•"/>
                  <a:tabLst/>
                  <a:defRPr/>
                </a:pPr>
                <a:endParaRPr kumimoji="0" lang="de-DE" sz="2400" b="0" i="0" u="none" strike="noStrike" kern="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8" name="Line 17"/>
              <p:cNvSpPr>
                <a:spLocks noChangeShapeType="1"/>
              </p:cNvSpPr>
              <p:nvPr/>
            </p:nvSpPr>
            <p:spPr bwMode="auto">
              <a:xfrm flipH="1">
                <a:off x="4176" y="2211"/>
                <a:ext cx="192" cy="0"/>
              </a:xfrm>
              <a:prstGeom prst="line">
                <a:avLst/>
              </a:prstGeom>
              <a:noFill/>
              <a:ln w="19050">
                <a:solidFill>
                  <a:sysClr val="windowText" lastClr="000000"/>
                </a:solidFill>
                <a:miter lim="800000"/>
                <a:headEnd/>
                <a:tailEnd/>
              </a:ln>
              <a:effectLst/>
            </p:spPr>
            <p:txBody>
              <a:bodyPr wrap="none"/>
              <a:lstStyle/>
              <a:p>
                <a:pPr marL="285750" marR="0" lvl="0" indent="-285750" algn="l" defTabSz="914400" rtl="0" eaLnBrk="1" fontAlgn="auto" latinLnBrk="0" hangingPunct="1">
                  <a:lnSpc>
                    <a:spcPct val="100000"/>
                  </a:lnSpc>
                  <a:spcBef>
                    <a:spcPts val="0"/>
                  </a:spcBef>
                  <a:spcAft>
                    <a:spcPts val="0"/>
                  </a:spcAft>
                  <a:buClr>
                    <a:srgbClr val="70AD47"/>
                  </a:buClr>
                  <a:buSzPct val="150000"/>
                  <a:buFont typeface="Arial" panose="020B0604020202020204" pitchFamily="34" charset="0"/>
                  <a:buChar char="•"/>
                  <a:tabLst/>
                  <a:defRPr/>
                </a:pPr>
                <a:endParaRPr kumimoji="0" lang="de-DE" sz="2400" b="0" i="0" u="none" strike="noStrike" kern="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9" name="Line 18"/>
              <p:cNvSpPr>
                <a:spLocks noChangeShapeType="1"/>
              </p:cNvSpPr>
              <p:nvPr/>
            </p:nvSpPr>
            <p:spPr bwMode="auto">
              <a:xfrm flipH="1">
                <a:off x="4896" y="2067"/>
                <a:ext cx="192" cy="0"/>
              </a:xfrm>
              <a:prstGeom prst="line">
                <a:avLst/>
              </a:prstGeom>
              <a:noFill/>
              <a:ln w="19050">
                <a:solidFill>
                  <a:sysClr val="windowText" lastClr="000000"/>
                </a:solidFill>
                <a:miter lim="800000"/>
                <a:headEnd/>
                <a:tailEnd/>
              </a:ln>
              <a:effectLst/>
            </p:spPr>
            <p:txBody>
              <a:bodyPr wrap="none"/>
              <a:lstStyle/>
              <a:p>
                <a:pPr marL="285750" marR="0" lvl="0" indent="-285750" algn="l" defTabSz="914400" rtl="0" eaLnBrk="1" fontAlgn="auto" latinLnBrk="0" hangingPunct="1">
                  <a:lnSpc>
                    <a:spcPct val="100000"/>
                  </a:lnSpc>
                  <a:spcBef>
                    <a:spcPts val="0"/>
                  </a:spcBef>
                  <a:spcAft>
                    <a:spcPts val="0"/>
                  </a:spcAft>
                  <a:buClr>
                    <a:srgbClr val="70AD47"/>
                  </a:buClr>
                  <a:buSzPct val="150000"/>
                  <a:buFont typeface="Arial" panose="020B0604020202020204" pitchFamily="34" charset="0"/>
                  <a:buChar char="•"/>
                  <a:tabLst/>
                  <a:defRPr/>
                </a:pPr>
                <a:endParaRPr kumimoji="0" lang="de-DE" sz="2400" b="0" i="0" u="none" strike="noStrike" kern="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grpSp>
        <p:nvGrpSpPr>
          <p:cNvPr id="193539" name="Group 3"/>
          <p:cNvGrpSpPr>
            <a:grpSpLocks/>
          </p:cNvGrpSpPr>
          <p:nvPr/>
        </p:nvGrpSpPr>
        <p:grpSpPr bwMode="auto">
          <a:xfrm>
            <a:off x="2647950" y="3852863"/>
            <a:ext cx="7050088" cy="830262"/>
            <a:chOff x="703" y="1480"/>
            <a:chExt cx="3438" cy="523"/>
          </a:xfrm>
        </p:grpSpPr>
        <p:sp>
          <p:nvSpPr>
            <p:cNvPr id="193548" name="Text Box 3"/>
            <p:cNvSpPr txBox="1">
              <a:spLocks noChangeArrowheads="1"/>
            </p:cNvSpPr>
            <p:nvPr/>
          </p:nvSpPr>
          <p:spPr bwMode="auto">
            <a:xfrm>
              <a:off x="703" y="1480"/>
              <a:ext cx="2585"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70AD47"/>
                </a:buClr>
                <a:buSzPct val="150000"/>
                <a:buFont typeface="Arial" panose="020B0604020202020204" pitchFamily="34" charset="0"/>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Ngôn ngữ bậc cao (SCL)</a:t>
              </a:r>
            </a:p>
            <a:p>
              <a:pPr marL="0" marR="0" lvl="0" indent="0" algn="l" defTabSz="914400" rtl="0" eaLnBrk="1" fontAlgn="base" latinLnBrk="0" hangingPunct="1">
                <a:lnSpc>
                  <a:spcPct val="100000"/>
                </a:lnSpc>
                <a:spcBef>
                  <a:spcPct val="0"/>
                </a:spcBef>
                <a:spcAft>
                  <a:spcPct val="0"/>
                </a:spcAft>
                <a:buClr>
                  <a:srgbClr val="70AD47"/>
                </a:buClr>
                <a:buSzPct val="150000"/>
                <a:buFontTx/>
                <a:buNone/>
                <a:tabLst/>
                <a:defRPr/>
              </a:pPr>
              <a:r>
                <a:rPr kumimoji="0" lang="de-DE"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Structured Control Language</a:t>
              </a:r>
            </a:p>
          </p:txBody>
        </p:sp>
        <p:sp>
          <p:nvSpPr>
            <p:cNvPr id="193549" name="Text Box 21"/>
            <p:cNvSpPr txBox="1">
              <a:spLocks noChangeArrowheads="1"/>
            </p:cNvSpPr>
            <p:nvPr/>
          </p:nvSpPr>
          <p:spPr bwMode="auto">
            <a:xfrm>
              <a:off x="2911" y="1592"/>
              <a:ext cx="123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altLang="de-DE" sz="2000" b="1" i="0" u="none" strike="noStrike" kern="1200" cap="none" spc="0" normalizeH="0" baseline="0" noProof="0">
                  <a:ln>
                    <a:noFill/>
                  </a:ln>
                  <a:solidFill>
                    <a:srgbClr val="548235"/>
                  </a:solidFill>
                  <a:effectLst/>
                  <a:uLnTx/>
                  <a:uFillTx/>
                  <a:latin typeface="Times New Roman" panose="02020603050405020304" pitchFamily="18" charset="0"/>
                  <a:ea typeface="+mn-ea"/>
                  <a:cs typeface="+mn-cs"/>
                </a:rPr>
                <a:t> </a:t>
              </a:r>
              <a:r>
                <a:rPr kumimoji="0" lang="de-DE" altLang="de-DE" sz="2400" b="1" i="0" u="none" strike="noStrike" kern="1200" cap="none" spc="0" normalizeH="0" baseline="0" noProof="0">
                  <a:ln>
                    <a:noFill/>
                  </a:ln>
                  <a:solidFill>
                    <a:srgbClr val="548235"/>
                  </a:solidFill>
                  <a:effectLst/>
                  <a:uLnTx/>
                  <a:uFillTx/>
                  <a:latin typeface="Times New Roman" panose="02020603050405020304" pitchFamily="18" charset="0"/>
                  <a:ea typeface="+mn-ea"/>
                  <a:cs typeface="+mn-cs"/>
                </a:rPr>
                <a:t>Out := In1 &amp; In2</a:t>
              </a:r>
            </a:p>
          </p:txBody>
        </p:sp>
      </p:grpSp>
      <p:grpSp>
        <p:nvGrpSpPr>
          <p:cNvPr id="193540" name="Group 4"/>
          <p:cNvGrpSpPr>
            <a:grpSpLocks/>
          </p:cNvGrpSpPr>
          <p:nvPr/>
        </p:nvGrpSpPr>
        <p:grpSpPr bwMode="auto">
          <a:xfrm>
            <a:off x="2640013" y="1196975"/>
            <a:ext cx="7273925" cy="830263"/>
            <a:chOff x="703" y="2432"/>
            <a:chExt cx="4582" cy="523"/>
          </a:xfrm>
        </p:grpSpPr>
        <p:sp>
          <p:nvSpPr>
            <p:cNvPr id="193546" name="Text Box 20"/>
            <p:cNvSpPr txBox="1">
              <a:spLocks noChangeArrowheads="1"/>
            </p:cNvSpPr>
            <p:nvPr/>
          </p:nvSpPr>
          <p:spPr bwMode="auto">
            <a:xfrm>
              <a:off x="703" y="2432"/>
              <a:ext cx="2585"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70AD47"/>
                </a:buClr>
                <a:buSzPct val="150000"/>
                <a:buFont typeface="Arial" panose="020B0604020202020204" pitchFamily="34" charset="0"/>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Sơ đồ kết nối (LAD)</a:t>
              </a:r>
            </a:p>
            <a:p>
              <a:pPr marL="0" marR="0" lvl="0" indent="0" algn="l" defTabSz="914400" rtl="0" eaLnBrk="1" fontAlgn="base" latinLnBrk="0" hangingPunct="1">
                <a:lnSpc>
                  <a:spcPct val="100000"/>
                </a:lnSpc>
                <a:spcBef>
                  <a:spcPct val="0"/>
                </a:spcBef>
                <a:spcAft>
                  <a:spcPct val="0"/>
                </a:spcAft>
                <a:buClr>
                  <a:srgbClr val="70AD47"/>
                </a:buClr>
                <a:buSzPct val="150000"/>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Ladder Diagram</a:t>
              </a:r>
            </a:p>
          </p:txBody>
        </p:sp>
        <p:sp>
          <p:nvSpPr>
            <p:cNvPr id="193547" name="Text Box 22"/>
            <p:cNvSpPr txBox="1">
              <a:spLocks noChangeArrowheads="1"/>
            </p:cNvSpPr>
            <p:nvPr/>
          </p:nvSpPr>
          <p:spPr bwMode="auto">
            <a:xfrm>
              <a:off x="3425" y="2432"/>
              <a:ext cx="186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70AD47"/>
                </a:buClr>
                <a:buSzPct val="150000"/>
                <a:buFontTx/>
                <a:buNone/>
                <a:tabLst/>
                <a:defRPr/>
              </a:pPr>
              <a:r>
                <a:rPr kumimoji="0" lang="de-DE" altLang="de-DE" sz="1800" b="1" i="0" u="none" strike="noStrike" kern="1200" cap="none" spc="0" normalizeH="0" baseline="0" noProof="0">
                  <a:ln>
                    <a:noFill/>
                  </a:ln>
                  <a:solidFill>
                    <a:srgbClr val="548235"/>
                  </a:solidFill>
                  <a:effectLst/>
                  <a:uLnTx/>
                  <a:uFillTx/>
                  <a:latin typeface="Times New Roman" panose="02020603050405020304" pitchFamily="18" charset="0"/>
                  <a:ea typeface="+mn-ea"/>
                  <a:cs typeface="+mn-cs"/>
                </a:rPr>
                <a:t>---] [---] [------( )-</a:t>
              </a:r>
            </a:p>
          </p:txBody>
        </p:sp>
      </p:grpSp>
      <p:sp>
        <p:nvSpPr>
          <p:cNvPr id="2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21" name="Straight Connector 2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3544"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3545"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9854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94563" name="Inhaltsplatzhalter 2"/>
          <p:cNvSpPr txBox="1">
            <a:spLocks noChangeArrowheads="1"/>
          </p:cNvSpPr>
          <p:nvPr/>
        </p:nvSpPr>
        <p:spPr bwMode="auto">
          <a:xfrm>
            <a:off x="1960563" y="1490663"/>
            <a:ext cx="5214937"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Liên kết Bit (Hàm logic và hàm nhớ)</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Bộ thời gian, Bộ đếm, Bộ so sánh</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Hàm toán học</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Bộ chuyển đổi dữ liệu</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Hàm di chuyển</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Liên kết Word</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Điều khiển chương trình (Hàm lặp)</a:t>
            </a:r>
          </a:p>
          <a:p>
            <a:pPr marL="171450" marR="0" lvl="0" indent="-171450" algn="l" defTabSz="685800" rtl="0" eaLnBrk="1" fontAlgn="base" latinLnBrk="0" hangingPunct="1">
              <a:lnSpc>
                <a:spcPct val="9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Ứng dụng mở rộng cho truyền thông, công nghệ tích hợp và phân tích</a:t>
            </a:r>
          </a:p>
        </p:txBody>
      </p:sp>
      <p:pic>
        <p:nvPicPr>
          <p:cNvPr id="194564" name="Grafik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19963" y="1412875"/>
            <a:ext cx="2447925"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456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4569"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2464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7" name="Inhaltsplatzhalter 1"/>
          <p:cNvGraphicFramePr>
            <a:graphicFrameLocks noGrp="1"/>
          </p:cNvGraphicFramePr>
          <p:nvPr/>
        </p:nvGraphicFramePr>
        <p:xfrm>
          <a:off x="1878013" y="1236663"/>
          <a:ext cx="8435975" cy="4700589"/>
        </p:xfrm>
        <a:graphic>
          <a:graphicData uri="http://schemas.openxmlformats.org/drawingml/2006/table">
            <a:tbl>
              <a:tblPr/>
              <a:tblGrid>
                <a:gridCol w="1095375">
                  <a:extLst>
                    <a:ext uri="{9D8B030D-6E8A-4147-A177-3AD203B41FA5}">
                      <a16:colId xmlns:a16="http://schemas.microsoft.com/office/drawing/2014/main" val="20000"/>
                    </a:ext>
                  </a:extLst>
                </a:gridCol>
                <a:gridCol w="1144587">
                  <a:extLst>
                    <a:ext uri="{9D8B030D-6E8A-4147-A177-3AD203B41FA5}">
                      <a16:colId xmlns:a16="http://schemas.microsoft.com/office/drawing/2014/main" val="20001"/>
                    </a:ext>
                  </a:extLst>
                </a:gridCol>
                <a:gridCol w="3254375">
                  <a:extLst>
                    <a:ext uri="{9D8B030D-6E8A-4147-A177-3AD203B41FA5}">
                      <a16:colId xmlns:a16="http://schemas.microsoft.com/office/drawing/2014/main" val="20002"/>
                    </a:ext>
                  </a:extLst>
                </a:gridCol>
                <a:gridCol w="2941638">
                  <a:extLst>
                    <a:ext uri="{9D8B030D-6E8A-4147-A177-3AD203B41FA5}">
                      <a16:colId xmlns:a16="http://schemas.microsoft.com/office/drawing/2014/main" val="20003"/>
                    </a:ext>
                  </a:extLst>
                </a:gridCol>
              </a:tblGrid>
              <a:tr h="3238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400" b="1"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Loại dữ liệu</a:t>
                      </a:r>
                      <a:endParaRPr kumimoji="0" lang="de-DE" altLang="de-DE" sz="14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2D2F4"/>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400" b="1"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Độ lớn (Bit)</a:t>
                      </a:r>
                      <a:endParaRPr kumimoji="0" lang="de-DE" altLang="de-DE" sz="14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2D2F4"/>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400" b="1"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Dải </a:t>
                      </a:r>
                      <a:endParaRPr kumimoji="0" lang="de-DE" altLang="de-DE" sz="14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2D2F4"/>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400" b="1"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Ví dụ</a:t>
                      </a:r>
                      <a:endParaRPr kumimoji="0" lang="de-DE" altLang="de-DE" sz="14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2D2F4"/>
                    </a:solidFill>
                  </a:tcPr>
                </a:tc>
                <a:extLst>
                  <a:ext uri="{0D108BD9-81ED-4DB2-BD59-A6C34878D82A}">
                    <a16:rowId xmlns:a16="http://schemas.microsoft.com/office/drawing/2014/main" val="10000"/>
                  </a:ext>
                </a:extLst>
              </a:tr>
              <a:tr h="3365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Bool</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0 bis 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TRUE, FALSE, O, 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238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Byte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8</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16#00 bis 16#FF</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16#12, 16#AB</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15913">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Word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16#0000 bis 16#FFFF</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16#ABCD, 16#0001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238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DWord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32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16#00000000 bis 16#FFFFFFFF</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16#02468ACE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28613">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Char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8</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16#00 bis 16#FF</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'A', ‘r’,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15913">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Sint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8</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-128 bis 127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123,-123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238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Int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-32.768 bis 32.767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123, -123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365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Dint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32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-2.147.483.648 bis 2.147.483.647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123, -123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23850">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Real</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32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+/-1,18 x 10 </a:t>
                      </a:r>
                      <a:r>
                        <a:rPr kumimoji="0" lang="de-DE" altLang="de-DE" sz="1600" b="0" i="0" u="none" strike="noStrike" cap="none" normalizeH="0" baseline="30000">
                          <a:ln>
                            <a:noFill/>
                          </a:ln>
                          <a:solidFill>
                            <a:schemeClr val="tx1"/>
                          </a:solidFill>
                          <a:effectLst/>
                          <a:latin typeface="Times New Roman" pitchFamily="18" charset="0"/>
                          <a:ea typeface="Times New Roman" pitchFamily="18" charset="0"/>
                          <a:cs typeface="Trebuchet MS" pitchFamily="34" charset="0"/>
                        </a:rPr>
                        <a:t>-38 </a:t>
                      </a: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bis +/-3,40 x 10 </a:t>
                      </a:r>
                      <a:r>
                        <a:rPr kumimoji="0" lang="de-DE" altLang="de-DE" sz="1600" b="0" i="0" u="none" strike="noStrike" cap="none" normalizeH="0" baseline="30000">
                          <a:ln>
                            <a:noFill/>
                          </a:ln>
                          <a:solidFill>
                            <a:schemeClr val="tx1"/>
                          </a:solidFill>
                          <a:effectLst/>
                          <a:latin typeface="Times New Roman" pitchFamily="18" charset="0"/>
                          <a:ea typeface="Times New Roman" pitchFamily="18" charset="0"/>
                          <a:cs typeface="Trebuchet MS" pitchFamily="34" charset="0"/>
                        </a:rPr>
                        <a:t>38</a:t>
                      </a:r>
                      <a:endPar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123.456; -3.14; -1,2E+12; 3.4E-3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1119187">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Time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32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188"/>
                        </a:lnSpc>
                        <a:spcBef>
                          <a:spcPct val="0"/>
                        </a:spcBef>
                        <a:spcAft>
                          <a:spcPts val="60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T#-24d_20h_31 m_23s_648ms </a:t>
                      </a:r>
                    </a:p>
                    <a:p>
                      <a:pPr marL="50800" marR="0" lvl="0" indent="0" algn="l" defTabSz="914400" rtl="0" eaLnBrk="1" fontAlgn="base" latinLnBrk="0" hangingPunct="1">
                        <a:lnSpc>
                          <a:spcPts val="1188"/>
                        </a:lnSpc>
                        <a:spcBef>
                          <a:spcPct val="0"/>
                        </a:spcBef>
                        <a:spcAft>
                          <a:spcPts val="60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bis </a:t>
                      </a:r>
                    </a:p>
                    <a:p>
                      <a:pPr marL="50800" marR="0" lvl="0" indent="0" algn="l" defTabSz="914400" rtl="0" eaLnBrk="1" fontAlgn="base" latinLnBrk="0" hangingPunct="1">
                        <a:lnSpc>
                          <a:spcPts val="1188"/>
                        </a:lnSpc>
                        <a:spcBef>
                          <a:spcPct val="0"/>
                        </a:spcBef>
                        <a:spcAft>
                          <a:spcPts val="60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T#24d_20h_31 m_23s_647ms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125"/>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T#5m_30s</a:t>
                      </a:r>
                    </a:p>
                    <a:p>
                      <a:pPr marL="50800" marR="0" lvl="0" indent="0" algn="l" defTabSz="914400" rtl="0" eaLnBrk="1" fontAlgn="base" latinLnBrk="0" hangingPunct="1">
                        <a:lnSpc>
                          <a:spcPts val="1125"/>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 </a:t>
                      </a:r>
                    </a:p>
                    <a:p>
                      <a:pPr marL="50800" marR="0" lvl="0" indent="0" algn="l" defTabSz="914400" rtl="0" eaLnBrk="1" fontAlgn="base" latinLnBrk="0" hangingPunct="1">
                        <a:lnSpc>
                          <a:spcPts val="1125"/>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T#1d_2h_15m_30x_45ms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328613">
                <a:tc>
                  <a:txBody>
                    <a:bodyPr/>
                    <a:lstStyle/>
                    <a:p>
                      <a:pPr marL="635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String</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Variable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0 bis 254 Zeichen in Bytegröße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50800" marR="0" lvl="0" indent="0" algn="l" defTabSz="914400" rtl="0" eaLnBrk="1" fontAlgn="base" latinLnBrk="0" hangingPunct="1">
                        <a:lnSpc>
                          <a:spcPts val="1200"/>
                        </a:lnSpc>
                        <a:spcBef>
                          <a:spcPct val="0"/>
                        </a:spcBef>
                        <a:spcAft>
                          <a:spcPct val="0"/>
                        </a:spcAft>
                        <a:buClrTx/>
                        <a:buSzTx/>
                        <a:buFontTx/>
                        <a:buNone/>
                        <a:tabLst/>
                      </a:pPr>
                      <a:r>
                        <a:rPr kumimoji="0" lang="de-DE" altLang="de-DE" sz="1600" b="0" i="0" u="none" strike="noStrike" cap="none" normalizeH="0" baseline="0">
                          <a:ln>
                            <a:noFill/>
                          </a:ln>
                          <a:solidFill>
                            <a:schemeClr val="tx1"/>
                          </a:solidFill>
                          <a:effectLst/>
                          <a:latin typeface="Times New Roman" pitchFamily="18" charset="0"/>
                          <a:ea typeface="Times New Roman" pitchFamily="18" charset="0"/>
                          <a:cs typeface="Trebuchet MS" pitchFamily="34" charset="0"/>
                        </a:rPr>
                        <a:t>'ABC'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bl>
          </a:graphicData>
        </a:graphic>
      </p:graphicFrame>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5657"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565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3243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96610" name="Title 2"/>
          <p:cNvSpPr txBox="1">
            <a:spLocks noChangeArrowheads="1"/>
          </p:cNvSpPr>
          <p:nvPr/>
        </p:nvSpPr>
        <p:spPr bwMode="auto">
          <a:xfrm>
            <a:off x="3386138" y="871538"/>
            <a:ext cx="54054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KIỂU DỮ LIỆU VÀ ĐỊNH ĐỊA CHỈ</a:t>
            </a:r>
          </a:p>
        </p:txBody>
      </p:sp>
      <p:sp>
        <p:nvSpPr>
          <p:cNvPr id="196611" name="Text Box 18"/>
          <p:cNvSpPr txBox="1">
            <a:spLocks noChangeArrowheads="1"/>
          </p:cNvSpPr>
          <p:nvPr/>
        </p:nvSpPr>
        <p:spPr bwMode="auto">
          <a:xfrm>
            <a:off x="2640013" y="4868863"/>
            <a:ext cx="6985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pic>
        <p:nvPicPr>
          <p:cNvPr id="196612" name="Grafik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78413" y="1905000"/>
            <a:ext cx="1963737"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uppieren 11"/>
          <p:cNvGrpSpPr>
            <a:grpSpLocks/>
          </p:cNvGrpSpPr>
          <p:nvPr/>
        </p:nvGrpSpPr>
        <p:grpSpPr bwMode="auto">
          <a:xfrm>
            <a:off x="2279650" y="2243138"/>
            <a:ext cx="4611688" cy="674687"/>
            <a:chOff x="755650" y="2243123"/>
            <a:chExt cx="4612480" cy="674687"/>
          </a:xfrm>
        </p:grpSpPr>
        <p:sp>
          <p:nvSpPr>
            <p:cNvPr id="27" name="Pfeil nach rechts 17"/>
            <p:cNvSpPr/>
            <p:nvPr/>
          </p:nvSpPr>
          <p:spPr bwMode="auto">
            <a:xfrm>
              <a:off x="755650" y="2243123"/>
              <a:ext cx="2567429" cy="674687"/>
            </a:xfrm>
            <a:prstGeom prst="rightArrow">
              <a:avLst/>
            </a:prstGeom>
            <a:solidFill>
              <a:srgbClr val="5B9BD5"/>
            </a:solidFill>
            <a:ln w="9525" cap="flat" cmpd="sng" algn="ctr">
              <a:noFill/>
              <a:prstDash val="solid"/>
              <a:round/>
              <a:headEnd type="none" w="med" len="med"/>
              <a:tailEnd type="none" w="med" len="me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Đầu vào kiểu Byte.</a:t>
              </a:r>
            </a:p>
          </p:txBody>
        </p:sp>
        <p:sp>
          <p:nvSpPr>
            <p:cNvPr id="196629" name="Geschweifte Klammer rechts 3"/>
            <p:cNvSpPr>
              <a:spLocks/>
            </p:cNvSpPr>
            <p:nvPr/>
          </p:nvSpPr>
          <p:spPr bwMode="auto">
            <a:xfrm rot="-5400000">
              <a:off x="4220181" y="2470080"/>
              <a:ext cx="130175" cy="647811"/>
            </a:xfrm>
            <a:prstGeom prst="rightBrace">
              <a:avLst>
                <a:gd name="adj1" fmla="val 8340"/>
                <a:gd name="adj2" fmla="val 50000"/>
              </a:avLst>
            </a:prstGeom>
            <a:noFill/>
            <a:ln w="19050" algn="ctr">
              <a:solidFill>
                <a:srgbClr val="9DC3E6"/>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6630" name="Geschweifte Klammer rechts 16"/>
            <p:cNvSpPr>
              <a:spLocks/>
            </p:cNvSpPr>
            <p:nvPr/>
          </p:nvSpPr>
          <p:spPr bwMode="auto">
            <a:xfrm rot="-5400000">
              <a:off x="4979931" y="2469286"/>
              <a:ext cx="130175" cy="646224"/>
            </a:xfrm>
            <a:prstGeom prst="rightBrace">
              <a:avLst>
                <a:gd name="adj1" fmla="val 8343"/>
                <a:gd name="adj2" fmla="val 50000"/>
              </a:avLst>
            </a:prstGeom>
            <a:noFill/>
            <a:ln w="19050" algn="ctr">
              <a:solidFill>
                <a:srgbClr val="9DC3E6"/>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 name="Rechteck 7"/>
            <p:cNvSpPr/>
            <p:nvPr/>
          </p:nvSpPr>
          <p:spPr bwMode="auto">
            <a:xfrm>
              <a:off x="3961363" y="2395523"/>
              <a:ext cx="647811" cy="276225"/>
            </a:xfrm>
            <a:prstGeom prst="rect">
              <a:avLst/>
            </a:prstGeom>
            <a:noFill/>
            <a:ln w="12700" cap="flat" cmpd="sng" algn="ctr">
              <a:noFill/>
              <a:prstDash val="solid"/>
              <a:miter lim="800000"/>
              <a:headEnd type="none" w="med" len="med"/>
              <a:tailEnd type="none" w="med" len="me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dirty="0">
                  <a:ln>
                    <a:noFill/>
                  </a:ln>
                  <a:solidFill>
                    <a:srgbClr val="5B9BD5">
                      <a:lumMod val="60000"/>
                      <a:lumOff val="40000"/>
                    </a:srgbClr>
                  </a:solidFill>
                  <a:effectLst/>
                  <a:uLnTx/>
                  <a:uFillTx/>
                  <a:latin typeface="Times New Roman" panose="02020603050405020304" pitchFamily="18" charset="0"/>
                  <a:ea typeface="+mn-ea"/>
                  <a:cs typeface="+mn-cs"/>
                </a:rPr>
                <a:t>%IB0</a:t>
              </a:r>
            </a:p>
          </p:txBody>
        </p:sp>
        <p:sp>
          <p:nvSpPr>
            <p:cNvPr id="31" name="Rechteck 19"/>
            <p:cNvSpPr/>
            <p:nvPr/>
          </p:nvSpPr>
          <p:spPr bwMode="auto">
            <a:xfrm>
              <a:off x="4721906" y="2395523"/>
              <a:ext cx="646224" cy="276225"/>
            </a:xfrm>
            <a:prstGeom prst="rect">
              <a:avLst/>
            </a:prstGeom>
            <a:noFill/>
            <a:ln w="12700" cap="flat" cmpd="sng" algn="ctr">
              <a:noFill/>
              <a:prstDash val="solid"/>
              <a:miter lim="800000"/>
              <a:headEnd type="none" w="med" len="med"/>
              <a:tailEnd type="none" w="med" len="me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dirty="0">
                  <a:ln>
                    <a:noFill/>
                  </a:ln>
                  <a:solidFill>
                    <a:srgbClr val="5B9BD5">
                      <a:lumMod val="60000"/>
                      <a:lumOff val="40000"/>
                    </a:srgbClr>
                  </a:solidFill>
                  <a:effectLst/>
                  <a:uLnTx/>
                  <a:uFillTx/>
                  <a:latin typeface="Times New Roman" panose="02020603050405020304" pitchFamily="18" charset="0"/>
                  <a:ea typeface="+mn-ea"/>
                  <a:cs typeface="+mn-cs"/>
                </a:rPr>
                <a:t>%IB1</a:t>
              </a:r>
            </a:p>
          </p:txBody>
        </p:sp>
      </p:grpSp>
      <p:grpSp>
        <p:nvGrpSpPr>
          <p:cNvPr id="32" name="Gruppieren 12"/>
          <p:cNvGrpSpPr>
            <a:grpSpLocks/>
          </p:cNvGrpSpPr>
          <p:nvPr/>
        </p:nvGrpSpPr>
        <p:grpSpPr bwMode="auto">
          <a:xfrm>
            <a:off x="2279650" y="3879850"/>
            <a:ext cx="4611688" cy="684213"/>
            <a:chOff x="755650" y="3951287"/>
            <a:chExt cx="4612480" cy="684233"/>
          </a:xfrm>
        </p:grpSpPr>
        <p:sp>
          <p:nvSpPr>
            <p:cNvPr id="33" name="Pfeil nach rechts 4"/>
            <p:cNvSpPr/>
            <p:nvPr/>
          </p:nvSpPr>
          <p:spPr bwMode="auto">
            <a:xfrm>
              <a:off x="755650" y="3962400"/>
              <a:ext cx="2562665" cy="673120"/>
            </a:xfrm>
            <a:prstGeom prst="rightArrow">
              <a:avLst/>
            </a:prstGeom>
            <a:solidFill>
              <a:srgbClr val="70AD47">
                <a:lumMod val="20000"/>
                <a:lumOff val="80000"/>
              </a:srgbClr>
            </a:solidFill>
            <a:ln w="9525" cap="flat" cmpd="sng" algn="ctr">
              <a:noFill/>
              <a:prstDash val="solid"/>
              <a:round/>
              <a:headEnd type="none" w="med" len="med"/>
              <a:tailEnd type="none" w="med" len="me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Đầu ra kiểu word</a:t>
              </a:r>
            </a:p>
          </p:txBody>
        </p:sp>
        <p:sp>
          <p:nvSpPr>
            <p:cNvPr id="196626" name="Geschweifte Klammer rechts 24"/>
            <p:cNvSpPr>
              <a:spLocks/>
            </p:cNvSpPr>
            <p:nvPr/>
          </p:nvSpPr>
          <p:spPr bwMode="auto">
            <a:xfrm rot="5400000">
              <a:off x="4599657" y="3312993"/>
              <a:ext cx="130179" cy="1406767"/>
            </a:xfrm>
            <a:prstGeom prst="rightBrace">
              <a:avLst>
                <a:gd name="adj1" fmla="val 8355"/>
                <a:gd name="adj2" fmla="val 50000"/>
              </a:avLst>
            </a:prstGeom>
            <a:noFill/>
            <a:ln w="19050" algn="ctr">
              <a:solidFill>
                <a:srgbClr val="E2F0D9"/>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6627" name="Rechteck 25"/>
            <p:cNvSpPr>
              <a:spLocks noChangeArrowheads="1"/>
            </p:cNvSpPr>
            <p:nvPr/>
          </p:nvSpPr>
          <p:spPr bwMode="auto">
            <a:xfrm>
              <a:off x="3961363" y="4148143"/>
              <a:ext cx="1406767" cy="276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en-US" sz="1400" b="0" i="0" u="none" strike="noStrike" kern="1200" cap="none" spc="0" normalizeH="0" baseline="0" noProof="0">
                  <a:ln>
                    <a:noFill/>
                  </a:ln>
                  <a:solidFill>
                    <a:srgbClr val="E2F0D9"/>
                  </a:solidFill>
                  <a:effectLst/>
                  <a:uLnTx/>
                  <a:uFillTx/>
                  <a:latin typeface="Times New Roman" panose="02020603050405020304" pitchFamily="18" charset="0"/>
                  <a:ea typeface="+mn-ea"/>
                  <a:cs typeface="+mn-cs"/>
                </a:rPr>
                <a:t>%</a:t>
              </a:r>
              <a:r>
                <a:rPr kumimoji="0" lang="de-DE" altLang="en-US" sz="2000" b="0" i="0" u="none" strike="noStrike" kern="1200" cap="none" spc="0" normalizeH="0" baseline="0" noProof="0">
                  <a:ln>
                    <a:noFill/>
                  </a:ln>
                  <a:solidFill>
                    <a:srgbClr val="E2F0D9"/>
                  </a:solidFill>
                  <a:effectLst/>
                  <a:uLnTx/>
                  <a:uFillTx/>
                  <a:latin typeface="Times New Roman" panose="02020603050405020304" pitchFamily="18" charset="0"/>
                  <a:ea typeface="+mn-ea"/>
                  <a:cs typeface="+mn-cs"/>
                </a:rPr>
                <a:t>QW0</a:t>
              </a:r>
              <a:endParaRPr kumimoji="0" lang="de-DE" altLang="en-US" sz="1400" b="0" i="0" u="none" strike="noStrike" kern="1200" cap="none" spc="0" normalizeH="0" baseline="0" noProof="0">
                <a:ln>
                  <a:noFill/>
                </a:ln>
                <a:solidFill>
                  <a:srgbClr val="E2F0D9"/>
                </a:solidFill>
                <a:effectLst/>
                <a:uLnTx/>
                <a:uFillTx/>
                <a:latin typeface="Times New Roman" panose="02020603050405020304" pitchFamily="18" charset="0"/>
                <a:ea typeface="+mn-ea"/>
                <a:cs typeface="+mn-cs"/>
              </a:endParaRPr>
            </a:p>
          </p:txBody>
        </p:sp>
      </p:grpSp>
      <p:grpSp>
        <p:nvGrpSpPr>
          <p:cNvPr id="36" name="Gruppieren 15"/>
          <p:cNvGrpSpPr>
            <a:grpSpLocks/>
          </p:cNvGrpSpPr>
          <p:nvPr/>
        </p:nvGrpSpPr>
        <p:grpSpPr bwMode="auto">
          <a:xfrm>
            <a:off x="5767388" y="1905000"/>
            <a:ext cx="4443412" cy="2835275"/>
            <a:chOff x="4243388" y="1904999"/>
            <a:chExt cx="4443410" cy="2835275"/>
          </a:xfrm>
        </p:grpSpPr>
        <p:sp>
          <p:nvSpPr>
            <p:cNvPr id="196622" name="Legende mit Pfeil nach links 8"/>
            <p:cNvSpPr>
              <a:spLocks noChangeArrowheads="1"/>
            </p:cNvSpPr>
            <p:nvPr/>
          </p:nvSpPr>
          <p:spPr bwMode="auto">
            <a:xfrm>
              <a:off x="5757862" y="1904999"/>
              <a:ext cx="2928936" cy="2835275"/>
            </a:xfrm>
            <a:prstGeom prst="leftArrowCallout">
              <a:avLst>
                <a:gd name="adj1" fmla="val 25000"/>
                <a:gd name="adj2" fmla="val 25000"/>
                <a:gd name="adj3" fmla="val 25037"/>
                <a:gd name="adj4" fmla="val 64977"/>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Bit đầu vào (Bool)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%I0.0 ... %I0.7</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%I1.0 ... %I1.7</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Bits đầu ra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(Bool)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%Q0.0 ... %Q0.7</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%Q1.0 ... %Q1.7</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6623" name="Ellipse 9"/>
            <p:cNvSpPr>
              <a:spLocks noChangeArrowheads="1"/>
            </p:cNvSpPr>
            <p:nvPr/>
          </p:nvSpPr>
          <p:spPr bwMode="auto">
            <a:xfrm>
              <a:off x="4243388" y="3038474"/>
              <a:ext cx="176212" cy="161925"/>
            </a:xfrm>
            <a:prstGeom prst="ellipse">
              <a:avLst/>
            </a:prstGeom>
            <a:noFill/>
            <a:ln w="15875" algn="ctr">
              <a:solidFill>
                <a:srgbClr val="FFC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9" name="Legende mit Linie 1 (ohne Rahmen) 10"/>
            <p:cNvSpPr>
              <a:spLocks/>
            </p:cNvSpPr>
            <p:nvPr/>
          </p:nvSpPr>
          <p:spPr bwMode="auto">
            <a:xfrm>
              <a:off x="4486275" y="3217862"/>
              <a:ext cx="806450" cy="338137"/>
            </a:xfrm>
            <a:prstGeom prst="callout1">
              <a:avLst>
                <a:gd name="adj1" fmla="val 60569"/>
                <a:gd name="adj2" fmla="val 11069"/>
                <a:gd name="adj3" fmla="val -7500"/>
                <a:gd name="adj4" fmla="val -19676"/>
              </a:avLst>
            </a:prstGeom>
            <a:noFill/>
            <a:ln w="15875" algn="ctr">
              <a:solidFill>
                <a:srgbClr val="FFCC99"/>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de-DE" altLang="en-US" sz="2000" b="0" i="0" u="none" strike="noStrike" kern="0" cap="none" spc="0" normalizeH="0" baseline="0" noProof="0" dirty="0">
                  <a:ln>
                    <a:noFill/>
                  </a:ln>
                  <a:solidFill>
                    <a:srgbClr val="FFCC99"/>
                  </a:solidFill>
                  <a:effectLst/>
                  <a:uLnTx/>
                  <a:uFillTx/>
                  <a:latin typeface="Times New Roman" panose="02020603050405020304" pitchFamily="18" charset="0"/>
                  <a:ea typeface="+mn-ea"/>
                  <a:cs typeface="+mn-cs"/>
                </a:rPr>
                <a:t>%I0.4</a:t>
              </a:r>
            </a:p>
          </p:txBody>
        </p:sp>
      </p:grpSp>
      <p:sp>
        <p:nvSpPr>
          <p:cNvPr id="40" name="cdtRectangle 6 Id507910"/>
          <p:cNvSpPr>
            <a:spLocks noChangeArrowheads="1"/>
          </p:cNvSpPr>
          <p:nvPr>
            <p:custDataLst>
              <p:tags r:id="rId1"/>
            </p:custDataLst>
          </p:nvPr>
        </p:nvSpPr>
        <p:spPr bwMode="auto">
          <a:xfrm>
            <a:off x="2063750" y="5570538"/>
            <a:ext cx="8375650" cy="406400"/>
          </a:xfrm>
          <a:prstGeom prst="rect">
            <a:avLst/>
          </a:prstGeom>
          <a:solidFill>
            <a:srgbClr val="949EA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8000" tIns="36000" rIns="108000" bIns="64800" anchor="ct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0" lang="de-DE" altLang="de-DE" sz="1800" b="1"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Dải địa chỉ có thể điều chỉnh trong khi cài đặt cấu hình thiết bị! </a:t>
            </a:r>
            <a:endParaRPr kumimoji="0" lang="en-US" altLang="de-DE" sz="1800" b="1"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29" name="Straight Connector 28"/>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6620"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6621" name="Picture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42928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97634" name="Title 2"/>
          <p:cNvSpPr txBox="1">
            <a:spLocks noChangeArrowheads="1"/>
          </p:cNvSpPr>
          <p:nvPr/>
        </p:nvSpPr>
        <p:spPr bwMode="auto">
          <a:xfrm>
            <a:off x="3479800" y="800100"/>
            <a:ext cx="54054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CÁC LOẠI ĐỊA CHỈ</a:t>
            </a:r>
          </a:p>
        </p:txBody>
      </p:sp>
      <p:sp>
        <p:nvSpPr>
          <p:cNvPr id="197635" name="Inhaltsplatzhalter 2"/>
          <p:cNvSpPr txBox="1">
            <a:spLocks noChangeArrowheads="1"/>
          </p:cNvSpPr>
          <p:nvPr/>
        </p:nvSpPr>
        <p:spPr bwMode="auto">
          <a:xfrm>
            <a:off x="1960563" y="1438275"/>
            <a:ext cx="4743450" cy="458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685800" rtl="0" eaLnBrk="1" fontAlgn="base" latinLnBrk="0" hangingPunct="1">
              <a:lnSpc>
                <a:spcPct val="90000"/>
              </a:lnSpc>
              <a:spcBef>
                <a:spcPts val="750"/>
              </a:spcBef>
              <a:spcAft>
                <a:spcPct val="0"/>
              </a:spcAft>
              <a:buClrTx/>
              <a:buSzTx/>
              <a:buFontTx/>
              <a:buNone/>
              <a:tabLst/>
              <a:defRPr/>
            </a:pPr>
            <a:r>
              <a:rPr kumimoji="0" lang="de-DE" altLang="de-DE"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Địa chỉ tuyệt đối</a:t>
            </a: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p>
          <a:p>
            <a:pPr marL="0" marR="0" lvl="0" indent="0" algn="just" defTabSz="685800" rtl="0" eaLnBrk="1" fontAlgn="base" latinLnBrk="0" hangingPunct="1">
              <a:lnSpc>
                <a:spcPct val="90000"/>
              </a:lnSpc>
              <a:spcBef>
                <a:spcPts val="750"/>
              </a:spcBef>
              <a:spcAft>
                <a:spcPct val="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Trạng thái của tín hiệu được gán địa chỉ  trực tiếp qua địa chỉ nhớ vật lý. Biểu tượng % được viết trước địa chỉ tuyệt đối.</a:t>
            </a:r>
          </a:p>
          <a:p>
            <a:pPr marL="0" marR="0" lvl="0" indent="0" algn="just" defTabSz="685800" rtl="0" eaLnBrk="1" fontAlgn="base" latinLnBrk="0" hangingPunct="1">
              <a:lnSpc>
                <a:spcPct val="90000"/>
              </a:lnSpc>
              <a:spcBef>
                <a:spcPts val="750"/>
              </a:spcBef>
              <a:spcAft>
                <a:spcPct val="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p>
          <a:p>
            <a:pPr marL="0" marR="0" lvl="0" indent="0" algn="just" defTabSz="685800" rtl="0" eaLnBrk="1" fontAlgn="base" latinLnBrk="0" hangingPunct="1">
              <a:lnSpc>
                <a:spcPct val="90000"/>
              </a:lnSpc>
              <a:spcBef>
                <a:spcPts val="750"/>
              </a:spcBef>
              <a:spcAft>
                <a:spcPct val="0"/>
              </a:spcAft>
              <a:buClrTx/>
              <a:buSzTx/>
              <a:buFontTx/>
              <a:buNone/>
              <a:tabLst/>
              <a:defRPr/>
            </a:pPr>
            <a:r>
              <a:rPr kumimoji="0" lang="de-DE" altLang="de-DE"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Địa chỉ biểu tượng: </a:t>
            </a:r>
          </a:p>
          <a:p>
            <a:pPr marL="0" marR="0" lvl="0" indent="0" algn="just" defTabSz="685800" rtl="0" eaLnBrk="1" fontAlgn="base" latinLnBrk="0" hangingPunct="1">
              <a:lnSpc>
                <a:spcPct val="90000"/>
              </a:lnSpc>
              <a:spcBef>
                <a:spcPts val="750"/>
              </a:spcBef>
              <a:spcAft>
                <a:spcPct val="0"/>
              </a:spcAft>
              <a:buClrTx/>
              <a:buSzTx/>
              <a:buFontTx/>
              <a:buNone/>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r>
              <a:rPr kumimoji="0" lang="vi-VN"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Một toán hạng được cung cấp với một tên chữ-số và một kiểu dữ liệu. </a:t>
            </a:r>
            <a:r>
              <a:rPr kumimoji="0" lang="en-US"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Như vậy </a:t>
            </a:r>
            <a:r>
              <a:rPr kumimoji="0" lang="vi-VN"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được gọi là một biến. </a:t>
            </a:r>
            <a:r>
              <a:rPr kumimoji="0" lang="en-US"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a:t>
            </a:r>
            <a:r>
              <a:rPr kumimoji="0" lang="vi-VN"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ịa chỉ tượng trưng </a:t>
            </a:r>
            <a:r>
              <a:rPr kumimoji="0" lang="en-US"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được viết trong </a:t>
            </a:r>
            <a:r>
              <a:rPr kumimoji="0" lang="vi-VN"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dấu ngoặc kép.</a:t>
            </a:r>
            <a:endPar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7636" name="Textfeld 5"/>
          <p:cNvSpPr txBox="1">
            <a:spLocks noChangeArrowheads="1"/>
          </p:cNvSpPr>
          <p:nvPr/>
        </p:nvSpPr>
        <p:spPr bwMode="auto">
          <a:xfrm>
            <a:off x="6924675" y="2649538"/>
            <a:ext cx="3200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en-US" sz="3600" b="0" i="0" u="none" strike="noStrike" kern="1200" cap="none" spc="0" normalizeH="0" baseline="0" noProof="0">
                <a:ln>
                  <a:noFill/>
                </a:ln>
                <a:solidFill>
                  <a:srgbClr val="70AD47"/>
                </a:solidFill>
                <a:effectLst/>
                <a:uLnTx/>
                <a:uFillTx/>
                <a:latin typeface="Times New Roman" panose="02020603050405020304" pitchFamily="18" charset="0"/>
                <a:ea typeface="+mn-ea"/>
                <a:cs typeface="+mn-cs"/>
              </a:rPr>
              <a:t>% I  </a:t>
            </a:r>
            <a:r>
              <a:rPr kumimoji="0" lang="de-DE" altLang="en-US" sz="3600" b="0" i="0" u="none" strike="noStrike" kern="1200" cap="none" spc="0" normalizeH="0" baseline="0" noProof="0">
                <a:ln>
                  <a:noFill/>
                </a:ln>
                <a:solidFill>
                  <a:srgbClr val="2F5597"/>
                </a:solidFill>
                <a:effectLst/>
                <a:uLnTx/>
                <a:uFillTx/>
                <a:latin typeface="Times New Roman" panose="02020603050405020304" pitchFamily="18" charset="0"/>
                <a:ea typeface="+mn-ea"/>
                <a:cs typeface="+mn-cs"/>
              </a:rPr>
              <a:t>0 .</a:t>
            </a:r>
            <a:r>
              <a:rPr kumimoji="0" lang="de-DE" altLang="en-US" sz="3600" b="0" i="0" u="none" strike="noStrike" kern="1200" cap="none" spc="0" normalizeH="0" baseline="0" noProof="0">
                <a:ln>
                  <a:noFill/>
                </a:ln>
                <a:solidFill>
                  <a:srgbClr val="FF9966"/>
                </a:solidFill>
                <a:effectLst/>
                <a:uLnTx/>
                <a:uFillTx/>
                <a:latin typeface="Times New Roman" panose="02020603050405020304" pitchFamily="18" charset="0"/>
                <a:ea typeface="+mn-ea"/>
                <a:cs typeface="+mn-cs"/>
              </a:rPr>
              <a:t> 4</a:t>
            </a:r>
          </a:p>
        </p:txBody>
      </p:sp>
      <p:sp>
        <p:nvSpPr>
          <p:cNvPr id="23" name="Legende mit Linie 1 (ohne Rahmen) 6"/>
          <p:cNvSpPr>
            <a:spLocks/>
          </p:cNvSpPr>
          <p:nvPr/>
        </p:nvSpPr>
        <p:spPr bwMode="auto">
          <a:xfrm>
            <a:off x="9667875" y="2122488"/>
            <a:ext cx="657225" cy="534987"/>
          </a:xfrm>
          <a:prstGeom prst="callout1">
            <a:avLst>
              <a:gd name="adj1" fmla="val 53472"/>
              <a:gd name="adj2" fmla="val 13407"/>
              <a:gd name="adj3" fmla="val 112500"/>
              <a:gd name="adj4" fmla="val -38333"/>
            </a:avLst>
          </a:prstGeom>
          <a:noFill/>
          <a:ln w="28575" algn="ctr">
            <a:solidFill>
              <a:srgbClr val="FF9966"/>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de-DE" altLang="en-US" sz="2400" b="0" i="0" u="none" strike="noStrike" kern="0" cap="none" spc="0" normalizeH="0" baseline="0" noProof="0" dirty="0">
                <a:ln>
                  <a:noFill/>
                </a:ln>
                <a:solidFill>
                  <a:srgbClr val="FF9966"/>
                </a:solidFill>
                <a:effectLst/>
                <a:uLnTx/>
                <a:uFillTx/>
                <a:latin typeface="Times New Roman" panose="02020603050405020304" pitchFamily="18" charset="0"/>
                <a:ea typeface="+mn-ea"/>
                <a:cs typeface="+mn-cs"/>
              </a:rPr>
              <a:t>Bit</a:t>
            </a:r>
          </a:p>
        </p:txBody>
      </p:sp>
      <p:sp>
        <p:nvSpPr>
          <p:cNvPr id="41" name="Legende mit Linie 1 (ohne Rahmen) 10"/>
          <p:cNvSpPr/>
          <p:nvPr/>
        </p:nvSpPr>
        <p:spPr bwMode="auto">
          <a:xfrm>
            <a:off x="8256588" y="1954213"/>
            <a:ext cx="896937" cy="534987"/>
          </a:xfrm>
          <a:prstGeom prst="callout1">
            <a:avLst>
              <a:gd name="adj1" fmla="val 81344"/>
              <a:gd name="adj2" fmla="val 49899"/>
              <a:gd name="adj3" fmla="val 138231"/>
              <a:gd name="adj4" fmla="val 47305"/>
            </a:avLst>
          </a:prstGeom>
          <a:noFill/>
          <a:ln w="28575" cap="flat" cmpd="sng" algn="ctr">
            <a:solidFill>
              <a:srgbClr val="4472C4">
                <a:lumMod val="75000"/>
              </a:srgbClr>
            </a:solidFill>
            <a:prstDash val="solid"/>
            <a:round/>
            <a:headEnd type="none" w="med" len="med"/>
            <a:tailEnd type="none" w="med" len="me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0" cap="none" spc="0" normalizeH="0" baseline="0" noProof="0" dirty="0">
                <a:ln>
                  <a:noFill/>
                </a:ln>
                <a:solidFill>
                  <a:srgbClr val="4472C4">
                    <a:lumMod val="75000"/>
                  </a:srgbClr>
                </a:solidFill>
                <a:effectLst/>
                <a:uLnTx/>
                <a:uFillTx/>
                <a:latin typeface="Times New Roman" panose="02020603050405020304" pitchFamily="18" charset="0"/>
                <a:ea typeface="+mn-ea"/>
                <a:cs typeface="+mn-cs"/>
              </a:rPr>
              <a:t>Byte</a:t>
            </a:r>
          </a:p>
        </p:txBody>
      </p:sp>
      <p:sp>
        <p:nvSpPr>
          <p:cNvPr id="42" name="Legende mit Linie 1 (ohne Rahmen) 11"/>
          <p:cNvSpPr/>
          <p:nvPr/>
        </p:nvSpPr>
        <p:spPr bwMode="auto">
          <a:xfrm>
            <a:off x="6600825" y="2038350"/>
            <a:ext cx="1381125" cy="534988"/>
          </a:xfrm>
          <a:prstGeom prst="callout1">
            <a:avLst>
              <a:gd name="adj1" fmla="val 68165"/>
              <a:gd name="adj2" fmla="val 89578"/>
              <a:gd name="adj3" fmla="val 115171"/>
              <a:gd name="adj4" fmla="val 109730"/>
            </a:avLst>
          </a:prstGeom>
          <a:noFill/>
          <a:ln w="28575" cap="flat" cmpd="sng" algn="ctr">
            <a:solidFill>
              <a:srgbClr val="70AD47"/>
            </a:solidFill>
            <a:prstDash val="solid"/>
            <a:round/>
            <a:headEnd type="none" w="med" len="med"/>
            <a:tailEnd type="none" w="med" len="me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0" cap="none" spc="0" normalizeH="0" baseline="0" noProof="0" dirty="0">
                <a:ln>
                  <a:noFill/>
                </a:ln>
                <a:solidFill>
                  <a:srgbClr val="70AD47"/>
                </a:solidFill>
                <a:effectLst/>
                <a:uLnTx/>
                <a:uFillTx/>
                <a:latin typeface="Times New Roman" panose="02020603050405020304" pitchFamily="18" charset="0"/>
                <a:ea typeface="+mn-ea"/>
                <a:cs typeface="+mn-cs"/>
              </a:rPr>
              <a:t>Operand</a:t>
            </a:r>
          </a:p>
        </p:txBody>
      </p:sp>
      <p:graphicFrame>
        <p:nvGraphicFramePr>
          <p:cNvPr id="43" name="Tabelle 7"/>
          <p:cNvGraphicFramePr>
            <a:graphicFrameLocks noGrp="1"/>
          </p:cNvGraphicFramePr>
          <p:nvPr/>
        </p:nvGraphicFramePr>
        <p:xfrm>
          <a:off x="6704013" y="4111625"/>
          <a:ext cx="3641724" cy="792168"/>
        </p:xfrm>
        <a:graphic>
          <a:graphicData uri="http://schemas.openxmlformats.org/drawingml/2006/table">
            <a:tbl>
              <a:tblPr firstRow="1" bandRow="1"/>
              <a:tblGrid>
                <a:gridCol w="1213908">
                  <a:extLst>
                    <a:ext uri="{9D8B030D-6E8A-4147-A177-3AD203B41FA5}">
                      <a16:colId xmlns:a16="http://schemas.microsoft.com/office/drawing/2014/main" val="20000"/>
                    </a:ext>
                  </a:extLst>
                </a:gridCol>
                <a:gridCol w="1213908">
                  <a:extLst>
                    <a:ext uri="{9D8B030D-6E8A-4147-A177-3AD203B41FA5}">
                      <a16:colId xmlns:a16="http://schemas.microsoft.com/office/drawing/2014/main" val="20001"/>
                    </a:ext>
                  </a:extLst>
                </a:gridCol>
                <a:gridCol w="1213908">
                  <a:extLst>
                    <a:ext uri="{9D8B030D-6E8A-4147-A177-3AD203B41FA5}">
                      <a16:colId xmlns:a16="http://schemas.microsoft.com/office/drawing/2014/main" val="20002"/>
                    </a:ext>
                  </a:extLst>
                </a:gridCol>
              </a:tblGrid>
              <a:tr h="396082">
                <a:tc>
                  <a:txBody>
                    <a:bodyPr/>
                    <a:lstStyle>
                      <a:lvl1pPr marL="0" algn="l" defTabSz="685832" rtl="0" eaLnBrk="1" latinLnBrk="0" hangingPunct="1">
                        <a:defRPr sz="1349" b="1" kern="1200">
                          <a:solidFill>
                            <a:schemeClr val="lt1"/>
                          </a:solidFill>
                          <a:latin typeface="Calibri" panose="020F0502020204030204"/>
                        </a:defRPr>
                      </a:lvl1pPr>
                      <a:lvl2pPr marL="342917" algn="l" defTabSz="685832" rtl="0" eaLnBrk="1" latinLnBrk="0" hangingPunct="1">
                        <a:defRPr sz="1349" b="1" kern="1200">
                          <a:solidFill>
                            <a:schemeClr val="lt1"/>
                          </a:solidFill>
                          <a:latin typeface="Calibri" panose="020F0502020204030204"/>
                        </a:defRPr>
                      </a:lvl2pPr>
                      <a:lvl3pPr marL="685832" algn="l" defTabSz="685832" rtl="0" eaLnBrk="1" latinLnBrk="0" hangingPunct="1">
                        <a:defRPr sz="1349" b="1" kern="1200">
                          <a:solidFill>
                            <a:schemeClr val="lt1"/>
                          </a:solidFill>
                          <a:latin typeface="Calibri" panose="020F0502020204030204"/>
                        </a:defRPr>
                      </a:lvl3pPr>
                      <a:lvl4pPr marL="1028749" algn="l" defTabSz="685832" rtl="0" eaLnBrk="1" latinLnBrk="0" hangingPunct="1">
                        <a:defRPr sz="1349" b="1" kern="1200">
                          <a:solidFill>
                            <a:schemeClr val="lt1"/>
                          </a:solidFill>
                          <a:latin typeface="Calibri" panose="020F0502020204030204"/>
                        </a:defRPr>
                      </a:lvl4pPr>
                      <a:lvl5pPr marL="1371663" algn="l" defTabSz="685832" rtl="0" eaLnBrk="1" latinLnBrk="0" hangingPunct="1">
                        <a:defRPr sz="1349" b="1" kern="1200">
                          <a:solidFill>
                            <a:schemeClr val="lt1"/>
                          </a:solidFill>
                          <a:latin typeface="Calibri" panose="020F0502020204030204"/>
                        </a:defRPr>
                      </a:lvl5pPr>
                      <a:lvl6pPr marL="1714580" algn="l" defTabSz="685832" rtl="0" eaLnBrk="1" latinLnBrk="0" hangingPunct="1">
                        <a:defRPr sz="1349" b="1" kern="1200">
                          <a:solidFill>
                            <a:schemeClr val="lt1"/>
                          </a:solidFill>
                          <a:latin typeface="Calibri" panose="020F0502020204030204"/>
                        </a:defRPr>
                      </a:lvl6pPr>
                      <a:lvl7pPr marL="2057496" algn="l" defTabSz="685832" rtl="0" eaLnBrk="1" latinLnBrk="0" hangingPunct="1">
                        <a:defRPr sz="1349" b="1" kern="1200">
                          <a:solidFill>
                            <a:schemeClr val="lt1"/>
                          </a:solidFill>
                          <a:latin typeface="Calibri" panose="020F0502020204030204"/>
                        </a:defRPr>
                      </a:lvl7pPr>
                      <a:lvl8pPr marL="2400413" algn="l" defTabSz="685832" rtl="0" eaLnBrk="1" latinLnBrk="0" hangingPunct="1">
                        <a:defRPr sz="1349" b="1" kern="1200">
                          <a:solidFill>
                            <a:schemeClr val="lt1"/>
                          </a:solidFill>
                          <a:latin typeface="Calibri" panose="020F0502020204030204"/>
                        </a:defRPr>
                      </a:lvl8pPr>
                      <a:lvl9pPr marL="2743328" algn="l" defTabSz="685832" rtl="0" eaLnBrk="1" latinLnBrk="0" hangingPunct="1">
                        <a:defRPr sz="1349" b="1" kern="1200">
                          <a:solidFill>
                            <a:schemeClr val="lt1"/>
                          </a:solidFill>
                          <a:latin typeface="Calibri" panose="020F0502020204030204"/>
                        </a:defRPr>
                      </a:lvl9pPr>
                    </a:lstStyle>
                    <a:p>
                      <a:r>
                        <a:rPr lang="de-DE" sz="2000" dirty="0">
                          <a:solidFill>
                            <a:schemeClr val="tx1"/>
                          </a:solidFill>
                          <a:latin typeface="Times New Roman" panose="02020603050405020304" pitchFamily="18" charset="0"/>
                        </a:rPr>
                        <a:t>Name</a:t>
                      </a:r>
                    </a:p>
                  </a:txBody>
                  <a:tcPr marL="91400" marR="91400" marT="45642" marB="45642">
                    <a:lnL>
                      <a:noFill/>
                    </a:lnL>
                    <a:lnR>
                      <a:noFill/>
                    </a:lnR>
                    <a:lnT>
                      <a:noFill/>
                    </a:lnT>
                    <a:lnB>
                      <a:noFill/>
                    </a:lnB>
                    <a:lnTlToBr w="12700" cmpd="sng">
                      <a:noFill/>
                      <a:prstDash val="solid"/>
                    </a:lnTlToBr>
                    <a:lnBlToTr w="12700" cmpd="sng">
                      <a:noFill/>
                      <a:prstDash val="solid"/>
                    </a:lnBlToTr>
                    <a:solidFill>
                      <a:srgbClr val="E7E6E6">
                        <a:lumMod val="60000"/>
                        <a:lumOff val="40000"/>
                      </a:srgbClr>
                    </a:solidFill>
                  </a:tcPr>
                </a:tc>
                <a:tc>
                  <a:txBody>
                    <a:bodyPr/>
                    <a:lstStyle>
                      <a:lvl1pPr marL="0" algn="l" defTabSz="685832" rtl="0" eaLnBrk="1" latinLnBrk="0" hangingPunct="1">
                        <a:defRPr sz="1349" b="1" kern="1200">
                          <a:solidFill>
                            <a:schemeClr val="lt1"/>
                          </a:solidFill>
                          <a:latin typeface="Calibri" panose="020F0502020204030204"/>
                        </a:defRPr>
                      </a:lvl1pPr>
                      <a:lvl2pPr marL="342917" algn="l" defTabSz="685832" rtl="0" eaLnBrk="1" latinLnBrk="0" hangingPunct="1">
                        <a:defRPr sz="1349" b="1" kern="1200">
                          <a:solidFill>
                            <a:schemeClr val="lt1"/>
                          </a:solidFill>
                          <a:latin typeface="Calibri" panose="020F0502020204030204"/>
                        </a:defRPr>
                      </a:lvl2pPr>
                      <a:lvl3pPr marL="685832" algn="l" defTabSz="685832" rtl="0" eaLnBrk="1" latinLnBrk="0" hangingPunct="1">
                        <a:defRPr sz="1349" b="1" kern="1200">
                          <a:solidFill>
                            <a:schemeClr val="lt1"/>
                          </a:solidFill>
                          <a:latin typeface="Calibri" panose="020F0502020204030204"/>
                        </a:defRPr>
                      </a:lvl3pPr>
                      <a:lvl4pPr marL="1028749" algn="l" defTabSz="685832" rtl="0" eaLnBrk="1" latinLnBrk="0" hangingPunct="1">
                        <a:defRPr sz="1349" b="1" kern="1200">
                          <a:solidFill>
                            <a:schemeClr val="lt1"/>
                          </a:solidFill>
                          <a:latin typeface="Calibri" panose="020F0502020204030204"/>
                        </a:defRPr>
                      </a:lvl4pPr>
                      <a:lvl5pPr marL="1371663" algn="l" defTabSz="685832" rtl="0" eaLnBrk="1" latinLnBrk="0" hangingPunct="1">
                        <a:defRPr sz="1349" b="1" kern="1200">
                          <a:solidFill>
                            <a:schemeClr val="lt1"/>
                          </a:solidFill>
                          <a:latin typeface="Calibri" panose="020F0502020204030204"/>
                        </a:defRPr>
                      </a:lvl5pPr>
                      <a:lvl6pPr marL="1714580" algn="l" defTabSz="685832" rtl="0" eaLnBrk="1" latinLnBrk="0" hangingPunct="1">
                        <a:defRPr sz="1349" b="1" kern="1200">
                          <a:solidFill>
                            <a:schemeClr val="lt1"/>
                          </a:solidFill>
                          <a:latin typeface="Calibri" panose="020F0502020204030204"/>
                        </a:defRPr>
                      </a:lvl6pPr>
                      <a:lvl7pPr marL="2057496" algn="l" defTabSz="685832" rtl="0" eaLnBrk="1" latinLnBrk="0" hangingPunct="1">
                        <a:defRPr sz="1349" b="1" kern="1200">
                          <a:solidFill>
                            <a:schemeClr val="lt1"/>
                          </a:solidFill>
                          <a:latin typeface="Calibri" panose="020F0502020204030204"/>
                        </a:defRPr>
                      </a:lvl7pPr>
                      <a:lvl8pPr marL="2400413" algn="l" defTabSz="685832" rtl="0" eaLnBrk="1" latinLnBrk="0" hangingPunct="1">
                        <a:defRPr sz="1349" b="1" kern="1200">
                          <a:solidFill>
                            <a:schemeClr val="lt1"/>
                          </a:solidFill>
                          <a:latin typeface="Calibri" panose="020F0502020204030204"/>
                        </a:defRPr>
                      </a:lvl8pPr>
                      <a:lvl9pPr marL="2743328" algn="l" defTabSz="685832" rtl="0" eaLnBrk="1" latinLnBrk="0" hangingPunct="1">
                        <a:defRPr sz="1349" b="1" kern="1200">
                          <a:solidFill>
                            <a:schemeClr val="lt1"/>
                          </a:solidFill>
                          <a:latin typeface="Calibri" panose="020F0502020204030204"/>
                        </a:defRPr>
                      </a:lvl9pPr>
                    </a:lstStyle>
                    <a:p>
                      <a:r>
                        <a:rPr lang="de-DE" sz="2000" dirty="0">
                          <a:solidFill>
                            <a:schemeClr val="tx1"/>
                          </a:solidFill>
                          <a:latin typeface="Times New Roman" panose="02020603050405020304" pitchFamily="18" charset="0"/>
                        </a:rPr>
                        <a:t>Datentyp</a:t>
                      </a:r>
                    </a:p>
                  </a:txBody>
                  <a:tcPr marL="91400" marR="91400" marT="45642" marB="45642">
                    <a:lnL>
                      <a:noFill/>
                    </a:lnL>
                    <a:lnR>
                      <a:noFill/>
                    </a:lnR>
                    <a:lnT>
                      <a:noFill/>
                    </a:lnT>
                    <a:lnB>
                      <a:noFill/>
                    </a:lnB>
                    <a:lnTlToBr w="12700" cmpd="sng">
                      <a:noFill/>
                      <a:prstDash val="solid"/>
                    </a:lnTlToBr>
                    <a:lnBlToTr w="12700" cmpd="sng">
                      <a:noFill/>
                      <a:prstDash val="solid"/>
                    </a:lnBlToTr>
                    <a:solidFill>
                      <a:srgbClr val="E7E6E6">
                        <a:lumMod val="60000"/>
                        <a:lumOff val="40000"/>
                      </a:srgbClr>
                    </a:solidFill>
                  </a:tcPr>
                </a:tc>
                <a:tc>
                  <a:txBody>
                    <a:bodyPr/>
                    <a:lstStyle>
                      <a:lvl1pPr marL="0" algn="l" defTabSz="685832" rtl="0" eaLnBrk="1" latinLnBrk="0" hangingPunct="1">
                        <a:defRPr sz="1349" b="1" kern="1200">
                          <a:solidFill>
                            <a:schemeClr val="lt1"/>
                          </a:solidFill>
                          <a:latin typeface="Calibri" panose="020F0502020204030204"/>
                        </a:defRPr>
                      </a:lvl1pPr>
                      <a:lvl2pPr marL="342917" algn="l" defTabSz="685832" rtl="0" eaLnBrk="1" latinLnBrk="0" hangingPunct="1">
                        <a:defRPr sz="1349" b="1" kern="1200">
                          <a:solidFill>
                            <a:schemeClr val="lt1"/>
                          </a:solidFill>
                          <a:latin typeface="Calibri" panose="020F0502020204030204"/>
                        </a:defRPr>
                      </a:lvl2pPr>
                      <a:lvl3pPr marL="685832" algn="l" defTabSz="685832" rtl="0" eaLnBrk="1" latinLnBrk="0" hangingPunct="1">
                        <a:defRPr sz="1349" b="1" kern="1200">
                          <a:solidFill>
                            <a:schemeClr val="lt1"/>
                          </a:solidFill>
                          <a:latin typeface="Calibri" panose="020F0502020204030204"/>
                        </a:defRPr>
                      </a:lvl3pPr>
                      <a:lvl4pPr marL="1028749" algn="l" defTabSz="685832" rtl="0" eaLnBrk="1" latinLnBrk="0" hangingPunct="1">
                        <a:defRPr sz="1349" b="1" kern="1200">
                          <a:solidFill>
                            <a:schemeClr val="lt1"/>
                          </a:solidFill>
                          <a:latin typeface="Calibri" panose="020F0502020204030204"/>
                        </a:defRPr>
                      </a:lvl4pPr>
                      <a:lvl5pPr marL="1371663" algn="l" defTabSz="685832" rtl="0" eaLnBrk="1" latinLnBrk="0" hangingPunct="1">
                        <a:defRPr sz="1349" b="1" kern="1200">
                          <a:solidFill>
                            <a:schemeClr val="lt1"/>
                          </a:solidFill>
                          <a:latin typeface="Calibri" panose="020F0502020204030204"/>
                        </a:defRPr>
                      </a:lvl5pPr>
                      <a:lvl6pPr marL="1714580" algn="l" defTabSz="685832" rtl="0" eaLnBrk="1" latinLnBrk="0" hangingPunct="1">
                        <a:defRPr sz="1349" b="1" kern="1200">
                          <a:solidFill>
                            <a:schemeClr val="lt1"/>
                          </a:solidFill>
                          <a:latin typeface="Calibri" panose="020F0502020204030204"/>
                        </a:defRPr>
                      </a:lvl6pPr>
                      <a:lvl7pPr marL="2057496" algn="l" defTabSz="685832" rtl="0" eaLnBrk="1" latinLnBrk="0" hangingPunct="1">
                        <a:defRPr sz="1349" b="1" kern="1200">
                          <a:solidFill>
                            <a:schemeClr val="lt1"/>
                          </a:solidFill>
                          <a:latin typeface="Calibri" panose="020F0502020204030204"/>
                        </a:defRPr>
                      </a:lvl7pPr>
                      <a:lvl8pPr marL="2400413" algn="l" defTabSz="685832" rtl="0" eaLnBrk="1" latinLnBrk="0" hangingPunct="1">
                        <a:defRPr sz="1349" b="1" kern="1200">
                          <a:solidFill>
                            <a:schemeClr val="lt1"/>
                          </a:solidFill>
                          <a:latin typeface="Calibri" panose="020F0502020204030204"/>
                        </a:defRPr>
                      </a:lvl8pPr>
                      <a:lvl9pPr marL="2743328" algn="l" defTabSz="685832" rtl="0" eaLnBrk="1" latinLnBrk="0" hangingPunct="1">
                        <a:defRPr sz="1349" b="1" kern="1200">
                          <a:solidFill>
                            <a:schemeClr val="lt1"/>
                          </a:solidFill>
                          <a:latin typeface="Calibri" panose="020F0502020204030204"/>
                        </a:defRPr>
                      </a:lvl9pPr>
                    </a:lstStyle>
                    <a:p>
                      <a:r>
                        <a:rPr lang="de-DE" sz="2000" dirty="0">
                          <a:solidFill>
                            <a:schemeClr val="tx1"/>
                          </a:solidFill>
                          <a:latin typeface="Times New Roman" panose="02020603050405020304" pitchFamily="18" charset="0"/>
                        </a:rPr>
                        <a:t>Adresse</a:t>
                      </a:r>
                    </a:p>
                  </a:txBody>
                  <a:tcPr marL="91400" marR="91400" marT="45642" marB="45642">
                    <a:lnL>
                      <a:noFill/>
                    </a:lnL>
                    <a:lnR>
                      <a:noFill/>
                    </a:lnR>
                    <a:lnT>
                      <a:noFill/>
                    </a:lnT>
                    <a:lnB>
                      <a:noFill/>
                    </a:lnB>
                    <a:lnTlToBr w="12700" cmpd="sng">
                      <a:noFill/>
                      <a:prstDash val="solid"/>
                    </a:lnTlToBr>
                    <a:lnBlToTr w="12700" cmpd="sng">
                      <a:noFill/>
                      <a:prstDash val="solid"/>
                    </a:lnBlToTr>
                    <a:solidFill>
                      <a:srgbClr val="E7E6E6">
                        <a:lumMod val="60000"/>
                        <a:lumOff val="40000"/>
                      </a:srgbClr>
                    </a:solidFill>
                  </a:tcPr>
                </a:tc>
                <a:extLst>
                  <a:ext uri="{0D108BD9-81ED-4DB2-BD59-A6C34878D82A}">
                    <a16:rowId xmlns:a16="http://schemas.microsoft.com/office/drawing/2014/main" val="10000"/>
                  </a:ext>
                </a:extLst>
              </a:tr>
              <a:tr h="396082">
                <a:tc>
                  <a:txBody>
                    <a:bodyPr/>
                    <a:lstStyle>
                      <a:lvl1pPr marL="0" algn="l" defTabSz="685832" rtl="0" eaLnBrk="1" latinLnBrk="0" hangingPunct="1">
                        <a:defRPr sz="1349" kern="1200">
                          <a:solidFill>
                            <a:schemeClr val="dk1"/>
                          </a:solidFill>
                          <a:latin typeface="Calibri" panose="020F0502020204030204"/>
                        </a:defRPr>
                      </a:lvl1pPr>
                      <a:lvl2pPr marL="342917" algn="l" defTabSz="685832" rtl="0" eaLnBrk="1" latinLnBrk="0" hangingPunct="1">
                        <a:defRPr sz="1349" kern="1200">
                          <a:solidFill>
                            <a:schemeClr val="dk1"/>
                          </a:solidFill>
                          <a:latin typeface="Calibri" panose="020F0502020204030204"/>
                        </a:defRPr>
                      </a:lvl2pPr>
                      <a:lvl3pPr marL="685832" algn="l" defTabSz="685832" rtl="0" eaLnBrk="1" latinLnBrk="0" hangingPunct="1">
                        <a:defRPr sz="1349" kern="1200">
                          <a:solidFill>
                            <a:schemeClr val="dk1"/>
                          </a:solidFill>
                          <a:latin typeface="Calibri" panose="020F0502020204030204"/>
                        </a:defRPr>
                      </a:lvl3pPr>
                      <a:lvl4pPr marL="1028749" algn="l" defTabSz="685832" rtl="0" eaLnBrk="1" latinLnBrk="0" hangingPunct="1">
                        <a:defRPr sz="1349" kern="1200">
                          <a:solidFill>
                            <a:schemeClr val="dk1"/>
                          </a:solidFill>
                          <a:latin typeface="Calibri" panose="020F0502020204030204"/>
                        </a:defRPr>
                      </a:lvl4pPr>
                      <a:lvl5pPr marL="1371663" algn="l" defTabSz="685832" rtl="0" eaLnBrk="1" latinLnBrk="0" hangingPunct="1">
                        <a:defRPr sz="1349" kern="1200">
                          <a:solidFill>
                            <a:schemeClr val="dk1"/>
                          </a:solidFill>
                          <a:latin typeface="Calibri" panose="020F0502020204030204"/>
                        </a:defRPr>
                      </a:lvl5pPr>
                      <a:lvl6pPr marL="1714580" algn="l" defTabSz="685832" rtl="0" eaLnBrk="1" latinLnBrk="0" hangingPunct="1">
                        <a:defRPr sz="1349" kern="1200">
                          <a:solidFill>
                            <a:schemeClr val="dk1"/>
                          </a:solidFill>
                          <a:latin typeface="Calibri" panose="020F0502020204030204"/>
                        </a:defRPr>
                      </a:lvl6pPr>
                      <a:lvl7pPr marL="2057496" algn="l" defTabSz="685832" rtl="0" eaLnBrk="1" latinLnBrk="0" hangingPunct="1">
                        <a:defRPr sz="1349" kern="1200">
                          <a:solidFill>
                            <a:schemeClr val="dk1"/>
                          </a:solidFill>
                          <a:latin typeface="Calibri" panose="020F0502020204030204"/>
                        </a:defRPr>
                      </a:lvl7pPr>
                      <a:lvl8pPr marL="2400413" algn="l" defTabSz="685832" rtl="0" eaLnBrk="1" latinLnBrk="0" hangingPunct="1">
                        <a:defRPr sz="1349" kern="1200">
                          <a:solidFill>
                            <a:schemeClr val="dk1"/>
                          </a:solidFill>
                          <a:latin typeface="Calibri" panose="020F0502020204030204"/>
                        </a:defRPr>
                      </a:lvl8pPr>
                      <a:lvl9pPr marL="2743328" algn="l" defTabSz="685832" rtl="0" eaLnBrk="1" latinLnBrk="0" hangingPunct="1">
                        <a:defRPr sz="1349" kern="1200">
                          <a:solidFill>
                            <a:schemeClr val="dk1"/>
                          </a:solidFill>
                          <a:latin typeface="Calibri" panose="020F0502020204030204"/>
                        </a:defRPr>
                      </a:lvl9pPr>
                    </a:lstStyle>
                    <a:p>
                      <a:r>
                        <a:rPr lang="de-DE" sz="2000" dirty="0">
                          <a:latin typeface="Times New Roman" panose="02020603050405020304" pitchFamily="18" charset="0"/>
                        </a:rPr>
                        <a:t>Sensor1</a:t>
                      </a:r>
                    </a:p>
                  </a:txBody>
                  <a:tcPr marL="91400" marR="91400" marT="45642" marB="45642">
                    <a:lnL>
                      <a:noFill/>
                    </a:lnL>
                    <a:lnR>
                      <a:noFill/>
                    </a:lnR>
                    <a:lnT>
                      <a:noFill/>
                    </a:lnT>
                    <a:lnB>
                      <a:noFill/>
                    </a:lnB>
                    <a:lnTlToBr w="12700" cmpd="sng">
                      <a:noFill/>
                      <a:prstDash val="solid"/>
                    </a:lnTlToBr>
                    <a:lnBlToTr w="12700" cmpd="sng">
                      <a:noFill/>
                      <a:prstDash val="solid"/>
                    </a:lnBlToTr>
                    <a:solidFill>
                      <a:srgbClr val="A5A5A5">
                        <a:tint val="40000"/>
                      </a:srgbClr>
                    </a:solidFill>
                  </a:tcPr>
                </a:tc>
                <a:tc>
                  <a:txBody>
                    <a:bodyPr/>
                    <a:lstStyle>
                      <a:lvl1pPr marL="0" algn="l" defTabSz="685832" rtl="0" eaLnBrk="1" latinLnBrk="0" hangingPunct="1">
                        <a:defRPr sz="1349" kern="1200">
                          <a:solidFill>
                            <a:schemeClr val="dk1"/>
                          </a:solidFill>
                          <a:latin typeface="Calibri" panose="020F0502020204030204"/>
                        </a:defRPr>
                      </a:lvl1pPr>
                      <a:lvl2pPr marL="342917" algn="l" defTabSz="685832" rtl="0" eaLnBrk="1" latinLnBrk="0" hangingPunct="1">
                        <a:defRPr sz="1349" kern="1200">
                          <a:solidFill>
                            <a:schemeClr val="dk1"/>
                          </a:solidFill>
                          <a:latin typeface="Calibri" panose="020F0502020204030204"/>
                        </a:defRPr>
                      </a:lvl2pPr>
                      <a:lvl3pPr marL="685832" algn="l" defTabSz="685832" rtl="0" eaLnBrk="1" latinLnBrk="0" hangingPunct="1">
                        <a:defRPr sz="1349" kern="1200">
                          <a:solidFill>
                            <a:schemeClr val="dk1"/>
                          </a:solidFill>
                          <a:latin typeface="Calibri" panose="020F0502020204030204"/>
                        </a:defRPr>
                      </a:lvl3pPr>
                      <a:lvl4pPr marL="1028749" algn="l" defTabSz="685832" rtl="0" eaLnBrk="1" latinLnBrk="0" hangingPunct="1">
                        <a:defRPr sz="1349" kern="1200">
                          <a:solidFill>
                            <a:schemeClr val="dk1"/>
                          </a:solidFill>
                          <a:latin typeface="Calibri" panose="020F0502020204030204"/>
                        </a:defRPr>
                      </a:lvl4pPr>
                      <a:lvl5pPr marL="1371663" algn="l" defTabSz="685832" rtl="0" eaLnBrk="1" latinLnBrk="0" hangingPunct="1">
                        <a:defRPr sz="1349" kern="1200">
                          <a:solidFill>
                            <a:schemeClr val="dk1"/>
                          </a:solidFill>
                          <a:latin typeface="Calibri" panose="020F0502020204030204"/>
                        </a:defRPr>
                      </a:lvl5pPr>
                      <a:lvl6pPr marL="1714580" algn="l" defTabSz="685832" rtl="0" eaLnBrk="1" latinLnBrk="0" hangingPunct="1">
                        <a:defRPr sz="1349" kern="1200">
                          <a:solidFill>
                            <a:schemeClr val="dk1"/>
                          </a:solidFill>
                          <a:latin typeface="Calibri" panose="020F0502020204030204"/>
                        </a:defRPr>
                      </a:lvl6pPr>
                      <a:lvl7pPr marL="2057496" algn="l" defTabSz="685832" rtl="0" eaLnBrk="1" latinLnBrk="0" hangingPunct="1">
                        <a:defRPr sz="1349" kern="1200">
                          <a:solidFill>
                            <a:schemeClr val="dk1"/>
                          </a:solidFill>
                          <a:latin typeface="Calibri" panose="020F0502020204030204"/>
                        </a:defRPr>
                      </a:lvl7pPr>
                      <a:lvl8pPr marL="2400413" algn="l" defTabSz="685832" rtl="0" eaLnBrk="1" latinLnBrk="0" hangingPunct="1">
                        <a:defRPr sz="1349" kern="1200">
                          <a:solidFill>
                            <a:schemeClr val="dk1"/>
                          </a:solidFill>
                          <a:latin typeface="Calibri" panose="020F0502020204030204"/>
                        </a:defRPr>
                      </a:lvl8pPr>
                      <a:lvl9pPr marL="2743328" algn="l" defTabSz="685832" rtl="0" eaLnBrk="1" latinLnBrk="0" hangingPunct="1">
                        <a:defRPr sz="1349" kern="1200">
                          <a:solidFill>
                            <a:schemeClr val="dk1"/>
                          </a:solidFill>
                          <a:latin typeface="Calibri" panose="020F0502020204030204"/>
                        </a:defRPr>
                      </a:lvl9pPr>
                    </a:lstStyle>
                    <a:p>
                      <a:r>
                        <a:rPr lang="de-DE" sz="2000" dirty="0" err="1">
                          <a:latin typeface="Times New Roman" panose="02020603050405020304" pitchFamily="18" charset="0"/>
                        </a:rPr>
                        <a:t>Bool</a:t>
                      </a:r>
                      <a:endParaRPr lang="de-DE" sz="2000" dirty="0">
                        <a:latin typeface="Times New Roman" panose="02020603050405020304" pitchFamily="18" charset="0"/>
                      </a:endParaRPr>
                    </a:p>
                  </a:txBody>
                  <a:tcPr marL="91400" marR="91400" marT="45642" marB="45642">
                    <a:lnL>
                      <a:noFill/>
                    </a:lnL>
                    <a:lnR>
                      <a:noFill/>
                    </a:lnR>
                    <a:lnT>
                      <a:noFill/>
                    </a:lnT>
                    <a:lnB>
                      <a:noFill/>
                    </a:lnB>
                    <a:lnTlToBr w="12700" cmpd="sng">
                      <a:noFill/>
                      <a:prstDash val="solid"/>
                    </a:lnTlToBr>
                    <a:lnBlToTr w="12700" cmpd="sng">
                      <a:noFill/>
                      <a:prstDash val="solid"/>
                    </a:lnBlToTr>
                    <a:solidFill>
                      <a:srgbClr val="A5A5A5">
                        <a:tint val="40000"/>
                      </a:srgbClr>
                    </a:solidFill>
                  </a:tcPr>
                </a:tc>
                <a:tc>
                  <a:txBody>
                    <a:bodyPr/>
                    <a:lstStyle>
                      <a:lvl1pPr marL="0" algn="l" defTabSz="685832" rtl="0" eaLnBrk="1" latinLnBrk="0" hangingPunct="1">
                        <a:defRPr sz="1349" kern="1200">
                          <a:solidFill>
                            <a:schemeClr val="dk1"/>
                          </a:solidFill>
                          <a:latin typeface="Calibri" panose="020F0502020204030204"/>
                        </a:defRPr>
                      </a:lvl1pPr>
                      <a:lvl2pPr marL="342917" algn="l" defTabSz="685832" rtl="0" eaLnBrk="1" latinLnBrk="0" hangingPunct="1">
                        <a:defRPr sz="1349" kern="1200">
                          <a:solidFill>
                            <a:schemeClr val="dk1"/>
                          </a:solidFill>
                          <a:latin typeface="Calibri" panose="020F0502020204030204"/>
                        </a:defRPr>
                      </a:lvl2pPr>
                      <a:lvl3pPr marL="685832" algn="l" defTabSz="685832" rtl="0" eaLnBrk="1" latinLnBrk="0" hangingPunct="1">
                        <a:defRPr sz="1349" kern="1200">
                          <a:solidFill>
                            <a:schemeClr val="dk1"/>
                          </a:solidFill>
                          <a:latin typeface="Calibri" panose="020F0502020204030204"/>
                        </a:defRPr>
                      </a:lvl3pPr>
                      <a:lvl4pPr marL="1028749" algn="l" defTabSz="685832" rtl="0" eaLnBrk="1" latinLnBrk="0" hangingPunct="1">
                        <a:defRPr sz="1349" kern="1200">
                          <a:solidFill>
                            <a:schemeClr val="dk1"/>
                          </a:solidFill>
                          <a:latin typeface="Calibri" panose="020F0502020204030204"/>
                        </a:defRPr>
                      </a:lvl4pPr>
                      <a:lvl5pPr marL="1371663" algn="l" defTabSz="685832" rtl="0" eaLnBrk="1" latinLnBrk="0" hangingPunct="1">
                        <a:defRPr sz="1349" kern="1200">
                          <a:solidFill>
                            <a:schemeClr val="dk1"/>
                          </a:solidFill>
                          <a:latin typeface="Calibri" panose="020F0502020204030204"/>
                        </a:defRPr>
                      </a:lvl5pPr>
                      <a:lvl6pPr marL="1714580" algn="l" defTabSz="685832" rtl="0" eaLnBrk="1" latinLnBrk="0" hangingPunct="1">
                        <a:defRPr sz="1349" kern="1200">
                          <a:solidFill>
                            <a:schemeClr val="dk1"/>
                          </a:solidFill>
                          <a:latin typeface="Calibri" panose="020F0502020204030204"/>
                        </a:defRPr>
                      </a:lvl6pPr>
                      <a:lvl7pPr marL="2057496" algn="l" defTabSz="685832" rtl="0" eaLnBrk="1" latinLnBrk="0" hangingPunct="1">
                        <a:defRPr sz="1349" kern="1200">
                          <a:solidFill>
                            <a:schemeClr val="dk1"/>
                          </a:solidFill>
                          <a:latin typeface="Calibri" panose="020F0502020204030204"/>
                        </a:defRPr>
                      </a:lvl7pPr>
                      <a:lvl8pPr marL="2400413" algn="l" defTabSz="685832" rtl="0" eaLnBrk="1" latinLnBrk="0" hangingPunct="1">
                        <a:defRPr sz="1349" kern="1200">
                          <a:solidFill>
                            <a:schemeClr val="dk1"/>
                          </a:solidFill>
                          <a:latin typeface="Calibri" panose="020F0502020204030204"/>
                        </a:defRPr>
                      </a:lvl8pPr>
                      <a:lvl9pPr marL="2743328" algn="l" defTabSz="685832" rtl="0" eaLnBrk="1" latinLnBrk="0" hangingPunct="1">
                        <a:defRPr sz="1349" kern="1200">
                          <a:solidFill>
                            <a:schemeClr val="dk1"/>
                          </a:solidFill>
                          <a:latin typeface="Calibri" panose="020F0502020204030204"/>
                        </a:defRPr>
                      </a:lvl9pPr>
                    </a:lstStyle>
                    <a:p>
                      <a:r>
                        <a:rPr lang="de-DE" sz="2000" dirty="0">
                          <a:latin typeface="Times New Roman" panose="02020603050405020304" pitchFamily="18" charset="0"/>
                        </a:rPr>
                        <a:t>%I0.4</a:t>
                      </a:r>
                    </a:p>
                  </a:txBody>
                  <a:tcPr marL="91400" marR="91400" marT="45642" marB="45642">
                    <a:lnL>
                      <a:noFill/>
                    </a:lnL>
                    <a:lnR>
                      <a:noFill/>
                    </a:lnR>
                    <a:lnT>
                      <a:noFill/>
                    </a:lnT>
                    <a:lnB>
                      <a:noFill/>
                    </a:lnB>
                    <a:lnTlToBr w="12700" cmpd="sng">
                      <a:noFill/>
                      <a:prstDash val="solid"/>
                    </a:lnTlToBr>
                    <a:lnBlToTr w="12700" cmpd="sng">
                      <a:noFill/>
                      <a:prstDash val="solid"/>
                    </a:lnBlToTr>
                    <a:solidFill>
                      <a:srgbClr val="A5A5A5">
                        <a:tint val="40000"/>
                      </a:srgbClr>
                    </a:solidFill>
                  </a:tcPr>
                </a:tc>
                <a:extLst>
                  <a:ext uri="{0D108BD9-81ED-4DB2-BD59-A6C34878D82A}">
                    <a16:rowId xmlns:a16="http://schemas.microsoft.com/office/drawing/2014/main" val="10001"/>
                  </a:ext>
                </a:extLst>
              </a:tr>
            </a:tbl>
          </a:graphicData>
        </a:graphic>
      </p:graphicFrame>
      <p:sp>
        <p:nvSpPr>
          <p:cNvPr id="197647" name="Textfeld 8"/>
          <p:cNvSpPr txBox="1">
            <a:spLocks noChangeArrowheads="1"/>
          </p:cNvSpPr>
          <p:nvPr/>
        </p:nvSpPr>
        <p:spPr bwMode="auto">
          <a:xfrm>
            <a:off x="7419975" y="5013325"/>
            <a:ext cx="20669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altLang="de-DE" sz="3600" b="0" i="0" u="none" strike="noStrike" kern="1200" cap="none" spc="0" normalizeH="0" baseline="0" noProof="0">
                <a:ln>
                  <a:noFill/>
                </a:ln>
                <a:solidFill>
                  <a:srgbClr val="7F7F7F"/>
                </a:solidFill>
                <a:effectLst/>
                <a:uLnTx/>
                <a:uFillTx/>
                <a:latin typeface="Times New Roman" panose="02020603050405020304" pitchFamily="18" charset="0"/>
                <a:ea typeface="+mn-ea"/>
                <a:cs typeface="+mn-cs"/>
              </a:rPr>
              <a:t>„Sensor1“</a:t>
            </a:r>
          </a:p>
        </p:txBody>
      </p:sp>
      <p:sp>
        <p:nvSpPr>
          <p:cNvPr id="1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6" name="Straight Connector 15"/>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765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7652"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3521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98658" name="Title 2"/>
          <p:cNvSpPr txBox="1">
            <a:spLocks noChangeArrowheads="1"/>
          </p:cNvSpPr>
          <p:nvPr/>
        </p:nvSpPr>
        <p:spPr bwMode="auto">
          <a:xfrm>
            <a:off x="3479800" y="782638"/>
            <a:ext cx="54054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CÀI ĐẶT CẤU HÌNH TCP/IP</a:t>
            </a:r>
          </a:p>
        </p:txBody>
      </p:sp>
      <p:sp>
        <p:nvSpPr>
          <p:cNvPr id="198659" name="Rectangle 3"/>
          <p:cNvSpPr txBox="1">
            <a:spLocks noChangeArrowheads="1"/>
          </p:cNvSpPr>
          <p:nvPr/>
        </p:nvSpPr>
        <p:spPr bwMode="auto">
          <a:xfrm>
            <a:off x="1981200" y="1249363"/>
            <a:ext cx="7993063"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10000"/>
              </a:lnSpc>
              <a:spcBef>
                <a:spcPct val="0"/>
              </a:spcBef>
              <a:spcAft>
                <a:spcPct val="0"/>
              </a:spcAft>
              <a:buClr>
                <a:srgbClr val="ED7D31"/>
              </a:buClr>
              <a:buSzPct val="150000"/>
              <a:buFontTx/>
              <a:buNone/>
              <a:tabLst/>
              <a:defRPr/>
            </a:pPr>
            <a:r>
              <a:rPr kumimoji="0" lang="en-GB" altLang="de-DE"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	</a:t>
            </a:r>
            <a:r>
              <a:rPr kumimoji="0" lang="vi-VN" altLang="de-DE"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TCP / IP (Transmission Control Protocol / Internet Protocol</a:t>
            </a:r>
            <a:r>
              <a:rPr kumimoji="0" lang="vi-VN" altLang="de-DE"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 là giao thức mạng được sử dụng rộng rãi nhất. Việc thực hiện các chức năng định tuyến của giao thức này cho phép sự linh hoạt tối đa trong một mạng doanh nghiệp.</a:t>
            </a:r>
            <a:endParaRPr kumimoji="0" lang="en-US" altLang="de-DE"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a:p>
            <a:pPr marL="0" marR="0" lvl="0" indent="0" algn="just" defTabSz="914400" rtl="0" eaLnBrk="0" fontAlgn="base" latinLnBrk="0" hangingPunct="0">
              <a:lnSpc>
                <a:spcPct val="110000"/>
              </a:lnSpc>
              <a:spcBef>
                <a:spcPct val="0"/>
              </a:spcBef>
              <a:spcAft>
                <a:spcPct val="0"/>
              </a:spcAft>
              <a:buClr>
                <a:srgbClr val="ED7D31"/>
              </a:buClr>
              <a:buSzPct val="150000"/>
              <a:buFontTx/>
              <a:buNone/>
              <a:tabLst/>
              <a:defRPr/>
            </a:pPr>
            <a:r>
              <a:rPr kumimoji="0" lang="de-DE" altLang="de-DE"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	Để truyền thông cơ bản trong mạng </a:t>
            </a:r>
            <a:r>
              <a:rPr kumimoji="0" lang="de-DE" altLang="de-DE"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PROFINET </a:t>
            </a:r>
            <a:r>
              <a:rPr kumimoji="0" lang="de-DE" altLang="de-DE"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chắc chắn hoạt động </a:t>
            </a:r>
            <a:r>
              <a:rPr kumimoji="0" lang="de-DE" altLang="de-DE"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 </a:t>
            </a:r>
            <a:r>
              <a:rPr kumimoji="0" lang="de-DE" altLang="de-DE"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mỗi thành phần mạng trong cùng mảng có địa chỉ IP riêng.</a:t>
            </a:r>
          </a:p>
        </p:txBody>
      </p:sp>
      <p:grpSp>
        <p:nvGrpSpPr>
          <p:cNvPr id="198660" name="Gruppieren 102"/>
          <p:cNvGrpSpPr>
            <a:grpSpLocks/>
          </p:cNvGrpSpPr>
          <p:nvPr/>
        </p:nvGrpSpPr>
        <p:grpSpPr bwMode="auto">
          <a:xfrm>
            <a:off x="2811463" y="3814763"/>
            <a:ext cx="6569075" cy="2544762"/>
            <a:chOff x="1198548" y="3902634"/>
            <a:chExt cx="6569075" cy="2544208"/>
          </a:xfrm>
        </p:grpSpPr>
        <p:sp>
          <p:nvSpPr>
            <p:cNvPr id="52" name="Rectangle 44"/>
            <p:cNvSpPr>
              <a:spLocks noChangeArrowheads="1"/>
            </p:cNvSpPr>
            <p:nvPr/>
          </p:nvSpPr>
          <p:spPr bwMode="auto">
            <a:xfrm>
              <a:off x="4946635" y="4972376"/>
              <a:ext cx="2373313" cy="503127"/>
            </a:xfrm>
            <a:prstGeom prst="rect">
              <a:avLst/>
            </a:prstGeom>
            <a:noFill/>
            <a:ln>
              <a:noFill/>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de-DE" sz="18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z.B.: </a:t>
              </a:r>
              <a:r>
                <a:rPr kumimoji="0" lang="en-US" altLang="de-DE" sz="1800" b="0" i="0" u="none" strike="noStrike" kern="0" cap="none" spc="0" normalizeH="0" baseline="0" noProof="0">
                  <a:ln>
                    <a:noFill/>
                  </a:ln>
                  <a:solidFill>
                    <a:srgbClr val="0099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192.168.1</a:t>
              </a:r>
              <a:r>
                <a:rPr kumimoji="0" lang="en-US" altLang="de-DE" sz="18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.2</a:t>
              </a:r>
            </a:p>
          </p:txBody>
        </p:sp>
        <p:sp>
          <p:nvSpPr>
            <p:cNvPr id="53" name="Rectangle 43"/>
            <p:cNvSpPr>
              <a:spLocks noChangeArrowheads="1"/>
            </p:cNvSpPr>
            <p:nvPr/>
          </p:nvSpPr>
          <p:spPr bwMode="auto">
            <a:xfrm>
              <a:off x="4010010" y="4972376"/>
              <a:ext cx="936625" cy="503127"/>
            </a:xfrm>
            <a:prstGeom prst="rect">
              <a:avLst/>
            </a:prstGeom>
            <a:noFill/>
            <a:ln>
              <a:noFill/>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altLang="de-DE" sz="18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1...254</a:t>
              </a:r>
            </a:p>
          </p:txBody>
        </p:sp>
        <p:sp>
          <p:nvSpPr>
            <p:cNvPr id="54" name="Rectangle 42"/>
            <p:cNvSpPr>
              <a:spLocks noChangeArrowheads="1"/>
            </p:cNvSpPr>
            <p:nvPr/>
          </p:nvSpPr>
          <p:spPr bwMode="auto">
            <a:xfrm>
              <a:off x="3071798" y="4972376"/>
              <a:ext cx="938212" cy="503127"/>
            </a:xfrm>
            <a:prstGeom prst="rect">
              <a:avLst/>
            </a:prstGeom>
            <a:no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de-DE" sz="1800" b="0" i="0" u="none" strike="noStrike" kern="0" cap="none" spc="0" normalizeH="0" baseline="0" noProof="0" dirty="0">
                  <a:ln>
                    <a:noFill/>
                  </a:ln>
                  <a:solidFill>
                    <a:srgbClr val="009900"/>
                  </a:solidFill>
                  <a:effectLst/>
                  <a:uLnTx/>
                  <a:uFillTx/>
                  <a:latin typeface="Times New Roman" panose="02020603050405020304" pitchFamily="18" charset="0"/>
                  <a:ea typeface="Times New Roman" pitchFamily="18" charset="0"/>
                  <a:cs typeface="Times New Roman" panose="02020603050405020304" pitchFamily="18" charset="0"/>
                </a:rPr>
                <a:t>0...255</a:t>
              </a:r>
            </a:p>
          </p:txBody>
        </p:sp>
        <p:sp>
          <p:nvSpPr>
            <p:cNvPr id="55" name="Rectangle 41"/>
            <p:cNvSpPr>
              <a:spLocks noChangeArrowheads="1"/>
            </p:cNvSpPr>
            <p:nvPr/>
          </p:nvSpPr>
          <p:spPr bwMode="auto">
            <a:xfrm>
              <a:off x="2133585" y="4972376"/>
              <a:ext cx="938213" cy="503127"/>
            </a:xfrm>
            <a:prstGeom prst="rect">
              <a:avLst/>
            </a:prstGeom>
            <a:no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de-DE" sz="1800" b="0" i="0" u="none" strike="noStrike" kern="0" cap="none" spc="0" normalizeH="0" baseline="0" noProof="0" dirty="0">
                  <a:ln>
                    <a:noFill/>
                  </a:ln>
                  <a:solidFill>
                    <a:srgbClr val="009900"/>
                  </a:solidFill>
                  <a:effectLst/>
                  <a:uLnTx/>
                  <a:uFillTx/>
                  <a:latin typeface="Times New Roman" panose="02020603050405020304" pitchFamily="18" charset="0"/>
                  <a:ea typeface="Times New Roman" pitchFamily="18" charset="0"/>
                  <a:cs typeface="Times New Roman" panose="02020603050405020304" pitchFamily="18" charset="0"/>
                </a:rPr>
                <a:t>0...255</a:t>
              </a:r>
            </a:p>
          </p:txBody>
        </p:sp>
        <p:sp>
          <p:nvSpPr>
            <p:cNvPr id="56" name="Rectangle 40"/>
            <p:cNvSpPr>
              <a:spLocks noChangeArrowheads="1"/>
            </p:cNvSpPr>
            <p:nvPr/>
          </p:nvSpPr>
          <p:spPr bwMode="auto">
            <a:xfrm>
              <a:off x="1198548" y="4972376"/>
              <a:ext cx="935037" cy="503127"/>
            </a:xfrm>
            <a:prstGeom prst="rect">
              <a:avLst/>
            </a:prstGeom>
            <a:no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de-DE" sz="1800" b="0" i="0" u="none" strike="noStrike" kern="0" cap="none" spc="0" normalizeH="0" baseline="0" noProof="0" dirty="0">
                  <a:ln>
                    <a:noFill/>
                  </a:ln>
                  <a:solidFill>
                    <a:srgbClr val="009900"/>
                  </a:solidFill>
                  <a:effectLst/>
                  <a:uLnTx/>
                  <a:uFillTx/>
                  <a:latin typeface="Times New Roman" panose="02020603050405020304" pitchFamily="18" charset="0"/>
                  <a:ea typeface="Times New Roman" pitchFamily="18" charset="0"/>
                  <a:cs typeface="Times New Roman" panose="02020603050405020304" pitchFamily="18" charset="0"/>
                </a:rPr>
                <a:t>0...255</a:t>
              </a:r>
            </a:p>
          </p:txBody>
        </p:sp>
        <p:sp>
          <p:nvSpPr>
            <p:cNvPr id="57" name="Line 45"/>
            <p:cNvSpPr>
              <a:spLocks noChangeShapeType="1"/>
            </p:cNvSpPr>
            <p:nvPr/>
          </p:nvSpPr>
          <p:spPr bwMode="auto">
            <a:xfrm>
              <a:off x="1198548" y="4972376"/>
              <a:ext cx="2811462" cy="0"/>
            </a:xfrm>
            <a:prstGeom prst="line">
              <a:avLst/>
            </a:prstGeom>
            <a:noFill/>
            <a:ln w="127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8" name="Line 46"/>
            <p:cNvSpPr>
              <a:spLocks noChangeShapeType="1"/>
            </p:cNvSpPr>
            <p:nvPr/>
          </p:nvSpPr>
          <p:spPr bwMode="auto">
            <a:xfrm>
              <a:off x="1198548" y="5475504"/>
              <a:ext cx="2811462" cy="0"/>
            </a:xfrm>
            <a:prstGeom prst="line">
              <a:avLst/>
            </a:prstGeom>
            <a:noFill/>
            <a:ln w="127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9" name="Line 47"/>
            <p:cNvSpPr>
              <a:spLocks noChangeShapeType="1"/>
            </p:cNvSpPr>
            <p:nvPr/>
          </p:nvSpPr>
          <p:spPr bwMode="auto">
            <a:xfrm>
              <a:off x="1198548" y="4972376"/>
              <a:ext cx="0" cy="503127"/>
            </a:xfrm>
            <a:prstGeom prst="line">
              <a:avLst/>
            </a:prstGeom>
            <a:noFill/>
            <a:ln w="127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0" name="Line 48"/>
            <p:cNvSpPr>
              <a:spLocks noChangeShapeType="1"/>
            </p:cNvSpPr>
            <p:nvPr/>
          </p:nvSpPr>
          <p:spPr bwMode="auto">
            <a:xfrm>
              <a:off x="7319948" y="4972376"/>
              <a:ext cx="0" cy="503127"/>
            </a:xfrm>
            <a:prstGeom prst="line">
              <a:avLst/>
            </a:prstGeom>
            <a:noFill/>
            <a:ln w="9525"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1" name="Line 52"/>
            <p:cNvSpPr>
              <a:spLocks noChangeShapeType="1"/>
            </p:cNvSpPr>
            <p:nvPr/>
          </p:nvSpPr>
          <p:spPr bwMode="auto">
            <a:xfrm>
              <a:off x="2133585" y="4972376"/>
              <a:ext cx="0" cy="503127"/>
            </a:xfrm>
            <a:prstGeom prst="line">
              <a:avLst/>
            </a:prstGeom>
            <a:noFill/>
            <a:ln w="127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2" name="Line 55"/>
            <p:cNvSpPr>
              <a:spLocks noChangeShapeType="1"/>
            </p:cNvSpPr>
            <p:nvPr/>
          </p:nvSpPr>
          <p:spPr bwMode="auto">
            <a:xfrm>
              <a:off x="3071798" y="4972376"/>
              <a:ext cx="0" cy="503127"/>
            </a:xfrm>
            <a:prstGeom prst="line">
              <a:avLst/>
            </a:prstGeom>
            <a:noFill/>
            <a:ln w="127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3" name="Line 56"/>
            <p:cNvSpPr>
              <a:spLocks noChangeShapeType="1"/>
            </p:cNvSpPr>
            <p:nvPr/>
          </p:nvSpPr>
          <p:spPr bwMode="auto">
            <a:xfrm>
              <a:off x="4010010" y="4972376"/>
              <a:ext cx="936625" cy="0"/>
            </a:xfrm>
            <a:prstGeom prst="line">
              <a:avLst/>
            </a:prstGeom>
            <a:noFill/>
            <a:ln w="254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4" name="Line 57"/>
            <p:cNvSpPr>
              <a:spLocks noChangeShapeType="1"/>
            </p:cNvSpPr>
            <p:nvPr/>
          </p:nvSpPr>
          <p:spPr bwMode="auto">
            <a:xfrm>
              <a:off x="4010010" y="5475504"/>
              <a:ext cx="936625" cy="0"/>
            </a:xfrm>
            <a:prstGeom prst="line">
              <a:avLst/>
            </a:prstGeom>
            <a:noFill/>
            <a:ln w="254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5" name="Line 58"/>
            <p:cNvSpPr>
              <a:spLocks noChangeShapeType="1"/>
            </p:cNvSpPr>
            <p:nvPr/>
          </p:nvSpPr>
          <p:spPr bwMode="auto">
            <a:xfrm>
              <a:off x="4010010" y="4972376"/>
              <a:ext cx="0" cy="503127"/>
            </a:xfrm>
            <a:prstGeom prst="line">
              <a:avLst/>
            </a:prstGeom>
            <a:noFill/>
            <a:ln w="254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6" name="Line 59"/>
            <p:cNvSpPr>
              <a:spLocks noChangeShapeType="1"/>
            </p:cNvSpPr>
            <p:nvPr/>
          </p:nvSpPr>
          <p:spPr bwMode="auto">
            <a:xfrm>
              <a:off x="4946635" y="4972376"/>
              <a:ext cx="2373313" cy="0"/>
            </a:xfrm>
            <a:prstGeom prst="line">
              <a:avLst/>
            </a:prstGeom>
            <a:noFill/>
            <a:ln w="9525"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7" name="Line 60"/>
            <p:cNvSpPr>
              <a:spLocks noChangeShapeType="1"/>
            </p:cNvSpPr>
            <p:nvPr/>
          </p:nvSpPr>
          <p:spPr bwMode="auto">
            <a:xfrm>
              <a:off x="4946635" y="5475504"/>
              <a:ext cx="2373313" cy="0"/>
            </a:xfrm>
            <a:prstGeom prst="line">
              <a:avLst/>
            </a:prstGeom>
            <a:noFill/>
            <a:ln w="9525"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8" name="Line 61"/>
            <p:cNvSpPr>
              <a:spLocks noChangeShapeType="1"/>
            </p:cNvSpPr>
            <p:nvPr/>
          </p:nvSpPr>
          <p:spPr bwMode="auto">
            <a:xfrm>
              <a:off x="4946635" y="4972376"/>
              <a:ext cx="0" cy="503127"/>
            </a:xfrm>
            <a:prstGeom prst="line">
              <a:avLst/>
            </a:prstGeom>
            <a:noFill/>
            <a:ln w="25400" cap="rnd">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9" name="AutoShape 84"/>
            <p:cNvSpPr>
              <a:spLocks noChangeArrowheads="1"/>
            </p:cNvSpPr>
            <p:nvPr/>
          </p:nvSpPr>
          <p:spPr bwMode="auto">
            <a:xfrm>
              <a:off x="2566973" y="6051641"/>
              <a:ext cx="1584325" cy="395201"/>
            </a:xfrm>
            <a:prstGeom prst="flowChartProcess">
              <a:avLst/>
            </a:prstGeom>
            <a:solidFill>
              <a:srgbClr val="FFFFFF"/>
            </a:solidFill>
            <a:ln w="9525">
              <a:solidFill>
                <a:srgbClr val="000000"/>
              </a:solidFill>
              <a:miter lim="800000"/>
              <a:headEnd/>
              <a:tailEnd/>
            </a:ln>
            <a:effectLst>
              <a:outerShdw dist="107763" dir="18900000" algn="ctr" rotWithShape="0">
                <a:srgbClr val="808080">
                  <a:alpha val="50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0 ... Netzwerk</a:t>
              </a:r>
            </a:p>
          </p:txBody>
        </p:sp>
        <p:sp>
          <p:nvSpPr>
            <p:cNvPr id="70" name="AutoShape 85"/>
            <p:cNvSpPr>
              <a:spLocks noChangeArrowheads="1"/>
            </p:cNvSpPr>
            <p:nvPr/>
          </p:nvSpPr>
          <p:spPr bwMode="auto">
            <a:xfrm>
              <a:off x="4727560" y="6051641"/>
              <a:ext cx="1827213" cy="390440"/>
            </a:xfrm>
            <a:prstGeom prst="flowChartProcess">
              <a:avLst/>
            </a:prstGeom>
            <a:solidFill>
              <a:srgbClr val="FFFFFF"/>
            </a:solidFill>
            <a:ln w="9525">
              <a:solidFill>
                <a:srgbClr val="000000"/>
              </a:solidFill>
              <a:miter lim="800000"/>
              <a:headEnd/>
              <a:tailEnd/>
            </a:ln>
            <a:effectLst>
              <a:outerShdw dist="107763" dir="18900000" algn="ctr" rotWithShape="0">
                <a:srgbClr val="808080">
                  <a:alpha val="50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255 ... Broadcast</a:t>
              </a:r>
            </a:p>
          </p:txBody>
        </p:sp>
        <p:sp>
          <p:nvSpPr>
            <p:cNvPr id="71" name="Line 86"/>
            <p:cNvSpPr>
              <a:spLocks noChangeShapeType="1"/>
            </p:cNvSpPr>
            <p:nvPr/>
          </p:nvSpPr>
          <p:spPr bwMode="auto">
            <a:xfrm flipH="1">
              <a:off x="3251185" y="5404082"/>
              <a:ext cx="865188" cy="630100"/>
            </a:xfrm>
            <a:prstGeom prst="line">
              <a:avLst/>
            </a:prstGeom>
            <a:noFill/>
            <a:ln w="12700">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 name="Line 87"/>
            <p:cNvSpPr>
              <a:spLocks noChangeShapeType="1"/>
            </p:cNvSpPr>
            <p:nvPr/>
          </p:nvSpPr>
          <p:spPr bwMode="auto">
            <a:xfrm>
              <a:off x="4835510" y="5404082"/>
              <a:ext cx="842963" cy="595182"/>
            </a:xfrm>
            <a:prstGeom prst="line">
              <a:avLst/>
            </a:prstGeom>
            <a:noFill/>
            <a:ln w="12700">
              <a:solidFill>
                <a:srgbClr val="00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3" name="Text Box 88"/>
            <p:cNvSpPr txBox="1">
              <a:spLocks noChangeArrowheads="1"/>
            </p:cNvSpPr>
            <p:nvPr/>
          </p:nvSpPr>
          <p:spPr bwMode="auto">
            <a:xfrm>
              <a:off x="4006835" y="4288312"/>
              <a:ext cx="863600" cy="323779"/>
            </a:xfrm>
            <a:prstGeom prst="rect">
              <a:avLst/>
            </a:prstGeom>
            <a:solidFill>
              <a:srgbClr val="FFFFFF"/>
            </a:solidFill>
            <a:ln w="9525">
              <a:solidFill>
                <a:srgbClr val="000000"/>
              </a:solidFill>
              <a:miter lim="800000"/>
              <a:headEnd/>
              <a:tailEnd/>
            </a:ln>
            <a:effectLst>
              <a:outerShdw dist="107763" dir="18900000" algn="ctr" rotWithShape="0">
                <a:srgbClr val="808080">
                  <a:alpha val="50000"/>
                </a:srgbClr>
              </a:outerShdw>
            </a:effec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de-DE" alt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Host</a:t>
              </a:r>
            </a:p>
          </p:txBody>
        </p:sp>
        <p:sp>
          <p:nvSpPr>
            <p:cNvPr id="74" name="Text Box 89"/>
            <p:cNvSpPr txBox="1">
              <a:spLocks noChangeArrowheads="1"/>
            </p:cNvSpPr>
            <p:nvPr/>
          </p:nvSpPr>
          <p:spPr bwMode="auto">
            <a:xfrm>
              <a:off x="2027223" y="4251808"/>
              <a:ext cx="1108075" cy="342825"/>
            </a:xfrm>
            <a:prstGeom prst="rect">
              <a:avLst/>
            </a:prstGeom>
            <a:solidFill>
              <a:srgbClr val="FFFFFF"/>
            </a:solidFill>
            <a:ln w="9525">
              <a:solidFill>
                <a:srgbClr val="000000"/>
              </a:solidFill>
              <a:miter lim="800000"/>
              <a:headEnd/>
              <a:tailEnd/>
            </a:ln>
            <a:effectLst>
              <a:outerShdw dist="107763" dir="18900000" algn="ctr" rotWithShape="0">
                <a:srgbClr val="808080">
                  <a:alpha val="50000"/>
                </a:srgbClr>
              </a:outerShdw>
            </a:effectLst>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600" b="0" i="0" u="none" strike="noStrike" kern="0" cap="none" spc="0" normalizeH="0" baseline="0" noProof="0" dirty="0">
                  <a:ln>
                    <a:noFill/>
                  </a:ln>
                  <a:solidFill>
                    <a:srgbClr val="009900"/>
                  </a:solidFill>
                  <a:effectLst/>
                  <a:uLnTx/>
                  <a:uFillTx/>
                  <a:latin typeface="Times New Roman" panose="02020603050405020304" pitchFamily="18" charset="0"/>
                  <a:ea typeface="+mn-ea"/>
                  <a:cs typeface="+mn-cs"/>
                </a:rPr>
                <a:t>Netzwerk</a:t>
              </a:r>
            </a:p>
          </p:txBody>
        </p:sp>
        <p:sp>
          <p:nvSpPr>
            <p:cNvPr id="75" name="Line 98"/>
            <p:cNvSpPr>
              <a:spLocks noChangeShapeType="1"/>
            </p:cNvSpPr>
            <p:nvPr/>
          </p:nvSpPr>
          <p:spPr bwMode="auto">
            <a:xfrm>
              <a:off x="4440223" y="4612092"/>
              <a:ext cx="0" cy="323779"/>
            </a:xfrm>
            <a:prstGeom prst="line">
              <a:avLst/>
            </a:prstGeom>
            <a:noFill/>
            <a:ln w="9525">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6" name="Line 99"/>
            <p:cNvSpPr>
              <a:spLocks noChangeShapeType="1"/>
            </p:cNvSpPr>
            <p:nvPr/>
          </p:nvSpPr>
          <p:spPr bwMode="auto">
            <a:xfrm flipH="1">
              <a:off x="1631935" y="4612092"/>
              <a:ext cx="900113" cy="360285"/>
            </a:xfrm>
            <a:prstGeom prst="line">
              <a:avLst/>
            </a:prstGeom>
            <a:noFill/>
            <a:ln w="12700">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7" name="Line 100"/>
            <p:cNvSpPr>
              <a:spLocks noChangeShapeType="1"/>
            </p:cNvSpPr>
            <p:nvPr/>
          </p:nvSpPr>
          <p:spPr bwMode="auto">
            <a:xfrm>
              <a:off x="2532048" y="4612092"/>
              <a:ext cx="935037" cy="360285"/>
            </a:xfrm>
            <a:prstGeom prst="line">
              <a:avLst/>
            </a:prstGeom>
            <a:noFill/>
            <a:ln w="12700">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8" name="Line 101"/>
            <p:cNvSpPr>
              <a:spLocks noChangeShapeType="1"/>
            </p:cNvSpPr>
            <p:nvPr/>
          </p:nvSpPr>
          <p:spPr bwMode="auto">
            <a:xfrm>
              <a:off x="2532048" y="4612092"/>
              <a:ext cx="0" cy="360285"/>
            </a:xfrm>
            <a:prstGeom prst="line">
              <a:avLst/>
            </a:prstGeom>
            <a:noFill/>
            <a:ln w="12700">
              <a:solidFill>
                <a:srgbClr val="00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8693" name="AutoShape 103"/>
            <p:cNvSpPr>
              <a:spLocks noChangeArrowheads="1"/>
            </p:cNvSpPr>
            <p:nvPr/>
          </p:nvSpPr>
          <p:spPr bwMode="auto">
            <a:xfrm rot="10345571">
              <a:off x="7297723" y="4291486"/>
              <a:ext cx="469900" cy="972926"/>
            </a:xfrm>
            <a:prstGeom prst="curvedRightArrow">
              <a:avLst>
                <a:gd name="adj1" fmla="val 41410"/>
                <a:gd name="adj2" fmla="val 82839"/>
                <a:gd name="adj3" fmla="val 33333"/>
              </a:avLst>
            </a:prstGeom>
            <a:solidFill>
              <a:srgbClr val="C5E0B4"/>
            </a:solidFill>
            <a:ln w="9525">
              <a:solidFill>
                <a:srgbClr val="000000"/>
              </a:solidFill>
              <a:miter lim="800000"/>
              <a:headEnd/>
              <a:tailEnd/>
            </a:ln>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de-DE"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pic>
          <p:nvPicPr>
            <p:cNvPr id="198694" name="Grafik 10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5120" y="3902634"/>
              <a:ext cx="974254" cy="87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40" name="Straight Connector 3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8664"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8665"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1391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99682" name="Title 2"/>
          <p:cNvSpPr txBox="1">
            <a:spLocks noChangeArrowheads="1"/>
          </p:cNvSpPr>
          <p:nvPr/>
        </p:nvSpPr>
        <p:spPr bwMode="auto">
          <a:xfrm>
            <a:off x="3557588" y="788988"/>
            <a:ext cx="54054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ĐỊA CHỈ IP DÀNH RIÊNG</a:t>
            </a:r>
          </a:p>
        </p:txBody>
      </p:sp>
      <p:sp>
        <p:nvSpPr>
          <p:cNvPr id="199683" name="Rectangle 3"/>
          <p:cNvSpPr txBox="1">
            <a:spLocks noChangeArrowheads="1"/>
          </p:cNvSpPr>
          <p:nvPr/>
        </p:nvSpPr>
        <p:spPr bwMode="auto">
          <a:xfrm>
            <a:off x="1981200" y="3611563"/>
            <a:ext cx="8264525"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171450" marR="0" lvl="0" indent="-171450" algn="l" defTabSz="685800" rtl="0" eaLnBrk="1" fontAlgn="base" latinLnBrk="0" hangingPunct="1">
              <a:lnSpc>
                <a:spcPct val="80000"/>
              </a:lnSpc>
              <a:spcBef>
                <a:spcPts val="750"/>
              </a:spcBef>
              <a:spcAft>
                <a:spcPct val="0"/>
              </a:spcAft>
              <a:buClrTx/>
              <a:buSzTx/>
              <a:buFontTx/>
              <a:buChar char="•"/>
              <a:tabLst/>
              <a:defRPr/>
            </a:pPr>
            <a:r>
              <a:rPr kumimoji="0" lang="vi-VN"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Các địa chỉ này không được định tuyến trên Internet</a:t>
            </a: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t>
            </a:r>
          </a:p>
          <a:p>
            <a:pPr marL="171450" marR="0" lvl="0" indent="-171450" algn="l" defTabSz="685800" rtl="0" eaLnBrk="1" fontAlgn="base" latinLnBrk="0" hangingPunct="1">
              <a:lnSpc>
                <a:spcPct val="8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Đối với mạng nhỏ, lớp C có nhiều nhất </a:t>
            </a:r>
            <a:r>
              <a:rPr kumimoji="0" lang="de-DE" altLang="de-DE"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mn-cs"/>
              </a:rPr>
              <a:t>253 phần tử</a:t>
            </a: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p>
          <a:p>
            <a:pPr marL="171450" marR="0" lvl="0" indent="-171450" algn="l" defTabSz="685800" rtl="0" eaLnBrk="1" fontAlgn="base" latinLnBrk="0" hangingPunct="1">
              <a:lnSpc>
                <a:spcPct val="80000"/>
              </a:lnSpc>
              <a:spcBef>
                <a:spcPts val="750"/>
              </a:spcBef>
              <a:spcAft>
                <a:spcPct val="0"/>
              </a:spcAft>
              <a:buClrTx/>
              <a:buSzTx/>
              <a:buFontTx/>
              <a:buChar char="•"/>
              <a:tabLst/>
              <a:defRPr/>
            </a:pPr>
            <a:r>
              <a:rPr kumimoji="0" lang="de-DE" altLang="de-DE"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APIPA … Địa chỉ IP cá nhân tự động cho mạng nhỏ</a:t>
            </a:r>
          </a:p>
        </p:txBody>
      </p:sp>
      <p:sp>
        <p:nvSpPr>
          <p:cNvPr id="199684" name="Rectangle 13"/>
          <p:cNvSpPr>
            <a:spLocks noChangeArrowheads="1"/>
          </p:cNvSpPr>
          <p:nvPr/>
        </p:nvSpPr>
        <p:spPr bwMode="auto">
          <a:xfrm>
            <a:off x="1524000" y="2738438"/>
            <a:ext cx="1841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de-DE"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aphicFrame>
        <p:nvGraphicFramePr>
          <p:cNvPr id="40" name="Tabelle 1"/>
          <p:cNvGraphicFramePr>
            <a:graphicFrameLocks noGrp="1"/>
          </p:cNvGraphicFramePr>
          <p:nvPr/>
        </p:nvGraphicFramePr>
        <p:xfrm>
          <a:off x="2081213" y="1385888"/>
          <a:ext cx="8129587" cy="1981200"/>
        </p:xfrm>
        <a:graphic>
          <a:graphicData uri="http://schemas.openxmlformats.org/drawingml/2006/table">
            <a:tbl>
              <a:tblPr/>
              <a:tblGrid>
                <a:gridCol w="4065587">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de-DE" altLang="de-DE" sz="2000" b="1" i="0" u="none" strike="noStrike" cap="none" normalizeH="0" baseline="0">
                          <a:ln>
                            <a:noFill/>
                          </a:ln>
                          <a:solidFill>
                            <a:schemeClr val="bg1"/>
                          </a:solidFill>
                          <a:effectLst/>
                          <a:latin typeface="Times New Roman" pitchFamily="18" charset="0"/>
                        </a:rPr>
                        <a:t>Nhiệm vụ, Lớp </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2D2DB9"/>
                    </a:solidFill>
                  </a:tcPr>
                </a:tc>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de-DE" altLang="de-DE" sz="2000" b="1" i="0" u="none" strike="noStrike" cap="none" normalizeH="0" baseline="0">
                          <a:ln>
                            <a:noFill/>
                          </a:ln>
                          <a:solidFill>
                            <a:schemeClr val="bg1"/>
                          </a:solidFill>
                          <a:effectLst/>
                          <a:latin typeface="Times New Roman" pitchFamily="18" charset="0"/>
                        </a:rPr>
                        <a:t>Dải địa chỉ</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de-DE" altLang="de-DE" sz="2000" b="0" i="0" u="none" strike="noStrike" cap="none" normalizeH="0" baseline="0">
                          <a:ln>
                            <a:noFill/>
                          </a:ln>
                          <a:solidFill>
                            <a:schemeClr val="tx1"/>
                          </a:solidFill>
                          <a:effectLst/>
                          <a:latin typeface="Times New Roman" pitchFamily="18" charset="0"/>
                        </a:rPr>
                        <a:t>LAN, Lớp A</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DCDE6"/>
                    </a:solidFill>
                  </a:tcPr>
                </a:tc>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en-GB" altLang="de-DE" sz="2000" b="0" i="0" u="none" strike="noStrike" cap="none" normalizeH="0" baseline="0">
                          <a:ln>
                            <a:noFill/>
                          </a:ln>
                          <a:solidFill>
                            <a:schemeClr val="tx1"/>
                          </a:solidFill>
                          <a:effectLst/>
                          <a:latin typeface="Times New Roman" pitchFamily="18" charset="0"/>
                        </a:rPr>
                        <a:t>   10.0.0.0         …     10.255.255.255</a:t>
                      </a:r>
                      <a:r>
                        <a:rPr kumimoji="0" lang="de-DE" altLang="de-DE" sz="2000" b="0" i="0" u="none" strike="noStrike" cap="none" normalizeH="0" baseline="0">
                          <a:ln>
                            <a:noFill/>
                          </a:ln>
                          <a:solidFill>
                            <a:schemeClr val="tx1"/>
                          </a:solidFill>
                          <a:effectLst/>
                          <a:latin typeface="Times New Roman" pitchFamily="18" charset="0"/>
                        </a:rPr>
                        <a:t> </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DCDE6"/>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de-DE" altLang="de-DE" sz="2000" b="0" i="0" u="none" strike="noStrike" cap="none" normalizeH="0" baseline="0">
                          <a:ln>
                            <a:noFill/>
                          </a:ln>
                          <a:solidFill>
                            <a:schemeClr val="tx1"/>
                          </a:solidFill>
                          <a:effectLst/>
                          <a:latin typeface="Times New Roman" pitchFamily="18" charset="0"/>
                        </a:rPr>
                        <a:t>LAN, Lớp B</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8F3"/>
                    </a:solidFill>
                  </a:tcPr>
                </a:tc>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en-US" altLang="de-DE" sz="2000" b="0" i="0" u="none" strike="noStrike" cap="none" normalizeH="0" baseline="0">
                          <a:ln>
                            <a:noFill/>
                          </a:ln>
                          <a:solidFill>
                            <a:schemeClr val="tx1"/>
                          </a:solidFill>
                          <a:effectLst/>
                          <a:latin typeface="Times New Roman" pitchFamily="18" charset="0"/>
                        </a:rPr>
                        <a:t>   172.16.0.0     …    172.31.255.255</a:t>
                      </a:r>
                      <a:endParaRPr kumimoji="0" lang="de-DE" altLang="de-DE" sz="2000" b="0" i="0" u="none" strike="noStrike" cap="none" normalizeH="0" baseline="0">
                        <a:ln>
                          <a:noFill/>
                        </a:ln>
                        <a:solidFill>
                          <a:schemeClr val="tx1"/>
                        </a:solidFill>
                        <a:effectLst/>
                        <a:latin typeface="Times New Roman"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8F3"/>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de-DE" altLang="de-DE" sz="2000" b="0" i="0" u="none" strike="noStrike" cap="none" normalizeH="0" baseline="0">
                          <a:ln>
                            <a:noFill/>
                          </a:ln>
                          <a:solidFill>
                            <a:schemeClr val="tx1"/>
                          </a:solidFill>
                          <a:effectLst/>
                          <a:latin typeface="Times New Roman" pitchFamily="18" charset="0"/>
                        </a:rPr>
                        <a:t>LAN, Lớp C</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DCDE6"/>
                    </a:solidFill>
                  </a:tcPr>
                </a:tc>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en-GB" altLang="de-DE" sz="2000" b="0" i="0" u="none" strike="noStrike" cap="none" normalizeH="0" baseline="0">
                          <a:ln>
                            <a:noFill/>
                          </a:ln>
                          <a:solidFill>
                            <a:schemeClr val="tx1"/>
                          </a:solidFill>
                          <a:effectLst/>
                          <a:latin typeface="Times New Roman" pitchFamily="18" charset="0"/>
                        </a:rPr>
                        <a:t>   192.168.0.0   …    192.168.255.255</a:t>
                      </a:r>
                      <a:r>
                        <a:rPr kumimoji="0" lang="de-DE" altLang="de-DE" sz="2000" b="0" i="0" u="none" strike="noStrike" cap="none" normalizeH="0" baseline="0">
                          <a:ln>
                            <a:noFill/>
                          </a:ln>
                          <a:solidFill>
                            <a:schemeClr val="tx1"/>
                          </a:solidFill>
                          <a:effectLst/>
                          <a:latin typeface="Times New Roman" pitchFamily="18" charset="0"/>
                        </a:rPr>
                        <a:t> </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CDCDE6"/>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de-DE" altLang="de-DE" sz="2000" b="0" i="0" u="none" strike="noStrike" cap="none" normalizeH="0" baseline="0">
                          <a:ln>
                            <a:noFill/>
                          </a:ln>
                          <a:solidFill>
                            <a:schemeClr val="tx1"/>
                          </a:solidFill>
                          <a:effectLst/>
                          <a:latin typeface="Times New Roman" pitchFamily="18" charset="0"/>
                        </a:rPr>
                        <a:t>Địa chỉ APIPA  </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8F3"/>
                    </a:solidFill>
                  </a:tcPr>
                </a:tc>
                <a:tc>
                  <a:txBody>
                    <a:bodyPr/>
                    <a:lstStyle/>
                    <a:p>
                      <a:pPr marL="0" marR="0" lvl="0" indent="0" algn="l" defTabSz="914400" rtl="0" eaLnBrk="1" fontAlgn="base" latinLnBrk="0" hangingPunct="1">
                        <a:lnSpc>
                          <a:spcPct val="100000"/>
                        </a:lnSpc>
                        <a:spcBef>
                          <a:spcPct val="20000"/>
                        </a:spcBef>
                        <a:spcAft>
                          <a:spcPct val="0"/>
                        </a:spcAft>
                        <a:buClr>
                          <a:srgbClr val="BF4100"/>
                        </a:buClr>
                        <a:buSzPct val="90000"/>
                        <a:buFont typeface="Monotype Sorts"/>
                        <a:buNone/>
                        <a:tabLst/>
                      </a:pPr>
                      <a:r>
                        <a:rPr kumimoji="0" lang="en-US" altLang="de-DE" sz="2000" b="0" i="0" u="none" strike="noStrike" cap="none" normalizeH="0" baseline="0">
                          <a:ln>
                            <a:noFill/>
                          </a:ln>
                          <a:solidFill>
                            <a:schemeClr val="tx1"/>
                          </a:solidFill>
                          <a:effectLst/>
                          <a:latin typeface="Times New Roman" pitchFamily="18" charset="0"/>
                        </a:rPr>
                        <a:t>   169.254.0.0   …   169.254.255.255</a:t>
                      </a:r>
                      <a:endParaRPr kumimoji="0" lang="de-DE" altLang="de-DE" sz="2000" b="0" i="0" u="none" strike="noStrike" cap="none" normalizeH="0" baseline="0">
                        <a:ln>
                          <a:noFill/>
                        </a:ln>
                        <a:solidFill>
                          <a:schemeClr val="tx1"/>
                        </a:solidFill>
                        <a:effectLst/>
                        <a:latin typeface="Times New Roman"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8E8F3"/>
                    </a:solidFill>
                  </a:tcPr>
                </a:tc>
                <a:extLst>
                  <a:ext uri="{0D108BD9-81ED-4DB2-BD59-A6C34878D82A}">
                    <a16:rowId xmlns:a16="http://schemas.microsoft.com/office/drawing/2014/main" val="10004"/>
                  </a:ext>
                </a:extLst>
              </a:tr>
            </a:tbl>
          </a:graphicData>
        </a:graphic>
      </p:graphicFrame>
      <p:sp>
        <p:nvSpPr>
          <p:cNvPr id="11"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9970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99709"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3122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0706" name="Title 2"/>
          <p:cNvSpPr txBox="1">
            <a:spLocks noChangeArrowheads="1"/>
          </p:cNvSpPr>
          <p:nvPr/>
        </p:nvSpPr>
        <p:spPr bwMode="auto">
          <a:xfrm>
            <a:off x="3479800" y="871538"/>
            <a:ext cx="54054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CẤU HÌNH MẠNG</a:t>
            </a:r>
          </a:p>
        </p:txBody>
      </p:sp>
      <p:pic>
        <p:nvPicPr>
          <p:cNvPr id="200707" name="Inhaltsplatzhalter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463" y="2562225"/>
            <a:ext cx="1512887"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feld 9"/>
          <p:cNvSpPr txBox="1">
            <a:spLocks noChangeArrowheads="1"/>
          </p:cNvSpPr>
          <p:nvPr/>
        </p:nvSpPr>
        <p:spPr bwMode="auto">
          <a:xfrm>
            <a:off x="2727325" y="1700213"/>
            <a:ext cx="6391275" cy="369887"/>
          </a:xfrm>
          <a:prstGeom prst="rect">
            <a:avLst/>
          </a:prstGeom>
          <a:noFill/>
          <a:ln>
            <a:noFill/>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Thiết bị lập trình              PLC S7-1200                     Màn hình HMI</a:t>
            </a:r>
          </a:p>
        </p:txBody>
      </p:sp>
      <p:sp>
        <p:nvSpPr>
          <p:cNvPr id="9" name="Textfeld 10"/>
          <p:cNvSpPr txBox="1">
            <a:spLocks noChangeArrowheads="1"/>
          </p:cNvSpPr>
          <p:nvPr/>
        </p:nvSpPr>
        <p:spPr bwMode="auto">
          <a:xfrm>
            <a:off x="2759075" y="2044700"/>
            <a:ext cx="6432550" cy="369888"/>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IP: </a:t>
            </a:r>
            <a:r>
              <a:rPr kumimoji="0" lang="de-DE" altLang="en-US" sz="1800" b="0" i="0" u="none" strike="noStrike" kern="0" cap="none" spc="0" normalizeH="0" baseline="0" noProof="0" dirty="0">
                <a:ln>
                  <a:noFill/>
                </a:ln>
                <a:solidFill>
                  <a:srgbClr val="009900"/>
                </a:solidFill>
                <a:effectLst/>
                <a:uLnTx/>
                <a:uFillTx/>
                <a:latin typeface="Times New Roman" panose="02020603050405020304" pitchFamily="18" charset="0"/>
                <a:ea typeface="+mn-ea"/>
                <a:cs typeface="+mn-cs"/>
              </a:rPr>
              <a:t>192.168.1</a:t>
            </a:r>
            <a:r>
              <a:rPr kumimoji="0" lang="de-DE"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.1               IP: </a:t>
            </a:r>
            <a:r>
              <a:rPr kumimoji="0" lang="de-DE" altLang="en-US" sz="1800" b="0" i="0" u="none" strike="noStrike" kern="0" cap="none" spc="0" normalizeH="0" baseline="0" noProof="0" dirty="0">
                <a:ln>
                  <a:noFill/>
                </a:ln>
                <a:solidFill>
                  <a:srgbClr val="009900"/>
                </a:solidFill>
                <a:effectLst/>
                <a:uLnTx/>
                <a:uFillTx/>
                <a:latin typeface="Times New Roman" panose="02020603050405020304" pitchFamily="18" charset="0"/>
                <a:ea typeface="+mn-ea"/>
                <a:cs typeface="+mn-cs"/>
              </a:rPr>
              <a:t>192.168.1</a:t>
            </a:r>
            <a:r>
              <a:rPr kumimoji="0" lang="de-DE"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.2                   IP: </a:t>
            </a:r>
            <a:r>
              <a:rPr kumimoji="0" lang="de-DE" altLang="en-US" sz="1800" b="0" i="0" u="none" strike="noStrike" kern="0" cap="none" spc="0" normalizeH="0" baseline="0" noProof="0" dirty="0">
                <a:ln>
                  <a:noFill/>
                </a:ln>
                <a:solidFill>
                  <a:srgbClr val="009900"/>
                </a:solidFill>
                <a:effectLst/>
                <a:uLnTx/>
                <a:uFillTx/>
                <a:latin typeface="Times New Roman" panose="02020603050405020304" pitchFamily="18" charset="0"/>
                <a:ea typeface="+mn-ea"/>
                <a:cs typeface="+mn-cs"/>
              </a:rPr>
              <a:t>192.168.1</a:t>
            </a:r>
            <a:r>
              <a:rPr kumimoji="0" lang="de-DE"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mn-cs"/>
              </a:rPr>
              <a:t>.3</a:t>
            </a:r>
          </a:p>
        </p:txBody>
      </p:sp>
      <p:sp>
        <p:nvSpPr>
          <p:cNvPr id="200710" name="Textfeld 12"/>
          <p:cNvSpPr txBox="1">
            <a:spLocks noChangeArrowheads="1"/>
          </p:cNvSpPr>
          <p:nvPr/>
        </p:nvSpPr>
        <p:spPr bwMode="auto">
          <a:xfrm>
            <a:off x="3124200" y="4545013"/>
            <a:ext cx="22113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Bộ kết nối CSM 1277</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Không có địa chỉ IP</a:t>
            </a:r>
          </a:p>
        </p:txBody>
      </p:sp>
      <p:pic>
        <p:nvPicPr>
          <p:cNvPr id="200711" name="Grafik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99088" y="2535238"/>
            <a:ext cx="1274762"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0712" name="Grafik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927350" y="2535238"/>
            <a:ext cx="13462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0713" name="Gruppieren 67"/>
          <p:cNvGrpSpPr>
            <a:grpSpLocks/>
          </p:cNvGrpSpPr>
          <p:nvPr/>
        </p:nvGrpSpPr>
        <p:grpSpPr bwMode="auto">
          <a:xfrm>
            <a:off x="3600450" y="3694113"/>
            <a:ext cx="5049838" cy="1966912"/>
            <a:chOff x="2076330" y="4023467"/>
            <a:chExt cx="5050527" cy="1968180"/>
          </a:xfrm>
        </p:grpSpPr>
        <p:pic>
          <p:nvPicPr>
            <p:cNvPr id="200720" name="Grafik 7"/>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812281" y="4496986"/>
              <a:ext cx="140017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0721" name="Gruppieren 66"/>
            <p:cNvGrpSpPr>
              <a:grpSpLocks/>
            </p:cNvGrpSpPr>
            <p:nvPr/>
          </p:nvGrpSpPr>
          <p:grpSpPr bwMode="auto">
            <a:xfrm>
              <a:off x="2076330" y="4023467"/>
              <a:ext cx="5050527" cy="1968180"/>
              <a:chOff x="2076330" y="4023467"/>
              <a:chExt cx="5050527" cy="1968180"/>
            </a:xfrm>
          </p:grpSpPr>
          <p:cxnSp>
            <p:nvCxnSpPr>
              <p:cNvPr id="200722" name="Gerade Verbindung 29"/>
              <p:cNvCxnSpPr>
                <a:cxnSpLocks noChangeShapeType="1"/>
              </p:cNvCxnSpPr>
              <p:nvPr/>
            </p:nvCxnSpPr>
            <p:spPr bwMode="auto">
              <a:xfrm flipH="1">
                <a:off x="4511887" y="4050462"/>
                <a:ext cx="0" cy="446207"/>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3" name="Gerade Verbindung 40"/>
              <p:cNvCxnSpPr>
                <a:cxnSpLocks noChangeShapeType="1"/>
              </p:cNvCxnSpPr>
              <p:nvPr/>
            </p:nvCxnSpPr>
            <p:spPr bwMode="auto">
              <a:xfrm>
                <a:off x="2076330" y="4069517"/>
                <a:ext cx="0" cy="241365"/>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4" name="Gerade Verbindung 42"/>
              <p:cNvCxnSpPr>
                <a:cxnSpLocks noChangeShapeType="1"/>
              </p:cNvCxnSpPr>
              <p:nvPr/>
            </p:nvCxnSpPr>
            <p:spPr bwMode="auto">
              <a:xfrm>
                <a:off x="2076330" y="4310882"/>
                <a:ext cx="2168821" cy="0"/>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5" name="Gerade Verbindung 44"/>
              <p:cNvCxnSpPr>
                <a:cxnSpLocks noChangeShapeType="1"/>
              </p:cNvCxnSpPr>
              <p:nvPr/>
            </p:nvCxnSpPr>
            <p:spPr bwMode="auto">
              <a:xfrm>
                <a:off x="4245151" y="4310882"/>
                <a:ext cx="0" cy="185787"/>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6" name="Gerade Verbindung 46"/>
              <p:cNvCxnSpPr>
                <a:cxnSpLocks noChangeShapeType="1"/>
              </p:cNvCxnSpPr>
              <p:nvPr/>
            </p:nvCxnSpPr>
            <p:spPr bwMode="auto">
              <a:xfrm>
                <a:off x="4789738" y="4310882"/>
                <a:ext cx="2337119" cy="0"/>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7" name="Gerade Verbindung 48"/>
              <p:cNvCxnSpPr>
                <a:cxnSpLocks noChangeShapeType="1"/>
              </p:cNvCxnSpPr>
              <p:nvPr/>
            </p:nvCxnSpPr>
            <p:spPr bwMode="auto">
              <a:xfrm>
                <a:off x="4789738" y="4310882"/>
                <a:ext cx="0" cy="185787"/>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8" name="Gerade Verbindung 51"/>
              <p:cNvCxnSpPr>
                <a:cxnSpLocks noChangeShapeType="1"/>
              </p:cNvCxnSpPr>
              <p:nvPr/>
            </p:nvCxnSpPr>
            <p:spPr bwMode="auto">
              <a:xfrm>
                <a:off x="7123682" y="4023467"/>
                <a:ext cx="0" cy="287415"/>
              </a:xfrm>
              <a:prstGeom prst="line">
                <a:avLst/>
              </a:prstGeom>
              <a:noFill/>
              <a:ln w="38100" algn="ctr">
                <a:solidFill>
                  <a:srgbClr val="009900"/>
                </a:solidFill>
                <a:miter lim="800000"/>
                <a:headEnd/>
                <a:tailEnd/>
              </a:ln>
              <a:extLst>
                <a:ext uri="{909E8E84-426E-40DD-AFC4-6F175D3DCCD1}">
                  <a14:hiddenFill xmlns:a14="http://schemas.microsoft.com/office/drawing/2010/main">
                    <a:noFill/>
                  </a14:hiddenFill>
                </a:ext>
              </a:extLst>
            </p:spPr>
          </p:cxnSp>
          <p:cxnSp>
            <p:nvCxnSpPr>
              <p:cNvPr id="200729" name="Gerade Verbindung mit Pfeil 60"/>
              <p:cNvCxnSpPr>
                <a:cxnSpLocks noChangeShapeType="1"/>
              </p:cNvCxnSpPr>
              <p:nvPr/>
            </p:nvCxnSpPr>
            <p:spPr bwMode="auto">
              <a:xfrm>
                <a:off x="4509505" y="5991131"/>
                <a:ext cx="1281288" cy="516"/>
              </a:xfrm>
              <a:prstGeom prst="straightConnector1">
                <a:avLst/>
              </a:prstGeom>
              <a:noFill/>
              <a:ln w="38100" algn="ctr">
                <a:solidFill>
                  <a:srgbClr val="009900"/>
                </a:solidFill>
                <a:miter lim="800000"/>
                <a:headEnd/>
                <a:tailEnd type="arrow" w="med" len="med"/>
              </a:ln>
              <a:extLst>
                <a:ext uri="{909E8E84-426E-40DD-AFC4-6F175D3DCCD1}">
                  <a14:hiddenFill xmlns:a14="http://schemas.microsoft.com/office/drawing/2010/main">
                    <a:noFill/>
                  </a14:hiddenFill>
                </a:ext>
              </a:extLst>
            </p:spPr>
          </p:cxnSp>
        </p:grpSp>
      </p:grpSp>
      <p:sp>
        <p:nvSpPr>
          <p:cNvPr id="200714" name="Textfeld 62"/>
          <p:cNvSpPr txBox="1">
            <a:spLocks noChangeArrowheads="1"/>
          </p:cNvSpPr>
          <p:nvPr/>
        </p:nvSpPr>
        <p:spPr bwMode="auto">
          <a:xfrm>
            <a:off x="7316788" y="5476875"/>
            <a:ext cx="1717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altLang="de-DE"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Thiết bị ngoại vi</a:t>
            </a:r>
            <a:endParaRPr kumimoji="0" lang="de-DE" altLang="de-DE" sz="1800" b="1" i="0" u="none" strike="noStrike" kern="1200" cap="none" spc="0" normalizeH="0" baseline="0" noProof="0">
              <a:ln>
                <a:noFill/>
              </a:ln>
              <a:solidFill>
                <a:srgbClr val="009900"/>
              </a:solidFill>
              <a:effectLst/>
              <a:uLnTx/>
              <a:uFillTx/>
              <a:latin typeface="Times New Roman" panose="02020603050405020304" pitchFamily="18" charset="0"/>
              <a:ea typeface="+mn-ea"/>
              <a:cs typeface="+mn-cs"/>
            </a:endParaRPr>
          </a:p>
        </p:txBody>
      </p:sp>
      <p:sp>
        <p:nvSpPr>
          <p:cNvPr id="2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1.4 XỬ LÝ CHƯƠNG TRÌNH (TIA-PROTAL)</a:t>
            </a:r>
          </a:p>
        </p:txBody>
      </p:sp>
      <p:cxnSp>
        <p:nvCxnSpPr>
          <p:cNvPr id="26" name="Straight Connector 25"/>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071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0719"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7859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ChangeArrowheads="1"/>
          </p:cNvSpPr>
          <p:nvPr/>
        </p:nvSpPr>
        <p:spPr bwMode="auto">
          <a:xfrm>
            <a:off x="1558925" y="2854325"/>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2"/>
          <p:cNvSpPr txBox="1">
            <a:spLocks noChangeArrowheads="1"/>
          </p:cNvSpPr>
          <p:nvPr/>
        </p:nvSpPr>
        <p:spPr bwMode="auto">
          <a:xfrm>
            <a:off x="1593850" y="1630363"/>
            <a:ext cx="910907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1.5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01732" name="Picture 13" descr="Thiết bị PLC Siemens S7 - 1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8" y="2903538"/>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558925" y="333375"/>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3799249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85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2754"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2756" name="Rectangle 1"/>
          <p:cNvSpPr>
            <a:spLocks noChangeArrowheads="1"/>
          </p:cNvSpPr>
          <p:nvPr/>
        </p:nvSpPr>
        <p:spPr bwMode="auto">
          <a:xfrm>
            <a:off x="4151313" y="6069013"/>
            <a:ext cx="280828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5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https://youtu.be/J_KoRp8SnoE</a:t>
            </a:r>
          </a:p>
        </p:txBody>
      </p:sp>
      <p:sp>
        <p:nvSpPr>
          <p:cNvPr id="202757" name="Rectangle 3"/>
          <p:cNvSpPr>
            <a:spLocks noChangeArrowheads="1"/>
          </p:cNvSpPr>
          <p:nvPr/>
        </p:nvSpPr>
        <p:spPr bwMode="auto">
          <a:xfrm>
            <a:off x="1960563" y="1412875"/>
            <a:ext cx="8229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Việc kết nối dây giữa PLC với ngoại vi rất quan trọng. Nó quyết định đến việc PLC có thể giao tiếp được với thiết bị lập trình (máy tính) cũng như hệ thống điều khiển có thể hoạt động đúng theo yêu cầu được thiết kế hay không.</a:t>
            </a:r>
            <a:endPar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02758" name="Picture 1" descr="C:\Users\nbcha\Documents\Digital-and-Analog-Signals-with-IO-Link.gif"/>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1813" y="2960688"/>
            <a:ext cx="5446712"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276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2762"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1203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3778"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3780" name="Rectangle 5"/>
          <p:cNvSpPr>
            <a:spLocks noChangeArrowheads="1"/>
          </p:cNvSpPr>
          <p:nvPr/>
        </p:nvSpPr>
        <p:spPr bwMode="auto">
          <a:xfrm>
            <a:off x="2070100" y="1412875"/>
            <a:ext cx="3192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 Kết nối với máy tính</a:t>
            </a:r>
          </a:p>
        </p:txBody>
      </p:sp>
      <p:sp>
        <p:nvSpPr>
          <p:cNvPr id="203781" name="Rectangle 2"/>
          <p:cNvSpPr>
            <a:spLocks noChangeArrowheads="1"/>
          </p:cNvSpPr>
          <p:nvPr/>
        </p:nvSpPr>
        <p:spPr bwMode="auto">
          <a:xfrm>
            <a:off x="2424113" y="1844675"/>
            <a:ext cx="77866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Đối với các thiết bị lập trình của hãng Siemens có các cổng giao tiếp PPI thì có thể kết nối trực tiếp với PLC thông qua một sợi cáp. </a:t>
            </a:r>
            <a:endPar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Tuy nhiên đối với máy tính cá nhân cần thiết phải có cáp chuyển đổi PC/PPI. Có 2 loại cáp chuyển đổi là cáp RS-232/PPI Multi-Master và cáp USB/PPI Multi-Master.</a:t>
            </a:r>
            <a:endPar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203782" name="Group 7"/>
          <p:cNvGrpSpPr>
            <a:grpSpLocks/>
          </p:cNvGrpSpPr>
          <p:nvPr/>
        </p:nvGrpSpPr>
        <p:grpSpPr bwMode="auto">
          <a:xfrm>
            <a:off x="1793875" y="4292600"/>
            <a:ext cx="3744913" cy="1522413"/>
            <a:chOff x="269841" y="4293096"/>
            <a:chExt cx="3744416" cy="1521460"/>
          </a:xfrm>
        </p:grpSpPr>
        <p:pic>
          <p:nvPicPr>
            <p:cNvPr id="203790" name="Picture 2" descr="https://cachdung.com/image/data/uphinh/hinh%20moi/lap-trinh-plc-60.JPG"/>
            <p:cNvPicPr>
              <a:picLocks noChangeAspect="1" noChangeArrowheads="1"/>
            </p:cNvPicPr>
            <p:nvPr/>
          </p:nvPicPr>
          <p:blipFill>
            <a:blip r:embed="rId3">
              <a:extLst>
                <a:ext uri="{28A0092B-C50C-407E-A947-70E740481C1C}">
                  <a14:useLocalDpi xmlns:a14="http://schemas.microsoft.com/office/drawing/2010/main" val="0"/>
                </a:ext>
              </a:extLst>
            </a:blip>
            <a:srcRect b="65771"/>
            <a:stretch>
              <a:fillRect/>
            </a:stretch>
          </p:blipFill>
          <p:spPr bwMode="auto">
            <a:xfrm>
              <a:off x="269841" y="4293096"/>
              <a:ext cx="3744416" cy="979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91" name="Rectangle 4"/>
            <p:cNvSpPr>
              <a:spLocks noChangeArrowheads="1"/>
            </p:cNvSpPr>
            <p:nvPr/>
          </p:nvSpPr>
          <p:spPr bwMode="auto">
            <a:xfrm>
              <a:off x="341784" y="5445224"/>
              <a:ext cx="3510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Cáp RS-232/PPI multi-master</a:t>
              </a:r>
            </a:p>
          </p:txBody>
        </p:sp>
      </p:grpSp>
      <p:grpSp>
        <p:nvGrpSpPr>
          <p:cNvPr id="203783" name="Group 6"/>
          <p:cNvGrpSpPr>
            <a:grpSpLocks/>
          </p:cNvGrpSpPr>
          <p:nvPr/>
        </p:nvGrpSpPr>
        <p:grpSpPr bwMode="auto">
          <a:xfrm>
            <a:off x="6316663" y="4292600"/>
            <a:ext cx="3846512" cy="1522413"/>
            <a:chOff x="4793196" y="4292967"/>
            <a:chExt cx="3846308" cy="1521589"/>
          </a:xfrm>
        </p:grpSpPr>
        <p:pic>
          <p:nvPicPr>
            <p:cNvPr id="203788" name="Picture 4" descr="https://cachdung.com/image/data/uphinh/hinh%20moi/lap-trinh-plc-61.JPG"/>
            <p:cNvPicPr>
              <a:picLocks noChangeAspect="1" noChangeArrowheads="1"/>
            </p:cNvPicPr>
            <p:nvPr/>
          </p:nvPicPr>
          <p:blipFill>
            <a:blip r:embed="rId4">
              <a:extLst>
                <a:ext uri="{28A0092B-C50C-407E-A947-70E740481C1C}">
                  <a14:useLocalDpi xmlns:a14="http://schemas.microsoft.com/office/drawing/2010/main" val="0"/>
                </a:ext>
              </a:extLst>
            </a:blip>
            <a:srcRect t="72733" b="3242"/>
            <a:stretch>
              <a:fillRect/>
            </a:stretch>
          </p:blipFill>
          <p:spPr bwMode="auto">
            <a:xfrm>
              <a:off x="4793196" y="4292967"/>
              <a:ext cx="3846308" cy="1052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9" name="Rectangle 14"/>
            <p:cNvSpPr>
              <a:spLocks noChangeArrowheads="1"/>
            </p:cNvSpPr>
            <p:nvPr/>
          </p:nvSpPr>
          <p:spPr bwMode="auto">
            <a:xfrm>
              <a:off x="4961282" y="5445224"/>
              <a:ext cx="3510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Cáp RS-232/PPI multi-master</a:t>
              </a:r>
            </a:p>
          </p:txBody>
        </p:sp>
      </p:grpSp>
      <p:cxnSp>
        <p:nvCxnSpPr>
          <p:cNvPr id="16" name="Straight Connector 15"/>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378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3787"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3396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4802"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4804" name="Rectangle 5"/>
          <p:cNvSpPr>
            <a:spLocks noChangeArrowheads="1"/>
          </p:cNvSpPr>
          <p:nvPr/>
        </p:nvSpPr>
        <p:spPr bwMode="auto">
          <a:xfrm>
            <a:off x="2070100" y="1412875"/>
            <a:ext cx="4905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 Kết nối nguồn cung cấp cho CPU</a:t>
            </a:r>
          </a:p>
        </p:txBody>
      </p:sp>
      <p:sp>
        <p:nvSpPr>
          <p:cNvPr id="204805" name="Rectangle 2"/>
          <p:cNvSpPr>
            <a:spLocks noChangeArrowheads="1"/>
          </p:cNvSpPr>
          <p:nvPr/>
        </p:nvSpPr>
        <p:spPr bwMode="auto">
          <a:xfrm>
            <a:off x="2408238" y="1989138"/>
            <a:ext cx="778668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Nguồn cung cấp cho CPU của họ S7-1200 có thể là:</a:t>
            </a: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Xoay chiều:       	20…29 VAC, 		f = 47…63 Hz;</a:t>
            </a: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85…264 VAC, 	f = 47…63 Hz;</a:t>
            </a: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Một chiều: 		20,4 … 28,8 VDC</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04806" name="Picture 2" descr="https://cachdung.com/image/data/uphinh/hinh%20moi/lap-trinh-plc-62.JPG"/>
          <p:cNvPicPr>
            <a:picLocks noChangeAspect="1" noChangeArrowheads="1"/>
          </p:cNvPicPr>
          <p:nvPr/>
        </p:nvPicPr>
        <p:blipFill>
          <a:blip r:embed="rId3">
            <a:extLst>
              <a:ext uri="{28A0092B-C50C-407E-A947-70E740481C1C}">
                <a14:useLocalDpi xmlns:a14="http://schemas.microsoft.com/office/drawing/2010/main" val="0"/>
              </a:ext>
            </a:extLst>
          </a:blip>
          <a:srcRect b="10867"/>
          <a:stretch>
            <a:fillRect/>
          </a:stretch>
        </p:blipFill>
        <p:spPr bwMode="auto">
          <a:xfrm>
            <a:off x="3432175" y="3789363"/>
            <a:ext cx="4876800"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480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48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5090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5826"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5828" name="Rectangle 5"/>
          <p:cNvSpPr>
            <a:spLocks noChangeArrowheads="1"/>
          </p:cNvSpPr>
          <p:nvPr/>
        </p:nvSpPr>
        <p:spPr bwMode="auto">
          <a:xfrm>
            <a:off x="1558925" y="1412875"/>
            <a:ext cx="4914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 Kết nối ra/vào số với ngoại vi:</a:t>
            </a:r>
          </a:p>
        </p:txBody>
      </p:sp>
      <p:sp>
        <p:nvSpPr>
          <p:cNvPr id="205829" name="Rectangle 2"/>
          <p:cNvSpPr>
            <a:spLocks noChangeArrowheads="1"/>
          </p:cNvSpPr>
          <p:nvPr/>
        </p:nvSpPr>
        <p:spPr bwMode="auto">
          <a:xfrm>
            <a:off x="1450975" y="1852613"/>
            <a:ext cx="9505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ngõ vào số của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có thể được chế tạo là một khối riêng, hoặc kết hợp với các ngõ ra chung trong một khối hoặc được tích hợp trên khối CPU</a:t>
            </a:r>
            <a:endParaRPr kumimoji="0" lang="en-GB"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205830" name="Rectangle 4"/>
          <p:cNvSpPr>
            <a:spLocks noChangeArrowheads="1"/>
          </p:cNvSpPr>
          <p:nvPr/>
        </p:nvSpPr>
        <p:spPr bwMode="auto">
          <a:xfrm>
            <a:off x="1450975" y="2711450"/>
            <a:ext cx="950595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Ngõ vào DC: </a:t>
            </a:r>
            <a:endPar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Điện áp DC thường thấp do đó an toàn hơn.</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Đáp ứng ngõ vào DC rất nhanh.</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Điện áp DC có thể được kết nối với nhiều phần tử trong hệ thống điện.</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Ngõ vào AC: </a:t>
            </a:r>
            <a:endPar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Ngõ vào AC yêu cầu cần phải có thời gian. Ví dụ đối với  điện áp có tần số 50 Hz phải yêu cầu thời gian đến 1/50 giây mới nhận biết được.</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Tín hiệu AC ít bị nhiễu hơn tín hiệu DC, vì vậy chúng thích hợp với khoảng cách lớn và môi trường nhiễu (từ).</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583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583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55030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6850"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6852" name="Rectangle 5"/>
          <p:cNvSpPr>
            <a:spLocks noChangeArrowheads="1"/>
          </p:cNvSpPr>
          <p:nvPr/>
        </p:nvSpPr>
        <p:spPr bwMode="auto">
          <a:xfrm>
            <a:off x="1343025" y="1412875"/>
            <a:ext cx="513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 Kết nối ra/vào số với ngoại vi:</a:t>
            </a:r>
          </a:p>
        </p:txBody>
      </p:sp>
      <p:sp>
        <p:nvSpPr>
          <p:cNvPr id="206853" name="Rectangle 2"/>
          <p:cNvSpPr>
            <a:spLocks noChangeArrowheads="1"/>
          </p:cNvSpPr>
          <p:nvPr/>
        </p:nvSpPr>
        <p:spPr bwMode="auto">
          <a:xfrm>
            <a:off x="1343025" y="1865313"/>
            <a:ext cx="9505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ngõ vào số của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có thể được chế tạo là một khối riêng, hoặc kết hợp với các ngõ ra chung trong một khối hoặc được tích hợp trên khối CPU</a:t>
            </a:r>
            <a:endParaRPr kumimoji="0" lang="en-GB"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nvGrpSpPr>
          <p:cNvPr id="206854" name="Group 2"/>
          <p:cNvGrpSpPr>
            <a:grpSpLocks/>
          </p:cNvGrpSpPr>
          <p:nvPr/>
        </p:nvGrpSpPr>
        <p:grpSpPr bwMode="auto">
          <a:xfrm>
            <a:off x="2159000" y="3644900"/>
            <a:ext cx="3698875" cy="1504950"/>
            <a:chOff x="634479" y="3645024"/>
            <a:chExt cx="3699882" cy="1504950"/>
          </a:xfrm>
        </p:grpSpPr>
        <p:pic>
          <p:nvPicPr>
            <p:cNvPr id="206863" name="Picture 2" descr="https://cachdung.com/image/data/uphinh/hinh%20moi/lap-trinh-plc-6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144" y="3645024"/>
              <a:ext cx="3673217"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34479" y="4765799"/>
              <a:ext cx="720921"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06855" name="Group 3"/>
          <p:cNvGrpSpPr>
            <a:grpSpLocks/>
          </p:cNvGrpSpPr>
          <p:nvPr/>
        </p:nvGrpSpPr>
        <p:grpSpPr bwMode="auto">
          <a:xfrm>
            <a:off x="6146800" y="2768600"/>
            <a:ext cx="4167188" cy="2573338"/>
            <a:chOff x="4623445" y="2768734"/>
            <a:chExt cx="4166245" cy="2573600"/>
          </a:xfrm>
        </p:grpSpPr>
        <p:pic>
          <p:nvPicPr>
            <p:cNvPr id="206861" name="Picture 4" descr="https://cachdung.com/image/data/uphinh/hinh%20moi/lap-trinh-plc-6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3445" y="2768734"/>
              <a:ext cx="4166245" cy="2566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p:nvPr/>
          </p:nvSpPr>
          <p:spPr>
            <a:xfrm>
              <a:off x="4623445" y="5054967"/>
              <a:ext cx="572958" cy="2873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srgbClr val="FFFFFF"/>
                </a:solidFill>
                <a:effectLst/>
                <a:uLnTx/>
                <a:uFillTx/>
                <a:latin typeface="Segoe UI"/>
                <a:ea typeface="+mn-ea"/>
                <a:cs typeface="+mn-cs"/>
              </a:endParaRPr>
            </a:p>
          </p:txBody>
        </p:sp>
      </p:grpSp>
      <p:sp>
        <p:nvSpPr>
          <p:cNvPr id="206856" name="Rectangle 4"/>
          <p:cNvSpPr>
            <a:spLocks noChangeArrowheads="1"/>
          </p:cNvSpPr>
          <p:nvPr/>
        </p:nvSpPr>
        <p:spPr bwMode="auto">
          <a:xfrm>
            <a:off x="2279650" y="5478463"/>
            <a:ext cx="76327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16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Nút nhấn và cảm biến có ngõ ra là relay nối với ngõ vào loại sinking.</a:t>
            </a:r>
            <a:endParaRPr kumimoji="0" lang="en-GB" alt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16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Nút nhấn và cảm biến loại PNP nối với ngõ vào loại sinking.</a:t>
            </a:r>
            <a:endParaRPr kumimoji="0" lang="en-GB" alt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16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Nút nhấn và cảm biến loại NPN nối với ngõ vào loại sourcing</a:t>
            </a:r>
            <a:endParaRPr kumimoji="0" lang="en-GB" alt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17" name="Straight Connector 16"/>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685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6860"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2328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7874"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7876" name="Rectangle 5"/>
          <p:cNvSpPr>
            <a:spLocks noChangeArrowheads="1"/>
          </p:cNvSpPr>
          <p:nvPr/>
        </p:nvSpPr>
        <p:spPr bwMode="auto">
          <a:xfrm>
            <a:off x="1343025" y="1412875"/>
            <a:ext cx="513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 Kết nối ra/vào số với ngoại vi:</a:t>
            </a:r>
          </a:p>
        </p:txBody>
      </p:sp>
      <p:sp>
        <p:nvSpPr>
          <p:cNvPr id="207877" name="Rectangle 2"/>
          <p:cNvSpPr>
            <a:spLocks noChangeArrowheads="1"/>
          </p:cNvSpPr>
          <p:nvPr/>
        </p:nvSpPr>
        <p:spPr bwMode="auto">
          <a:xfrm>
            <a:off x="1343025" y="1889125"/>
            <a:ext cx="95059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ngõ </a:t>
            </a: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ra</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số của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có thể được chế tạo là một khối riêng, hoặc kết hợp với các ngõ ra chung trong một khối hoặc được tích hợp trên khối CPU.</a:t>
            </a:r>
            <a:endParaRPr kumimoji="0" lang="en-GB"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207878" name="Rectangle 4"/>
          <p:cNvSpPr>
            <a:spLocks noChangeArrowheads="1"/>
          </p:cNvSpPr>
          <p:nvPr/>
        </p:nvSpPr>
        <p:spPr bwMode="auto">
          <a:xfrm>
            <a:off x="1343025" y="4221163"/>
            <a:ext cx="95059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khối ra tiêu chuẩn của PLC thường có 8 đến 32 ngõ ra theo cùng loại và có dòng định mức khác nhau. </a:t>
            </a:r>
            <a:endPar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Ngõ ra có thể là rơ le, transistor hoặc triac. Rơ le là ngõ ra linh hoạt nhất. Chúng có thể là ngõ ra AC và DC. Tuy nhiên đáp ứng của ngõ ra rơ le chậm, giá thành cao và bị hư hỏng sau vài triệu lần đóng cắt. </a:t>
            </a:r>
            <a:endPar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N</a:t>
            </a:r>
            <a:r>
              <a:rPr kumimoji="0" lang="vi-VN"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gõ ra transistor thì chỉ sử dụng với nguồn cung cấp là DC và ngõ ra triac thì chỉ sử dụng được với nguồn AC. Tuy nhiên đáp ứng của các ngõ ra này nhanh hơn.</a:t>
            </a:r>
            <a:endParaRPr kumimoji="0" lang="en-GB"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07879" name="Rectangle 4"/>
          <p:cNvSpPr>
            <a:spLocks noChangeArrowheads="1"/>
          </p:cNvSpPr>
          <p:nvPr/>
        </p:nvSpPr>
        <p:spPr bwMode="auto">
          <a:xfrm>
            <a:off x="1666875" y="2778125"/>
            <a:ext cx="88582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Ngõ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ra</a:t>
            </a:r>
            <a:r>
              <a:rPr kumimoji="0" lang="vi-VN"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DC: </a:t>
            </a:r>
            <a:endPar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Xoay chiều:</a:t>
            </a: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20…264 VAC, f = 47…63 Hz;</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Một chiều:</a:t>
            </a: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5…30 VDC đối với ngõ ra rơ le; 20.4 … 28.8 </a:t>
            </a: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VDC đối với ngõ ra transistor;</a:t>
            </a:r>
          </a:p>
        </p:txBody>
      </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788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7883"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905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8898"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8900" name="Rectangle 5"/>
          <p:cNvSpPr>
            <a:spLocks noChangeArrowheads="1"/>
          </p:cNvSpPr>
          <p:nvPr/>
        </p:nvSpPr>
        <p:spPr bwMode="auto">
          <a:xfrm>
            <a:off x="1343025" y="1412875"/>
            <a:ext cx="513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 Kết nối ra/vào số với ngoại vi:</a:t>
            </a:r>
          </a:p>
        </p:txBody>
      </p:sp>
      <p:sp>
        <p:nvSpPr>
          <p:cNvPr id="208901" name="Rectangle 2"/>
          <p:cNvSpPr>
            <a:spLocks noChangeArrowheads="1"/>
          </p:cNvSpPr>
          <p:nvPr/>
        </p:nvSpPr>
        <p:spPr bwMode="auto">
          <a:xfrm>
            <a:off x="1343025" y="1901825"/>
            <a:ext cx="95059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ngõ </a:t>
            </a: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ra</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số của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có thể được chế tạo là một khối riêng, hoặc kết hợp với các ngõ ra chung trong một khối hoặc được tích hợp trên khối CPU.</a:t>
            </a:r>
            <a:endParaRPr kumimoji="0" lang="en-GB"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pSp>
        <p:nvGrpSpPr>
          <p:cNvPr id="208902" name="Group 1"/>
          <p:cNvGrpSpPr>
            <a:grpSpLocks/>
          </p:cNvGrpSpPr>
          <p:nvPr/>
        </p:nvGrpSpPr>
        <p:grpSpPr bwMode="auto">
          <a:xfrm>
            <a:off x="2070100" y="3427413"/>
            <a:ext cx="3797300" cy="1768475"/>
            <a:chOff x="2051720" y="2996952"/>
            <a:chExt cx="4653533" cy="2028826"/>
          </a:xfrm>
        </p:grpSpPr>
        <p:pic>
          <p:nvPicPr>
            <p:cNvPr id="208910" name="Picture 2" descr="https://cachdung.com/image/data/uphinh/hinh%20moi/lap-trinh-plc-6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996952"/>
              <a:ext cx="4581525" cy="2028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p:cNvSpPr/>
            <p:nvPr/>
          </p:nvSpPr>
          <p:spPr>
            <a:xfrm>
              <a:off x="2051720" y="4621470"/>
              <a:ext cx="719819" cy="287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08903" name="Group 2"/>
          <p:cNvGrpSpPr>
            <a:grpSpLocks/>
          </p:cNvGrpSpPr>
          <p:nvPr/>
        </p:nvGrpSpPr>
        <p:grpSpPr bwMode="auto">
          <a:xfrm>
            <a:off x="6240463" y="2768600"/>
            <a:ext cx="4057650" cy="2543175"/>
            <a:chOff x="4716016" y="2768734"/>
            <a:chExt cx="4057576" cy="2543385"/>
          </a:xfrm>
        </p:grpSpPr>
        <p:pic>
          <p:nvPicPr>
            <p:cNvPr id="208908" name="Picture 4" descr="https://cachdung.com/image/data/uphinh/hinh%20moi/lap-trinh-plc-66.JPG"/>
            <p:cNvPicPr>
              <a:picLocks noChangeAspect="1" noChangeArrowheads="1"/>
            </p:cNvPicPr>
            <p:nvPr/>
          </p:nvPicPr>
          <p:blipFill>
            <a:blip r:embed="rId4">
              <a:extLst>
                <a:ext uri="{28A0092B-C50C-407E-A947-70E740481C1C}">
                  <a14:useLocalDpi xmlns:a14="http://schemas.microsoft.com/office/drawing/2010/main" val="0"/>
                </a:ext>
              </a:extLst>
            </a:blip>
            <a:srcRect b="56528"/>
            <a:stretch>
              <a:fillRect/>
            </a:stretch>
          </p:blipFill>
          <p:spPr bwMode="auto">
            <a:xfrm>
              <a:off x="4817959" y="2768734"/>
              <a:ext cx="3955633" cy="247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p:nvPr/>
          </p:nvSpPr>
          <p:spPr>
            <a:xfrm>
              <a:off x="4716016" y="5061273"/>
              <a:ext cx="587364" cy="2508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srgbClr val="FFFFFF"/>
                </a:solidFill>
                <a:effectLst/>
                <a:uLnTx/>
                <a:uFillTx/>
                <a:latin typeface="Segoe UI"/>
                <a:ea typeface="+mn-ea"/>
                <a:cs typeface="+mn-cs"/>
              </a:endParaRPr>
            </a:p>
          </p:txBody>
        </p:sp>
      </p:grpSp>
      <p:cxnSp>
        <p:nvCxnSpPr>
          <p:cNvPr id="17" name="Straight Connector 16"/>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890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8907"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6639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09922"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1.5 KẾT NỐI DÂY GIỮA PLC VÀ CÁC THIẾT BỊ NGOẠI VI</a:t>
            </a:r>
          </a:p>
        </p:txBody>
      </p:sp>
      <p:sp>
        <p:nvSpPr>
          <p:cNvPr id="209924" name="Rectangle 5"/>
          <p:cNvSpPr>
            <a:spLocks noChangeArrowheads="1"/>
          </p:cNvSpPr>
          <p:nvPr/>
        </p:nvSpPr>
        <p:spPr bwMode="auto">
          <a:xfrm>
            <a:off x="2070100" y="1412875"/>
            <a:ext cx="4403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 Kết nối ra/vào số với ngoại vi:</a:t>
            </a:r>
          </a:p>
        </p:txBody>
      </p:sp>
      <p:grpSp>
        <p:nvGrpSpPr>
          <p:cNvPr id="209925" name="Group 3"/>
          <p:cNvGrpSpPr>
            <a:grpSpLocks/>
          </p:cNvGrpSpPr>
          <p:nvPr/>
        </p:nvGrpSpPr>
        <p:grpSpPr bwMode="auto">
          <a:xfrm>
            <a:off x="3292475" y="1895475"/>
            <a:ext cx="5780088" cy="4541838"/>
            <a:chOff x="1767692" y="1895103"/>
            <a:chExt cx="5781653" cy="4541837"/>
          </a:xfrm>
        </p:grpSpPr>
        <p:pic>
          <p:nvPicPr>
            <p:cNvPr id="209930" name="Picture 2" descr="HELP! Wiring 1214C DC/DC/DC CPU - Siemens - Forums.MrPLC.com"/>
            <p:cNvPicPr>
              <a:picLocks noChangeAspect="1" noChangeArrowheads="1"/>
            </p:cNvPicPr>
            <p:nvPr/>
          </p:nvPicPr>
          <p:blipFill>
            <a:blip r:embed="rId3">
              <a:extLst>
                <a:ext uri="{28A0092B-C50C-407E-A947-70E740481C1C}">
                  <a14:useLocalDpi xmlns:a14="http://schemas.microsoft.com/office/drawing/2010/main" val="0"/>
                </a:ext>
              </a:extLst>
            </a:blip>
            <a:srcRect l="28378"/>
            <a:stretch>
              <a:fillRect/>
            </a:stretch>
          </p:blipFill>
          <p:spPr bwMode="auto">
            <a:xfrm>
              <a:off x="1767692" y="1895103"/>
              <a:ext cx="5781653" cy="454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20"/>
            <p:cNvSpPr/>
            <p:nvPr/>
          </p:nvSpPr>
          <p:spPr>
            <a:xfrm>
              <a:off x="1767692" y="5079627"/>
              <a:ext cx="932115" cy="130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srgbClr val="FFFFFF"/>
                </a:solidFill>
                <a:effectLst/>
                <a:uLnTx/>
                <a:uFillTx/>
                <a:latin typeface="Segoe UI"/>
                <a:ea typeface="+mn-ea"/>
                <a:cs typeface="+mn-cs"/>
              </a:endParaRPr>
            </a:p>
          </p:txBody>
        </p:sp>
      </p:gr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0992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09929"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2719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ChangeArrowheads="1"/>
          </p:cNvSpPr>
          <p:nvPr/>
        </p:nvSpPr>
        <p:spPr bwMode="auto">
          <a:xfrm>
            <a:off x="1558925" y="2854325"/>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2"/>
          <p:cNvSpPr txBox="1">
            <a:spLocks noChangeArrowheads="1"/>
          </p:cNvSpPr>
          <p:nvPr/>
        </p:nvSpPr>
        <p:spPr bwMode="auto">
          <a:xfrm>
            <a:off x="1593850" y="1630363"/>
            <a:ext cx="910907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1.6 KIỂM TRA VIỆC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KẾT NỐI DÂY BẰNG PHẦN MỀM</a:t>
            </a: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10948" name="Picture 13" descr="Thiết bị PLC Siemens S7 - 1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8" y="2903538"/>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558925" y="333375"/>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3468884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55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1970"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1972" name="Rectangle 5"/>
          <p:cNvSpPr>
            <a:spLocks noChangeArrowheads="1"/>
          </p:cNvSpPr>
          <p:nvPr/>
        </p:nvSpPr>
        <p:spPr bwMode="auto">
          <a:xfrm>
            <a:off x="2070100" y="1412875"/>
            <a:ext cx="81200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quá trình lập trình PLC thi ta không tránh khỏi những trường hợp xảy ra lỗi.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trên PLC 1200 và một số cách khắc phục các lỗi thông dụng</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p>
        </p:txBody>
      </p:sp>
      <p:sp>
        <p:nvSpPr>
          <p:cNvPr id="211973" name="Rectangle 2"/>
          <p:cNvSpPr>
            <a:spLocks noChangeArrowheads="1"/>
          </p:cNvSpPr>
          <p:nvPr/>
        </p:nvSpPr>
        <p:spPr bwMode="auto">
          <a:xfrm>
            <a:off x="2163763" y="4221163"/>
            <a:ext cx="345757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Khi có lỗi xảy ra trên PLC thì đèn xanh của PLC sẽ tắt và đèn đỏ sáng lên</a:t>
            </a:r>
            <a:endParaRPr kumimoji="0" lang="en-GB" alt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11974" name="Picture 2" descr="https://tudonghoaatvn.com/wp-content/uploads/2021/05/Loi-PLC-thu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6738" y="2852738"/>
            <a:ext cx="4321175" cy="337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1977"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1978"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3493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2994"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2996" name="Rectangle 3"/>
          <p:cNvSpPr>
            <a:spLocks noChangeArrowheads="1"/>
          </p:cNvSpPr>
          <p:nvPr/>
        </p:nvSpPr>
        <p:spPr bwMode="auto">
          <a:xfrm>
            <a:off x="1770063" y="1438275"/>
            <a:ext cx="86518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Bước 1: </a:t>
            </a:r>
            <a:r>
              <a:rPr kumimoji="0" lang="vi-VN"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kết nối PLC với máy tính và Online để kiểm tra lỗi. Sau khi kết nối PLC với máy tính ta thực hiện các bước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như hình</a:t>
            </a:r>
          </a:p>
        </p:txBody>
      </p:sp>
      <p:pic>
        <p:nvPicPr>
          <p:cNvPr id="212997" name="Picture 2" descr="https://tudonghoaatvn.com/wp-content/uploads/2021/05/Doc-loi-hien-tai-cua-PLC-637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2349500"/>
            <a:ext cx="60674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3000"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3001"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717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4018"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4020" name="Rectangle 3"/>
          <p:cNvSpPr>
            <a:spLocks noChangeArrowheads="1"/>
          </p:cNvSpPr>
          <p:nvPr/>
        </p:nvSpPr>
        <p:spPr bwMode="auto">
          <a:xfrm>
            <a:off x="1990725" y="1373188"/>
            <a:ext cx="82089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14021" name="Picture 2" descr="https://tudonghoaatvn.com/wp-content/uploads/2021/05/Doc-loi-hien-tai-cua-PLC_1-800x30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254250"/>
            <a:ext cx="76200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022" name="Rectangle 1"/>
          <p:cNvSpPr>
            <a:spLocks noChangeArrowheads="1"/>
          </p:cNvSpPr>
          <p:nvPr/>
        </p:nvSpPr>
        <p:spPr bwMode="auto">
          <a:xfrm>
            <a:off x="2640013" y="5237163"/>
            <a:ext cx="7232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vi-VN" altLang="en-US" sz="24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Ta kích chuột trái vào các lỗi màu đỏ để xem chi tiết lỗi.</a:t>
            </a:r>
            <a:endParaRPr kumimoji="0" lang="en-GB" altLang="en-US" sz="24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cxnSp>
        <p:nvCxnSpPr>
          <p:cNvPr id="5" name="Straight Arrow Connector 4"/>
          <p:cNvCxnSpPr>
            <a:stCxn id="214022" idx="0"/>
          </p:cNvCxnSpPr>
          <p:nvPr/>
        </p:nvCxnSpPr>
        <p:spPr>
          <a:xfrm flipV="1">
            <a:off x="6256338" y="4027488"/>
            <a:ext cx="2681287" cy="1209675"/>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402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4027"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2104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5042"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5044" name="Rectangle 3"/>
          <p:cNvSpPr>
            <a:spLocks noChangeArrowheads="1"/>
          </p:cNvSpPr>
          <p:nvPr/>
        </p:nvSpPr>
        <p:spPr bwMode="auto">
          <a:xfrm>
            <a:off x="1990725" y="1382713"/>
            <a:ext cx="82089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5045" name="Rectangle 1"/>
          <p:cNvSpPr>
            <a:spLocks noChangeArrowheads="1"/>
          </p:cNvSpPr>
          <p:nvPr/>
        </p:nvSpPr>
        <p:spPr bwMode="auto">
          <a:xfrm>
            <a:off x="1990725" y="2128838"/>
            <a:ext cx="82819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khai báo thừa modul</a:t>
            </a:r>
            <a:r>
              <a:rPr kumimoji="0" lang="en-US"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trong chương trình ta khai báo modul mà trên phần cứng thực tế không có</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15046" name="Picture 2" descr="https://tudonghoaatvn.com/wp-content/uploads/2021/05/Doc-loi-hien-tai-cua-PLC_2-486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0" y="2965450"/>
            <a:ext cx="4151313"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7" name="Rectangle 12"/>
          <p:cNvSpPr>
            <a:spLocks noChangeArrowheads="1"/>
          </p:cNvSpPr>
          <p:nvPr/>
        </p:nvSpPr>
        <p:spPr bwMode="auto">
          <a:xfrm>
            <a:off x="7319963" y="3865563"/>
            <a:ext cx="316865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Xử lý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Kiểm tra lại phần cứng thực tế sao cho khớp với phần cứng trên phần mềm TIA</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4" name="Straight Arrow Connector 13"/>
          <p:cNvCxnSpPr/>
          <p:nvPr/>
        </p:nvCxnSpPr>
        <p:spPr>
          <a:xfrm>
            <a:off x="6569075" y="3865563"/>
            <a:ext cx="750888" cy="21113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505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5052"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8750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6066"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6068" name="Rectangle 3"/>
          <p:cNvSpPr>
            <a:spLocks noChangeArrowheads="1"/>
          </p:cNvSpPr>
          <p:nvPr/>
        </p:nvSpPr>
        <p:spPr bwMode="auto">
          <a:xfrm>
            <a:off x="1990725" y="1368425"/>
            <a:ext cx="82089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6069" name="Rectangle 1"/>
          <p:cNvSpPr>
            <a:spLocks noChangeArrowheads="1"/>
          </p:cNvSpPr>
          <p:nvPr/>
        </p:nvSpPr>
        <p:spPr bwMode="auto">
          <a:xfrm>
            <a:off x="1993900" y="2195513"/>
            <a:ext cx="82089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khai báo sai mã modul</a:t>
            </a:r>
            <a:r>
              <a:rPr kumimoji="0" lang="en-US"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ta đã khai báo đúng kiểu modul nhưng mã cụ thể ta khai báo chưa đúng.</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6070" name="Rectangle 12"/>
          <p:cNvSpPr>
            <a:spLocks noChangeArrowheads="1"/>
          </p:cNvSpPr>
          <p:nvPr/>
        </p:nvSpPr>
        <p:spPr bwMode="auto">
          <a:xfrm>
            <a:off x="7319963" y="3865563"/>
            <a:ext cx="303053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Xử lý: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Kiểm tra chính xác mã model của modul được in trên vỏ của modul và khai báo lại trên TIA</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16071" name="Picture 2" descr="https://tudonghoaatvn.com/wp-content/uploads/2021/05/Doc-loi-hien-tai-cua-PLC_3-509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3043238"/>
            <a:ext cx="4256087"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Arrow Connector 13"/>
          <p:cNvCxnSpPr/>
          <p:nvPr/>
        </p:nvCxnSpPr>
        <p:spPr>
          <a:xfrm flipV="1">
            <a:off x="6569075" y="4076700"/>
            <a:ext cx="750888" cy="21590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6075"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6076"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8790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17090" name="Picture 2" descr="https://tudonghoaatvn.com/wp-content/uploads/2021/05/Doc-loi-hien-tai-cua-PLC_4-529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2925" y="3530600"/>
            <a:ext cx="3836988"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1"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7093" name="Rectangle 3"/>
          <p:cNvSpPr>
            <a:spLocks noChangeArrowheads="1"/>
          </p:cNvSpPr>
          <p:nvPr/>
        </p:nvSpPr>
        <p:spPr bwMode="auto">
          <a:xfrm>
            <a:off x="1990725" y="1254125"/>
            <a:ext cx="82089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7094" name="Rectangle 1"/>
          <p:cNvSpPr>
            <a:spLocks noChangeArrowheads="1"/>
          </p:cNvSpPr>
          <p:nvPr/>
        </p:nvSpPr>
        <p:spPr bwMode="auto">
          <a:xfrm>
            <a:off x="1958975" y="1954213"/>
            <a:ext cx="82089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quá giới hạn của tín hiệu analog:</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Lỗi này xảy ra khi điện áp ta cấp vào đầu vào modul Analog vượt quá giới hạn cho phép (Lớn hơn 10V hoặc lớn hơn 20mA). Hoặc tín hiệu đầu ra ta thiết lập nằm ngoài giải cho phép (ngoài giải -27648-&gt;27648).</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7095" name="Rectangle 12"/>
          <p:cNvSpPr>
            <a:spLocks noChangeArrowheads="1"/>
          </p:cNvSpPr>
          <p:nvPr/>
        </p:nvSpPr>
        <p:spPr bwMode="auto">
          <a:xfrm>
            <a:off x="7319963" y="3865563"/>
            <a:ext cx="303053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Xử lý: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Kiểm tra tín hiệu đầu vào analog, hiệu chỉnh giải tín hiệu analog cho đúng giải tiêu chuẩn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4" name="Straight Arrow Connector 13"/>
          <p:cNvCxnSpPr/>
          <p:nvPr/>
        </p:nvCxnSpPr>
        <p:spPr>
          <a:xfrm flipV="1">
            <a:off x="6569075" y="4076700"/>
            <a:ext cx="750888" cy="10795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709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710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3810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18114" name="Picture 2" descr="https://tudonghoaatvn.com/wp-content/uploads/2021/05/Doc-loi-hien-tai-cua-PLC_7-454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3068638"/>
            <a:ext cx="3709987" cy="326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115"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8117" name="Rectangle 3"/>
          <p:cNvSpPr>
            <a:spLocks noChangeArrowheads="1"/>
          </p:cNvSpPr>
          <p:nvPr/>
        </p:nvSpPr>
        <p:spPr bwMode="auto">
          <a:xfrm>
            <a:off x="1990725" y="1350963"/>
            <a:ext cx="82089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8118" name="Rectangle 1"/>
          <p:cNvSpPr>
            <a:spLocks noChangeArrowheads="1"/>
          </p:cNvSpPr>
          <p:nvPr/>
        </p:nvSpPr>
        <p:spPr bwMode="auto">
          <a:xfrm>
            <a:off x="1970088" y="2139950"/>
            <a:ext cx="82105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chưa cấp nguồn cho modul</a:t>
            </a:r>
            <a:r>
              <a:rPr kumimoji="0" lang="en-US"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ta gắn thêm modul cho PLC mà chưa cấp nguồn 24V cho modul đó.</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8119" name="Rectangle 12"/>
          <p:cNvSpPr>
            <a:spLocks noChangeArrowheads="1"/>
          </p:cNvSpPr>
          <p:nvPr/>
        </p:nvSpPr>
        <p:spPr bwMode="auto">
          <a:xfrm>
            <a:off x="7319963" y="3865563"/>
            <a:ext cx="30305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Xử lý: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Tắt nguồn PLC và kết nối nguồn cho modul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4" name="Straight Arrow Connector 13"/>
          <p:cNvCxnSpPr/>
          <p:nvPr/>
        </p:nvCxnSpPr>
        <p:spPr>
          <a:xfrm>
            <a:off x="6096000" y="4005263"/>
            <a:ext cx="1223963" cy="7143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812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8124"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4425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19138" name="Picture 2" descr="https://tudonghoaatvn.com/wp-content/uploads/2021/05/Doc-loi-hien-tai-cua-PLC_7-454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3068638"/>
            <a:ext cx="3709987" cy="326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39"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19141" name="Rectangle 3"/>
          <p:cNvSpPr>
            <a:spLocks noChangeArrowheads="1"/>
          </p:cNvSpPr>
          <p:nvPr/>
        </p:nvSpPr>
        <p:spPr bwMode="auto">
          <a:xfrm>
            <a:off x="1960563" y="1350963"/>
            <a:ext cx="82089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9142" name="Rectangle 1"/>
          <p:cNvSpPr>
            <a:spLocks noChangeArrowheads="1"/>
          </p:cNvSpPr>
          <p:nvPr/>
        </p:nvSpPr>
        <p:spPr bwMode="auto">
          <a:xfrm>
            <a:off x="1993900" y="2139950"/>
            <a:ext cx="82089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ngắn mạch: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có hiện tượng các dây tín hiệu chập với nhau hoặc chập với mass.</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19143" name="Rectangle 12"/>
          <p:cNvSpPr>
            <a:spLocks noChangeArrowheads="1"/>
          </p:cNvSpPr>
          <p:nvPr/>
        </p:nvSpPr>
        <p:spPr bwMode="auto">
          <a:xfrm>
            <a:off x="7319963" y="3865563"/>
            <a:ext cx="303053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Xử lý: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Đọc phần mô tả để xem vị trí xảy ra ngắn mạch và nhanh chóng tắt nguồn PLC để kiểm tra vị trí lỗi</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4" name="Straight Arrow Connector 13"/>
          <p:cNvCxnSpPr/>
          <p:nvPr/>
        </p:nvCxnSpPr>
        <p:spPr>
          <a:xfrm>
            <a:off x="6096000" y="4005263"/>
            <a:ext cx="1223963" cy="71437"/>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19147"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19148"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0856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20162"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20164" name="Rectangle 3"/>
          <p:cNvSpPr>
            <a:spLocks noChangeArrowheads="1"/>
          </p:cNvSpPr>
          <p:nvPr/>
        </p:nvSpPr>
        <p:spPr bwMode="auto">
          <a:xfrm>
            <a:off x="1990725" y="1296988"/>
            <a:ext cx="82089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20165" name="Rectangle 1"/>
          <p:cNvSpPr>
            <a:spLocks noChangeArrowheads="1"/>
          </p:cNvSpPr>
          <p:nvPr/>
        </p:nvSpPr>
        <p:spPr bwMode="auto">
          <a:xfrm>
            <a:off x="1301750" y="2028825"/>
            <a:ext cx="9547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khác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PLC thực tế khác với mã PLC ta khai báo trên TIA. Khi ta load chương trình xuống sẽ hiển thị ra bảng lỗi như sau.</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20166" name="Picture 2" descr="https://tudonghoaatvn.com/wp-content/uploads/2021/05/Khac-PLC-669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3100" y="2871788"/>
            <a:ext cx="5724525"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016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017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228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21186"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21188" name="Rectangle 3"/>
          <p:cNvSpPr>
            <a:spLocks noChangeArrowheads="1"/>
          </p:cNvSpPr>
          <p:nvPr/>
        </p:nvSpPr>
        <p:spPr bwMode="auto">
          <a:xfrm>
            <a:off x="1960563" y="1350963"/>
            <a:ext cx="82089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21189" name="Rectangle 1"/>
          <p:cNvSpPr>
            <a:spLocks noChangeArrowheads="1"/>
          </p:cNvSpPr>
          <p:nvPr/>
        </p:nvSpPr>
        <p:spPr bwMode="auto">
          <a:xfrm>
            <a:off x="1338263" y="2079625"/>
            <a:ext cx="95154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khác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PLC thực tế khác với mã PLC ta khai báo trên TIA. Khi ta load chương trình xuống sẽ hiển thị ra bảng lỗi như sau.</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21190" name="Picture 2" descr="https://tudonghoaatvn.com/wp-content/uploads/2021/05/Khac-PLC-chi-tiet-676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263" y="2909888"/>
            <a:ext cx="5616575"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91" name="Rectangle 11"/>
          <p:cNvSpPr>
            <a:spLocks noChangeArrowheads="1"/>
          </p:cNvSpPr>
          <p:nvPr/>
        </p:nvSpPr>
        <p:spPr bwMode="auto">
          <a:xfrm>
            <a:off x="7032625" y="3238500"/>
            <a:ext cx="3916363"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Xử lý: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Tắt bảng báo lỗi trên và kiểm tra kĩ mã PLC trên thực tế . Sau đó thực hiện đổi mã PLC trên phần mềm TIA sao cho khớp với mã thực tế. Thực hiện đổi mã PLC như hướng dẫn dưới đây:</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1194"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1195"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39401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22210"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22212" name="Rectangle 3"/>
          <p:cNvSpPr>
            <a:spLocks noChangeArrowheads="1"/>
          </p:cNvSpPr>
          <p:nvPr/>
        </p:nvSpPr>
        <p:spPr bwMode="auto">
          <a:xfrm>
            <a:off x="1989138" y="1341438"/>
            <a:ext cx="82089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22213" name="Rectangle 1"/>
          <p:cNvSpPr>
            <a:spLocks noChangeArrowheads="1"/>
          </p:cNvSpPr>
          <p:nvPr/>
        </p:nvSpPr>
        <p:spPr bwMode="auto">
          <a:xfrm>
            <a:off x="1304925" y="2097088"/>
            <a:ext cx="95773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khác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PLC thực tế khác với mã PLC ta khai báo trên TIA. Khi ta load chương trình xuống sẽ hiển thị ra bảng lỗi như sau.</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22214" name="Picture 2" descr="https://tudonghoaatvn.com/wp-content/uploads/2021/05/Chage-device-1-235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6725" y="2946400"/>
            <a:ext cx="2068513" cy="352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15" name="Rectangle 12"/>
          <p:cNvSpPr>
            <a:spLocks noChangeArrowheads="1"/>
          </p:cNvSpPr>
          <p:nvPr/>
        </p:nvSpPr>
        <p:spPr bwMode="auto">
          <a:xfrm>
            <a:off x="3565525" y="3708400"/>
            <a:ext cx="25273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Xử lý: </a:t>
            </a:r>
            <a:endParaRPr kumimoji="0" lang="en-GB"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Kích chuột phải vào PLC =&gt; Chọn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Change device</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221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2219"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2411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23234" name="Title 2"/>
          <p:cNvSpPr txBox="1">
            <a:spLocks noChangeArrowheads="1"/>
          </p:cNvSpPr>
          <p:nvPr/>
        </p:nvSpPr>
        <p:spPr bwMode="auto">
          <a:xfrm>
            <a:off x="1960563" y="871538"/>
            <a:ext cx="822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685800">
              <a:defRPr sz="2800" b="1">
                <a:solidFill>
                  <a:schemeClr val="bg1"/>
                </a:solidFill>
                <a:latin typeface="Arial" panose="020B0604020202020204" pitchFamily="34" charset="0"/>
              </a:defRPr>
            </a:lvl1pPr>
            <a:lvl2pPr marL="742950" indent="-285750" defTabSz="685800">
              <a:defRPr sz="2800" b="1">
                <a:solidFill>
                  <a:schemeClr val="bg1"/>
                </a:solidFill>
                <a:latin typeface="Arial" panose="020B0604020202020204" pitchFamily="34" charset="0"/>
              </a:defRPr>
            </a:lvl2pPr>
            <a:lvl3pPr marL="1143000" indent="-228600" defTabSz="685800">
              <a:defRPr sz="2800" b="1">
                <a:solidFill>
                  <a:schemeClr val="bg1"/>
                </a:solidFill>
                <a:latin typeface="Arial" panose="020B0604020202020204" pitchFamily="34" charset="0"/>
              </a:defRPr>
            </a:lvl3pPr>
            <a:lvl4pPr marL="1600200" indent="-228600" defTabSz="685800">
              <a:defRPr sz="2800" b="1">
                <a:solidFill>
                  <a:schemeClr val="bg1"/>
                </a:solidFill>
                <a:latin typeface="Arial" panose="020B0604020202020204" pitchFamily="34" charset="0"/>
              </a:defRPr>
            </a:lvl4pPr>
            <a:lvl5pPr marL="2057400" indent="-228600" defTabSz="685800">
              <a:defRPr sz="2800" b="1">
                <a:solidFill>
                  <a:schemeClr val="bg1"/>
                </a:solidFill>
                <a:latin typeface="Arial" panose="020B0604020202020204" pitchFamily="34" charset="0"/>
              </a:defRPr>
            </a:lvl5pPr>
            <a:lvl6pPr marL="2514600" indent="-228600" defTabSz="685800" eaLnBrk="0" fontAlgn="base" hangingPunct="0">
              <a:spcBef>
                <a:spcPct val="0"/>
              </a:spcBef>
              <a:spcAft>
                <a:spcPct val="0"/>
              </a:spcAft>
              <a:defRPr sz="2800" b="1">
                <a:solidFill>
                  <a:schemeClr val="bg1"/>
                </a:solidFill>
                <a:latin typeface="Arial" panose="020B0604020202020204" pitchFamily="34" charset="0"/>
              </a:defRPr>
            </a:lvl6pPr>
            <a:lvl7pPr marL="2971800" indent="-228600" defTabSz="685800" eaLnBrk="0" fontAlgn="base" hangingPunct="0">
              <a:spcBef>
                <a:spcPct val="0"/>
              </a:spcBef>
              <a:spcAft>
                <a:spcPct val="0"/>
              </a:spcAft>
              <a:defRPr sz="2800" b="1">
                <a:solidFill>
                  <a:schemeClr val="bg1"/>
                </a:solidFill>
                <a:latin typeface="Arial" panose="020B0604020202020204" pitchFamily="34" charset="0"/>
              </a:defRPr>
            </a:lvl7pPr>
            <a:lvl8pPr marL="3429000" indent="-228600" defTabSz="685800" eaLnBrk="0" fontAlgn="base" hangingPunct="0">
              <a:spcBef>
                <a:spcPct val="0"/>
              </a:spcBef>
              <a:spcAft>
                <a:spcPct val="0"/>
              </a:spcAft>
              <a:defRPr sz="2800" b="1">
                <a:solidFill>
                  <a:schemeClr val="bg1"/>
                </a:solidFill>
                <a:latin typeface="Arial" panose="020B0604020202020204" pitchFamily="34" charset="0"/>
              </a:defRPr>
            </a:lvl8pPr>
            <a:lvl9pPr marL="3886200" indent="-228600" defTabSz="6858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3B3838"/>
                </a:solidFill>
                <a:effectLst/>
                <a:uLnTx/>
                <a:uFillTx/>
                <a:latin typeface="Times New Roman" panose="02020603050405020304" pitchFamily="18" charset="0"/>
                <a:ea typeface="+mn-ea"/>
                <a:cs typeface="Times New Roman" panose="02020603050405020304" pitchFamily="18" charset="0"/>
              </a:rPr>
              <a:t>KẾT NỐI DÂY GIỮA PLC VÀ CÁC THIẾT BỊ NGOẠI VI</a:t>
            </a:r>
          </a:p>
        </p:txBody>
      </p:sp>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1.6 KIỂM TRA VIỆC KẾT NỐI DÂY BẰNG PHẦN MỀM</a:t>
            </a:r>
          </a:p>
        </p:txBody>
      </p:sp>
      <p:sp>
        <p:nvSpPr>
          <p:cNvPr id="223236" name="Rectangle 3"/>
          <p:cNvSpPr>
            <a:spLocks noChangeArrowheads="1"/>
          </p:cNvSpPr>
          <p:nvPr/>
        </p:nvSpPr>
        <p:spPr bwMode="auto">
          <a:xfrm>
            <a:off x="1990725" y="1339850"/>
            <a:ext cx="82089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 chọn vào phần Diagnostic buffer và xem các lỗi hiển thị ở bảng bên phải cửa sổ đang hiện.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23237" name="Rectangle 1"/>
          <p:cNvSpPr>
            <a:spLocks noChangeArrowheads="1"/>
          </p:cNvSpPr>
          <p:nvPr/>
        </p:nvSpPr>
        <p:spPr bwMode="auto">
          <a:xfrm>
            <a:off x="1338263" y="2070100"/>
            <a:ext cx="95154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khác PLC: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Lỗi này xảy ra khi PLC thực tế khác với mã PLC ta khai báo trên TIA. Khi ta load chương trình xuống sẽ hiển thị ra bảng lỗi như sau.</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23238" name="Rectangle 12"/>
          <p:cNvSpPr>
            <a:spLocks noChangeArrowheads="1"/>
          </p:cNvSpPr>
          <p:nvPr/>
        </p:nvSpPr>
        <p:spPr bwMode="auto">
          <a:xfrm>
            <a:off x="2135188" y="3789363"/>
            <a:ext cx="3175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Xử lý: </a:t>
            </a:r>
            <a:endParaRPr kumimoji="0" lang="en-GB" altLang="en-US" sz="2400"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Chọn đúng mã PLC và Version của PLC thực tế</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23239" name="Picture 2" descr="https://tudonghoaatvn.com/wp-content/uploads/2021/05/Chage-device_2-445x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175" y="2913063"/>
            <a:ext cx="3821113"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324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3243"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0851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225282"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050" name="Rectangle 2"/>
          <p:cNvSpPr>
            <a:spLocks noGrp="1" noChangeArrowheads="1"/>
          </p:cNvSpPr>
          <p:nvPr>
            <p:ph type="ctrTitle"/>
          </p:nvPr>
        </p:nvSpPr>
        <p:spPr>
          <a:xfrm>
            <a:off x="1558925" y="2039938"/>
            <a:ext cx="9109075" cy="1533525"/>
          </a:xfrm>
        </p:spPr>
        <p:txBody>
          <a:bodyPr anchor="ctr"/>
          <a:lstStyle/>
          <a:p>
            <a:pPr algn="l" eaLnBrk="1" hangingPunct="1">
              <a:spcBef>
                <a:spcPts val="600"/>
              </a:spcBef>
            </a:pPr>
            <a:r>
              <a:rPr lang="en-US" altLang="en-US" sz="2400" b="1">
                <a:solidFill>
                  <a:schemeClr val="bg1"/>
                </a:solidFill>
                <a:latin typeface="Times New Roman" panose="02020603050405020304" pitchFamily="18" charset="0"/>
                <a:cs typeface="Times New Roman" panose="02020603050405020304" pitchFamily="18" charset="0"/>
              </a:rPr>
              <a:t>1.7 </a:t>
            </a:r>
            <a:r>
              <a:rPr lang="en-GB" altLang="en-US" sz="2400" b="1">
                <a:solidFill>
                  <a:schemeClr val="bg1"/>
                </a:solidFill>
                <a:latin typeface="Times New Roman" panose="02020603050405020304" pitchFamily="18" charset="0"/>
                <a:cs typeface="Times New Roman" panose="02020603050405020304" pitchFamily="18" charset="0"/>
              </a:rPr>
              <a:t>CÀI ĐẶT VÀ SỬ DỤNG PHẦN MỀM TIA PORTAL</a:t>
            </a:r>
            <a:br>
              <a:rPr lang="en-GB" altLang="en-US" sz="2400" b="1">
                <a:solidFill>
                  <a:schemeClr val="bg1"/>
                </a:solidFill>
                <a:latin typeface="Times New Roman" panose="02020603050405020304" pitchFamily="18" charset="0"/>
                <a:cs typeface="Times New Roman" panose="02020603050405020304" pitchFamily="18" charset="0"/>
              </a:rPr>
            </a:br>
            <a:r>
              <a:rPr lang="en-US" altLang="en-US" sz="2400" b="1">
                <a:solidFill>
                  <a:schemeClr val="bg1"/>
                </a:solidFill>
                <a:latin typeface="Times New Roman" panose="02020603050405020304" pitchFamily="18" charset="0"/>
                <a:cs typeface="Times New Roman" panose="02020603050405020304" pitchFamily="18" charset="0"/>
              </a:rPr>
              <a:t>1.8 </a:t>
            </a:r>
            <a:r>
              <a:rPr lang="en-GB" altLang="en-US" sz="2400" b="1">
                <a:solidFill>
                  <a:schemeClr val="bg1"/>
                </a:solidFill>
                <a:latin typeface="Times New Roman" panose="02020603050405020304" pitchFamily="18" charset="0"/>
                <a:cs typeface="Times New Roman" panose="02020603050405020304" pitchFamily="18" charset="0"/>
              </a:rPr>
              <a:t>HƯỚNG DẪN SỬ DỤNG PHẦN MỀM TIA PORTAL</a:t>
            </a:r>
            <a:br>
              <a:rPr lang="en-GB" altLang="en-US" sz="2400" b="1">
                <a:solidFill>
                  <a:schemeClr val="bg1"/>
                </a:solidFill>
                <a:latin typeface="Times New Roman" panose="02020603050405020304" pitchFamily="18" charset="0"/>
                <a:cs typeface="Times New Roman" panose="02020603050405020304" pitchFamily="18" charset="0"/>
              </a:rPr>
            </a:br>
            <a:r>
              <a:rPr lang="en-US" altLang="en-US" sz="2400" b="1">
                <a:solidFill>
                  <a:schemeClr val="bg1"/>
                </a:solidFill>
                <a:latin typeface="Times New Roman" panose="02020603050405020304" pitchFamily="18" charset="0"/>
                <a:cs typeface="Times New Roman" panose="02020603050405020304" pitchFamily="18" charset="0"/>
              </a:rPr>
              <a:t>1.9 </a:t>
            </a:r>
            <a:r>
              <a:rPr lang="en-GB" altLang="en-US" sz="2400" b="1">
                <a:solidFill>
                  <a:schemeClr val="bg1"/>
                </a:solidFill>
                <a:latin typeface="Times New Roman" panose="02020603050405020304" pitchFamily="18" charset="0"/>
                <a:cs typeface="Times New Roman" panose="02020603050405020304" pitchFamily="18" charset="0"/>
              </a:rPr>
              <a:t>CÀI ĐẶT TRUYỀN THÔNG DÙNG CÁP PC/PPI</a:t>
            </a:r>
            <a:endParaRPr lang="en-US" altLang="en-US" sz="2400" b="1">
              <a:solidFill>
                <a:schemeClr val="bg1"/>
              </a:solidFill>
              <a:latin typeface="Times New Roman" panose="02020603050405020304" pitchFamily="18" charset="0"/>
              <a:cs typeface="Times New Roman" panose="02020603050405020304" pitchFamily="18" charset="0"/>
            </a:endParaRPr>
          </a:p>
        </p:txBody>
      </p:sp>
      <p:pic>
        <p:nvPicPr>
          <p:cNvPr id="22528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5" name="Picture 13" descr="Thiết bị PLC Siemens S7 - 12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013" y="3622675"/>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58925" y="842963"/>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3156253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2050"/>
                                        </p:tgtEl>
                                        <p:attrNameLst>
                                          <p:attrName>style.visibility</p:attrName>
                                        </p:attrNameLst>
                                      </p:cBhvr>
                                      <p:to>
                                        <p:strVal val="visible"/>
                                      </p:to>
                                    </p:set>
                                  </p:childTnLst>
                                </p:cTn>
                              </p:par>
                            </p:childTnLst>
                          </p:cTn>
                        </p:par>
                        <p:par>
                          <p:cTn id="7" fill="hold" nodeType="afterGroup">
                            <p:stCondLst>
                              <p:cond delay="742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ChangeArrowheads="1"/>
          </p:cNvSpPr>
          <p:nvPr/>
        </p:nvSpPr>
        <p:spPr bwMode="auto">
          <a:xfrm>
            <a:off x="1487488" y="29257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2"/>
          <p:cNvSpPr txBox="1">
            <a:spLocks noChangeArrowheads="1"/>
          </p:cNvSpPr>
          <p:nvPr/>
        </p:nvSpPr>
        <p:spPr bwMode="auto">
          <a:xfrm>
            <a:off x="1522413" y="1701800"/>
            <a:ext cx="9109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1.7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CÀI ĐẶT VÀ SỬ DỤNG PHẦN MỀM TIA PORTAL</a:t>
            </a: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26308" name="Picture 13" descr="Thiết bị PLC Siemens S7 - 1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2974975"/>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487488" y="404813"/>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2772112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47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27331" name="Rectangle 1"/>
          <p:cNvSpPr>
            <a:spLocks noChangeArrowheads="1"/>
          </p:cNvSpPr>
          <p:nvPr/>
        </p:nvSpPr>
        <p:spPr bwMode="auto">
          <a:xfrm>
            <a:off x="1457325" y="828675"/>
            <a:ext cx="9277350"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5000"/>
              </a:lnSpc>
              <a:spcBef>
                <a:spcPts val="60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Totally Integrated Automation Portal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là phần mềm Siemens phát triển tích hợp tất cả các automation services của siemens trên đó, tạo môi trường giúp bạn dễ dàng:</a:t>
            </a:r>
          </a:p>
          <a:p>
            <a:pPr marL="0" marR="0" lvl="0" indent="0" algn="just" defTabSz="914400" rtl="0" eaLnBrk="0" fontAlgn="base" latinLnBrk="0" hangingPunct="0">
              <a:lnSpc>
                <a:spcPct val="105000"/>
              </a:lnSpc>
              <a:spcBef>
                <a:spcPts val="60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Lên thiết kế dễ dàng, giao diện kéo nhả, ngỗn ngữ hỗ trợ đa dạng</a:t>
            </a:r>
          </a:p>
          <a:p>
            <a:pPr marL="0" marR="0" lvl="0" indent="0" algn="just" defTabSz="914400" rtl="0" eaLnBrk="0" fontAlgn="base" latinLnBrk="0" hangingPunct="0">
              <a:lnSpc>
                <a:spcPct val="105000"/>
              </a:lnSpc>
              <a:spcBef>
                <a:spcPts val="60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Quản lý Phân quyền User, Coder, Project tổng quát</a:t>
            </a:r>
          </a:p>
          <a:p>
            <a:pPr marL="0" marR="0" lvl="0" indent="0" algn="just" defTabSz="914400" rtl="0" eaLnBrk="0" fontAlgn="base" latinLnBrk="0" hangingPunct="0">
              <a:lnSpc>
                <a:spcPct val="105000"/>
              </a:lnSpc>
              <a:spcBef>
                <a:spcPts val="60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Go Online và Diagnostic tới tất cả các thiết bị trong project để chẩn đoán và bắt bệnh.</a:t>
            </a:r>
          </a:p>
          <a:p>
            <a:pPr marL="0" marR="0" lvl="0" indent="0" algn="just" defTabSz="914400" rtl="0" eaLnBrk="0" fontAlgn="base" latinLnBrk="0" hangingPunct="0">
              <a:lnSpc>
                <a:spcPct val="105000"/>
              </a:lnSpc>
              <a:spcBef>
                <a:spcPts val="60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Dễ dàng cấu hình và tạo liên kết giữa các thiết bị siemens.</a:t>
            </a:r>
          </a:p>
          <a:p>
            <a:pPr marL="0" marR="0" lvl="0" indent="0" algn="just" defTabSz="914400" rtl="0" eaLnBrk="0" fontAlgn="base" latinLnBrk="0" hangingPunct="0">
              <a:lnSpc>
                <a:spcPct val="105000"/>
              </a:lnSpc>
              <a:spcBef>
                <a:spcPts val="60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Tích hợp mô phỏng</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27332" name="Picture 2" descr="Download miễn phí TIA PORTAL V16 - TP-NEW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0" y="4819650"/>
            <a:ext cx="2674938"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3" name="Picture 4" descr="Siemens TIA Portal V16 | Schultz+Erbse"/>
          <p:cNvPicPr>
            <a:picLocks noChangeAspect="1" noChangeArrowheads="1"/>
          </p:cNvPicPr>
          <p:nvPr/>
        </p:nvPicPr>
        <p:blipFill>
          <a:blip r:embed="rId4">
            <a:extLst>
              <a:ext uri="{28A0092B-C50C-407E-A947-70E740481C1C}">
                <a14:useLocalDpi xmlns:a14="http://schemas.microsoft.com/office/drawing/2010/main" val="0"/>
              </a:ext>
            </a:extLst>
          </a:blip>
          <a:srcRect b="15363"/>
          <a:stretch>
            <a:fillRect/>
          </a:stretch>
        </p:blipFill>
        <p:spPr bwMode="auto">
          <a:xfrm>
            <a:off x="4768850" y="4819650"/>
            <a:ext cx="265430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733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7337"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313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28355" name="Rectangle 12"/>
          <p:cNvSpPr>
            <a:spLocks noChangeArrowheads="1"/>
          </p:cNvSpPr>
          <p:nvPr/>
        </p:nvSpPr>
        <p:spPr bwMode="auto">
          <a:xfrm>
            <a:off x="1847850" y="879475"/>
            <a:ext cx="7354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Phần mềm trong TIA có thể được bao quát như sau:</a:t>
            </a:r>
            <a:endPar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28356" name="Picture 2" descr="Tia Softwa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888" y="1341438"/>
            <a:ext cx="5610225"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835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836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5783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29379" name="Rectangle 12"/>
          <p:cNvSpPr>
            <a:spLocks noChangeArrowheads="1"/>
          </p:cNvSpPr>
          <p:nvPr/>
        </p:nvSpPr>
        <p:spPr bwMode="auto">
          <a:xfrm>
            <a:off x="1452563" y="976313"/>
            <a:ext cx="7065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Phần mềm trong TIA có thể được bao quát như sau:</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29380" name="Rectangle 8"/>
          <p:cNvSpPr>
            <a:spLocks noChangeArrowheads="1"/>
          </p:cNvSpPr>
          <p:nvPr/>
        </p:nvSpPr>
        <p:spPr bwMode="auto">
          <a:xfrm>
            <a:off x="1452563" y="1460500"/>
            <a:ext cx="9286875"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14000"/>
              </a:lnSpc>
              <a:spcBef>
                <a:spcPts val="60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1- Lập trình basic các dòng S7 300/400 1200/1500… cho tới cấu hình mạng hệ thống.</a:t>
            </a:r>
          </a:p>
          <a:p>
            <a:pPr marL="0" marR="0" lvl="0" indent="0" algn="just" defTabSz="914400" rtl="0" eaLnBrk="0" fontAlgn="base" latinLnBrk="0" hangingPunct="0">
              <a:lnSpc>
                <a:spcPct val="114000"/>
              </a:lnSpc>
              <a:spcBef>
                <a:spcPts val="60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2- Thiết lập giao diện HMI, giao diện giám sát WinCC: gồm phần thiết kế và chạy runtime</a:t>
            </a:r>
          </a:p>
          <a:p>
            <a:pPr marL="0" marR="0" lvl="0" indent="0" algn="just" defTabSz="914400" rtl="0" eaLnBrk="0" fontAlgn="base" latinLnBrk="0" hangingPunct="0">
              <a:lnSpc>
                <a:spcPct val="114000"/>
              </a:lnSpc>
              <a:spcBef>
                <a:spcPts val="60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3- Cấu hình cho các Sinamics Drives và chẩn lỗi dễ dàng.</a:t>
            </a:r>
          </a:p>
          <a:p>
            <a:pPr marL="0" marR="0" lvl="0" indent="0" algn="just" defTabSz="914400" rtl="0" eaLnBrk="0" fontAlgn="base" latinLnBrk="0" hangingPunct="0">
              <a:lnSpc>
                <a:spcPct val="114000"/>
              </a:lnSpc>
              <a:spcBef>
                <a:spcPts val="60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4- Điều khiển truyền động đơn trục hay đa trục với hỗ trợ của SCOUT TIA, hay thư viện PID rất linh hoạt, thư viện Simatic Robot đầy đủ giúp chúng ta dễ thiết kế, cấu hình và cài đặt nhanh 1 hệ thống.</a:t>
            </a:r>
          </a:p>
          <a:p>
            <a:pPr marL="0" marR="0" lvl="0" indent="0" algn="just" defTabSz="914400" rtl="0" eaLnBrk="0" fontAlgn="base" latinLnBrk="0" hangingPunct="0">
              <a:lnSpc>
                <a:spcPct val="114000"/>
              </a:lnSpc>
              <a:spcBef>
                <a:spcPts val="60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5- Sirius và Simocode: cấu hình và chẩn lỗi linh hoạt</a:t>
            </a:r>
          </a:p>
          <a:p>
            <a:pPr marL="0" marR="0" lvl="0" indent="0" algn="just" defTabSz="914400" rtl="0" eaLnBrk="0" fontAlgn="base" latinLnBrk="0" hangingPunct="0">
              <a:lnSpc>
                <a:spcPct val="114000"/>
              </a:lnSpc>
              <a:spcBef>
                <a:spcPts val="60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6- Quản lý hệ thống phân phối điện toàn diện.</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9" name="Straight Connector 8"/>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2938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2938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6060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30403" name="Rectangle 12"/>
          <p:cNvSpPr>
            <a:spLocks noChangeArrowheads="1"/>
          </p:cNvSpPr>
          <p:nvPr/>
        </p:nvSpPr>
        <p:spPr bwMode="auto">
          <a:xfrm>
            <a:off x="1949450" y="862013"/>
            <a:ext cx="7354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Phần Hardware trong TIA thì ta tham khảo hình sau:</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0404" name="Picture 2" descr="Factory Autom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5" y="1960563"/>
            <a:ext cx="879475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05" name="Rectangle 9"/>
          <p:cNvSpPr>
            <a:spLocks noChangeArrowheads="1"/>
          </p:cNvSpPr>
          <p:nvPr/>
        </p:nvSpPr>
        <p:spPr bwMode="auto">
          <a:xfrm>
            <a:off x="1981200" y="1228725"/>
            <a:ext cx="8229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Những sản phẩm cho 1 hệ thống điều khiển tự động hóa trong nhà máy – Factory Automation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040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040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38479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31427" name="Rectangle 12"/>
          <p:cNvSpPr>
            <a:spLocks noChangeArrowheads="1"/>
          </p:cNvSpPr>
          <p:nvPr/>
        </p:nvSpPr>
        <p:spPr bwMode="auto">
          <a:xfrm>
            <a:off x="1981200" y="857250"/>
            <a:ext cx="7570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Phần Hardware trong TIA thì ta tham khảo hình sau:</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1428" name="Rectangle 9"/>
          <p:cNvSpPr>
            <a:spLocks noChangeArrowheads="1"/>
          </p:cNvSpPr>
          <p:nvPr/>
        </p:nvSpPr>
        <p:spPr bwMode="auto">
          <a:xfrm>
            <a:off x="1978025" y="1204913"/>
            <a:ext cx="85074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Những sản phẩm cho 1 hệ thống quản lý quy trình vận hành – Process Automation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1429" name="Picture 2" descr="Process Autom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800" y="1916113"/>
            <a:ext cx="8845550" cy="451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143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143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40347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232450" name="Group 2"/>
          <p:cNvGrpSpPr>
            <a:grpSpLocks/>
          </p:cNvGrpSpPr>
          <p:nvPr/>
        </p:nvGrpSpPr>
        <p:grpSpPr bwMode="auto">
          <a:xfrm>
            <a:off x="3359150" y="2565400"/>
            <a:ext cx="5837238" cy="3840163"/>
            <a:chOff x="1835696" y="2564904"/>
            <a:chExt cx="5836493" cy="3840398"/>
          </a:xfrm>
        </p:grpSpPr>
        <p:pic>
          <p:nvPicPr>
            <p:cNvPr id="232458" name="Picture 2" descr="Siemens TIA Por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564904"/>
              <a:ext cx="5836493" cy="384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051568" y="2564904"/>
              <a:ext cx="1439679" cy="360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800" b="1" i="0" u="none" strike="noStrike" kern="1200" cap="none" spc="0" normalizeH="0" baseline="0" noProof="0">
                <a:ln>
                  <a:noFill/>
                </a:ln>
                <a:solidFill>
                  <a:srgbClr val="FFFFFF"/>
                </a:solidFill>
                <a:effectLst/>
                <a:uLnTx/>
                <a:uFillTx/>
                <a:latin typeface="Segoe UI"/>
                <a:ea typeface="+mn-ea"/>
                <a:cs typeface="+mn-cs"/>
              </a:endParaRPr>
            </a:p>
          </p:txBody>
        </p:sp>
      </p:grpSp>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32452" name="Rectangle 12"/>
          <p:cNvSpPr>
            <a:spLocks noChangeArrowheads="1"/>
          </p:cNvSpPr>
          <p:nvPr/>
        </p:nvSpPr>
        <p:spPr bwMode="auto">
          <a:xfrm>
            <a:off x="1981200" y="798513"/>
            <a:ext cx="7499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Phần Hardware trong TIA thì ta tham khảo hình sau:</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2453" name="Rectangle 9"/>
          <p:cNvSpPr>
            <a:spLocks noChangeArrowheads="1"/>
          </p:cNvSpPr>
          <p:nvPr/>
        </p:nvSpPr>
        <p:spPr bwMode="auto">
          <a:xfrm>
            <a:off x="1981200" y="1208088"/>
            <a:ext cx="82296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lựa chọn và lên cấu hình cho 1 hệ thống trong dự án của bạn</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“Không để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Software để cấu hình vì Thiết bị Siemens thường chia ra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nhiều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Option hay item nhỏ cho 1 thiết bị, do đó để tối ưu và đầy đủ nhất bạn dùng TIA Selections Tool</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245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2457"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26220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33475" name="Rectangle 12"/>
          <p:cNvSpPr>
            <a:spLocks noChangeArrowheads="1"/>
          </p:cNvSpPr>
          <p:nvPr/>
        </p:nvSpPr>
        <p:spPr bwMode="auto">
          <a:xfrm>
            <a:off x="1981200" y="908050"/>
            <a:ext cx="6346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Tải và cài phần mềm 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3476" name="Rectangle 9"/>
          <p:cNvSpPr>
            <a:spLocks noChangeArrowheads="1"/>
          </p:cNvSpPr>
          <p:nvPr/>
        </p:nvSpPr>
        <p:spPr bwMode="auto">
          <a:xfrm>
            <a:off x="1981200" y="1308100"/>
            <a:ext cx="822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Sinh viên có thể dùng</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TIA v15.1</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hoặc TIA v16.1. P</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hần mềm này đã bao gồm Step 7 Profesional, WinCC Runtime Advanced, WinCC Profestional: đủ để bạn cấu hình và lập trình PLC, HMI</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3477" name="Picture 4" descr="PLC Training: Free and Trial Programming Software | The Automation Bl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8338" y="3357563"/>
            <a:ext cx="2130425"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3478" name="Picture 6" descr="TIA Selection Tool | Control Panel Tips | Siemens Glob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875" y="2687638"/>
            <a:ext cx="5932488"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348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3482"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7394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1.7 CÀI ĐẶT VÀ SỬ DỤNG PHẦN MỀM TIA PORTAL</a:t>
            </a:r>
          </a:p>
        </p:txBody>
      </p:sp>
      <p:sp>
        <p:nvSpPr>
          <p:cNvPr id="234499" name="Rectangle 12"/>
          <p:cNvSpPr>
            <a:spLocks noChangeArrowheads="1"/>
          </p:cNvSpPr>
          <p:nvPr/>
        </p:nvSpPr>
        <p:spPr bwMode="auto">
          <a:xfrm>
            <a:off x="1981200" y="769938"/>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Tải và cài phần mềm Mô phỏng PLC S7-PLCSIM:</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4500" name="Rectangle 9"/>
          <p:cNvSpPr>
            <a:spLocks noChangeArrowheads="1"/>
          </p:cNvSpPr>
          <p:nvPr/>
        </p:nvSpPr>
        <p:spPr bwMode="auto">
          <a:xfrm>
            <a:off x="1338263" y="1236663"/>
            <a:ext cx="9515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S7-PLCSimAdvanced d</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ù</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 mô phỏng mạnh mẽ hơn cho các dòng S7 1500</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4501" name="Picture 2" descr="Tia Cai da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175" y="1711325"/>
            <a:ext cx="5200650"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4504"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4505"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80642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ChangeArrowheads="1"/>
          </p:cNvSpPr>
          <p:nvPr/>
        </p:nvSpPr>
        <p:spPr bwMode="auto">
          <a:xfrm>
            <a:off x="1487488" y="2854325"/>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2"/>
          <p:cNvSpPr txBox="1">
            <a:spLocks noChangeArrowheads="1"/>
          </p:cNvSpPr>
          <p:nvPr/>
        </p:nvSpPr>
        <p:spPr bwMode="auto">
          <a:xfrm>
            <a:off x="1522413" y="1630363"/>
            <a:ext cx="910907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1.8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HƯỚNG DẪN SỬ DỤNG PHẦN MỀM TIA PORTAL</a:t>
            </a: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35524" name="Picture 13" descr="Thiết bị PLC Siemens S7 - 1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2903538"/>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487488" y="333375"/>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3705788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47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36547" name="Rectangle 12"/>
          <p:cNvSpPr>
            <a:spLocks noChangeArrowheads="1"/>
          </p:cNvSpPr>
          <p:nvPr/>
        </p:nvSpPr>
        <p:spPr bwMode="auto">
          <a:xfrm>
            <a:off x="1058863" y="766763"/>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Giao diện 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6548" name="Rectangle 9"/>
          <p:cNvSpPr>
            <a:spLocks noChangeArrowheads="1"/>
          </p:cNvSpPr>
          <p:nvPr/>
        </p:nvSpPr>
        <p:spPr bwMode="auto">
          <a:xfrm>
            <a:off x="1058863" y="1125538"/>
            <a:ext cx="8939212"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Portal View</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Đây là giao diện ban đầu khi người sử dụng khởi động phần mềm, ở khung hiển thị này chúng ta sẽ thấy được 3 phần chính:</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① Các tác vụ khởi động cơ bản</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② Tạo project mới, mở project có sẵn và cài đặt thiết bị</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③ Bản lựa chọn và cấu hình thông tin ban đầu</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④ Bật khung hiển thị project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6549" name="Picture 2" descr="https://www.tpnewtech.com/wp-content/uploads/2020/06/tiaportal-portvie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0100" y="3573463"/>
            <a:ext cx="5329238"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655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655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5948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37571" name="Rectangle 12"/>
          <p:cNvSpPr>
            <a:spLocks noChangeArrowheads="1"/>
          </p:cNvSpPr>
          <p:nvPr/>
        </p:nvSpPr>
        <p:spPr bwMode="auto">
          <a:xfrm>
            <a:off x="1554163" y="766763"/>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Giao diện 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7572" name="Rectangle 9"/>
          <p:cNvSpPr>
            <a:spLocks noChangeArrowheads="1"/>
          </p:cNvSpPr>
          <p:nvPr/>
        </p:nvSpPr>
        <p:spPr bwMode="auto">
          <a:xfrm>
            <a:off x="1554163" y="1123950"/>
            <a:ext cx="9083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Project View</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Khi lựa chọn mục Project View ở khung hiển thị Portal View (4) chúng ta sẽ được đưa đến phần hiển thị sâu hơn về thiết bị và lập trình:</a:t>
            </a:r>
          </a:p>
        </p:txBody>
      </p:sp>
      <p:pic>
        <p:nvPicPr>
          <p:cNvPr id="237573" name="Picture 2" descr="Góc nhìn Project View của TIA POR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2324100"/>
            <a:ext cx="7632700" cy="400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757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757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91533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38595" name="Rectangle 12"/>
          <p:cNvSpPr>
            <a:spLocks noChangeArrowheads="1"/>
          </p:cNvSpPr>
          <p:nvPr/>
        </p:nvSpPr>
        <p:spPr bwMode="auto">
          <a:xfrm>
            <a:off x="1590675" y="796925"/>
            <a:ext cx="8620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Giao diện 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8596" name="Rectangle 9"/>
          <p:cNvSpPr>
            <a:spLocks noChangeArrowheads="1"/>
          </p:cNvSpPr>
          <p:nvPr/>
        </p:nvSpPr>
        <p:spPr bwMode="auto">
          <a:xfrm>
            <a:off x="1590675" y="1271588"/>
            <a:ext cx="9010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Project View</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Khi lựa chọn mục Project View ở khung hiển thị Portal View (4) chúng ta sẽ được đưa đến phần hiển thị sâu hơn về thiết bị và lập trình:</a:t>
            </a:r>
          </a:p>
        </p:txBody>
      </p:sp>
      <p:sp>
        <p:nvSpPr>
          <p:cNvPr id="238597" name="Rectangle 3"/>
          <p:cNvSpPr>
            <a:spLocks noChangeArrowheads="1"/>
          </p:cNvSpPr>
          <p:nvPr/>
        </p:nvSpPr>
        <p:spPr bwMode="auto">
          <a:xfrm>
            <a:off x="6627813" y="2459038"/>
            <a:ext cx="25558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① Thanh công cụ – Menu</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② Thanh cuộn các thẻ tag, thiết bị và cấu hình tinh chỉnh Project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③ Khu vực làm việc (bàn làm việc chính)</a:t>
            </a:r>
          </a:p>
        </p:txBody>
      </p:sp>
      <p:sp>
        <p:nvSpPr>
          <p:cNvPr id="238598" name="Rectangle 4"/>
          <p:cNvSpPr>
            <a:spLocks noChangeArrowheads="1"/>
          </p:cNvSpPr>
          <p:nvPr/>
        </p:nvSpPr>
        <p:spPr bwMode="auto">
          <a:xfrm>
            <a:off x="9178925" y="2465388"/>
            <a:ext cx="25558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④ Thẻ nhiệm vụ</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⑤ Khu vực khảo sát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⑥ Quay lại phần hiển thị ban đầu – Portal View</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⑦ Chuyển đổi tác vụ đang thực hiện</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8599" name="Picture 2" descr="Góc nhìn Project View của TIA POR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3" y="2459038"/>
            <a:ext cx="5834062"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860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8603"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p:cNvCxnSpPr/>
          <p:nvPr/>
        </p:nvCxnSpPr>
        <p:spPr>
          <a:xfrm>
            <a:off x="9178925" y="2471738"/>
            <a:ext cx="0" cy="34036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89809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39618" name="Picture 2" descr="Thêm chỉ dẫn vào chương trì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2392363"/>
            <a:ext cx="8072437"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39620" name="Rectangle 12"/>
          <p:cNvSpPr>
            <a:spLocks noChangeArrowheads="1"/>
          </p:cNvSpPr>
          <p:nvPr/>
        </p:nvSpPr>
        <p:spPr bwMode="auto">
          <a:xfrm>
            <a:off x="1981200" y="81280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39621" name="Rectangle 9"/>
          <p:cNvSpPr>
            <a:spLocks noChangeArrowheads="1"/>
          </p:cNvSpPr>
          <p:nvPr/>
        </p:nvSpPr>
        <p:spPr bwMode="auto">
          <a:xfrm>
            <a:off x="1981200" y="1198563"/>
            <a:ext cx="8229600"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Tạo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Instruction vào chương trình</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Người sử dụng có thể thêm các instruction trực tiếp vào chương trình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bằng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kéo thả.</a:t>
            </a:r>
          </a:p>
        </p:txBody>
      </p:sp>
      <p:sp>
        <p:nvSpPr>
          <p:cNvPr id="239622" name="Rectangle 1"/>
          <p:cNvSpPr>
            <a:spLocks noChangeArrowheads="1"/>
          </p:cNvSpPr>
          <p:nvPr/>
        </p:nvSpPr>
        <p:spPr bwMode="auto">
          <a:xfrm>
            <a:off x="2070100" y="3933825"/>
            <a:ext cx="4572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thêm vào chương trình, ở mục thẻ nhiệm vụ người sử dụng chọn vào mục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Basic Instruction</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và kéo thả các mục cần thiết vào nơi bạn muốn gắn instruction.</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39623" name="Picture 6" descr="Mục chỉ dẫn của TIA PORTA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19963" y="3617913"/>
            <a:ext cx="20383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3962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39627"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11277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40642" name="Picture 2" descr="Một số chỉ dẫn cho phép người sử dụng thêm đầu vào hoặc đầu 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8" y="3094038"/>
            <a:ext cx="1506537"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0644" name="Rectangle 12"/>
          <p:cNvSpPr>
            <a:spLocks noChangeArrowheads="1"/>
          </p:cNvSpPr>
          <p:nvPr/>
        </p:nvSpPr>
        <p:spPr bwMode="auto">
          <a:xfrm>
            <a:off x="1981200" y="820738"/>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0645" name="Rectangle 9"/>
          <p:cNvSpPr>
            <a:spLocks noChangeArrowheads="1"/>
          </p:cNvSpPr>
          <p:nvPr/>
        </p:nvSpPr>
        <p:spPr bwMode="auto">
          <a:xfrm>
            <a:off x="1981200" y="1308100"/>
            <a:ext cx="8229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hêm đầu vào và đầu ra cho LAD và FBD.</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LAD cho phép CPU mô phỏng dòng điện di chuyển từ nguồn qua một loạt các điều kiện ngõ vào để tác động đến ngõ ra.</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FBD cho phép ta xem các lệnh như là các hộp logic, tương tự như sơ đồ cổng logic.</a:t>
            </a:r>
          </a:p>
        </p:txBody>
      </p:sp>
      <p:sp>
        <p:nvSpPr>
          <p:cNvPr id="240646" name="Rectangle 1"/>
          <p:cNvSpPr>
            <a:spLocks noChangeArrowheads="1"/>
          </p:cNvSpPr>
          <p:nvPr/>
        </p:nvSpPr>
        <p:spPr bwMode="auto">
          <a:xfrm>
            <a:off x="2070100" y="3933825"/>
            <a:ext cx="4572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thêm đầu vào, hãy nhấn vào icon “Create” hoặc nhấn chuột phải vào thẻ instruction đang hiện có lệnh IN/OUT có sẵn và chọn lệnh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“Insert input”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hay tổ hợp phím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Ctrl+Shift+3</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40647" name="Picture 4" descr="Thêm input vào chương trìn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75500" y="3213100"/>
            <a:ext cx="2303463"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0650"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0651"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18109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1667" name="Rectangle 12"/>
          <p:cNvSpPr>
            <a:spLocks noChangeArrowheads="1"/>
          </p:cNvSpPr>
          <p:nvPr/>
        </p:nvSpPr>
        <p:spPr bwMode="auto">
          <a:xfrm>
            <a:off x="1981200" y="808038"/>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1668" name="Rectangle 9"/>
          <p:cNvSpPr>
            <a:spLocks noChangeArrowheads="1"/>
          </p:cNvSpPr>
          <p:nvPr/>
        </p:nvSpPr>
        <p:spPr bwMode="auto">
          <a:xfrm>
            <a:off x="1981200" y="1265238"/>
            <a:ext cx="8229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Mở rộng hoặc thu hẹp cấu trúc đầu ra và đầu vào.</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trông dễ nhìn hơn, đầu vào đầu ra được thu gọn lại. Để xem chi tiết đầu vào hoặc đầu ra người sử dụng chỉ việc nhấn vào mũi tên để hiển thị đầy đủ thông tin chi tiết.</a:t>
            </a:r>
          </a:p>
        </p:txBody>
      </p:sp>
      <p:pic>
        <p:nvPicPr>
          <p:cNvPr id="241669" name="Picture 2" descr="https://www.tpnewtech.com/wp-content/uploads/2020/06/expand-input-outpu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513" y="2781300"/>
            <a:ext cx="4559300"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167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167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00397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2691" name="Rectangle 12"/>
          <p:cNvSpPr>
            <a:spLocks noChangeArrowheads="1"/>
          </p:cNvSpPr>
          <p:nvPr/>
        </p:nvSpPr>
        <p:spPr bwMode="auto">
          <a:xfrm>
            <a:off x="1981200" y="784225"/>
            <a:ext cx="822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2692" name="Rectangle 9"/>
          <p:cNvSpPr>
            <a:spLocks noChangeArrowheads="1"/>
          </p:cNvSpPr>
          <p:nvPr/>
        </p:nvSpPr>
        <p:spPr bwMode="auto">
          <a:xfrm>
            <a:off x="1554163" y="1146175"/>
            <a:ext cx="90836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Thay đổi chế độ hoạt động cho CPU</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Bình thường sẽ không có loại CPU nào có công tắt vật lý để chạy hay ngừng.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húng ta chọn nút “Start CPU” và “Stop CPU” ở trên thanh công cụ để điều chỉnh chế độ hoạt động cho CPU như hình dưới đây.</a:t>
            </a:r>
          </a:p>
        </p:txBody>
      </p:sp>
      <p:pic>
        <p:nvPicPr>
          <p:cNvPr id="242693" name="Picture 2" descr="Điều chỉnh chế độ hoạt động CPU"/>
          <p:cNvPicPr>
            <a:picLocks noChangeAspect="1" noChangeArrowheads="1"/>
          </p:cNvPicPr>
          <p:nvPr/>
        </p:nvPicPr>
        <p:blipFill>
          <a:blip r:embed="rId3">
            <a:extLst>
              <a:ext uri="{28A0092B-C50C-407E-A947-70E740481C1C}">
                <a14:useLocalDpi xmlns:a14="http://schemas.microsoft.com/office/drawing/2010/main" val="0"/>
              </a:ext>
            </a:extLst>
          </a:blip>
          <a:srcRect t="25694" b="25868"/>
          <a:stretch>
            <a:fillRect/>
          </a:stretch>
        </p:blipFill>
        <p:spPr bwMode="auto">
          <a:xfrm>
            <a:off x="2927350" y="2843213"/>
            <a:ext cx="24098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694" name="Rectangle 1"/>
          <p:cNvSpPr>
            <a:spLocks noChangeArrowheads="1"/>
          </p:cNvSpPr>
          <p:nvPr/>
        </p:nvSpPr>
        <p:spPr bwMode="auto">
          <a:xfrm>
            <a:off x="1554163" y="3865563"/>
            <a:ext cx="908367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Đối với các loại CPU có thể điều khiển và chẩn đoán Online, người sử dụng cũng có thể tùy chỉnh được chế độ hoạt động cho CPU. </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sử dụng được mục CPU operator panel, người sử dụng phải kết nối online thành công đến CPU. </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Sau đó ở khung thẻ nhiệm vụ, mục Online Tools cung cấp cho ta sử dụng tùy chỉnh Run/Stop CPU. Ngoài ra còn có cả chế độ MREs (Memory Reset) để ta khởi tạo lại bộ nhớ cho CPU.</a:t>
            </a:r>
          </a:p>
        </p:txBody>
      </p:sp>
      <p:pic>
        <p:nvPicPr>
          <p:cNvPr id="242695" name="Picture 4" descr="Tùy chỉnh CPU Onl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8413" y="2671763"/>
            <a:ext cx="1963737"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269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2699"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69122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43714" name="Picture 2" descr="Thư viện dự án TIA POR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3" y="3008313"/>
            <a:ext cx="3024187" cy="361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3716" name="Rectangle 12"/>
          <p:cNvSpPr>
            <a:spLocks noChangeArrowheads="1"/>
          </p:cNvSpPr>
          <p:nvPr/>
        </p:nvSpPr>
        <p:spPr bwMode="auto">
          <a:xfrm>
            <a:off x="1981200" y="808038"/>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3717" name="Rectangle 9"/>
          <p:cNvSpPr>
            <a:spLocks noChangeArrowheads="1"/>
          </p:cNvSpPr>
          <p:nvPr/>
        </p:nvSpPr>
        <p:spPr bwMode="auto">
          <a:xfrm>
            <a:off x="1981200" y="1203325"/>
            <a:ext cx="82296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Lưu trữ và tạo thư viện lưu trữ dự án</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Global and project libraries</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Cho phép chúng ta truy cập nhanh các dự án trước đó và tinh chỉnh lại các thông tin, cấu hình phù hợp với dự án hiện tại mà không cần tốn quá nhiều công đoạn để tạo dựng lại 1 dự án mới với cùng cấu trúc</a:t>
            </a:r>
          </a:p>
        </p:txBody>
      </p:sp>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3720"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3721"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13392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4739" name="Rectangle 12"/>
          <p:cNvSpPr>
            <a:spLocks noChangeArrowheads="1"/>
          </p:cNvSpPr>
          <p:nvPr/>
        </p:nvSpPr>
        <p:spPr bwMode="auto">
          <a:xfrm>
            <a:off x="1981200" y="790575"/>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4740" name="Rectangle 9"/>
          <p:cNvSpPr>
            <a:spLocks noChangeArrowheads="1"/>
          </p:cNvSpPr>
          <p:nvPr/>
        </p:nvSpPr>
        <p:spPr bwMode="auto">
          <a:xfrm>
            <a:off x="1981200" y="1206500"/>
            <a:ext cx="8229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Linh hoạt chuyển đổi khung làm việc nhanh</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lựa chọn các phiên bản instruction mong muốn, người sử dụng có thể chọn phiên bản nhanh bằng cách nhấp chuột phải vào bên phải để chọn version (V_số version cần chọn)</a:t>
            </a:r>
          </a:p>
        </p:txBody>
      </p:sp>
      <p:pic>
        <p:nvPicPr>
          <p:cNvPr id="244741" name="Picture 2" descr="Kéo thả giữa các khung làm việ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100" y="2781300"/>
            <a:ext cx="2362200"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2" name="Rectangle 1"/>
          <p:cNvSpPr>
            <a:spLocks noChangeArrowheads="1"/>
          </p:cNvSpPr>
          <p:nvPr/>
        </p:nvSpPr>
        <p:spPr bwMode="auto">
          <a:xfrm>
            <a:off x="4432300" y="2774950"/>
            <a:ext cx="57785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gười sử dụng cần phải chia đôi khung làm việc ra bằng cách vào window trên thanh công cụ và chọn mục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“Split Editor”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hoặc nhanh hơn là nhấn cùng lúc tổ hợp phím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Shift + F3</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44743" name="Picture 4" descr="Chia đôi khung hiển thị làm việc"/>
          <p:cNvPicPr>
            <a:picLocks noChangeAspect="1" noChangeArrowheads="1"/>
          </p:cNvPicPr>
          <p:nvPr/>
        </p:nvPicPr>
        <p:blipFill>
          <a:blip r:embed="rId4" cstate="print">
            <a:extLst>
              <a:ext uri="{28A0092B-C50C-407E-A947-70E740481C1C}">
                <a14:useLocalDpi xmlns:a14="http://schemas.microsoft.com/office/drawing/2010/main" val="0"/>
              </a:ext>
            </a:extLst>
          </a:blip>
          <a:srcRect t="9328"/>
          <a:stretch>
            <a:fillRect/>
          </a:stretch>
        </p:blipFill>
        <p:spPr bwMode="auto">
          <a:xfrm>
            <a:off x="4872038" y="4699000"/>
            <a:ext cx="4598987"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474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4747"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71420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5763" name="Rectangle 12"/>
          <p:cNvSpPr>
            <a:spLocks noChangeArrowheads="1"/>
          </p:cNvSpPr>
          <p:nvPr/>
        </p:nvSpPr>
        <p:spPr bwMode="auto">
          <a:xfrm>
            <a:off x="1981200" y="784225"/>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5764" name="Rectangle 9"/>
          <p:cNvSpPr>
            <a:spLocks noChangeArrowheads="1"/>
          </p:cNvSpPr>
          <p:nvPr/>
        </p:nvSpPr>
        <p:spPr bwMode="auto">
          <a:xfrm>
            <a:off x="1981200" y="1165225"/>
            <a:ext cx="8229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Mô phỏng ngắt kết nối mô-đun nhưng không mất dữ liệu</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Đây chắc hẳn là một tính năng thông minh và rất cần thiết cho người sử dụng, không còn lo ngại dữ liệu cấu hình đã được cài bị mất hút khi ngắt kết nối mô-đun để tinh chỉnh.</a:t>
            </a:r>
          </a:p>
        </p:txBody>
      </p:sp>
      <p:sp>
        <p:nvSpPr>
          <p:cNvPr id="245765" name="Rectangle 1"/>
          <p:cNvSpPr>
            <a:spLocks noChangeArrowheads="1"/>
          </p:cNvSpPr>
          <p:nvPr/>
        </p:nvSpPr>
        <p:spPr bwMode="auto">
          <a:xfrm>
            <a:off x="2070100" y="5113338"/>
            <a:ext cx="40259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Người sử dụng kéo phần module lên mục Module not plugged in khi đó các dữ liệu của mô-đun được cấu hình sẽ lưu lại cùng toàn bộ dự án.</a:t>
            </a:r>
            <a:endParaRPr kumimoji="0" lang="en-GB" altLang="en-US"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45766" name="Picture 2" descr="Lưu trữ dữ liệu cấu hình khi tháo mô-đun"/>
          <p:cNvPicPr>
            <a:picLocks noChangeAspect="1" noChangeArrowheads="1"/>
          </p:cNvPicPr>
          <p:nvPr/>
        </p:nvPicPr>
        <p:blipFill>
          <a:blip r:embed="rId3" cstate="print">
            <a:extLst>
              <a:ext uri="{28A0092B-C50C-407E-A947-70E740481C1C}">
                <a14:useLocalDpi xmlns:a14="http://schemas.microsoft.com/office/drawing/2010/main" val="0"/>
              </a:ext>
            </a:extLst>
          </a:blip>
          <a:srcRect t="2347" b="57675"/>
          <a:stretch>
            <a:fillRect/>
          </a:stretch>
        </p:blipFill>
        <p:spPr bwMode="auto">
          <a:xfrm>
            <a:off x="1917700" y="2636838"/>
            <a:ext cx="41783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67" name="Picture 2" descr="Lưu trữ dữ liệu cấu hình khi tháo mô-đun"/>
          <p:cNvPicPr>
            <a:picLocks noChangeAspect="1" noChangeArrowheads="1"/>
          </p:cNvPicPr>
          <p:nvPr/>
        </p:nvPicPr>
        <p:blipFill>
          <a:blip r:embed="rId3" cstate="print">
            <a:extLst>
              <a:ext uri="{28A0092B-C50C-407E-A947-70E740481C1C}">
                <a14:useLocalDpi xmlns:a14="http://schemas.microsoft.com/office/drawing/2010/main" val="0"/>
              </a:ext>
            </a:extLst>
          </a:blip>
          <a:srcRect t="45209"/>
          <a:stretch>
            <a:fillRect/>
          </a:stretch>
        </p:blipFill>
        <p:spPr bwMode="auto">
          <a:xfrm>
            <a:off x="6124575" y="2613025"/>
            <a:ext cx="4178300" cy="338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5770"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5771"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07095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1.8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HƯỚNG DẪN SỬ DỤNG PHẦN MỀM TIA PORTAL</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6787" name="Rectangle 12"/>
          <p:cNvSpPr>
            <a:spLocks noChangeArrowheads="1"/>
          </p:cNvSpPr>
          <p:nvPr/>
        </p:nvSpPr>
        <p:spPr bwMode="auto">
          <a:xfrm>
            <a:off x="1981200" y="790575"/>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Sử dụng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TIA PORTAL:</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6788" name="Rectangle 9"/>
          <p:cNvSpPr>
            <a:spLocks noChangeArrowheads="1"/>
          </p:cNvSpPr>
          <p:nvPr/>
        </p:nvSpPr>
        <p:spPr bwMode="auto">
          <a:xfrm>
            <a:off x="1981200" y="1169988"/>
            <a:ext cx="8229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Thay đổi nhanh phiên bản của Instruction</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để lựa chọn các phiên bản instruction mong muốn, người sử dụng có thể chọn phiên bản nhanh bằng cách nhấp chuột phải vào bên phải để chọn version (V_số version cần chọn)</a:t>
            </a:r>
          </a:p>
        </p:txBody>
      </p:sp>
      <p:pic>
        <p:nvPicPr>
          <p:cNvPr id="246789" name="Picture 2" descr="Chọn phiên bản cho Instuction"/>
          <p:cNvPicPr>
            <a:picLocks noChangeAspect="1" noChangeArrowheads="1"/>
          </p:cNvPicPr>
          <p:nvPr/>
        </p:nvPicPr>
        <p:blipFill>
          <a:blip r:embed="rId3">
            <a:extLst>
              <a:ext uri="{28A0092B-C50C-407E-A947-70E740481C1C}">
                <a14:useLocalDpi xmlns:a14="http://schemas.microsoft.com/office/drawing/2010/main" val="0"/>
              </a:ext>
            </a:extLst>
          </a:blip>
          <a:srcRect t="2840"/>
          <a:stretch>
            <a:fillRect/>
          </a:stretch>
        </p:blipFill>
        <p:spPr bwMode="auto">
          <a:xfrm>
            <a:off x="3455988" y="2782888"/>
            <a:ext cx="5280025" cy="360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679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679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39067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ChangeArrowheads="1"/>
          </p:cNvSpPr>
          <p:nvPr/>
        </p:nvSpPr>
        <p:spPr bwMode="auto">
          <a:xfrm>
            <a:off x="1487488" y="3055938"/>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6" name="Rectangle 2"/>
          <p:cNvSpPr txBox="1">
            <a:spLocks noChangeArrowheads="1"/>
          </p:cNvSpPr>
          <p:nvPr/>
        </p:nvSpPr>
        <p:spPr bwMode="auto">
          <a:xfrm>
            <a:off x="1522413" y="1831975"/>
            <a:ext cx="9109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1.9 </a:t>
            </a:r>
            <a:r>
              <a:rPr kumimoji="0" lang="en-GB"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CÀI ĐẶT TRUYỀN THÔNG DÙNG CÁP PC/PPI</a:t>
            </a:r>
            <a:endParaRPr kumimoji="0" lang="en-US" altLang="en-US" sz="2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47812" name="Picture 13" descr="Thiết bị PLC Siemens S7 - 12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3105150"/>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487488" y="534988"/>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Bài 1:</a:t>
            </a:r>
            <a:br>
              <a:rPr kumimoji="0" lang="en-US" altLang="en-US" sz="20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ĐẠI CƯƠNG VỀ</a:t>
            </a:r>
            <a:b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ĐIỀU KHIỂN LẬP TRÌNH</a:t>
            </a:r>
          </a:p>
        </p:txBody>
      </p:sp>
    </p:spTree>
    <p:extLst>
      <p:ext uri="{BB962C8B-B14F-4D97-AF65-F5344CB8AC3E}">
        <p14:creationId xmlns:p14="http://schemas.microsoft.com/office/powerpoint/2010/main" val="482678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47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8835" name="Rectangle 12"/>
          <p:cNvSpPr>
            <a:spLocks noChangeArrowheads="1"/>
          </p:cNvSpPr>
          <p:nvPr/>
        </p:nvSpPr>
        <p:spPr bwMode="auto">
          <a:xfrm>
            <a:off x="1219200" y="809625"/>
            <a:ext cx="8991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Truyền thông S7-1200 </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8836" name="Rectangle 9"/>
          <p:cNvSpPr>
            <a:spLocks noChangeArrowheads="1"/>
          </p:cNvSpPr>
          <p:nvPr/>
        </p:nvSpPr>
        <p:spPr bwMode="auto">
          <a:xfrm>
            <a:off x="1219200" y="1271588"/>
            <a:ext cx="97536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truyền thông</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Tích hợp sẵn giao tiếp truyền thông Profinet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truyền thông PROFIBUS DP master</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truyền thông PROFIBUS DP slave</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GPRS để kết nối với mạng điện thoại di động GSM / G</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LTE để liên lạc trong các mạng điện thoại di động của thế hệ LTE (Long Term Evolution).</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Bộ xử lý truyền thông để kết nối với phần mềm trung tâm điều khiển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TeleControl qua Ethernet và để truyền thông an toàn qua mạng IP.</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Bộ xử lý truyền thông để kết nối với các trung tâm điều khiển cho các ứng dụng từ xa.</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RF120C để kết nối với các hệ thống SIMATIC Ident.</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SM1278 để kết nối cảm biến IO-Link và bộ truyền động.</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giao tiếp Point-to-point.</a:t>
            </a:r>
          </a:p>
        </p:txBody>
      </p:sp>
      <p:cxnSp>
        <p:nvCxnSpPr>
          <p:cNvPr id="9" name="Straight Connector 8"/>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88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884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83606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49859" name="Rectangle 12"/>
          <p:cNvSpPr>
            <a:spLocks noChangeArrowheads="1"/>
          </p:cNvSpPr>
          <p:nvPr/>
        </p:nvSpPr>
        <p:spPr bwMode="auto">
          <a:xfrm>
            <a:off x="1981200" y="811213"/>
            <a:ext cx="822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Phương pháp kết nối:</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49860" name="Rectangle 9"/>
          <p:cNvSpPr>
            <a:spLocks noChangeArrowheads="1"/>
          </p:cNvSpPr>
          <p:nvPr/>
        </p:nvSpPr>
        <p:spPr bwMode="auto">
          <a:xfrm>
            <a:off x="1981200" y="1308100"/>
            <a:ext cx="8362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thiết bị lập trình với máy tính cá nhân thông qua cáp CAT5</a:t>
            </a:r>
            <a:endPar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49861" name="Picture 2" descr="http://hungthinh.vn/image/data/S7-1200/Connection%20between%20PG%20and%20CPU%20of%20SIMATIC%20S7-1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2063" y="2133600"/>
            <a:ext cx="47625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62" name="Rectangle 2"/>
          <p:cNvSpPr>
            <a:spLocks noChangeArrowheads="1"/>
          </p:cNvSpPr>
          <p:nvPr/>
        </p:nvSpPr>
        <p:spPr bwMode="auto">
          <a:xfrm>
            <a:off x="3802063" y="4797425"/>
            <a:ext cx="4762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giữa PG và CPU của SIMATIC S7-1200</a:t>
            </a:r>
          </a:p>
        </p:txBody>
      </p:sp>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49865"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4986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4203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0883" name="Rectangle 12"/>
          <p:cNvSpPr>
            <a:spLocks noChangeArrowheads="1"/>
          </p:cNvSpPr>
          <p:nvPr/>
        </p:nvSpPr>
        <p:spPr bwMode="auto">
          <a:xfrm>
            <a:off x="1981200" y="858838"/>
            <a:ext cx="822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Phương pháp kết nối:</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0884" name="Rectangle 9"/>
          <p:cNvSpPr>
            <a:spLocks noChangeArrowheads="1"/>
          </p:cNvSpPr>
          <p:nvPr/>
        </p:nvSpPr>
        <p:spPr bwMode="auto">
          <a:xfrm>
            <a:off x="1981200" y="130810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với Màn hình HMI</a:t>
            </a:r>
            <a:endPar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0885" name="Rectangle 2"/>
          <p:cNvSpPr>
            <a:spLocks noChangeArrowheads="1"/>
          </p:cNvSpPr>
          <p:nvPr/>
        </p:nvSpPr>
        <p:spPr bwMode="auto">
          <a:xfrm>
            <a:off x="3802063" y="4797425"/>
            <a:ext cx="4762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giữa Basic Panel và CPU của SIMATIC S7-1200</a:t>
            </a:r>
          </a:p>
        </p:txBody>
      </p:sp>
      <p:pic>
        <p:nvPicPr>
          <p:cNvPr id="250886" name="Picture 2" descr="http://hungthinh.vn/image/data/S7-1200/Connection%20between%20Basic%20Panel%20and%20CPU%20of%20SIMATIC%20S7-1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0" y="2492375"/>
            <a:ext cx="476250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088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089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99849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1907" name="Rectangle 12"/>
          <p:cNvSpPr>
            <a:spLocks noChangeArrowheads="1"/>
          </p:cNvSpPr>
          <p:nvPr/>
        </p:nvSpPr>
        <p:spPr bwMode="auto">
          <a:xfrm>
            <a:off x="1981200" y="90805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Phương pháp kết nối:</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1908" name="Rectangle 9"/>
          <p:cNvSpPr>
            <a:spLocks noChangeArrowheads="1"/>
          </p:cNvSpPr>
          <p:nvPr/>
        </p:nvSpPr>
        <p:spPr bwMode="auto">
          <a:xfrm>
            <a:off x="1981200" y="130810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nhiều bộ điều khiển S7_1200</a:t>
            </a:r>
          </a:p>
        </p:txBody>
      </p:sp>
      <p:sp>
        <p:nvSpPr>
          <p:cNvPr id="251909" name="Rectangle 2"/>
          <p:cNvSpPr>
            <a:spLocks noChangeArrowheads="1"/>
          </p:cNvSpPr>
          <p:nvPr/>
        </p:nvSpPr>
        <p:spPr bwMode="auto">
          <a:xfrm>
            <a:off x="3802063" y="4797425"/>
            <a:ext cx="4762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một số thiết bị qua bộ chuyển mạch Ethernet CSM 1277</a:t>
            </a:r>
          </a:p>
        </p:txBody>
      </p:sp>
      <p:pic>
        <p:nvPicPr>
          <p:cNvPr id="251910" name="Picture 2" descr="http://hungthinh.vn/image/data/S7-1200/Connection%20of%20several%20devices%20via%20CSM%201277%20Ethernet%20switch.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5313" y="2349500"/>
            <a:ext cx="60960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191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1914"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37602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2931" name="Rectangle 12"/>
          <p:cNvSpPr>
            <a:spLocks noChangeArrowheads="1"/>
          </p:cNvSpPr>
          <p:nvPr/>
        </p:nvSpPr>
        <p:spPr bwMode="auto">
          <a:xfrm>
            <a:off x="1166813" y="827088"/>
            <a:ext cx="9043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Tương tác point-to-point: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2932" name="Rectangle 9"/>
          <p:cNvSpPr>
            <a:spLocks noChangeArrowheads="1"/>
          </p:cNvSpPr>
          <p:nvPr/>
        </p:nvSpPr>
        <p:spPr bwMode="auto">
          <a:xfrm>
            <a:off x="1166813" y="1184275"/>
            <a:ext cx="10080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module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truyền thông cho phép thực hiện các kết nối point-to-point là các giao tiếp truyền thông vật lý RS322 và Rs485. Việc truyền dữ liệu được thực hiện trong chế độ "Freeport" của CPU (một giao thức truyền thông theo định hướng bit dành riêng cho người dùng như giao thức ASCII, USS, hoặc Modbus).</a:t>
            </a: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S7_1200 có thể giao tiếp với bất kỳ thiết bị đầu cuối nào có kết nối point-to-point ví dụ: ổ đĩa, máy in, đầu đọc mã vạch, modem, vv.</a:t>
            </a:r>
          </a:p>
        </p:txBody>
      </p:sp>
      <p:sp>
        <p:nvSpPr>
          <p:cNvPr id="252933" name="Rectangle 2"/>
          <p:cNvSpPr>
            <a:spLocks noChangeArrowheads="1"/>
          </p:cNvSpPr>
          <p:nvPr/>
        </p:nvSpPr>
        <p:spPr bwMode="auto">
          <a:xfrm>
            <a:off x="3825875" y="5837238"/>
            <a:ext cx="4762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8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Kết nối một số thiết bị qua bộ chuyển mạch Ethernet CSM 1277</a:t>
            </a:r>
          </a:p>
        </p:txBody>
      </p:sp>
      <p:pic>
        <p:nvPicPr>
          <p:cNvPr id="252934" name="Picture 2" descr="http://hungthinh.vn/image/data/S7-1200/Point-to-point%20connection%20via%20CM%201241%20in%20programmable%20interface%20mod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6163" y="3500438"/>
            <a:ext cx="5192712" cy="234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2937"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2938"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15493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3955" name="Rectangle 12"/>
          <p:cNvSpPr>
            <a:spLocks noChangeArrowheads="1"/>
          </p:cNvSpPr>
          <p:nvPr/>
        </p:nvSpPr>
        <p:spPr bwMode="auto">
          <a:xfrm>
            <a:off x="1981200" y="90805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Function:</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3956" name="Rectangle 9"/>
          <p:cNvSpPr>
            <a:spLocks noChangeArrowheads="1"/>
          </p:cNvSpPr>
          <p:nvPr/>
        </p:nvSpPr>
        <p:spPr bwMode="auto">
          <a:xfrm>
            <a:off x="1981200" y="1308100"/>
            <a:ext cx="8229600" cy="518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5000"/>
              </a:lnSpc>
              <a:spcBef>
                <a:spcPts val="60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Các chức năng ngắt đặc biệt, bộ đếm nhanh, và đầu ra xung cho phép sử dụng thậm chí với các quy trình đòi hỏi thời gian nghiêm ngặt</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SIMATIC S7-1200 đáp ứng các tiêu chuẩn trong nước và quốc tế:</a:t>
            </a:r>
          </a:p>
          <a:p>
            <a:pPr marL="0" marR="0" lvl="0" indent="0" algn="just" defTabSz="914400" rtl="0" eaLnBrk="0" fontAlgn="base" latinLnBrk="0" hangingPunct="0">
              <a:lnSpc>
                <a:spcPct val="105000"/>
              </a:lnSpc>
              <a:spcBef>
                <a:spcPts val="600"/>
              </a:spcBef>
              <a:spcAft>
                <a:spcPct val="0"/>
              </a:spcAft>
              <a:buClrTx/>
              <a:buSzTx/>
              <a:buFont typeface="Arial" panose="020B0604020202020204" pitchFamily="34" charset="0"/>
              <a:buChar char="•"/>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UL 508</a:t>
            </a:r>
          </a:p>
          <a:p>
            <a:pPr marL="0" marR="0" lvl="0" indent="0" algn="just" defTabSz="914400" rtl="0" eaLnBrk="0" fontAlgn="base" latinLnBrk="0" hangingPunct="0">
              <a:lnSpc>
                <a:spcPct val="105000"/>
              </a:lnSpc>
              <a:spcBef>
                <a:spcPts val="600"/>
              </a:spcBef>
              <a:spcAft>
                <a:spcPct val="0"/>
              </a:spcAft>
              <a:buClrTx/>
              <a:buSzTx/>
              <a:buFont typeface="Arial" panose="020B0604020202020204" pitchFamily="34" charset="0"/>
              <a:buChar char="•"/>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CSA C22.2 số 142</a:t>
            </a:r>
          </a:p>
          <a:p>
            <a:pPr marL="0" marR="0" lvl="0" indent="0" algn="just" defTabSz="914400" rtl="0" eaLnBrk="0" fontAlgn="base" latinLnBrk="0" hangingPunct="0">
              <a:lnSpc>
                <a:spcPct val="105000"/>
              </a:lnSpc>
              <a:spcBef>
                <a:spcPts val="600"/>
              </a:spcBef>
              <a:spcAft>
                <a:spcPct val="0"/>
              </a:spcAft>
              <a:buClrTx/>
              <a:buSzTx/>
              <a:buFont typeface="Arial" panose="020B0604020202020204" pitchFamily="34" charset="0"/>
              <a:buChar char="•"/>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FM Class I, Div 2, Nhóm A, B, C, D; T4A Cấp I, Khu 2, IIC, T4</a:t>
            </a:r>
          </a:p>
          <a:p>
            <a:pPr marL="0" marR="0" lvl="0" indent="0" algn="just" defTabSz="914400" rtl="0" eaLnBrk="0" fontAlgn="base" latinLnBrk="0" hangingPunct="0">
              <a:lnSpc>
                <a:spcPct val="105000"/>
              </a:lnSpc>
              <a:spcBef>
                <a:spcPts val="600"/>
              </a:spcBef>
              <a:spcAft>
                <a:spcPct val="0"/>
              </a:spcAft>
              <a:buClrTx/>
              <a:buSzTx/>
              <a:buFont typeface="Arial" panose="020B0604020202020204" pitchFamily="34" charset="0"/>
              <a:buChar char="•"/>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VDE 0160</a:t>
            </a:r>
          </a:p>
          <a:p>
            <a:pPr marL="0" marR="0" lvl="0" indent="0" algn="just" defTabSz="914400" rtl="0" eaLnBrk="0" fontAlgn="base" latinLnBrk="0" hangingPunct="0">
              <a:lnSpc>
                <a:spcPct val="105000"/>
              </a:lnSpc>
              <a:spcBef>
                <a:spcPts val="600"/>
              </a:spcBef>
              <a:spcAft>
                <a:spcPct val="0"/>
              </a:spcAft>
              <a:buClrTx/>
              <a:buSzTx/>
              <a:buFont typeface="Arial" panose="020B0604020202020204" pitchFamily="34" charset="0"/>
              <a:buChar char="•"/>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EN 61131-2</a:t>
            </a:r>
          </a:p>
          <a:p>
            <a:pPr marL="0" marR="0" lvl="0" indent="0" algn="just" defTabSz="914400" rtl="0" eaLnBrk="0" fontAlgn="base" latinLnBrk="0" hangingPunct="0">
              <a:lnSpc>
                <a:spcPct val="105000"/>
              </a:lnSpc>
              <a:spcBef>
                <a:spcPts val="600"/>
              </a:spcBef>
              <a:spcAft>
                <a:spcPct val="0"/>
              </a:spcAft>
              <a:buClrTx/>
              <a:buSzTx/>
              <a:buFont typeface="Arial" panose="020B0604020202020204" pitchFamily="34" charset="0"/>
              <a:buChar char="•"/>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Yêu cầu của chỉ thị EMC theo EN 50081-1, 50081-2 và 50082-2</a:t>
            </a:r>
          </a:p>
        </p:txBody>
      </p:sp>
      <p:cxnSp>
        <p:nvCxnSpPr>
          <p:cNvPr id="9" name="Straight Connector 8"/>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395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396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31584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4979" name="Rectangle 12"/>
          <p:cNvSpPr>
            <a:spLocks noChangeArrowheads="1"/>
          </p:cNvSpPr>
          <p:nvPr/>
        </p:nvSpPr>
        <p:spPr bwMode="auto">
          <a:xfrm>
            <a:off x="1981200" y="90805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Cài đặt truyền thông S7-1200 qua cáp Ethernet</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4980" name="Rectangle 9"/>
          <p:cNvSpPr>
            <a:spLocks noChangeArrowheads="1"/>
          </p:cNvSpPr>
          <p:nvPr/>
        </p:nvSpPr>
        <p:spPr bwMode="auto">
          <a:xfrm>
            <a:off x="1914525" y="1354138"/>
            <a:ext cx="83629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1: Tạo project mới bằng Tia Portal và chọn PLC mà bạn sử dụng. Bạn có thể chọn luôn 2 CPU trên cùng 1 project hoặc trên 2 project riêng biệt. Ở đây mình sẽ làm theo 1 cách tổng quát là chọn 2 thiết bị trên 2 project khác nhau vì đôi khi có những trường hợp bạn không thể tạo được trên cùng 1 project vì 2 thiết bị của bạn khác nhau (S7-1200 và Logo) hoặc có firmware khác nhau</a:t>
            </a:r>
          </a:p>
        </p:txBody>
      </p:sp>
      <p:cxnSp>
        <p:nvCxnSpPr>
          <p:cNvPr id="9" name="Straight Connector 8"/>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4983"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498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54578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6003" name="Rectangle 12"/>
          <p:cNvSpPr>
            <a:spLocks noChangeArrowheads="1"/>
          </p:cNvSpPr>
          <p:nvPr/>
        </p:nvSpPr>
        <p:spPr bwMode="auto">
          <a:xfrm>
            <a:off x="1981200" y="90805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Cài đặt truyền thông S7-1200 qua cáp Ethernet</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6004" name="Rectangle 9"/>
          <p:cNvSpPr>
            <a:spLocks noChangeArrowheads="1"/>
          </p:cNvSpPr>
          <p:nvPr/>
        </p:nvSpPr>
        <p:spPr bwMode="auto">
          <a:xfrm>
            <a:off x="1981200" y="1308100"/>
            <a:ext cx="8229600"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2: Config để sử dụng chức năng Put-Get cho từng CPU.</a:t>
            </a:r>
          </a:p>
          <a:p>
            <a:pPr marL="0" marR="0" lvl="0" indent="0" algn="just" defTabSz="914400" rtl="0" eaLnBrk="0" fontAlgn="base" latinLnBrk="0" hangingPunct="0">
              <a:lnSpc>
                <a:spcPct val="15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Đầu tiên bạn vào Device configuration -&gt; general -&gt; Profinet Interface -&gt; Ethernet addresses chọn địa chỉ IP cho từng CPU, chú ý 2 CPU phải có địa chỉ IP khác nhau nhưng phải cùng dải địa chỉ. </a:t>
            </a:r>
          </a:p>
        </p:txBody>
      </p:sp>
      <p:sp>
        <p:nvSpPr>
          <p:cNvPr id="256005" name="Rectangle 1"/>
          <p:cNvSpPr>
            <a:spLocks noChangeArrowheads="1"/>
          </p:cNvSpPr>
          <p:nvPr/>
        </p:nvSpPr>
        <p:spPr bwMode="auto">
          <a:xfrm>
            <a:off x="1981200" y="3937000"/>
            <a:ext cx="82296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Device configuration -&gt; General -&gt; Protection &amp; Security -&gt; Connection mechanisms tích vào ô Permit access with PUT/GET</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6008"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6009"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12280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7027" name="Rectangle 12"/>
          <p:cNvSpPr>
            <a:spLocks noChangeArrowheads="1"/>
          </p:cNvSpPr>
          <p:nvPr/>
        </p:nvSpPr>
        <p:spPr bwMode="auto">
          <a:xfrm>
            <a:off x="1981200" y="908050"/>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Cài đặt truyền thông S7-1200 qua cáp Ethernet</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7028" name="Rectangle 4"/>
          <p:cNvSpPr>
            <a:spLocks noChangeArrowheads="1"/>
          </p:cNvSpPr>
          <p:nvPr/>
        </p:nvSpPr>
        <p:spPr bwMode="auto">
          <a:xfrm>
            <a:off x="2330450" y="5300663"/>
            <a:ext cx="75136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tabLst>
                <a:tab pos="361950" algn="l"/>
              </a:tabLst>
              <a:defRPr/>
            </a:pPr>
            <a:r>
              <a:rPr kumimoji="0" lang="vi-VN" altLang="en-US" sz="20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ví dụ này chọn địa chỉ IP cho 2 CPU lần lượt là: 192.168.0.1 cho CPU1 và 192.168.0.2 cho CPU2.</a:t>
            </a:r>
          </a:p>
        </p:txBody>
      </p:sp>
      <p:pic>
        <p:nvPicPr>
          <p:cNvPr id="25702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3" y="1557338"/>
            <a:ext cx="7272337"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7032"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703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73562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8051" name="Rectangle 12"/>
          <p:cNvSpPr>
            <a:spLocks noChangeArrowheads="1"/>
          </p:cNvSpPr>
          <p:nvPr/>
        </p:nvSpPr>
        <p:spPr bwMode="auto">
          <a:xfrm>
            <a:off x="1670050" y="793750"/>
            <a:ext cx="8540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Cài đặt truyền thông S7-1200 qua cáp Ethernet</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8052" name="Rectangle 4"/>
          <p:cNvSpPr>
            <a:spLocks noChangeArrowheads="1"/>
          </p:cNvSpPr>
          <p:nvPr/>
        </p:nvSpPr>
        <p:spPr bwMode="auto">
          <a:xfrm>
            <a:off x="1670050" y="1165225"/>
            <a:ext cx="88519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Sau đó chúng ta sẽ tạo ra 1 Network với các bước sau:</a:t>
            </a: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Chọn vào Devices &amp; Networks sau đó sẽ xuất hiên 1 bảng, sau đó ta chọn vào Connections tìm đến S7-Connection và chọn.</a:t>
            </a: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Sau đó kích chuột phải vào vị trí jack cắm mạng trên con PLC sau đó chọn Add subnet, khi đó sẽ xuất hiện 1 network và như vậy xong.</a:t>
            </a:r>
          </a:p>
        </p:txBody>
      </p:sp>
      <p:pic>
        <p:nvPicPr>
          <p:cNvPr id="258053" name="Picture 2" descr="https://cdn.shortpixel.ai/client/q_glossy,ret_img,w_643,h_370/https:/dienminhquang.com/wp-content/uploads/2018/06/s7-1200-bai-viet-communication_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713" y="3014663"/>
            <a:ext cx="6124575"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8056"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805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91465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59075" name="Rectangle 12"/>
          <p:cNvSpPr>
            <a:spLocks noChangeArrowheads="1"/>
          </p:cNvSpPr>
          <p:nvPr/>
        </p:nvSpPr>
        <p:spPr bwMode="auto">
          <a:xfrm>
            <a:off x="1914525" y="817563"/>
            <a:ext cx="8296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Cài đặt truyền thông S7-1200 qua cáp Ethernet</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59076" name="Rectangle 9"/>
          <p:cNvSpPr>
            <a:spLocks noChangeArrowheads="1"/>
          </p:cNvSpPr>
          <p:nvPr/>
        </p:nvSpPr>
        <p:spPr bwMode="auto">
          <a:xfrm>
            <a:off x="1914525" y="1236663"/>
            <a:ext cx="8362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3</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Mục đích của là tạo ra 1 Datablock dùng để lưu dữ liệu cần đọc về hoặc dữ liệu cần truyền đi để tiện cho việc quản lý</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p>
        </p:txBody>
      </p:sp>
      <p:sp>
        <p:nvSpPr>
          <p:cNvPr id="259077" name="Rectangle 1"/>
          <p:cNvSpPr>
            <a:spLocks noChangeArrowheads="1"/>
          </p:cNvSpPr>
          <p:nvPr/>
        </p:nvSpPr>
        <p:spPr bwMode="auto">
          <a:xfrm>
            <a:off x="7391400" y="1985963"/>
            <a:ext cx="3097213" cy="403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Đ</a:t>
            </a:r>
            <a:r>
              <a:rPr kumimoji="0" lang="vi-VN"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ã tạo cho con CPU 1 một Datablock có tên là CPU1_Data và được lưu tại DB10. </a:t>
            </a:r>
            <a:endPar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datablock này ta tạo ra 2 biến là PLC1_Transmit_Data và PLC2_Receive_Data với kiểu dữ liệu struct. </a:t>
            </a:r>
            <a:endPar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Sau đó tạo ra tiếp các  trường dữ liệu bên trong như hình với kiểu dữ liệu tương ứng với loại dữ liệu bạn muốn truyền nhận. </a:t>
            </a:r>
            <a:endPar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đó biến PLC1_Transmit_Data chính là nơi để lưu dữ liệu mà bạn muốn truyền đi còn PLC1_Receive là nơi để lưu dữ liệu mà bạn sẽ nhận về</a:t>
            </a:r>
            <a:r>
              <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p>
        </p:txBody>
      </p:sp>
      <p:pic>
        <p:nvPicPr>
          <p:cNvPr id="259078" name="Picture 2" descr="https://cdn.shortpixel.ai/client/q_glossy,ret_img,w_643,h_432/https:/dienminhquang.com/wp-content/uploads/2018/06/s7-1200-bai-viet-communication_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825" y="2133600"/>
            <a:ext cx="5362575"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5908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59082"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2960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 name="Title 1"/>
          <p:cNvSpPr txBox="1">
            <a:spLocks/>
          </p:cNvSpPr>
          <p:nvPr/>
        </p:nvSpPr>
        <p:spPr>
          <a:xfrm>
            <a:off x="2927350" y="223838"/>
            <a:ext cx="8807450" cy="487362"/>
          </a:xfrm>
          <a:prstGeom prst="rect">
            <a:avLst/>
          </a:prstGeom>
        </p:spPr>
        <p:txBody>
          <a:bodyPr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1.9 </a:t>
            </a:r>
            <a:r>
              <a:rPr kumimoji="0" lang="vi-VN"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rPr>
              <a:t>CÀI ĐẶT TRUYỀN THÔNG DÙNG CÁP PC/PPI</a:t>
            </a:r>
            <a:endParaRPr kumimoji="0" lang="en-US" sz="2000" b="1" i="0" u="none" strike="noStrike" kern="1200" cap="none" spc="0" normalizeH="0" baseline="0" noProof="0">
              <a:ln>
                <a:noFill/>
              </a:ln>
              <a:solidFill>
                <a:srgbClr val="FF5A33"/>
              </a:solidFill>
              <a:effectLst>
                <a:outerShdw blurRad="38100" dist="38100" dir="2700000" algn="tl">
                  <a:srgbClr val="C0C0C0"/>
                </a:outerShdw>
              </a:effectLst>
              <a:uLnTx/>
              <a:uFillTx/>
              <a:latin typeface="Times New Roman" pitchFamily="18" charset="0"/>
              <a:ea typeface="+mn-ea"/>
              <a:cs typeface="Times New Roman" pitchFamily="18" charset="0"/>
            </a:endParaRPr>
          </a:p>
        </p:txBody>
      </p:sp>
      <p:sp>
        <p:nvSpPr>
          <p:cNvPr id="260099" name="Rectangle 12"/>
          <p:cNvSpPr>
            <a:spLocks noChangeArrowheads="1"/>
          </p:cNvSpPr>
          <p:nvPr/>
        </p:nvSpPr>
        <p:spPr bwMode="auto">
          <a:xfrm>
            <a:off x="1914525" y="879475"/>
            <a:ext cx="8296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Cài đặt truyền thông S7-1200 qua cáp Ethernet</a:t>
            </a:r>
            <a:r>
              <a:rPr kumimoji="0" lang="vi-VN"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GB"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60100" name="Rectangle 9"/>
          <p:cNvSpPr>
            <a:spLocks noChangeArrowheads="1"/>
          </p:cNvSpPr>
          <p:nvPr/>
        </p:nvSpPr>
        <p:spPr bwMode="auto">
          <a:xfrm>
            <a:off x="1914525" y="1279525"/>
            <a:ext cx="8362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Bước </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3</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Mục đích của là tạo ra 1 Datablock dùng để lưu dữ liệu cần đọc về hoặc dữ liệu cần truyền đi để tiện cho việc quản lý</a:t>
            </a:r>
            <a:r>
              <a:rPr kumimoji="0" lang="en-GB"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vi-VN"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p>
        </p:txBody>
      </p:sp>
      <p:sp>
        <p:nvSpPr>
          <p:cNvPr id="260101" name="Rectangle 1"/>
          <p:cNvSpPr>
            <a:spLocks noChangeArrowheads="1"/>
          </p:cNvSpPr>
          <p:nvPr/>
        </p:nvSpPr>
        <p:spPr bwMode="auto">
          <a:xfrm>
            <a:off x="7032625" y="3141663"/>
            <a:ext cx="345598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361950" algn="l"/>
              </a:tabLst>
              <a:defRPr sz="2800" b="1">
                <a:solidFill>
                  <a:schemeClr val="bg1"/>
                </a:solidFill>
                <a:latin typeface="Arial" panose="020B0604020202020204" pitchFamily="34" charset="0"/>
              </a:defRPr>
            </a:lvl1pPr>
            <a:lvl2pPr marL="742950" indent="-285750">
              <a:tabLst>
                <a:tab pos="361950" algn="l"/>
              </a:tabLst>
              <a:defRPr sz="2800" b="1">
                <a:solidFill>
                  <a:schemeClr val="bg1"/>
                </a:solidFill>
                <a:latin typeface="Arial" panose="020B0604020202020204" pitchFamily="34" charset="0"/>
              </a:defRPr>
            </a:lvl2pPr>
            <a:lvl3pPr marL="1143000" indent="-228600">
              <a:tabLst>
                <a:tab pos="361950" algn="l"/>
              </a:tabLst>
              <a:defRPr sz="2800" b="1">
                <a:solidFill>
                  <a:schemeClr val="bg1"/>
                </a:solidFill>
                <a:latin typeface="Arial" panose="020B0604020202020204" pitchFamily="34" charset="0"/>
              </a:defRPr>
            </a:lvl3pPr>
            <a:lvl4pPr marL="1600200" indent="-228600">
              <a:tabLst>
                <a:tab pos="361950" algn="l"/>
              </a:tabLst>
              <a:defRPr sz="2800" b="1">
                <a:solidFill>
                  <a:schemeClr val="bg1"/>
                </a:solidFill>
                <a:latin typeface="Arial" panose="020B0604020202020204" pitchFamily="34" charset="0"/>
              </a:defRPr>
            </a:lvl4pPr>
            <a:lvl5pPr marL="2057400" indent="-228600">
              <a:tabLst>
                <a:tab pos="36195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361950" algn="l"/>
              </a:tabLst>
              <a:defRPr sz="2800" b="1">
                <a:solidFill>
                  <a:schemeClr val="bg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61950" algn="l"/>
              </a:tabLst>
              <a:defRPr/>
            </a:pPr>
            <a:r>
              <a:rPr kumimoji="0" lang="vi-VN"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Do hàm 2 hàm PUT, GET sẽ định địa chỉ của dữ liệu theo đường dẫn tuyệt đối nên cần phải làm thêm bước sau để có thể sử dụng khối datablock mà ta vừa tạo theo dạng địa chỉ đường dẫn tuyệt đối</a:t>
            </a:r>
            <a:endParaRPr kumimoji="0" lang="en-GB" altLang="en-US" sz="1600" b="0" i="1"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60102" name="Picture 2" descr="https://cdn.shortpixel.ai/client/q_glossy,ret_img,w_643,h_411/https:/dienminhquang.com/wp-content/uploads/2018/06/s7-1200-bai-viet-communication_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2087563"/>
            <a:ext cx="536416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260105"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26010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5885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61122"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8563" y="84138"/>
            <a:ext cx="2263775"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23" name="Picture 2" descr="Top những lời cảm ơn sinh nhật hài hước, độc đá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450" y="1628775"/>
            <a:ext cx="6858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7672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2HhfPXFLmU2XRCov4BlRDQ"/>
</p:tagLst>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7000</Words>
  <Application>Microsoft Office PowerPoint</Application>
  <PresentationFormat>Widescreen</PresentationFormat>
  <Paragraphs>708</Paragraphs>
  <Slides>81</Slides>
  <Notes>73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81</vt:i4>
      </vt:variant>
    </vt:vector>
  </HeadingPairs>
  <TitlesOfParts>
    <vt:vector size="92" baseType="lpstr">
      <vt:lpstr>Arial</vt:lpstr>
      <vt:lpstr>Calibri</vt:lpstr>
      <vt:lpstr>Calibri Light</vt:lpstr>
      <vt:lpstr>Monotype Sorts</vt:lpstr>
      <vt:lpstr>Segoe UI</vt:lpstr>
      <vt:lpstr>Segoe UI Light</vt:lpstr>
      <vt:lpstr>Times New Roman</vt:lpstr>
      <vt:lpstr>Wingdings</vt:lpstr>
      <vt:lpstr>4_Default Design</vt:lpstr>
      <vt:lpstr>WelcomeDoc</vt:lpstr>
      <vt:lpstr>5_Default Design</vt:lpstr>
      <vt:lpstr> 1.3 THIẾT BỊ ĐIỀU KHIỂN LẬP TRÌNH S7-1200  1.4 XỬ LÝ CHƯƠNG TRÌNH  1.5 KẾT NỐI DÂY GIỮA PLC VÀ CÁC THIẾT BỊ NGOẠI VI  1.6 KIỂM TRA VIỆC KẾT NỐI DÂY BẰNG PHẦN MỀM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1.7 CÀI ĐẶT VÀ SỬ DỤNG PHẦN MỀM TIA PORTAL 1.8 HƯỚNG DẪN SỬ DỤNG PHẦN MỀM TIA PORTAL 1.9 CÀI ĐẶT TRUYỀN THÔNG DÙNG CÁP PC/PPI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Phạm Hải Yến</cp:lastModifiedBy>
  <cp:revision>8</cp:revision>
  <dcterms:created xsi:type="dcterms:W3CDTF">2021-07-02T09:40:39Z</dcterms:created>
  <dcterms:modified xsi:type="dcterms:W3CDTF">2024-10-24T16:26:15Z</dcterms:modified>
</cp:coreProperties>
</file>