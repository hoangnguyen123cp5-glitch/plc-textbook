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77" r:id="rId3"/>
  </p:sldMasterIdLst>
  <p:notesMasterIdLst>
    <p:notesMasterId r:id="rId33"/>
  </p:notesMasterIdLst>
  <p:sldIdLst>
    <p:sldId id="257" r:id="rId4"/>
    <p:sldId id="341" r:id="rId5"/>
    <p:sldId id="339" r:id="rId6"/>
    <p:sldId id="353" r:id="rId7"/>
    <p:sldId id="354" r:id="rId8"/>
    <p:sldId id="355" r:id="rId9"/>
    <p:sldId id="371" r:id="rId10"/>
    <p:sldId id="372" r:id="rId11"/>
    <p:sldId id="373" r:id="rId12"/>
    <p:sldId id="374" r:id="rId13"/>
    <p:sldId id="356" r:id="rId14"/>
    <p:sldId id="357" r:id="rId15"/>
    <p:sldId id="358" r:id="rId16"/>
    <p:sldId id="359" r:id="rId17"/>
    <p:sldId id="360" r:id="rId18"/>
    <p:sldId id="361" r:id="rId19"/>
    <p:sldId id="362" r:id="rId20"/>
    <p:sldId id="363" r:id="rId21"/>
    <p:sldId id="364" r:id="rId22"/>
    <p:sldId id="365" r:id="rId23"/>
    <p:sldId id="366" r:id="rId24"/>
    <p:sldId id="367" r:id="rId25"/>
    <p:sldId id="368" r:id="rId26"/>
    <p:sldId id="369" r:id="rId27"/>
    <p:sldId id="370" r:id="rId28"/>
    <p:sldId id="376" r:id="rId29"/>
    <p:sldId id="377" r:id="rId30"/>
    <p:sldId id="378" r:id="rId31"/>
    <p:sldId id="302"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2897" autoAdjust="0"/>
  </p:normalViewPr>
  <p:slideViewPr>
    <p:cSldViewPr snapToGrid="0">
      <p:cViewPr varScale="1">
        <p:scale>
          <a:sx n="64" d="100"/>
          <a:sy n="64" d="100"/>
        </p:scale>
        <p:origin x="978"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DEF37C-3239-4CC1-9458-1F4F89E202E7}" type="datetimeFigureOut">
              <a:rPr lang="en-US" smtClean="0"/>
              <a:t>11/26/2021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567F6F-AC6B-4134-8A12-A6DFC3D5752F}" type="slidenum">
              <a:rPr lang="en-US" smtClean="0"/>
              <a:t>‹#›</a:t>
            </a:fld>
            <a:endParaRPr lang="en-US"/>
          </a:p>
        </p:txBody>
      </p:sp>
    </p:spTree>
    <p:extLst>
      <p:ext uri="{BB962C8B-B14F-4D97-AF65-F5344CB8AC3E}">
        <p14:creationId xmlns:p14="http://schemas.microsoft.com/office/powerpoint/2010/main" val="1287825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r>
              <a:rPr lang="en-US" altLang="en-US" dirty="0">
                <a:solidFill>
                  <a:srgbClr val="000000"/>
                </a:solidFill>
                <a:cs typeface="Times New Roman" panose="02020603050405020304" pitchFamily="18" charset="0"/>
                <a:sym typeface="Arial" panose="020B0604020202020204" pitchFamily="34" charset="0"/>
              </a:rPr>
              <a:t>https://smartfactoryvn.com/technology/internet-of-things/nhung-dieu-can-biet-ve-profibus/</a:t>
            </a:r>
          </a:p>
          <a:p>
            <a:pPr>
              <a:spcBef>
                <a:spcPts val="600"/>
              </a:spcBef>
              <a:spcAft>
                <a:spcPts val="600"/>
              </a:spcAft>
            </a:pPr>
            <a:r>
              <a:rPr lang="en-US" altLang="en-US" dirty="0">
                <a:solidFill>
                  <a:srgbClr val="000000"/>
                </a:solidFill>
                <a:cs typeface="Times New Roman" panose="02020603050405020304" pitchFamily="18" charset="0"/>
                <a:sym typeface="Arial" panose="020B0604020202020204" pitchFamily="34" charset="0"/>
              </a:rPr>
              <a:t>https://www.tpnewtech.com/profibus-va-profinet-la-gi.html</a:t>
            </a: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005148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r>
              <a:rPr lang="en-US" altLang="en-US" dirty="0">
                <a:solidFill>
                  <a:srgbClr val="000000"/>
                </a:solidFill>
                <a:cs typeface="Times New Roman" panose="02020603050405020304" pitchFamily="18" charset="0"/>
                <a:sym typeface="Arial" panose="020B0604020202020204" pitchFamily="34" charset="0"/>
              </a:rPr>
              <a:t>https://smartfactoryvn.com/technology/internet-of-things/nhung-dieu-can-biet-ve-profibus/</a:t>
            </a: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8395072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r>
              <a:rPr lang="en-US" altLang="en-US" dirty="0">
                <a:solidFill>
                  <a:srgbClr val="000000"/>
                </a:solidFill>
                <a:cs typeface="Times New Roman" panose="02020603050405020304" pitchFamily="18" charset="0"/>
                <a:sym typeface="Arial" panose="020B0604020202020204" pitchFamily="34" charset="0"/>
              </a:rPr>
              <a:t>https://smartfactoryvn.com/technology/internet-of-things/nhung-dieu-can-biet-ve-profibus/</a:t>
            </a: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1644311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r>
              <a:rPr lang="en-US" altLang="en-US" dirty="0">
                <a:solidFill>
                  <a:srgbClr val="000000"/>
                </a:solidFill>
                <a:cs typeface="Times New Roman" panose="02020603050405020304" pitchFamily="18" charset="0"/>
                <a:sym typeface="Arial" panose="020B0604020202020204" pitchFamily="34" charset="0"/>
              </a:rPr>
              <a:t>https://smartfactoryvn.com/technology/internet-of-things/nhung-dieu-can-biet-ve-profibus/</a:t>
            </a: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7062091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449170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6080670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552392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8010175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7381354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41915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5005081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5881382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3334719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6475134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5505837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9689487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65475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5733440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8546286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8781549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8930340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r>
              <a:rPr lang="en-US" altLang="en-US" dirty="0">
                <a:solidFill>
                  <a:srgbClr val="000000"/>
                </a:solidFill>
                <a:cs typeface="Times New Roman" panose="02020603050405020304" pitchFamily="18" charset="0"/>
                <a:sym typeface="Arial" panose="020B0604020202020204" pitchFamily="34" charset="0"/>
              </a:rPr>
              <a:t>https://mesidas.com/profibus/</a:t>
            </a: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7034391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r>
              <a:rPr lang="en-US" altLang="en-US" dirty="0">
                <a:solidFill>
                  <a:srgbClr val="000000"/>
                </a:solidFill>
                <a:cs typeface="Times New Roman" panose="02020603050405020304" pitchFamily="18" charset="0"/>
                <a:sym typeface="Arial" panose="020B0604020202020204" pitchFamily="34" charset="0"/>
              </a:rPr>
              <a:t>https://mesidas.com/profibus/</a:t>
            </a: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9412189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r>
              <a:rPr lang="en-US" altLang="en-US" dirty="0">
                <a:solidFill>
                  <a:srgbClr val="000000"/>
                </a:solidFill>
                <a:cs typeface="Times New Roman" panose="02020603050405020304" pitchFamily="18" charset="0"/>
                <a:sym typeface="Arial" panose="020B0604020202020204" pitchFamily="34" charset="0"/>
              </a:rPr>
              <a:t>https://mesidas.com/profibus/</a:t>
            </a: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8574300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Slide Image Placeholder 1"/>
          <p:cNvSpPr>
            <a:spLocks noGrp="1" noRot="1" noChangeAspect="1" noTextEdit="1"/>
          </p:cNvSpPr>
          <p:nvPr>
            <p:ph type="sldImg"/>
          </p:nvPr>
        </p:nvSpPr>
        <p:spPr>
          <a:ln/>
        </p:spPr>
      </p:sp>
      <p:sp>
        <p:nvSpPr>
          <p:cNvPr id="34611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346116"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93E0FCE-8BAB-41A6-9695-3E5F75C21E84}" type="slidenum">
              <a:rPr kumimoji="0" lang="en-US" altLang="en-US" sz="1200" b="0" i="0" u="none" strike="noStrike" kern="1200" cap="none" spc="0" normalizeH="0" baseline="0" noProof="0" smtClean="0">
                <a:ln>
                  <a:noFill/>
                </a:ln>
                <a:solidFill>
                  <a:srgbClr val="FFFFFF"/>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altLang="en-US" sz="1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4388241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5054E70C-47C2-4482-8988-74AF4DA451C8}"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83672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FC3DC5AC-A2C3-434D-9582-E0EC0F6FAA16}"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018420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99D51F59-BE09-49EF-946D-237576B9685B}"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691696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067DB86A-4D3F-4176-86D2-120FC381B7C2}"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707339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8" name="Footer Placeholder 7"/>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9" name="Slide Number Placeholder 8"/>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4A8AA00D-68EE-4067-BF52-4AAB8CCFAC32}"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860254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4" name="Footer Placeholder 3"/>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Slide Number Placeholder 4"/>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04A71BA5-2B67-4F9A-91BC-1DB91DB7E825}"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9507296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3" name="Footer Placeholder 2"/>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4" name="Slide Number Placeholder 3"/>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40E06C07-1723-4142-A5DC-829C5D45E06D}"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9500654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E7370940-1979-4244-9AD8-282EE740D23D}"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868703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F3E4EF4D-25D8-42A0-896B-A7FD1DB7D984}"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845385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94F2807B-369F-4B8A-9F9F-3093857B5C91}"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265151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E2EAAE3A-2ACC-48DC-A270-F0C60EC6FDA1}"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4654512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Rectangle 2"/>
          <p:cNvSpPr/>
          <p:nvPr userDrawn="1"/>
        </p:nvSpPr>
        <p:spPr bwMode="blackWhite">
          <a:xfrm>
            <a:off x="254000" y="263525"/>
            <a:ext cx="11684000" cy="633095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1300" b="1" i="0" u="none" strike="noStrike" kern="1200" cap="none" spc="0" normalizeH="0" baseline="0" noProof="0">
              <a:ln>
                <a:noFill/>
              </a:ln>
              <a:solidFill>
                <a:srgbClr val="FFFFFF"/>
              </a:solidFill>
              <a:effectLst/>
              <a:uLnTx/>
              <a:uFillTx/>
              <a:latin typeface="Times New Roman" pitchFamily="18" charset="0"/>
              <a:ea typeface="+mn-ea"/>
              <a:cs typeface="+mn-cs"/>
            </a:endParaRPr>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7273929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Rectangle 4"/>
          <p:cNvSpPr/>
          <p:nvPr userDrawn="1"/>
        </p:nvSpPr>
        <p:spPr>
          <a:xfrm>
            <a:off x="255588" y="265113"/>
            <a:ext cx="11684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1300" b="1" i="0" u="none" strike="noStrike" kern="1200" cap="none" spc="0" normalizeH="0" baseline="0" noProof="0">
              <a:ln>
                <a:noFill/>
              </a:ln>
              <a:solidFill>
                <a:srgbClr val="FFFFFF"/>
              </a:solidFill>
              <a:effectLst/>
              <a:uLnTx/>
              <a:uFillTx/>
              <a:latin typeface="Times New Roman" pitchFamily="18" charset="0"/>
              <a:ea typeface="+mn-ea"/>
              <a:cs typeface="+mn-cs"/>
            </a:endParaRPr>
          </a:p>
        </p:txBody>
      </p:sp>
      <p:cxnSp>
        <p:nvCxnSpPr>
          <p:cNvPr id="6" name="Straight Connector 5"/>
          <p:cNvCxnSpPr/>
          <p:nvPr userDrawn="1"/>
        </p:nvCxnSpPr>
        <p:spPr>
          <a:xfrm>
            <a:off x="604838" y="1196975"/>
            <a:ext cx="1098232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521211" y="448056"/>
            <a:ext cx="6877120" cy="640080"/>
          </a:xfrm>
        </p:spPr>
        <p:txBody>
          <a:bodyPr>
            <a:normAutofit/>
          </a:bodyPr>
          <a:lstStyle>
            <a:lvl1pPr>
              <a:defRPr sz="24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539499" y="1435608"/>
            <a:ext cx="4416552" cy="3977640"/>
          </a:xfrm>
        </p:spPr>
        <p:txBody>
          <a:bodyPr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1"/>
          </p:nvPr>
        </p:nvSpPr>
        <p:spPr/>
        <p:txBody>
          <a:bodyPr/>
          <a:lstStyle>
            <a:lvl1pPr>
              <a:defRPr smtClean="0"/>
            </a:lvl1pPr>
          </a:lstStyle>
          <a:p>
            <a:pPr marL="0" marR="0" lvl="0" indent="0" algn="l" defTabSz="914400" rtl="0" eaLnBrk="1" fontAlgn="base" latinLnBrk="0" hangingPunct="1">
              <a:lnSpc>
                <a:spcPct val="80000"/>
              </a:lnSpc>
              <a:spcBef>
                <a:spcPct val="20000"/>
              </a:spcBef>
              <a:spcAft>
                <a:spcPct val="0"/>
              </a:spcAft>
              <a:buClrTx/>
              <a:buSzTx/>
              <a:buFontTx/>
              <a:buChar char="•"/>
              <a:tabLst/>
              <a:defRPr/>
            </a:pPr>
            <a:fld id="{D3BA31E0-D02B-4C72-92FB-E6211966027E}" type="datetimeFigureOut">
              <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rPr>
              <a:pPr marL="0" marR="0" lvl="0" indent="0" algn="l" defTabSz="914400" rtl="0" eaLnBrk="1" fontAlgn="base" latinLnBrk="0" hangingPunct="1">
                <a:lnSpc>
                  <a:spcPct val="80000"/>
                </a:lnSpc>
                <a:spcBef>
                  <a:spcPct val="20000"/>
                </a:spcBef>
                <a:spcAft>
                  <a:spcPct val="0"/>
                </a:spcAft>
                <a:buClrTx/>
                <a:buSzTx/>
                <a:buFontTx/>
                <a:buChar char="•"/>
                <a:tabLst/>
                <a:defRPr/>
              </a:pPr>
              <a:t>11/26/2021</a:t>
            </a:fld>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8" name="Footer Placeholder 4"/>
          <p:cNvSpPr>
            <a:spLocks noGrp="1"/>
          </p:cNvSpPr>
          <p:nvPr>
            <p:ph type="ftr" sz="quarter" idx="12"/>
          </p:nvPr>
        </p:nvSpPr>
        <p:spPr/>
        <p:txBody>
          <a:bodyPr/>
          <a:lstStyle>
            <a:lvl1pPr>
              <a:defRPr smtClean="0"/>
            </a:lvl1pP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9" name="Slide Number Placeholder 5"/>
          <p:cNvSpPr>
            <a:spLocks noGrp="1"/>
          </p:cNvSpPr>
          <p:nvPr>
            <p:ph type="sldNum" sz="quarter" idx="13"/>
          </p:nvPr>
        </p:nvSpPr>
        <p:spPr>
          <a:xfrm>
            <a:off x="8370888" y="6203950"/>
            <a:ext cx="3276600" cy="365125"/>
          </a:xfrm>
        </p:spPr>
        <p:txBody>
          <a:bodyPr/>
          <a:lstStyle>
            <a:lvl1pPr>
              <a:defRPr/>
            </a:lvl1pPr>
          </a:lstStyle>
          <a:p>
            <a:pPr marL="0" marR="0" lvl="0" indent="0" algn="r" defTabSz="914400" rtl="0" eaLnBrk="1" fontAlgn="base" latinLnBrk="0" hangingPunct="1">
              <a:lnSpc>
                <a:spcPct val="80000"/>
              </a:lnSpc>
              <a:spcBef>
                <a:spcPct val="20000"/>
              </a:spcBef>
              <a:spcAft>
                <a:spcPct val="0"/>
              </a:spcAft>
              <a:buClrTx/>
              <a:buSzTx/>
              <a:buFontTx/>
              <a:buChar char="•"/>
              <a:tabLst/>
              <a:defRPr/>
            </a:pPr>
            <a:fld id="{2A99E05D-9AF6-4DBB-8249-15FD60AE4BB7}" type="slidenum">
              <a:rPr kumimoji="0" lang="en-US" altLang="en-US" sz="800" b="1" i="0" u="none" strike="noStrike" kern="1200" cap="none" spc="0" normalizeH="0" baseline="0" noProof="0" smtClean="0">
                <a:ln>
                  <a:noFill/>
                </a:ln>
                <a:solidFill>
                  <a:srgbClr val="595959"/>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80000"/>
                </a:lnSpc>
                <a:spcBef>
                  <a:spcPct val="20000"/>
                </a:spcBef>
                <a:spcAft>
                  <a:spcPct val="0"/>
                </a:spcAft>
                <a:buClrTx/>
                <a:buSzTx/>
                <a:buFontTx/>
                <a:buChar char="•"/>
                <a:tabLst/>
                <a:defRPr/>
              </a:pPr>
              <a:t>‹#›</a:t>
            </a:fld>
            <a:endParaRPr kumimoji="0" lang="en-US" altLang="en-US" sz="800" b="1" i="0" u="none" strike="noStrike" kern="1200" cap="none" spc="0" normalizeH="0" baseline="0" noProof="0">
              <a:ln>
                <a:noFill/>
              </a:ln>
              <a:solidFill>
                <a:srgbClr val="595959"/>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0465865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Rectangle 3"/>
          <p:cNvSpPr/>
          <p:nvPr userDrawn="1"/>
        </p:nvSpPr>
        <p:spPr>
          <a:xfrm>
            <a:off x="254000" y="263525"/>
            <a:ext cx="11684000" cy="633095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1300" b="1" i="0" u="none" strike="noStrike" kern="1200" cap="none" spc="0" normalizeH="0" baseline="0" noProof="0">
              <a:ln>
                <a:noFill/>
              </a:ln>
              <a:solidFill>
                <a:srgbClr val="FFFFFF"/>
              </a:solidFill>
              <a:effectLst/>
              <a:uLnTx/>
              <a:uFillTx/>
              <a:latin typeface="Times New Roman" pitchFamily="18" charset="0"/>
              <a:ea typeface="+mn-ea"/>
              <a:cs typeface="+mn-cs"/>
            </a:endParaRPr>
          </a:p>
        </p:txBody>
      </p:sp>
      <p:sp>
        <p:nvSpPr>
          <p:cNvPr id="5" name="Rectangle 4"/>
          <p:cNvSpPr/>
          <p:nvPr userDrawn="1"/>
        </p:nvSpPr>
        <p:spPr bwMode="blackWhite">
          <a:xfrm>
            <a:off x="254000" y="263525"/>
            <a:ext cx="11684000" cy="207168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1300" b="1" i="0" u="none" strike="noStrike" kern="1200" cap="none" spc="0" normalizeH="0" baseline="0" noProof="0">
              <a:ln>
                <a:noFill/>
              </a:ln>
              <a:solidFill>
                <a:srgbClr val="FFFFFF"/>
              </a:solidFill>
              <a:effectLst/>
              <a:uLnTx/>
              <a:uFillTx/>
              <a:latin typeface="Times New Roman" pitchFamily="18" charset="0"/>
              <a:ea typeface="+mn-ea"/>
              <a:cs typeface="+mn-cs"/>
            </a:endParaRPr>
          </a:p>
        </p:txBody>
      </p:sp>
      <p:sp>
        <p:nvSpPr>
          <p:cNvPr id="2" name="Title 1"/>
          <p:cNvSpPr>
            <a:spLocks noGrp="1"/>
          </p:cNvSpPr>
          <p:nvPr>
            <p:ph type="title"/>
          </p:nvPr>
        </p:nvSpPr>
        <p:spPr>
          <a:xfrm>
            <a:off x="521209" y="1536192"/>
            <a:ext cx="6876288" cy="640080"/>
          </a:xfrm>
        </p:spPr>
        <p:txBody>
          <a:bodyPr>
            <a:normAutofit/>
          </a:bodyPr>
          <a:lstStyle>
            <a:lvl1pPr>
              <a:defRPr sz="2701">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501" y="2560320"/>
            <a:ext cx="9445753" cy="3977640"/>
          </a:xfrm>
        </p:spPr>
        <p:txBody>
          <a:bodyPr rtlCol="0">
            <a:normAutofit/>
          </a:bodyPr>
          <a:lstStyle>
            <a:lvl1pPr>
              <a:defRPr lang="en-US" sz="1200" smtClean="0">
                <a:solidFill>
                  <a:schemeClr val="tx1">
                    <a:lumMod val="75000"/>
                    <a:lumOff val="25000"/>
                  </a:schemeClr>
                </a:solidFill>
                <a:latin typeface="Times New Roman" panose="02020603050405020304" pitchFamily="18" charset="0"/>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840259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80000"/>
              </a:lnSpc>
              <a:spcBef>
                <a:spcPct val="20000"/>
              </a:spcBef>
              <a:spcAft>
                <a:spcPct val="0"/>
              </a:spcAft>
              <a:buClrTx/>
              <a:buSzTx/>
              <a:buFontTx/>
              <a:buChar char="•"/>
              <a:tabLst/>
              <a:defRPr/>
            </a:pPr>
            <a:fld id="{B930ADF8-94E5-4220-A61F-562A5FFF2652}" type="datetimeFigureOut">
              <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rPr>
              <a:pPr marL="0" marR="0" lvl="0" indent="0" algn="l" defTabSz="914400" rtl="0" eaLnBrk="1" fontAlgn="base" latinLnBrk="0" hangingPunct="1">
                <a:lnSpc>
                  <a:spcPct val="80000"/>
                </a:lnSpc>
                <a:spcBef>
                  <a:spcPct val="20000"/>
                </a:spcBef>
                <a:spcAft>
                  <a:spcPct val="0"/>
                </a:spcAft>
                <a:buClrTx/>
                <a:buSzTx/>
                <a:buFontTx/>
                <a:buChar char="•"/>
                <a:tabLst/>
                <a:defRPr/>
              </a:pPr>
              <a:t>11/26/2021</a:t>
            </a:fld>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3"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4"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80000"/>
              </a:lnSpc>
              <a:spcBef>
                <a:spcPct val="20000"/>
              </a:spcBef>
              <a:spcAft>
                <a:spcPct val="0"/>
              </a:spcAft>
              <a:buClrTx/>
              <a:buSzTx/>
              <a:buFontTx/>
              <a:buChar char="•"/>
              <a:tabLst/>
              <a:defRPr/>
            </a:pPr>
            <a:fld id="{A0FCC8B3-8AA3-41AC-8D96-758D922C7515}" type="slidenum">
              <a:rPr kumimoji="0" lang="en-US" altLang="en-US" sz="800" b="1" i="0" u="none" strike="noStrike" kern="1200" cap="none" spc="0" normalizeH="0" baseline="0" noProof="0" smtClean="0">
                <a:ln>
                  <a:noFill/>
                </a:ln>
                <a:solidFill>
                  <a:srgbClr val="595959"/>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80000"/>
                </a:lnSpc>
                <a:spcBef>
                  <a:spcPct val="20000"/>
                </a:spcBef>
                <a:spcAft>
                  <a:spcPct val="0"/>
                </a:spcAft>
                <a:buClrTx/>
                <a:buSzTx/>
                <a:buFontTx/>
                <a:buChar char="•"/>
                <a:tabLst/>
                <a:defRPr/>
              </a:pPr>
              <a:t>‹#›</a:t>
            </a:fld>
            <a:endParaRPr kumimoji="0" lang="en-US" altLang="en-US" sz="800" b="1" i="0" u="none" strike="noStrike" kern="1200" cap="none" spc="0" normalizeH="0" baseline="0" noProof="0">
              <a:ln>
                <a:noFill/>
              </a:ln>
              <a:solidFill>
                <a:srgbClr val="595959"/>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2886534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54"/>
            <a:ext cx="10363200" cy="1470025"/>
          </a:xfrm>
        </p:spPr>
        <p:txBody>
          <a:bodyPr/>
          <a:lstStyle>
            <a:lvl1pPr>
              <a:defRPr>
                <a:latin typeface="Times New Roman" panose="02020603050405020304" pitchFamily="18" charset="0"/>
              </a:defRPr>
            </a:lvl1p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atin typeface="Times New Roman" panose="02020603050405020304" pitchFamily="18"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C885028-6C43-4AEC-8A23-5D273E1885A2}"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6795796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p:cNvCxnSpPr/>
          <p:nvPr userDrawn="1"/>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userDrawn="1"/>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6" name="Footer Placeholder 1"/>
          <p:cNvSpPr txBox="1">
            <a:spLocks/>
          </p:cNvSpPr>
          <p:nvPr userDrawn="1"/>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itchFamily="18" charset="0"/>
                <a:ea typeface="+mn-ea"/>
                <a:cs typeface="Times New Roman"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itchFamily="18" charset="0"/>
              <a:ea typeface="+mn-ea"/>
              <a:cs typeface="Times New Roman" pitchFamily="18" charset="0"/>
            </a:endParaRPr>
          </a:p>
        </p:txBody>
      </p:sp>
      <p:pic>
        <p:nvPicPr>
          <p:cNvPr id="7"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9"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0"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AE2A845F-9870-47E0-86FF-D5B10359773B}"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9571452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29"/>
            <a:ext cx="10363200" cy="1362075"/>
          </a:xfrm>
        </p:spPr>
        <p:txBody>
          <a:bodyPr anchor="t"/>
          <a:lstStyle>
            <a:lvl1pPr algn="l">
              <a:defRPr sz="4000" b="1" cap="all">
                <a:latin typeface="Times New Roman" panose="02020603050405020304" pitchFamily="18" charset="0"/>
              </a:defRPr>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atin typeface="Times New Roman" panose="02020603050405020304" pitchFamily="18"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5F5C626-45A0-46EF-9E58-C3CA54F08697}"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2595330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Content Placeholder 2"/>
          <p:cNvSpPr>
            <a:spLocks noGrp="1"/>
          </p:cNvSpPr>
          <p:nvPr>
            <p:ph sz="half" idx="1"/>
          </p:nvPr>
        </p:nvSpPr>
        <p:spPr>
          <a:xfrm>
            <a:off x="609600" y="1600206"/>
            <a:ext cx="5384800" cy="4525963"/>
          </a:xfrm>
        </p:spPr>
        <p:txBody>
          <a:bodyPr/>
          <a:lstStyle>
            <a:lvl1pPr>
              <a:defRPr sz="2800">
                <a:latin typeface="Times New Roman" panose="02020603050405020304" pitchFamily="18" charset="0"/>
              </a:defRPr>
            </a:lvl1pPr>
            <a:lvl2pPr>
              <a:defRPr sz="2400">
                <a:latin typeface="Times New Roman" panose="02020603050405020304" pitchFamily="18" charset="0"/>
              </a:defRPr>
            </a:lvl2pPr>
            <a:lvl3pPr>
              <a:defRPr sz="2000">
                <a:latin typeface="Times New Roman" panose="02020603050405020304" pitchFamily="18" charset="0"/>
              </a:defRPr>
            </a:lvl3pPr>
            <a:lvl4pPr>
              <a:defRPr sz="1800">
                <a:latin typeface="Times New Roman" panose="02020603050405020304" pitchFamily="18" charset="0"/>
              </a:defRPr>
            </a:lvl4pPr>
            <a:lvl5pPr>
              <a:defRPr sz="1800">
                <a:latin typeface="Times New Roman" panose="02020603050405020304" pitchFamily="18"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6"/>
            <a:ext cx="5384800" cy="4525963"/>
          </a:xfrm>
        </p:spPr>
        <p:txBody>
          <a:bodyPr/>
          <a:lstStyle>
            <a:lvl1pPr>
              <a:defRPr sz="2800">
                <a:latin typeface="Times New Roman" panose="02020603050405020304" pitchFamily="18" charset="0"/>
              </a:defRPr>
            </a:lvl1pPr>
            <a:lvl2pPr>
              <a:defRPr sz="2400">
                <a:latin typeface="Times New Roman" panose="02020603050405020304" pitchFamily="18" charset="0"/>
              </a:defRPr>
            </a:lvl2pPr>
            <a:lvl3pPr>
              <a:defRPr sz="2000">
                <a:latin typeface="Times New Roman" panose="02020603050405020304" pitchFamily="18" charset="0"/>
              </a:defRPr>
            </a:lvl3pPr>
            <a:lvl4pPr>
              <a:defRPr sz="1800">
                <a:latin typeface="Times New Roman" panose="02020603050405020304" pitchFamily="18" charset="0"/>
              </a:defRPr>
            </a:lvl4pPr>
            <a:lvl5pPr>
              <a:defRPr sz="1800">
                <a:latin typeface="Times New Roman" panose="02020603050405020304" pitchFamily="18"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Footer Placeholder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7" name="Slide Number Placeholder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58AB801-7BEA-45FE-9251-E37D29ADF496}"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5783823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atin typeface="Times New Roman" panose="02020603050405020304" pitchFamily="18" charset="0"/>
              </a:defRPr>
            </a:lvl1pPr>
            <a:lvl2pPr>
              <a:defRPr sz="2000">
                <a:latin typeface="Times New Roman" panose="02020603050405020304" pitchFamily="18" charset="0"/>
              </a:defRPr>
            </a:lvl2pPr>
            <a:lvl3pPr>
              <a:defRPr sz="1800">
                <a:latin typeface="Times New Roman" panose="02020603050405020304" pitchFamily="18" charset="0"/>
              </a:defRPr>
            </a:lvl3pPr>
            <a:lvl4pPr>
              <a:defRPr sz="1600">
                <a:latin typeface="Times New Roman" panose="02020603050405020304" pitchFamily="18" charset="0"/>
              </a:defRPr>
            </a:lvl4pPr>
            <a:lvl5pPr>
              <a:defRPr sz="1600">
                <a:latin typeface="Times New Roman" panose="02020603050405020304" pitchFamily="18"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86" y="1535113"/>
            <a:ext cx="5389033" cy="639762"/>
          </a:xfrm>
        </p:spPr>
        <p:txBody>
          <a:bodyPr anchor="b"/>
          <a:lstStyle>
            <a:lvl1pPr marL="0" indent="0">
              <a:buNone/>
              <a:defRPr sz="2400" b="1">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86" y="2174875"/>
            <a:ext cx="5389033" cy="3951288"/>
          </a:xfrm>
        </p:spPr>
        <p:txBody>
          <a:bodyPr/>
          <a:lstStyle>
            <a:lvl1pPr>
              <a:defRPr sz="2400">
                <a:latin typeface="Times New Roman" panose="02020603050405020304" pitchFamily="18" charset="0"/>
              </a:defRPr>
            </a:lvl1pPr>
            <a:lvl2pPr>
              <a:defRPr sz="2000">
                <a:latin typeface="Times New Roman" panose="02020603050405020304" pitchFamily="18" charset="0"/>
              </a:defRPr>
            </a:lvl2pPr>
            <a:lvl3pPr>
              <a:defRPr sz="1800">
                <a:latin typeface="Times New Roman" panose="02020603050405020304" pitchFamily="18" charset="0"/>
              </a:defRPr>
            </a:lvl3pPr>
            <a:lvl4pPr>
              <a:defRPr sz="1600">
                <a:latin typeface="Times New Roman" panose="02020603050405020304" pitchFamily="18" charset="0"/>
              </a:defRPr>
            </a:lvl4pPr>
            <a:lvl5pPr>
              <a:defRPr sz="1600">
                <a:latin typeface="Times New Roman" panose="02020603050405020304" pitchFamily="18"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8"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9"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29322F2-0EB2-4313-997B-CA345170667A}"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1927698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4"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85B2490-8E55-4AAA-82F6-A3F7CF418A16}"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8569412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3"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4"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A91D3B4-5A6F-40CA-BA29-7FF68EE686D4}"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8350504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atin typeface="Times New Roman" panose="02020603050405020304" pitchFamily="18" charset="0"/>
              </a:defRPr>
            </a:lvl1pPr>
          </a:lstStyle>
          <a:p>
            <a:r>
              <a:rPr lang="en-US"/>
              <a:t>Click to edit Master title style</a:t>
            </a:r>
          </a:p>
        </p:txBody>
      </p:sp>
      <p:sp>
        <p:nvSpPr>
          <p:cNvPr id="3" name="Content Placeholder 2"/>
          <p:cNvSpPr>
            <a:spLocks noGrp="1"/>
          </p:cNvSpPr>
          <p:nvPr>
            <p:ph idx="1"/>
          </p:nvPr>
        </p:nvSpPr>
        <p:spPr>
          <a:xfrm>
            <a:off x="4766733" y="273079"/>
            <a:ext cx="6815667" cy="5853113"/>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atin typeface="Times New Roman" panose="02020603050405020304"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Footer Placeholder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7" name="Slide Number Placeholder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374517C-903C-43ED-95C3-A2AD809374EB}"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64310908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atin typeface="Times New Roman" panose="02020603050405020304" pitchFamily="18" charset="0"/>
              </a:defRPr>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atin typeface="Times New Roman" panose="02020603050405020304"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Footer Placeholder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7" name="Slide Number Placeholder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73C90D4-9AED-4A31-BEA7-B4A13D9C0FAC}"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7334521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B9408F8-F42D-44CD-8A8D-D9895C7851C4}"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2650731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67"/>
            <a:ext cx="2743200" cy="5851525"/>
          </a:xfrm>
        </p:spPr>
        <p:txBody>
          <a:bodyPr vert="eaVert"/>
          <a:lstStyle>
            <a:lvl1pPr>
              <a:defRPr>
                <a:latin typeface="Times New Roman" panose="02020603050405020304" pitchFamily="18" charset="0"/>
              </a:defRPr>
            </a:lvl1pPr>
          </a:lstStyle>
          <a:p>
            <a:r>
              <a:rPr lang="en-US"/>
              <a:t>Click to edit Master title style</a:t>
            </a:r>
          </a:p>
        </p:txBody>
      </p:sp>
      <p:sp>
        <p:nvSpPr>
          <p:cNvPr id="3" name="Vertical Text Placeholder 2"/>
          <p:cNvSpPr>
            <a:spLocks noGrp="1"/>
          </p:cNvSpPr>
          <p:nvPr>
            <p:ph type="body" orient="vert" idx="1"/>
          </p:nvPr>
        </p:nvSpPr>
        <p:spPr>
          <a:xfrm>
            <a:off x="609600" y="274667"/>
            <a:ext cx="8026400" cy="5851525"/>
          </a:xfrm>
        </p:spPr>
        <p:txBody>
          <a:bodyPr vert="eaVert"/>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E006642-6D9E-4802-B51E-4A3620ABCF0D}"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9930127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theme" Target="../theme/theme2.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3.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7171"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wrap="square" lIns="91440" tIns="45720" rIns="91440" bIns="45720" numCol="1" anchor="ctr" anchorCtr="0" compatLnSpc="1">
            <a:prstTxWarp prst="textNoShape">
              <a:avLst/>
            </a:prstTxWarp>
          </a:bodyPr>
          <a:lstStyle>
            <a:lvl1pPr>
              <a:defRPr sz="1200" smtClean="0">
                <a:solidFill>
                  <a:srgbClr val="898989"/>
                </a:solidFill>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prstClr val="black">
                    <a:tint val="75000"/>
                  </a:prstClr>
                </a:solidFill>
                <a:effectLst/>
                <a:uLnTx/>
                <a:uFillTx/>
                <a:latin typeface="Arial" panose="020B0604020202020204" pitchFamily="34" charset="0"/>
                <a:ea typeface="+mn-ea"/>
                <a:cs typeface="+mn-cs"/>
              </a:rPr>
              <a:t>MEC116– CAE (ỨNG DỤNG PHẦN MỀN THIẾT KẾ 3D)</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8B3A981B-C2C6-4DFD-8CB5-5FAE08E7F329}"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7469831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255588" y="265113"/>
            <a:ext cx="11684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1300" b="1" i="0" u="none" strike="noStrike" kern="1200" cap="none" spc="0" normalizeH="0" baseline="0" noProof="0">
              <a:ln>
                <a:noFill/>
              </a:ln>
              <a:solidFill>
                <a:srgbClr val="FFFFFF"/>
              </a:solidFill>
              <a:effectLst/>
              <a:uLnTx/>
              <a:uFillTx/>
              <a:latin typeface="Times New Roman" pitchFamily="18" charset="0"/>
              <a:ea typeface="+mn-ea"/>
              <a:cs typeface="+mn-cs"/>
            </a:endParaRPr>
          </a:p>
        </p:txBody>
      </p:sp>
      <p:sp>
        <p:nvSpPr>
          <p:cNvPr id="3075" name="Title Placeholder 1"/>
          <p:cNvSpPr>
            <a:spLocks noGrp="1" noChangeArrowheads="1"/>
          </p:cNvSpPr>
          <p:nvPr>
            <p:ph type="title"/>
          </p:nvPr>
        </p:nvSpPr>
        <p:spPr bwMode="auto">
          <a:xfrm>
            <a:off x="520700" y="447675"/>
            <a:ext cx="687705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3076" name="Text Placeholder 2"/>
          <p:cNvSpPr>
            <a:spLocks noGrp="1" noChangeArrowheads="1"/>
          </p:cNvSpPr>
          <p:nvPr>
            <p:ph type="body" idx="1"/>
          </p:nvPr>
        </p:nvSpPr>
        <p:spPr bwMode="auto">
          <a:xfrm>
            <a:off x="539750" y="1435100"/>
            <a:ext cx="4414838" cy="397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539750" y="6203950"/>
            <a:ext cx="3276600" cy="365125"/>
          </a:xfrm>
          <a:prstGeom prst="rect">
            <a:avLst/>
          </a:prstGeom>
        </p:spPr>
        <p:txBody>
          <a:bodyPr vert="horz" wrap="square" lIns="91440" tIns="45720" rIns="91440" bIns="45720" numCol="1" anchor="ctr" anchorCtr="0" compatLnSpc="1">
            <a:prstTxWarp prst="textNoShape">
              <a:avLst/>
            </a:prstTxWarp>
          </a:bodyPr>
          <a:lstStyle>
            <a:lvl1pPr eaLnBrk="1" hangingPunct="1">
              <a:lnSpc>
                <a:spcPct val="80000"/>
              </a:lnSpc>
              <a:spcBef>
                <a:spcPct val="20000"/>
              </a:spcBef>
              <a:buFontTx/>
              <a:buChar char="•"/>
              <a:defRPr sz="800" smtClean="0">
                <a:solidFill>
                  <a:srgbClr val="595959"/>
                </a:solidFill>
                <a:latin typeface="Times New Roman" pitchFamily="18" charset="0"/>
              </a:defRPr>
            </a:lvl1pPr>
          </a:lstStyle>
          <a:p>
            <a:pPr marL="0" marR="0" lvl="0" indent="0" algn="l" defTabSz="914400" rtl="0" eaLnBrk="1" fontAlgn="base" latinLnBrk="0" hangingPunct="1">
              <a:lnSpc>
                <a:spcPct val="80000"/>
              </a:lnSpc>
              <a:spcBef>
                <a:spcPct val="20000"/>
              </a:spcBef>
              <a:spcAft>
                <a:spcPct val="0"/>
              </a:spcAft>
              <a:buClrTx/>
              <a:buSzTx/>
              <a:buFontTx/>
              <a:buChar char="•"/>
              <a:tabLst/>
              <a:defRPr/>
            </a:pPr>
            <a:fld id="{BDBFA0E5-0631-4C6D-B27D-BF816283A6E3}" type="datetimeFigureOut">
              <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rPr>
              <a:pPr marL="0" marR="0" lvl="0" indent="0" algn="l" defTabSz="914400" rtl="0" eaLnBrk="1" fontAlgn="base" latinLnBrk="0" hangingPunct="1">
                <a:lnSpc>
                  <a:spcPct val="80000"/>
                </a:lnSpc>
                <a:spcBef>
                  <a:spcPct val="20000"/>
                </a:spcBef>
                <a:spcAft>
                  <a:spcPct val="0"/>
                </a:spcAft>
                <a:buClrTx/>
                <a:buSzTx/>
                <a:buFontTx/>
                <a:buChar char="•"/>
                <a:tabLst/>
                <a:defRPr/>
              </a:pPr>
              <a:t>11/26/2021</a:t>
            </a:fld>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5" name="Footer Placeholder 4"/>
          <p:cNvSpPr>
            <a:spLocks noGrp="1"/>
          </p:cNvSpPr>
          <p:nvPr>
            <p:ph type="ftr" sz="quarter" idx="3"/>
          </p:nvPr>
        </p:nvSpPr>
        <p:spPr>
          <a:xfrm>
            <a:off x="4648200" y="6203950"/>
            <a:ext cx="28956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lnSpc>
                <a:spcPct val="80000"/>
              </a:lnSpc>
              <a:spcBef>
                <a:spcPct val="20000"/>
              </a:spcBef>
              <a:buFontTx/>
              <a:buChar char="•"/>
              <a:defRPr sz="800" smtClean="0">
                <a:solidFill>
                  <a:srgbClr val="595959"/>
                </a:solidFill>
                <a:latin typeface="Times New Roman" pitchFamily="18" charset="0"/>
              </a:defRPr>
            </a:lvl1pP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6" name="Slide Number Placeholder 5"/>
          <p:cNvSpPr>
            <a:spLocks noGrp="1"/>
          </p:cNvSpPr>
          <p:nvPr>
            <p:ph type="sldNum" sz="quarter" idx="4"/>
          </p:nvPr>
        </p:nvSpPr>
        <p:spPr>
          <a:xfrm>
            <a:off x="8375650" y="6203950"/>
            <a:ext cx="3276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lnSpc>
                <a:spcPct val="80000"/>
              </a:lnSpc>
              <a:spcBef>
                <a:spcPct val="20000"/>
              </a:spcBef>
              <a:buFontTx/>
              <a:buChar char="•"/>
              <a:defRPr sz="800">
                <a:solidFill>
                  <a:srgbClr val="595959"/>
                </a:solidFill>
                <a:latin typeface="Times New Roman" panose="02020603050405020304" pitchFamily="18" charset="0"/>
              </a:defRPr>
            </a:lvl1pPr>
          </a:lstStyle>
          <a:p>
            <a:pPr marL="0" marR="0" lvl="0" indent="0" algn="r" defTabSz="914400" rtl="0" eaLnBrk="1" fontAlgn="base" latinLnBrk="0" hangingPunct="1">
              <a:lnSpc>
                <a:spcPct val="80000"/>
              </a:lnSpc>
              <a:spcBef>
                <a:spcPct val="20000"/>
              </a:spcBef>
              <a:spcAft>
                <a:spcPct val="0"/>
              </a:spcAft>
              <a:buClrTx/>
              <a:buSzTx/>
              <a:buFontTx/>
              <a:buChar char="•"/>
              <a:tabLst/>
              <a:defRPr/>
            </a:pPr>
            <a:fld id="{5289B5E9-CF14-479A-B1BA-9851330519EC}" type="slidenum">
              <a:rPr kumimoji="0" lang="en-US" altLang="en-US" sz="800" b="1" i="0" u="none" strike="noStrike" kern="1200" cap="none" spc="0" normalizeH="0" baseline="0" noProof="0" smtClean="0">
                <a:ln>
                  <a:noFill/>
                </a:ln>
                <a:solidFill>
                  <a:srgbClr val="595959"/>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80000"/>
                </a:lnSpc>
                <a:spcBef>
                  <a:spcPct val="20000"/>
                </a:spcBef>
                <a:spcAft>
                  <a:spcPct val="0"/>
                </a:spcAft>
                <a:buClrTx/>
                <a:buSzTx/>
                <a:buFontTx/>
                <a:buChar char="•"/>
                <a:tabLst/>
                <a:defRPr/>
              </a:pPr>
              <a:t>‹#›</a:t>
            </a:fld>
            <a:endParaRPr kumimoji="0" lang="en-US" altLang="en-US" sz="800" b="1" i="0" u="none" strike="noStrike" kern="1200" cap="none" spc="0" normalizeH="0" baseline="0" noProof="0">
              <a:ln>
                <a:noFill/>
              </a:ln>
              <a:solidFill>
                <a:srgbClr val="595959"/>
              </a:solidFill>
              <a:effectLst/>
              <a:uLnTx/>
              <a:uFillTx/>
              <a:latin typeface="Times New Roman" panose="02020603050405020304" pitchFamily="18" charset="0"/>
              <a:ea typeface="+mn-ea"/>
              <a:cs typeface="+mn-cs"/>
            </a:endParaRPr>
          </a:p>
        </p:txBody>
      </p:sp>
      <p:cxnSp>
        <p:nvCxnSpPr>
          <p:cNvPr id="8" name="Straight Connector 7"/>
          <p:cNvCxnSpPr/>
          <p:nvPr userDrawn="1"/>
        </p:nvCxnSpPr>
        <p:spPr>
          <a:xfrm>
            <a:off x="604838" y="1196975"/>
            <a:ext cx="1098232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538525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Lst>
  <p:txStyles>
    <p:titleStyle>
      <a:lvl1pPr algn="l" defTabSz="685800" rtl="0" eaLnBrk="0" fontAlgn="base" hangingPunct="0">
        <a:spcBef>
          <a:spcPct val="0"/>
        </a:spcBef>
        <a:spcAft>
          <a:spcPct val="0"/>
        </a:spcAft>
        <a:defRPr sz="2400" kern="1200">
          <a:solidFill>
            <a:schemeClr val="tx1"/>
          </a:solidFill>
          <a:latin typeface="Times New Roman" panose="02020603050405020304" pitchFamily="18" charset="0"/>
          <a:ea typeface="+mj-ea"/>
          <a:cs typeface="+mj-cs"/>
        </a:defRPr>
      </a:lvl1pPr>
      <a:lvl2pPr algn="l" defTabSz="685800" rtl="0" eaLnBrk="0" fontAlgn="base" hangingPunct="0">
        <a:spcBef>
          <a:spcPct val="0"/>
        </a:spcBef>
        <a:spcAft>
          <a:spcPct val="0"/>
        </a:spcAft>
        <a:defRPr sz="2400">
          <a:solidFill>
            <a:schemeClr val="tx1"/>
          </a:solidFill>
          <a:latin typeface="Times New Roman" panose="02020603050405020304" pitchFamily="18" charset="0"/>
        </a:defRPr>
      </a:lvl2pPr>
      <a:lvl3pPr algn="l" defTabSz="685800" rtl="0" eaLnBrk="0" fontAlgn="base" hangingPunct="0">
        <a:spcBef>
          <a:spcPct val="0"/>
        </a:spcBef>
        <a:spcAft>
          <a:spcPct val="0"/>
        </a:spcAft>
        <a:defRPr sz="2400">
          <a:solidFill>
            <a:schemeClr val="tx1"/>
          </a:solidFill>
          <a:latin typeface="Times New Roman" panose="02020603050405020304" pitchFamily="18" charset="0"/>
        </a:defRPr>
      </a:lvl3pPr>
      <a:lvl4pPr algn="l" defTabSz="685800" rtl="0" eaLnBrk="0" fontAlgn="base" hangingPunct="0">
        <a:spcBef>
          <a:spcPct val="0"/>
        </a:spcBef>
        <a:spcAft>
          <a:spcPct val="0"/>
        </a:spcAft>
        <a:defRPr sz="2400">
          <a:solidFill>
            <a:schemeClr val="tx1"/>
          </a:solidFill>
          <a:latin typeface="Times New Roman" panose="02020603050405020304" pitchFamily="18" charset="0"/>
        </a:defRPr>
      </a:lvl4pPr>
      <a:lvl5pPr algn="l" defTabSz="685800" rtl="0" eaLnBrk="0" fontAlgn="base" hangingPunct="0">
        <a:spcBef>
          <a:spcPct val="0"/>
        </a:spcBef>
        <a:spcAft>
          <a:spcPct val="0"/>
        </a:spcAft>
        <a:defRPr sz="2400">
          <a:solidFill>
            <a:schemeClr val="tx1"/>
          </a:solidFill>
          <a:latin typeface="Times New Roman" panose="02020603050405020304" pitchFamily="18" charset="0"/>
        </a:defRPr>
      </a:lvl5pPr>
      <a:lvl6pPr marL="457200" algn="l" defTabSz="685800" rtl="0" fontAlgn="base">
        <a:spcBef>
          <a:spcPct val="0"/>
        </a:spcBef>
        <a:spcAft>
          <a:spcPct val="0"/>
        </a:spcAft>
        <a:defRPr sz="2400">
          <a:solidFill>
            <a:schemeClr val="tx1"/>
          </a:solidFill>
          <a:latin typeface="Segoe UI Light" panose="020B0502040204020203" pitchFamily="34" charset="0"/>
        </a:defRPr>
      </a:lvl6pPr>
      <a:lvl7pPr marL="914400" algn="l" defTabSz="685800" rtl="0" fontAlgn="base">
        <a:spcBef>
          <a:spcPct val="0"/>
        </a:spcBef>
        <a:spcAft>
          <a:spcPct val="0"/>
        </a:spcAft>
        <a:defRPr sz="2400">
          <a:solidFill>
            <a:schemeClr val="tx1"/>
          </a:solidFill>
          <a:latin typeface="Segoe UI Light" panose="020B0502040204020203" pitchFamily="34" charset="0"/>
        </a:defRPr>
      </a:lvl7pPr>
      <a:lvl8pPr marL="1371600" algn="l" defTabSz="685800" rtl="0" fontAlgn="base">
        <a:spcBef>
          <a:spcPct val="0"/>
        </a:spcBef>
        <a:spcAft>
          <a:spcPct val="0"/>
        </a:spcAft>
        <a:defRPr sz="2400">
          <a:solidFill>
            <a:schemeClr val="tx1"/>
          </a:solidFill>
          <a:latin typeface="Segoe UI Light" panose="020B0502040204020203" pitchFamily="34" charset="0"/>
        </a:defRPr>
      </a:lvl8pPr>
      <a:lvl9pPr marL="1828800" algn="l" defTabSz="685800" rtl="0" fontAlgn="base">
        <a:spcBef>
          <a:spcPct val="0"/>
        </a:spcBef>
        <a:spcAft>
          <a:spcPct val="0"/>
        </a:spcAft>
        <a:defRPr sz="2400">
          <a:solidFill>
            <a:schemeClr val="tx1"/>
          </a:solidFill>
          <a:latin typeface="Segoe UI Light" panose="020B0502040204020203" pitchFamily="34" charset="0"/>
        </a:defRPr>
      </a:lvl9pPr>
    </p:titleStyle>
    <p:bodyStyle>
      <a:lvl1pPr marL="342900" indent="-342900" algn="l" defTabSz="685800" rtl="0" eaLnBrk="0" fontAlgn="base" hangingPunct="0">
        <a:lnSpc>
          <a:spcPct val="150000"/>
        </a:lnSpc>
        <a:spcBef>
          <a:spcPts val="750"/>
        </a:spcBef>
        <a:spcAft>
          <a:spcPts val="900"/>
        </a:spcAft>
        <a:defRPr lang="en-US" sz="1200" kern="1200" dirty="0">
          <a:solidFill>
            <a:schemeClr val="tx1"/>
          </a:solidFill>
          <a:latin typeface="Times New Roman" panose="02020603050405020304" pitchFamily="18" charset="0"/>
          <a:ea typeface="+mn-ea"/>
          <a:cs typeface="+mn-cs"/>
        </a:defRPr>
      </a:lvl1pPr>
      <a:lvl2pPr marL="171450" indent="-171450" algn="l" defTabSz="685800" rtl="0" eaLnBrk="0" fontAlgn="base" hangingPunct="0">
        <a:lnSpc>
          <a:spcPct val="150000"/>
        </a:lnSpc>
        <a:spcBef>
          <a:spcPts val="750"/>
        </a:spcBef>
        <a:spcAft>
          <a:spcPts val="900"/>
        </a:spcAft>
        <a:buFont typeface="Arial" panose="020B0604020202020204" pitchFamily="34" charset="0"/>
        <a:buChar char="•"/>
        <a:defRPr lang="en-US" sz="1200" kern="1200" dirty="0">
          <a:solidFill>
            <a:schemeClr val="tx1"/>
          </a:solidFill>
          <a:latin typeface="Times New Roman" panose="02020603050405020304" pitchFamily="18" charset="0"/>
          <a:ea typeface="+mn-ea"/>
          <a:cs typeface="+mn-cs"/>
        </a:defRPr>
      </a:lvl2pPr>
      <a:lvl3pPr marL="514350" indent="-171450" algn="l" defTabSz="685800" rtl="0" eaLnBrk="0" fontAlgn="base" hangingPunct="0">
        <a:lnSpc>
          <a:spcPct val="150000"/>
        </a:lnSpc>
        <a:spcBef>
          <a:spcPts val="750"/>
        </a:spcBef>
        <a:spcAft>
          <a:spcPts val="900"/>
        </a:spcAft>
        <a:buFont typeface="Arial" panose="020B0604020202020204" pitchFamily="34" charset="0"/>
        <a:buChar char="•"/>
        <a:defRPr lang="en-US" sz="1200" kern="1200" dirty="0">
          <a:solidFill>
            <a:schemeClr val="tx1"/>
          </a:solidFill>
          <a:latin typeface="Times New Roman" panose="02020603050405020304" pitchFamily="18" charset="0"/>
          <a:ea typeface="+mn-ea"/>
          <a:cs typeface="+mn-cs"/>
        </a:defRPr>
      </a:lvl3pPr>
      <a:lvl4pPr marL="857250" indent="-171450" algn="l" defTabSz="685800" rtl="0" eaLnBrk="0" fontAlgn="base" hangingPunct="0">
        <a:lnSpc>
          <a:spcPct val="150000"/>
        </a:lnSpc>
        <a:spcBef>
          <a:spcPts val="750"/>
        </a:spcBef>
        <a:spcAft>
          <a:spcPts val="900"/>
        </a:spcAft>
        <a:buFont typeface="Arial" panose="020B0604020202020204" pitchFamily="34" charset="0"/>
        <a:buChar char="•"/>
        <a:defRPr lang="en-US" sz="1200" kern="1200" dirty="0">
          <a:solidFill>
            <a:schemeClr val="tx1"/>
          </a:solidFill>
          <a:latin typeface="Times New Roman" panose="02020603050405020304" pitchFamily="18" charset="0"/>
          <a:ea typeface="+mn-ea"/>
          <a:cs typeface="+mn-cs"/>
        </a:defRPr>
      </a:lvl4pPr>
      <a:lvl5pPr marL="1200150" indent="-171450" algn="l" defTabSz="685800" rtl="0" eaLnBrk="0" fontAlgn="base" hangingPunct="0">
        <a:lnSpc>
          <a:spcPct val="150000"/>
        </a:lnSpc>
        <a:spcBef>
          <a:spcPts val="750"/>
        </a:spcBef>
        <a:spcAft>
          <a:spcPts val="900"/>
        </a:spcAft>
        <a:buFont typeface="Arial" panose="020B0604020202020204" pitchFamily="34" charset="0"/>
        <a:buChar char="•"/>
        <a:defRPr lang="en-US" sz="1200" kern="1200" dirty="0">
          <a:solidFill>
            <a:schemeClr val="tx1"/>
          </a:solidFill>
          <a:latin typeface="Times New Roman" panose="02020603050405020304" pitchFamily="18" charset="0"/>
          <a:ea typeface="+mn-ea"/>
          <a:cs typeface="+mn-cs"/>
        </a:defRPr>
      </a:lvl5pPr>
      <a:lvl6pPr marL="1543124" indent="-171458" algn="l" defTabSz="685832" rtl="0" eaLnBrk="1" latinLnBrk="0" hangingPunct="1">
        <a:lnSpc>
          <a:spcPct val="150000"/>
        </a:lnSpc>
        <a:spcBef>
          <a:spcPts val="750"/>
        </a:spcBef>
        <a:spcAft>
          <a:spcPts val="899"/>
        </a:spcAft>
        <a:buFont typeface="Arial" panose="020B0604020202020204" pitchFamily="34" charset="0"/>
        <a:buChar char="•"/>
        <a:defRPr lang="en-US" sz="899" kern="1200" dirty="0" smtClean="0">
          <a:solidFill>
            <a:schemeClr val="tx1"/>
          </a:solidFill>
          <a:latin typeface="+mn-lt"/>
          <a:ea typeface="+mn-ea"/>
          <a:cs typeface="+mn-cs"/>
        </a:defRPr>
      </a:lvl6pPr>
      <a:lvl7pPr marL="1886038" indent="-171458" algn="l" defTabSz="685832" rtl="0" eaLnBrk="1" latinLnBrk="0" hangingPunct="1">
        <a:lnSpc>
          <a:spcPct val="150000"/>
        </a:lnSpc>
        <a:spcBef>
          <a:spcPts val="750"/>
        </a:spcBef>
        <a:spcAft>
          <a:spcPts val="899"/>
        </a:spcAft>
        <a:buFont typeface="Arial" panose="020B0604020202020204" pitchFamily="34" charset="0"/>
        <a:buChar char="•"/>
        <a:defRPr lang="en-US" sz="899" kern="1200" dirty="0" smtClean="0">
          <a:solidFill>
            <a:schemeClr val="tx1"/>
          </a:solidFill>
          <a:latin typeface="+mn-lt"/>
          <a:ea typeface="+mn-ea"/>
          <a:cs typeface="+mn-cs"/>
        </a:defRPr>
      </a:lvl7pPr>
      <a:lvl8pPr marL="2228954" indent="-171458" algn="l" defTabSz="685832" rtl="0" eaLnBrk="1" latinLnBrk="0" hangingPunct="1">
        <a:lnSpc>
          <a:spcPct val="150000"/>
        </a:lnSpc>
        <a:spcBef>
          <a:spcPts val="750"/>
        </a:spcBef>
        <a:spcAft>
          <a:spcPts val="899"/>
        </a:spcAft>
        <a:buFont typeface="Arial" panose="020B0604020202020204" pitchFamily="34" charset="0"/>
        <a:buChar char="•"/>
        <a:defRPr lang="en-US" sz="899" kern="1200" dirty="0" smtClean="0">
          <a:solidFill>
            <a:schemeClr val="tx1"/>
          </a:solidFill>
          <a:latin typeface="+mn-lt"/>
          <a:ea typeface="+mn-ea"/>
          <a:cs typeface="+mn-cs"/>
        </a:defRPr>
      </a:lvl8pPr>
      <a:lvl9pPr marL="2571870" indent="-171458" algn="l" defTabSz="685832" rtl="0" eaLnBrk="1" latinLnBrk="0" hangingPunct="1">
        <a:lnSpc>
          <a:spcPct val="90000"/>
        </a:lnSpc>
        <a:spcBef>
          <a:spcPct val="30000"/>
        </a:spcBef>
        <a:buFont typeface="Arial" panose="020B0604020202020204" pitchFamily="34" charset="0"/>
        <a:buNone/>
        <a:defRPr sz="899" kern="1200">
          <a:solidFill>
            <a:schemeClr val="tx1"/>
          </a:solidFill>
          <a:latin typeface="+mn-lt"/>
          <a:ea typeface="+mn-ea"/>
          <a:cs typeface="+mn-cs"/>
        </a:defRPr>
      </a:lvl9pPr>
    </p:bodyStyle>
    <p:otherStyle>
      <a:defPPr>
        <a:defRPr lang="en-US"/>
      </a:defPPr>
      <a:lvl1pPr marL="0" algn="l" defTabSz="685832" rtl="0" eaLnBrk="1" latinLnBrk="0" hangingPunct="1">
        <a:defRPr sz="1349" kern="1200">
          <a:solidFill>
            <a:schemeClr val="tx1"/>
          </a:solidFill>
          <a:latin typeface="+mn-lt"/>
          <a:ea typeface="+mn-ea"/>
          <a:cs typeface="+mn-cs"/>
        </a:defRPr>
      </a:lvl1pPr>
      <a:lvl2pPr marL="342917" algn="l" defTabSz="685832" rtl="0" eaLnBrk="1" latinLnBrk="0" hangingPunct="1">
        <a:defRPr sz="1349" kern="1200">
          <a:solidFill>
            <a:schemeClr val="tx1"/>
          </a:solidFill>
          <a:latin typeface="+mn-lt"/>
          <a:ea typeface="+mn-ea"/>
          <a:cs typeface="+mn-cs"/>
        </a:defRPr>
      </a:lvl2pPr>
      <a:lvl3pPr marL="685832" algn="l" defTabSz="685832" rtl="0" eaLnBrk="1" latinLnBrk="0" hangingPunct="1">
        <a:defRPr sz="1349" kern="1200">
          <a:solidFill>
            <a:schemeClr val="tx1"/>
          </a:solidFill>
          <a:latin typeface="+mn-lt"/>
          <a:ea typeface="+mn-ea"/>
          <a:cs typeface="+mn-cs"/>
        </a:defRPr>
      </a:lvl3pPr>
      <a:lvl4pPr marL="1028749" algn="l" defTabSz="685832" rtl="0" eaLnBrk="1" latinLnBrk="0" hangingPunct="1">
        <a:defRPr sz="1349" kern="1200">
          <a:solidFill>
            <a:schemeClr val="tx1"/>
          </a:solidFill>
          <a:latin typeface="+mn-lt"/>
          <a:ea typeface="+mn-ea"/>
          <a:cs typeface="+mn-cs"/>
        </a:defRPr>
      </a:lvl4pPr>
      <a:lvl5pPr marL="1371663" algn="l" defTabSz="685832" rtl="0" eaLnBrk="1" latinLnBrk="0" hangingPunct="1">
        <a:defRPr sz="1349" kern="1200">
          <a:solidFill>
            <a:schemeClr val="tx1"/>
          </a:solidFill>
          <a:latin typeface="+mn-lt"/>
          <a:ea typeface="+mn-ea"/>
          <a:cs typeface="+mn-cs"/>
        </a:defRPr>
      </a:lvl5pPr>
      <a:lvl6pPr marL="1714580" algn="l" defTabSz="685832" rtl="0" eaLnBrk="1" latinLnBrk="0" hangingPunct="1">
        <a:defRPr sz="1349" kern="1200">
          <a:solidFill>
            <a:schemeClr val="tx1"/>
          </a:solidFill>
          <a:latin typeface="+mn-lt"/>
          <a:ea typeface="+mn-ea"/>
          <a:cs typeface="+mn-cs"/>
        </a:defRPr>
      </a:lvl6pPr>
      <a:lvl7pPr marL="2057496" algn="l" defTabSz="685832" rtl="0" eaLnBrk="1" latinLnBrk="0" hangingPunct="1">
        <a:defRPr sz="1349" kern="1200">
          <a:solidFill>
            <a:schemeClr val="tx1"/>
          </a:solidFill>
          <a:latin typeface="+mn-lt"/>
          <a:ea typeface="+mn-ea"/>
          <a:cs typeface="+mn-cs"/>
        </a:defRPr>
      </a:lvl7pPr>
      <a:lvl8pPr marL="2400413" algn="l" defTabSz="685832" rtl="0" eaLnBrk="1" latinLnBrk="0" hangingPunct="1">
        <a:defRPr sz="1349" kern="1200">
          <a:solidFill>
            <a:schemeClr val="tx1"/>
          </a:solidFill>
          <a:latin typeface="+mn-lt"/>
          <a:ea typeface="+mn-ea"/>
          <a:cs typeface="+mn-cs"/>
        </a:defRPr>
      </a:lvl8pPr>
      <a:lvl9pPr marL="2743328" algn="l" defTabSz="685832" rtl="0" eaLnBrk="1" latinLnBrk="0" hangingPunct="1">
        <a:defRPr sz="1349"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Rectangle 3"/>
          <p:cNvSpPr>
            <a:spLocks noGrp="1" noChangeArrowheads="1"/>
          </p:cNvSpPr>
          <p:nvPr>
            <p:ph type="body" idx="1"/>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b="0" smtClean="0">
                <a:solidFill>
                  <a:srgbClr val="000000"/>
                </a:solidFill>
                <a:latin typeface="Times New Roman"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b="0" smtClean="0">
                <a:solidFill>
                  <a:srgbClr val="000000"/>
                </a:solidFill>
                <a:latin typeface="Times New Roman" pitchFamily="18" charset="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b="0">
                <a:solidFill>
                  <a:srgbClr val="000000"/>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99DAAEFA-6D00-4774-9254-65936C3AE482}"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749767801"/>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ctr" rtl="0" eaLnBrk="0" fontAlgn="base" hangingPunct="0">
        <a:spcBef>
          <a:spcPct val="0"/>
        </a:spcBef>
        <a:spcAft>
          <a:spcPct val="0"/>
        </a:spcAft>
        <a:defRPr sz="4400">
          <a:solidFill>
            <a:schemeClr val="tx2"/>
          </a:solidFill>
          <a:latin typeface="Times New Roman" panose="02020603050405020304" pitchFamily="18" charset="0"/>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a:solidFill>
            <a:schemeClr val="tx1"/>
          </a:solidFill>
          <a:latin typeface="Times New Roman" panose="02020603050405020304" pitchFamily="18" charset="0"/>
        </a:defRPr>
      </a:lvl2pPr>
      <a:lvl3pPr marL="1143000" indent="-228600" algn="l" rtl="0" eaLnBrk="0" fontAlgn="base" hangingPunct="0">
        <a:spcBef>
          <a:spcPct val="20000"/>
        </a:spcBef>
        <a:spcAft>
          <a:spcPct val="0"/>
        </a:spcAft>
        <a:buChar char="•"/>
        <a:defRPr sz="2400">
          <a:solidFill>
            <a:schemeClr val="tx1"/>
          </a:solidFill>
          <a:latin typeface="Times New Roman" panose="02020603050405020304" pitchFamily="18" charset="0"/>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 Id="rId5" Type="http://schemas.openxmlformats.org/officeDocument/2006/relationships/image" Target="../media/image4.jpe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9.png"/><Relationship Id="rId5" Type="http://schemas.openxmlformats.org/officeDocument/2006/relationships/image" Target="https://baoanjsc.com.vn/Images/Upload/Profinet/PROFINET-Network.jpg" TargetMode="Externa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https://baoanjsc.com.vn/Images/Upload/Profinet/Profinet.jpg" TargetMode="External"/><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18.jpe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20.jpe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21.jpe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22.jpe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23.jpe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5.png"/><Relationship Id="rId5" Type="http://schemas.openxmlformats.org/officeDocument/2006/relationships/image" Target="../media/image1.png"/><Relationship Id="rId4"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Pr>
        <a:solidFill>
          <a:srgbClr val="DD462F"/>
        </a:solidFill>
        <a:effectLst/>
      </p:bgPr>
    </p:bg>
    <p:spTree>
      <p:nvGrpSpPr>
        <p:cNvPr id="1" name=""/>
        <p:cNvGrpSpPr/>
        <p:nvPr/>
      </p:nvGrpSpPr>
      <p:grpSpPr>
        <a:xfrm>
          <a:off x="0" y="0"/>
          <a:ext cx="0" cy="0"/>
          <a:chOff x="0" y="0"/>
          <a:chExt cx="0" cy="0"/>
        </a:xfrm>
      </p:grpSpPr>
      <p:sp>
        <p:nvSpPr>
          <p:cNvPr id="178178" name="Rectangle 2"/>
          <p:cNvSpPr>
            <a:spLocks noChangeArrowheads="1"/>
          </p:cNvSpPr>
          <p:nvPr/>
        </p:nvSpPr>
        <p:spPr bwMode="auto">
          <a:xfrm>
            <a:off x="1524000" y="3573463"/>
            <a:ext cx="9144000" cy="2879725"/>
          </a:xfrm>
          <a:prstGeom prst="rect">
            <a:avLst/>
          </a:prstGeom>
          <a:solidFill>
            <a:schemeClr val="bg1"/>
          </a:solidFill>
          <a:ln>
            <a:noFill/>
          </a:ln>
          <a:extLst>
            <a:ext uri="{91240B29-F687-4F45-9708-019B960494DF}">
              <a14:hiddenLine xmlns:a14="http://schemas.microsoft.com/office/drawing/2010/main" w="38100" algn="ctr">
                <a:solidFill>
                  <a:srgbClr val="000000"/>
                </a:solidFill>
                <a:round/>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800" b="1" i="0" u="none" strike="noStrike" kern="120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endParaRPr>
          </a:p>
        </p:txBody>
      </p:sp>
      <p:pic>
        <p:nvPicPr>
          <p:cNvPr id="178180"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2775" y="482600"/>
            <a:ext cx="17335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p:cNvSpPr txBox="1">
            <a:spLocks noChangeArrowheads="1"/>
          </p:cNvSpPr>
          <p:nvPr/>
        </p:nvSpPr>
        <p:spPr bwMode="auto">
          <a:xfrm>
            <a:off x="1598613" y="1568450"/>
            <a:ext cx="9144000"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lvl="0" algn="ctr" fontAlgn="base">
              <a:spcBef>
                <a:spcPts val="600"/>
              </a:spcBef>
              <a:spcAft>
                <a:spcPct val="0"/>
              </a:spcAft>
              <a:defRPr/>
            </a:pPr>
            <a:r>
              <a:rPr lang="en-US" altLang="en-US" dirty="0">
                <a:solidFill>
                  <a:prstClr val="white"/>
                </a:solidFill>
                <a:latin typeface="Times New Roman" panose="02020603050405020304" pitchFamily="18" charset="0"/>
                <a:ea typeface="+mj-ea"/>
                <a:cs typeface="Times New Roman" panose="02020603050405020304" pitchFamily="18" charset="0"/>
              </a:rPr>
              <a:t>SYLLABUS</a:t>
            </a:r>
            <a:br>
              <a:rPr lang="en-US" altLang="en-US" dirty="0">
                <a:solidFill>
                  <a:prstClr val="white"/>
                </a:solidFill>
                <a:latin typeface="Times New Roman" panose="02020603050405020304" pitchFamily="18" charset="0"/>
                <a:ea typeface="+mj-ea"/>
                <a:cs typeface="Times New Roman" panose="02020603050405020304" pitchFamily="18" charset="0"/>
              </a:rPr>
            </a:br>
            <a:r>
              <a:rPr lang="en-US" altLang="en-US" sz="4000" dirty="0">
                <a:solidFill>
                  <a:srgbClr val="FFFF00"/>
                </a:solidFill>
                <a:latin typeface="Times New Roman" panose="02020603050405020304" pitchFamily="18" charset="0"/>
                <a:ea typeface="+mj-ea"/>
                <a:cs typeface="Times New Roman" panose="02020603050405020304" pitchFamily="18" charset="0"/>
              </a:rPr>
              <a:t> </a:t>
            </a:r>
            <a:br>
              <a:rPr lang="en-US" altLang="en-US" sz="4000" dirty="0">
                <a:solidFill>
                  <a:srgbClr val="FFFF00"/>
                </a:solidFill>
                <a:latin typeface="Times New Roman" panose="02020603050405020304" pitchFamily="18" charset="0"/>
                <a:ea typeface="+mj-ea"/>
                <a:cs typeface="Times New Roman" panose="02020603050405020304" pitchFamily="18" charset="0"/>
              </a:rPr>
            </a:br>
            <a:r>
              <a:rPr lang="vi-VN" altLang="en-US" sz="4000" dirty="0">
                <a:solidFill>
                  <a:prstClr val="white"/>
                </a:solidFill>
                <a:latin typeface="Times New Roman" panose="02020603050405020304" pitchFamily="18" charset="0"/>
                <a:ea typeface="+mj-ea"/>
                <a:cs typeface="Times New Roman" panose="02020603050405020304" pitchFamily="18" charset="0"/>
              </a:rPr>
              <a:t>PLC </a:t>
            </a:r>
            <a:r>
              <a:rPr lang="en-GB" altLang="en-US" sz="4000" dirty="0">
                <a:solidFill>
                  <a:prstClr val="white"/>
                </a:solidFill>
                <a:latin typeface="Times New Roman" panose="02020603050405020304" pitchFamily="18" charset="0"/>
                <a:ea typeface="+mj-ea"/>
                <a:cs typeface="Times New Roman" panose="02020603050405020304" pitchFamily="18" charset="0"/>
              </a:rPr>
              <a:t>NÂNG CAO</a:t>
            </a:r>
            <a:endParaRPr kumimoji="0" lang="en-US" altLang="en-US" sz="32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47559" y="3573462"/>
            <a:ext cx="5846108" cy="2879725"/>
          </a:xfrm>
          <a:prstGeom prst="rect">
            <a:avLst/>
          </a:prstGeom>
        </p:spPr>
      </p:pic>
    </p:spTree>
    <p:extLst>
      <p:ext uri="{BB962C8B-B14F-4D97-AF65-F5344CB8AC3E}">
        <p14:creationId xmlns:p14="http://schemas.microsoft.com/office/powerpoint/2010/main" val="1304613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1"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12" name="Picture 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Box 3"/>
          <p:cNvSpPr txBox="1">
            <a:spLocks noChangeArrowheads="1"/>
          </p:cNvSpPr>
          <p:nvPr/>
        </p:nvSpPr>
        <p:spPr bwMode="auto">
          <a:xfrm>
            <a:off x="1186544" y="1034256"/>
            <a:ext cx="1003458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400" b="1" dirty="0">
                <a:latin typeface="Times New Roman" panose="02020603050405020304" pitchFamily="18" charset="0"/>
                <a:cs typeface="Times New Roman" panose="02020603050405020304" pitchFamily="18" charset="0"/>
              </a:rPr>
              <a:t>SAU KHI HỌC XONG MÔN HỌC NÀY, NGƯỜI HỌC CÓ KHẢ NĂNG:</a:t>
            </a:r>
          </a:p>
        </p:txBody>
      </p:sp>
      <p:sp>
        <p:nvSpPr>
          <p:cNvPr id="14" name="Rectangle 2"/>
          <p:cNvSpPr>
            <a:spLocks noChangeArrowheads="1"/>
          </p:cNvSpPr>
          <p:nvPr/>
        </p:nvSpPr>
        <p:spPr bwMode="auto">
          <a:xfrm>
            <a:off x="1140506" y="1731963"/>
            <a:ext cx="10080625"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5000"/>
              </a:lnSpc>
              <a:spcBef>
                <a:spcPts val="6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G1: </a:t>
            </a:r>
            <a:r>
              <a:rPr lang="en-US" altLang="en-US" sz="2400" b="0" dirty="0" err="1">
                <a:latin typeface="Times New Roman" panose="02020603050405020304" pitchFamily="18" charset="0"/>
                <a:cs typeface="Times New Roman" panose="02020603050405020304" pitchFamily="18" charset="0"/>
              </a:rPr>
              <a:t>Giải</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thích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được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phân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tích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được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ứng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dụng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của</a:t>
            </a:r>
            <a:r>
              <a:rPr lang="en-US" altLang="en-US" sz="2400" b="0" dirty="0">
                <a:latin typeface="Times New Roman" panose="02020603050405020304" pitchFamily="18" charset="0"/>
                <a:cs typeface="Times New Roman" panose="02020603050405020304" pitchFamily="18" charset="0"/>
              </a:rPr>
              <a:t> PLC </a:t>
            </a:r>
            <a:r>
              <a:rPr lang="en-US" altLang="en-US" sz="2400" b="0" dirty="0" err="1">
                <a:latin typeface="Times New Roman" panose="02020603050405020304" pitchFamily="18" charset="0"/>
                <a:cs typeface="Times New Roman" panose="02020603050405020304" pitchFamily="18" charset="0"/>
              </a:rPr>
              <a:t>trong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hệ</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thống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dây</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chuyền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thực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tế</a:t>
            </a:r>
            <a:endParaRPr lang="en-GB" altLang="en-US" sz="2400" b="0" dirty="0">
              <a:latin typeface="Times New Roman" panose="02020603050405020304" pitchFamily="18" charset="0"/>
              <a:cs typeface="Times New Roman" panose="02020603050405020304" pitchFamily="18" charset="0"/>
            </a:endParaRPr>
          </a:p>
          <a:p>
            <a:pPr algn="just">
              <a:lnSpc>
                <a:spcPct val="105000"/>
              </a:lnSpc>
              <a:spcBef>
                <a:spcPts val="6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G2: </a:t>
            </a:r>
            <a:r>
              <a:rPr lang="en-US" altLang="en-US" sz="2400" b="0" dirty="0" err="1">
                <a:latin typeface="Times New Roman" panose="02020603050405020304" pitchFamily="18" charset="0"/>
                <a:cs typeface="Times New Roman" panose="02020603050405020304" pitchFamily="18" charset="0"/>
              </a:rPr>
              <a:t>Giải</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thích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được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phân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tích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được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hoạt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động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và</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ứng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dụng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thực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tiễn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của</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trạm</a:t>
            </a:r>
            <a:r>
              <a:rPr lang="en-US" altLang="en-US" sz="2400" b="0" dirty="0">
                <a:latin typeface="Times New Roman" panose="02020603050405020304" pitchFamily="18" charset="0"/>
                <a:cs typeface="Times New Roman" panose="02020603050405020304" pitchFamily="18" charset="0"/>
              </a:rPr>
              <a:t>/</a:t>
            </a:r>
            <a:r>
              <a:rPr lang="en-US" altLang="en-US" sz="2400" b="0" dirty="0" err="1">
                <a:latin typeface="Times New Roman" panose="02020603050405020304" pitchFamily="18" charset="0"/>
                <a:cs typeface="Times New Roman" panose="02020603050405020304" pitchFamily="18" charset="0"/>
              </a:rPr>
              <a:t>hệ</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thống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có</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bộ</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điều</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khiển</a:t>
            </a:r>
            <a:r>
              <a:rPr lang="en-US" altLang="en-US" sz="2400" b="0" dirty="0">
                <a:latin typeface="Times New Roman" panose="02020603050405020304" pitchFamily="18" charset="0"/>
                <a:cs typeface="Times New Roman" panose="02020603050405020304" pitchFamily="18" charset="0"/>
              </a:rPr>
              <a:t> PLC</a:t>
            </a:r>
            <a:endParaRPr lang="en-GB" altLang="en-US" sz="2400" b="0" dirty="0">
              <a:latin typeface="Times New Roman" panose="02020603050405020304" pitchFamily="18" charset="0"/>
              <a:cs typeface="Times New Roman" panose="02020603050405020304" pitchFamily="18" charset="0"/>
            </a:endParaRPr>
          </a:p>
          <a:p>
            <a:pPr algn="just">
              <a:lnSpc>
                <a:spcPct val="105000"/>
              </a:lnSpc>
              <a:spcBef>
                <a:spcPts val="6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G3: </a:t>
            </a:r>
            <a:r>
              <a:rPr lang="en-US" altLang="en-US" sz="2400" b="0" dirty="0" err="1">
                <a:latin typeface="Times New Roman" panose="02020603050405020304" pitchFamily="18" charset="0"/>
                <a:cs typeface="Times New Roman" panose="02020603050405020304" pitchFamily="18" charset="0"/>
              </a:rPr>
              <a:t>Đo</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lường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kiểm</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tra</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thông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sô</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và</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lắp</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đặt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các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hệ</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thống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điện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với</a:t>
            </a:r>
            <a:r>
              <a:rPr lang="en-US" altLang="en-US" sz="2400" b="0" dirty="0">
                <a:latin typeface="Times New Roman" panose="02020603050405020304" pitchFamily="18" charset="0"/>
                <a:cs typeface="Times New Roman" panose="02020603050405020304" pitchFamily="18" charset="0"/>
              </a:rPr>
              <a:t> PLC.   </a:t>
            </a:r>
            <a:endParaRPr lang="en-GB" altLang="en-US" sz="2400" b="0" dirty="0">
              <a:latin typeface="Times New Roman" panose="02020603050405020304" pitchFamily="18" charset="0"/>
              <a:cs typeface="Times New Roman" panose="02020603050405020304" pitchFamily="18" charset="0"/>
            </a:endParaRPr>
          </a:p>
          <a:p>
            <a:pPr algn="just">
              <a:lnSpc>
                <a:spcPct val="105000"/>
              </a:lnSpc>
              <a:spcBef>
                <a:spcPts val="6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G4: </a:t>
            </a:r>
            <a:r>
              <a:rPr lang="en-US" altLang="en-US" sz="2400" b="0" dirty="0" err="1">
                <a:latin typeface="Times New Roman" panose="02020603050405020304" pitchFamily="18" charset="0"/>
                <a:cs typeface="Times New Roman" panose="02020603050405020304" pitchFamily="18" charset="0"/>
              </a:rPr>
              <a:t>Lắp</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ráp</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vận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hành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thiết</a:t>
            </a:r>
            <a:r>
              <a:rPr lang="en-US" altLang="en-US" sz="2400" b="0" dirty="0">
                <a:latin typeface="Times New Roman" panose="02020603050405020304" pitchFamily="18" charset="0"/>
                <a:cs typeface="Times New Roman" panose="02020603050405020304" pitchFamily="18" charset="0"/>
              </a:rPr>
              <a:t> bị </a:t>
            </a:r>
            <a:r>
              <a:rPr lang="en-US" altLang="en-US" sz="2400" b="0" dirty="0" err="1">
                <a:latin typeface="Times New Roman" panose="02020603050405020304" pitchFamily="18" charset="0"/>
                <a:cs typeface="Times New Roman" panose="02020603050405020304" pitchFamily="18" charset="0"/>
              </a:rPr>
              <a:t>điện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va</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các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hệ</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thống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ứng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dụng</a:t>
            </a:r>
            <a:r>
              <a:rPr lang="en-US" altLang="en-US" sz="2400" b="0" dirty="0">
                <a:latin typeface="Times New Roman" panose="02020603050405020304" pitchFamily="18" charset="0"/>
                <a:cs typeface="Times New Roman" panose="02020603050405020304" pitchFamily="18" charset="0"/>
              </a:rPr>
              <a:t> PLC </a:t>
            </a:r>
            <a:r>
              <a:rPr lang="en-US" altLang="en-US" sz="2400" b="0" dirty="0" err="1">
                <a:latin typeface="Times New Roman" panose="02020603050405020304" pitchFamily="18" charset="0"/>
                <a:cs typeface="Times New Roman" panose="02020603050405020304" pitchFamily="18" charset="0"/>
              </a:rPr>
              <a:t>cơ</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bản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có</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thể</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đánh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giá</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tình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trạng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hoạt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động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xử</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lý</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sự</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cố</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hiệu</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chỉnh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hoạt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động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của</a:t>
            </a:r>
            <a:r>
              <a:rPr lang="en-US" altLang="en-US" sz="2400" b="0" dirty="0">
                <a:latin typeface="Times New Roman" panose="02020603050405020304" pitchFamily="18" charset="0"/>
                <a:cs typeface="Times New Roman" panose="02020603050405020304" pitchFamily="18" charset="0"/>
              </a:rPr>
              <a:t> PLC </a:t>
            </a:r>
            <a:r>
              <a:rPr lang="en-US" altLang="en-US" sz="2400" b="0" dirty="0" err="1">
                <a:latin typeface="Times New Roman" panose="02020603050405020304" pitchFamily="18" charset="0"/>
                <a:cs typeface="Times New Roman" panose="02020603050405020304" pitchFamily="18" charset="0"/>
              </a:rPr>
              <a:t>với</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các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thiết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bị</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ngoại</a:t>
            </a:r>
            <a:r>
              <a:rPr lang="en-US" altLang="en-US" sz="2400" b="0" dirty="0">
                <a:latin typeface="Times New Roman" panose="02020603050405020304" pitchFamily="18" charset="0"/>
                <a:cs typeface="Times New Roman" panose="02020603050405020304" pitchFamily="18" charset="0"/>
              </a:rPr>
              <a:t> vi (</a:t>
            </a:r>
            <a:r>
              <a:rPr lang="en-US" altLang="en-US" sz="2400" b="0" dirty="0" err="1">
                <a:latin typeface="Times New Roman" panose="02020603050405020304" pitchFamily="18" charset="0"/>
                <a:cs typeface="Times New Roman" panose="02020603050405020304" pitchFamily="18" charset="0"/>
              </a:rPr>
              <a:t>cảm</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biến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công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tắc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động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cơ</a:t>
            </a:r>
            <a:r>
              <a:rPr lang="en-US" altLang="en-US" sz="2400" b="0" dirty="0">
                <a:latin typeface="Times New Roman" panose="02020603050405020304" pitchFamily="18" charset="0"/>
                <a:cs typeface="Times New Roman" panose="02020603050405020304" pitchFamily="18" charset="0"/>
              </a:rPr>
              <a:t>, domino, ...).   </a:t>
            </a:r>
            <a:endParaRPr lang="en-GB" altLang="en-US" sz="2400" b="0" dirty="0">
              <a:latin typeface="Times New Roman" panose="02020603050405020304" pitchFamily="18" charset="0"/>
              <a:cs typeface="Times New Roman" panose="02020603050405020304" pitchFamily="18" charset="0"/>
            </a:endParaRPr>
          </a:p>
          <a:p>
            <a:pPr algn="just">
              <a:lnSpc>
                <a:spcPct val="105000"/>
              </a:lnSpc>
              <a:spcBef>
                <a:spcPts val="6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G5: </a:t>
            </a:r>
            <a:r>
              <a:rPr lang="en-US" altLang="en-US" sz="2400" b="0" dirty="0" err="1">
                <a:latin typeface="Times New Roman" panose="02020603050405020304" pitchFamily="18" charset="0"/>
                <a:cs typeface="Times New Roman" panose="02020603050405020304" pitchFamily="18" charset="0"/>
              </a:rPr>
              <a:t>Rèn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luyện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tính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cẩn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thận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tỉ</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mỉ</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trong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tính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toán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chủ</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động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trong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công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việc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biết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tổ</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chức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sắp</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xếp</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và</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quản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lý</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công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việc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hiệu</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quả</a:t>
            </a:r>
            <a:r>
              <a:rPr lang="en-US" altLang="en-US" sz="2400" b="0" dirty="0">
                <a:latin typeface="Times New Roman" panose="02020603050405020304" pitchFamily="18" charset="0"/>
                <a:cs typeface="Times New Roman" panose="02020603050405020304" pitchFamily="18" charset="0"/>
              </a:rPr>
              <a:t>. </a:t>
            </a:r>
            <a:endParaRPr lang="en-GB" altLang="en-US" sz="2400" b="0" dirty="0">
              <a:latin typeface="Times New Roman" panose="02020603050405020304" pitchFamily="18" charset="0"/>
              <a:cs typeface="Times New Roman" panose="02020603050405020304" pitchFamily="18" charset="0"/>
            </a:endParaRPr>
          </a:p>
        </p:txBody>
      </p:sp>
      <p:sp>
        <p:nvSpPr>
          <p:cNvPr id="15" name="Title 1"/>
          <p:cNvSpPr txBox="1">
            <a:spLocks/>
          </p:cNvSpPr>
          <p:nvPr/>
        </p:nvSpPr>
        <p:spPr>
          <a:xfrm>
            <a:off x="8086725" y="247650"/>
            <a:ext cx="3648075" cy="487363"/>
          </a:xfrm>
          <a:prstGeom prst="rect">
            <a:avLst/>
          </a:prstGeom>
        </p:spPr>
        <p:txBody>
          <a:bodyPr anchor="ctr"/>
          <a:lstStyle>
            <a:lvl1pPr>
              <a:defRPr sz="2800">
                <a:solidFill>
                  <a:schemeClr val="tx1"/>
                </a:solidFill>
                <a:latin typeface="Calibri" pitchFamily="34" charset="0"/>
              </a:defRPr>
            </a:lvl1pPr>
            <a:lvl2pPr marL="742950" indent="-285750">
              <a:defRPr sz="2400">
                <a:solidFill>
                  <a:schemeClr val="tx1"/>
                </a:solidFill>
                <a:latin typeface="Calibri" pitchFamily="34" charset="0"/>
              </a:defRPr>
            </a:lvl2pPr>
            <a:lvl3pPr>
              <a:defRPr sz="2000">
                <a:solidFill>
                  <a:schemeClr val="tx1"/>
                </a:solidFill>
                <a:latin typeface="Calibri" pitchFamily="34" charset="0"/>
              </a:defRPr>
            </a:lvl3pPr>
            <a:lvl4pPr>
              <a:defRPr>
                <a:solidFill>
                  <a:schemeClr val="tx1"/>
                </a:solidFill>
                <a:latin typeface="Calibri" pitchFamily="34" charset="0"/>
              </a:defRPr>
            </a:lvl4pPr>
            <a:lvl5pPr>
              <a:defRPr>
                <a:solidFill>
                  <a:schemeClr val="tx1"/>
                </a:solidFill>
                <a:latin typeface="Calibri" pitchFamily="34" charset="0"/>
              </a:defRPr>
            </a:lvl5pPr>
            <a:lvl6pPr eaLnBrk="0" fontAlgn="base" hangingPunct="0">
              <a:spcAft>
                <a:spcPct val="0"/>
              </a:spcAft>
              <a:defRPr>
                <a:solidFill>
                  <a:schemeClr val="tx1"/>
                </a:solidFill>
                <a:latin typeface="Calibri" pitchFamily="34" charset="0"/>
              </a:defRPr>
            </a:lvl6pPr>
            <a:lvl7pPr eaLnBrk="0" fontAlgn="base" hangingPunct="0">
              <a:spcAft>
                <a:spcPct val="0"/>
              </a:spcAft>
              <a:defRPr>
                <a:solidFill>
                  <a:schemeClr val="tx1"/>
                </a:solidFill>
                <a:latin typeface="Calibri" pitchFamily="34" charset="0"/>
              </a:defRPr>
            </a:lvl7pPr>
            <a:lvl8pPr eaLnBrk="0" fontAlgn="base" hangingPunct="0">
              <a:spcAft>
                <a:spcPct val="0"/>
              </a:spcAft>
              <a:defRPr>
                <a:solidFill>
                  <a:schemeClr val="tx1"/>
                </a:solidFill>
                <a:latin typeface="Calibri" pitchFamily="34" charset="0"/>
              </a:defRPr>
            </a:lvl8pPr>
            <a:lvl9pPr eaLnBrk="0" fontAlgn="base" hangingPunct="0">
              <a:spcAft>
                <a:spcPct val="0"/>
              </a:spcAft>
              <a:defRPr>
                <a:solidFill>
                  <a:schemeClr val="tx1"/>
                </a:solidFill>
                <a:latin typeface="Calibri" pitchFamily="34" charset="0"/>
              </a:defRPr>
            </a:lvl9pPr>
          </a:lstStyle>
          <a:p>
            <a:pPr algn="r" eaLnBrk="1" hangingPunct="1">
              <a:defRPr/>
            </a:pPr>
            <a:r>
              <a:rPr lang="en-US" sz="2000" dirty="0">
                <a:solidFill>
                  <a:srgbClr val="FF5A33"/>
                </a:solidFill>
                <a:effectLst>
                  <a:outerShdw blurRad="38100" dist="38100" dir="2700000" algn="tl">
                    <a:srgbClr val="C0C0C0"/>
                  </a:outerShdw>
                </a:effectLst>
                <a:latin typeface="Times New Roman" pitchFamily="18" charset="0"/>
                <a:cs typeface="Times New Roman" pitchFamily="18" charset="0"/>
              </a:rPr>
              <a:t>ĐỀ CƯƠNG CHI TIẾT</a:t>
            </a:r>
          </a:p>
        </p:txBody>
      </p:sp>
    </p:spTree>
    <p:extLst>
      <p:ext uri="{BB962C8B-B14F-4D97-AF65-F5344CB8AC3E}">
        <p14:creationId xmlns:p14="http://schemas.microsoft.com/office/powerpoint/2010/main" val="2665587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75"/>
                                  </p:iterate>
                                  <p:childTnLst>
                                    <p:set>
                                      <p:cBhvr>
                                        <p:cTn id="6" dur="1" fill="hold">
                                          <p:stCondLst>
                                            <p:cond delay="74"/>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bg>
      <p:bgPr>
        <a:solidFill>
          <a:srgbClr val="DD462F"/>
        </a:solidFill>
        <a:effectLst/>
      </p:bgPr>
    </p:bg>
    <p:spTree>
      <p:nvGrpSpPr>
        <p:cNvPr id="1" name=""/>
        <p:cNvGrpSpPr/>
        <p:nvPr/>
      </p:nvGrpSpPr>
      <p:grpSpPr>
        <a:xfrm>
          <a:off x="0" y="0"/>
          <a:ext cx="0" cy="0"/>
          <a:chOff x="0" y="0"/>
          <a:chExt cx="0" cy="0"/>
        </a:xfrm>
      </p:grpSpPr>
      <p:sp>
        <p:nvSpPr>
          <p:cNvPr id="178178" name="Rectangle 2"/>
          <p:cNvSpPr>
            <a:spLocks noChangeArrowheads="1"/>
          </p:cNvSpPr>
          <p:nvPr/>
        </p:nvSpPr>
        <p:spPr bwMode="auto">
          <a:xfrm>
            <a:off x="1524000" y="3573463"/>
            <a:ext cx="9144000" cy="2879725"/>
          </a:xfrm>
          <a:prstGeom prst="rect">
            <a:avLst/>
          </a:prstGeom>
          <a:solidFill>
            <a:schemeClr val="bg1"/>
          </a:solidFill>
          <a:ln>
            <a:noFill/>
          </a:ln>
          <a:extLst>
            <a:ext uri="{91240B29-F687-4F45-9708-019B960494DF}">
              <a14:hiddenLine xmlns:a14="http://schemas.microsoft.com/office/drawing/2010/main" w="38100" algn="ctr">
                <a:solidFill>
                  <a:srgbClr val="000000"/>
                </a:solidFill>
                <a:round/>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800" b="1" i="0" u="none" strike="noStrike" kern="120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endParaRPr>
          </a:p>
        </p:txBody>
      </p:sp>
      <p:pic>
        <p:nvPicPr>
          <p:cNvPr id="178180"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2775" y="482600"/>
            <a:ext cx="17335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p:cNvSpPr txBox="1">
            <a:spLocks noChangeArrowheads="1"/>
          </p:cNvSpPr>
          <p:nvPr/>
        </p:nvSpPr>
        <p:spPr bwMode="auto">
          <a:xfrm>
            <a:off x="1216240" y="1135856"/>
            <a:ext cx="9759518"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lvl="0" algn="ctr" fontAlgn="base">
              <a:spcBef>
                <a:spcPts val="600"/>
              </a:spcBef>
              <a:spcAft>
                <a:spcPct val="0"/>
              </a:spcAft>
              <a:defRPr/>
            </a:pPr>
            <a:r>
              <a:rPr kumimoji="0" lang="en-US" altLang="en-US" sz="2000" b="1" i="0" u="none" strike="noStrike" kern="1200" cap="none" spc="0" normalizeH="0" baseline="0" noProof="0" dirty="0" err="1">
                <a:ln>
                  <a:noFill/>
                </a:ln>
                <a:solidFill>
                  <a:srgbClr val="FFFFFF"/>
                </a:solidFill>
                <a:effectLst/>
                <a:uLnTx/>
                <a:uFillTx/>
                <a:latin typeface="Times New Roman" panose="02020603050405020304" pitchFamily="18" charset="0"/>
                <a:ea typeface="+mn-ea"/>
                <a:cs typeface="Times New Roman" panose="02020603050405020304" pitchFamily="18" charset="0"/>
              </a:rPr>
              <a:t>Bài</a:t>
            </a:r>
            <a:r>
              <a:rPr kumimoji="0" lang="en-US" altLang="en-US" sz="20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 6:</a:t>
            </a:r>
            <a:br>
              <a:rPr kumimoji="0" lang="en-US" altLang="en-US" sz="20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br>
            <a:r>
              <a:rPr lang="en-US" altLang="en-US" sz="3200" dirty="0">
                <a:solidFill>
                  <a:srgbClr val="FFFFFF"/>
                </a:solidFill>
                <a:latin typeface="Times New Roman" panose="02020603050405020304" pitchFamily="18" charset="0"/>
                <a:cs typeface="Times New Roman" panose="02020603050405020304" pitchFamily="18" charset="0"/>
              </a:rPr>
              <a:t>GIAO THỨC TRUYỀN THÔNG</a:t>
            </a:r>
            <a:endParaRPr kumimoji="0" lang="en-US" altLang="en-US" sz="32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endParaRPr>
          </a:p>
        </p:txBody>
      </p:sp>
      <p:sp>
        <p:nvSpPr>
          <p:cNvPr id="2" name="AutoShape 2" descr="SIMATIC SCADA Systems | Automation Software | Siemens Globa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2" descr="Truyền thông Profinet là gì?">
            <a:extLst>
              <a:ext uri="{FF2B5EF4-FFF2-40B4-BE49-F238E27FC236}">
                <a16:creationId xmlns:a16="http://schemas.microsoft.com/office/drawing/2014/main" id="{7AC6910C-5F6F-44D6-AA29-383BC5C149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1306" y="3987006"/>
            <a:ext cx="4110038" cy="205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5574" y="3987006"/>
            <a:ext cx="3514725" cy="1902345"/>
          </a:xfrm>
          <a:prstGeom prst="rect">
            <a:avLst/>
          </a:prstGeom>
        </p:spPr>
      </p:pic>
    </p:spTree>
    <p:extLst>
      <p:ext uri="{BB962C8B-B14F-4D97-AF65-F5344CB8AC3E}">
        <p14:creationId xmlns:p14="http://schemas.microsoft.com/office/powerpoint/2010/main" val="34778182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bwMode="auto">
          <a:xfrm>
            <a:off x="1593850" y="1831975"/>
            <a:ext cx="9538748"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lvl="0" fontAlgn="base">
              <a:lnSpc>
                <a:spcPct val="90000"/>
              </a:lnSpc>
              <a:spcBef>
                <a:spcPts val="600"/>
              </a:spcBef>
              <a:spcAft>
                <a:spcPct val="0"/>
              </a:spcAft>
              <a:defRPr/>
            </a:pP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6.2 </a:t>
            </a:r>
            <a:r>
              <a:rPr lang="en-US" altLang="en-US" sz="2400" dirty="0">
                <a:solidFill>
                  <a:prstClr val="black"/>
                </a:solidFill>
                <a:latin typeface="Times New Roman" panose="02020603050405020304" pitchFamily="18" charset="0"/>
                <a:cs typeface="Times New Roman" panose="02020603050405020304" pitchFamily="18" charset="0"/>
              </a:rPr>
              <a:t>TRUYỀN THÔNG PROFINET, PROFIBUS</a:t>
            </a:r>
            <a:endPar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9" name="Rectangle 2"/>
          <p:cNvSpPr txBox="1">
            <a:spLocks noChangeArrowheads="1"/>
          </p:cNvSpPr>
          <p:nvPr/>
        </p:nvSpPr>
        <p:spPr bwMode="auto">
          <a:xfrm>
            <a:off x="1047565" y="534988"/>
            <a:ext cx="10156054"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lvl="0" algn="ctr" fontAlgn="base">
              <a:spcBef>
                <a:spcPts val="600"/>
              </a:spcBef>
              <a:spcAft>
                <a:spcPct val="0"/>
              </a:spcAft>
              <a:defRPr/>
            </a:pPr>
            <a:r>
              <a:rPr kumimoji="0" lang="en-US" altLang="en-US" sz="20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Bài</a:t>
            </a: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6:</a:t>
            </a:r>
            <a:b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lang="en-US" altLang="en-US" sz="3200" dirty="0">
                <a:solidFill>
                  <a:prstClr val="black"/>
                </a:solidFill>
                <a:latin typeface="Times New Roman" panose="02020603050405020304" pitchFamily="18" charset="0"/>
                <a:cs typeface="Times New Roman" panose="02020603050405020304" pitchFamily="18" charset="0"/>
              </a:rPr>
              <a:t>GIAO THỨC TRUYỀN THÔNG</a:t>
            </a:r>
            <a:endPar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58302" y="3055938"/>
            <a:ext cx="6209843" cy="3493037"/>
          </a:xfrm>
          <a:prstGeom prst="rect">
            <a:avLst/>
          </a:prstGeom>
        </p:spPr>
      </p:pic>
    </p:spTree>
    <p:extLst>
      <p:ext uri="{BB962C8B-B14F-4D97-AF65-F5344CB8AC3E}">
        <p14:creationId xmlns:p14="http://schemas.microsoft.com/office/powerpoint/2010/main" val="21118521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6"/>
                                        </p:tgtEl>
                                        <p:attrNameLst>
                                          <p:attrName>style.visibility</p:attrName>
                                        </p:attrNameLst>
                                      </p:cBhvr>
                                      <p:to>
                                        <p:strVal val="visible"/>
                                      </p:to>
                                    </p:set>
                                  </p:childTnLst>
                                </p:cTn>
                              </p:par>
                            </p:childTnLst>
                          </p:cTn>
                        </p:par>
                        <p:par>
                          <p:cTn id="7" fill="hold" nodeType="afterGroup">
                            <p:stCondLst>
                              <p:cond delay="2325"/>
                            </p:stCondLst>
                            <p:childTnLst>
                              <p:par>
                                <p:cTn id="8" presetID="1" presetClass="entr" presetSubtype="0" fill="hold" grpId="0" nodeType="afterEffect">
                                  <p:stCondLst>
                                    <p:cond delay="0"/>
                                  </p:stCondLst>
                                  <p:iterate type="lt">
                                    <p:tmAbs val="75"/>
                                  </p:iterate>
                                  <p:childTnLst>
                                    <p:set>
                                      <p:cBhvr>
                                        <p:cTn id="9" dur="1" fill="hold">
                                          <p:stCondLst>
                                            <p:cond delay="74"/>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9"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29247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dirty="0">
                <a:solidFill>
                  <a:prstClr val="black"/>
                </a:solidFill>
                <a:latin typeface="Times New Roman" panose="02020603050405020304" pitchFamily="18" charset="0"/>
                <a:cs typeface="Times New Roman" panose="02020603050405020304" pitchFamily="18" charset="0"/>
              </a:rPr>
              <a:t>ĐỊNH NGHĨA PROFINET:</a:t>
            </a:r>
          </a:p>
        </p:txBody>
      </p:sp>
      <p:sp>
        <p:nvSpPr>
          <p:cNvPr id="17" name="Rectangle 5">
            <a:extLst>
              <a:ext uri="{FF2B5EF4-FFF2-40B4-BE49-F238E27FC236}">
                <a16:creationId xmlns:a16="http://schemas.microsoft.com/office/drawing/2014/main" id="{987C21C2-3B48-400A-B531-7B70575F5FF2}"/>
              </a:ext>
            </a:extLst>
          </p:cNvPr>
          <p:cNvSpPr>
            <a:spLocks noChangeArrowheads="1"/>
          </p:cNvSpPr>
          <p:nvPr/>
        </p:nvSpPr>
        <p:spPr bwMode="auto">
          <a:xfrm>
            <a:off x="467916" y="1406527"/>
            <a:ext cx="11266884"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801688">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algn="just" defTabSz="685800" eaLnBrk="0" fontAlgn="base" hangingPunct="0">
              <a:spcBef>
                <a:spcPct val="0"/>
              </a:spcBef>
              <a:spcAft>
                <a:spcPct val="0"/>
              </a:spcAft>
            </a:pP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Profinet</a:t>
            </a: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thường</a:t>
            </a: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được</a:t>
            </a: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viết</a:t>
            </a: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thành</a:t>
            </a: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là</a:t>
            </a:r>
            <a:r>
              <a:rPr lang="en-US" altLang="en-US" sz="1800" b="0" dirty="0">
                <a:solidFill>
                  <a:prstClr val="black"/>
                </a:solidFill>
                <a:latin typeface="Times New Roman" panose="02020603050405020304" pitchFamily="18" charset="0"/>
                <a:cs typeface="Times New Roman" panose="02020603050405020304" pitchFamily="18" charset="0"/>
              </a:rPr>
              <a:t> PROFINET, </a:t>
            </a:r>
            <a:r>
              <a:rPr lang="en-US" altLang="en-US" sz="1800" b="0" dirty="0" err="1">
                <a:solidFill>
                  <a:prstClr val="black"/>
                </a:solidFill>
                <a:latin typeface="Times New Roman" panose="02020603050405020304" pitchFamily="18" charset="0"/>
                <a:cs typeface="Times New Roman" panose="02020603050405020304" pitchFamily="18" charset="0"/>
              </a:rPr>
              <a:t>như</a:t>
            </a: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một</a:t>
            </a: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từ</a:t>
            </a: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viết</a:t>
            </a: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tắt</a:t>
            </a: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của</a:t>
            </a:r>
            <a:r>
              <a:rPr lang="en-US" altLang="en-US" sz="1800" b="0" dirty="0">
                <a:solidFill>
                  <a:prstClr val="black"/>
                </a:solidFill>
                <a:latin typeface="Times New Roman" panose="02020603050405020304" pitchFamily="18" charset="0"/>
                <a:cs typeface="Times New Roman" panose="02020603050405020304" pitchFamily="18" charset="0"/>
              </a:rPr>
              <a:t> Process Field Net) </a:t>
            </a:r>
            <a:r>
              <a:rPr lang="en-US" altLang="en-US" sz="1800" b="0" dirty="0" err="1">
                <a:solidFill>
                  <a:prstClr val="black"/>
                </a:solidFill>
                <a:latin typeface="Times New Roman" panose="02020603050405020304" pitchFamily="18" charset="0"/>
                <a:cs typeface="Times New Roman" panose="02020603050405020304" pitchFamily="18" charset="0"/>
              </a:rPr>
              <a:t>là</a:t>
            </a: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một</a:t>
            </a: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tiêu</a:t>
            </a: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chuẩn</a:t>
            </a: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kỹ</a:t>
            </a: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thuật</a:t>
            </a: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công</a:t>
            </a: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nghiệp</a:t>
            </a: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để</a:t>
            </a: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truyền</a:t>
            </a: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dữ</a:t>
            </a: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liệu</a:t>
            </a:r>
            <a:r>
              <a:rPr lang="en-US" altLang="en-US" sz="1800" b="0" dirty="0">
                <a:solidFill>
                  <a:prstClr val="black"/>
                </a:solidFill>
                <a:latin typeface="Times New Roman" panose="02020603050405020304" pitchFamily="18" charset="0"/>
                <a:cs typeface="Times New Roman" panose="02020603050405020304" pitchFamily="18" charset="0"/>
              </a:rPr>
              <a:t> qua Ethernet </a:t>
            </a:r>
            <a:r>
              <a:rPr lang="en-US" altLang="en-US" sz="1800" b="0" dirty="0" err="1">
                <a:solidFill>
                  <a:prstClr val="black"/>
                </a:solidFill>
                <a:latin typeface="Times New Roman" panose="02020603050405020304" pitchFamily="18" charset="0"/>
                <a:cs typeface="Times New Roman" panose="02020603050405020304" pitchFamily="18" charset="0"/>
              </a:rPr>
              <a:t>công</a:t>
            </a: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nghiệp</a:t>
            </a: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trong</a:t>
            </a: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việc</a:t>
            </a: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cung</a:t>
            </a: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cấp</a:t>
            </a: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dữ</a:t>
            </a: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liệu</a:t>
            </a: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theo</a:t>
            </a: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hạn</a:t>
            </a: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chế</a:t>
            </a: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thời</a:t>
            </a: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gian</a:t>
            </a: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chặt</a:t>
            </a: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chẽ</a:t>
            </a: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theo</a:t>
            </a: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thứ</a:t>
            </a: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tự</a:t>
            </a:r>
            <a:r>
              <a:rPr lang="en-US" altLang="en-US" sz="1800" b="0" dirty="0">
                <a:solidFill>
                  <a:prstClr val="black"/>
                </a:solidFill>
                <a:latin typeface="Times New Roman" panose="02020603050405020304" pitchFamily="18" charset="0"/>
                <a:cs typeface="Times New Roman" panose="02020603050405020304" pitchFamily="18" charset="0"/>
              </a:rPr>
              <a:t> 1ms </a:t>
            </a:r>
            <a:r>
              <a:rPr lang="en-US" altLang="en-US" sz="1800" b="0" dirty="0" err="1">
                <a:solidFill>
                  <a:prstClr val="black"/>
                </a:solidFill>
                <a:latin typeface="Times New Roman" panose="02020603050405020304" pitchFamily="18" charset="0"/>
                <a:cs typeface="Times New Roman" panose="02020603050405020304" pitchFamily="18" charset="0"/>
              </a:rPr>
              <a:t>trở</a:t>
            </a:r>
            <a:r>
              <a:rPr lang="en-US" altLang="en-US" sz="1800" b="0" dirty="0">
                <a:solidFill>
                  <a:prstClr val="black"/>
                </a:solidFill>
                <a:latin typeface="Times New Roman" panose="02020603050405020304" pitchFamily="18" charset="0"/>
                <a:cs typeface="Times New Roman" panose="02020603050405020304" pitchFamily="18" charset="0"/>
              </a:rPr>
              <a:t> </a:t>
            </a:r>
            <a:r>
              <a:rPr lang="en-US" altLang="en-US" sz="1800" b="0" dirty="0" err="1">
                <a:solidFill>
                  <a:prstClr val="black"/>
                </a:solidFill>
                <a:latin typeface="Times New Roman" panose="02020603050405020304" pitchFamily="18" charset="0"/>
                <a:cs typeface="Times New Roman" panose="02020603050405020304" pitchFamily="18" charset="0"/>
              </a:rPr>
              <a:t>xuống</a:t>
            </a:r>
            <a:r>
              <a:rPr lang="en-US" altLang="en-US" sz="1800" b="0" dirty="0">
                <a:solidFill>
                  <a:prstClr val="black"/>
                </a:solidFill>
                <a:latin typeface="Times New Roman" panose="02020603050405020304" pitchFamily="18" charset="0"/>
                <a:cs typeface="Times New Roman" panose="02020603050405020304" pitchFamily="18" charset="0"/>
              </a:rPr>
              <a:t>)</a:t>
            </a:r>
            <a:endParaRPr lang="en-US" altLang="en-US" sz="1800" b="0" dirty="0">
              <a:solidFill>
                <a:prstClr val="black"/>
              </a:solidFill>
            </a:endParaRPr>
          </a:p>
        </p:txBody>
      </p:sp>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54077" y="3225006"/>
            <a:ext cx="3719815" cy="2092396"/>
          </a:xfrm>
          <a:prstGeom prst="rect">
            <a:avLst/>
          </a:prstGeom>
        </p:spPr>
      </p:pic>
      <p:pic>
        <p:nvPicPr>
          <p:cNvPr id="20" name="Picture 2" descr="Truyền thông Profinet là gì?">
            <a:extLst>
              <a:ext uri="{FF2B5EF4-FFF2-40B4-BE49-F238E27FC236}">
                <a16:creationId xmlns:a16="http://schemas.microsoft.com/office/drawing/2014/main" id="{7AC6910C-5F6F-44D6-AA29-383BC5C1496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9056" y="3225006"/>
            <a:ext cx="4110038" cy="205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6.2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Truyền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thông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Profinet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profibus</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13" name="Footer Placeholder 1">
            <a:extLst>
              <a:ext uri="{FF2B5EF4-FFF2-40B4-BE49-F238E27FC236}">
                <a16:creationId xmlns:a16="http://schemas.microsoft.com/office/drawing/2014/main" id="{67DE7F64-4DAD-4A9F-8EE7-5B8B5B40AD3A}"/>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639235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4">
            <a:extLst>
              <a:ext uri="{FF2B5EF4-FFF2-40B4-BE49-F238E27FC236}">
                <a16:creationId xmlns:a16="http://schemas.microsoft.com/office/drawing/2014/main" id="{CCB3AF7E-78CD-491E-85EA-0C703801556B}"/>
              </a:ext>
            </a:extLst>
          </p:cNvPr>
          <p:cNvSpPr>
            <a:spLocks noChangeArrowheads="1"/>
          </p:cNvSpPr>
          <p:nvPr/>
        </p:nvSpPr>
        <p:spPr bwMode="auto">
          <a:xfrm>
            <a:off x="457200" y="1166812"/>
            <a:ext cx="11266884" cy="4478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342900" lvl="1" defTabSz="685800" fontAlgn="base">
              <a:lnSpc>
                <a:spcPct val="100000"/>
              </a:lnSpc>
              <a:spcBef>
                <a:spcPts val="900"/>
              </a:spcBef>
              <a:spcAft>
                <a:spcPts val="225"/>
              </a:spcAft>
              <a:buNone/>
            </a:pPr>
            <a:r>
              <a:rPr lang="en-US" altLang="en-US" sz="1800" b="1" dirty="0" err="1">
                <a:solidFill>
                  <a:prstClr val="black"/>
                </a:solidFill>
                <a:latin typeface="Times New Roman" panose="02020603050405020304" pitchFamily="18" charset="0"/>
                <a:cs typeface="Times New Roman" panose="02020603050405020304" pitchFamily="18" charset="0"/>
              </a:rPr>
              <a:t>Ưu</a:t>
            </a:r>
            <a:r>
              <a:rPr lang="en-US" altLang="en-US" sz="1800" b="1" dirty="0">
                <a:solidFill>
                  <a:prstClr val="black"/>
                </a:solidFill>
                <a:latin typeface="Times New Roman" panose="02020603050405020304" pitchFamily="18" charset="0"/>
                <a:cs typeface="Times New Roman" panose="02020603050405020304" pitchFamily="18" charset="0"/>
              </a:rPr>
              <a:t> </a:t>
            </a:r>
            <a:r>
              <a:rPr lang="en-US" altLang="en-US" sz="1800" b="1" dirty="0" err="1">
                <a:solidFill>
                  <a:prstClr val="black"/>
                </a:solidFill>
                <a:latin typeface="Times New Roman" panose="02020603050405020304" pitchFamily="18" charset="0"/>
                <a:cs typeface="Times New Roman" panose="02020603050405020304" pitchFamily="18" charset="0"/>
              </a:rPr>
              <a:t>điểm</a:t>
            </a:r>
            <a:r>
              <a:rPr lang="en-US" altLang="en-US" sz="1800" b="1" dirty="0">
                <a:solidFill>
                  <a:prstClr val="black"/>
                </a:solidFill>
                <a:latin typeface="Times New Roman" panose="02020603050405020304" pitchFamily="18" charset="0"/>
                <a:cs typeface="Times New Roman" panose="02020603050405020304" pitchFamily="18" charset="0"/>
              </a:rPr>
              <a:t> </a:t>
            </a:r>
            <a:r>
              <a:rPr lang="en-US" altLang="en-US" sz="1800" b="1" dirty="0" err="1">
                <a:solidFill>
                  <a:prstClr val="black"/>
                </a:solidFill>
                <a:latin typeface="Times New Roman" panose="02020603050405020304" pitchFamily="18" charset="0"/>
                <a:cs typeface="Times New Roman" panose="02020603050405020304" pitchFamily="18" charset="0"/>
              </a:rPr>
              <a:t>và</a:t>
            </a:r>
            <a:r>
              <a:rPr lang="en-US" altLang="en-US" sz="1800" b="1" dirty="0">
                <a:solidFill>
                  <a:prstClr val="black"/>
                </a:solidFill>
                <a:latin typeface="Times New Roman" panose="02020603050405020304" pitchFamily="18" charset="0"/>
                <a:cs typeface="Times New Roman" panose="02020603050405020304" pitchFamily="18" charset="0"/>
              </a:rPr>
              <a:t> </a:t>
            </a:r>
            <a:r>
              <a:rPr lang="en-US" altLang="en-US" sz="1800" b="1" dirty="0" err="1">
                <a:solidFill>
                  <a:prstClr val="black"/>
                </a:solidFill>
                <a:latin typeface="Times New Roman" panose="02020603050405020304" pitchFamily="18" charset="0"/>
                <a:cs typeface="Times New Roman" panose="02020603050405020304" pitchFamily="18" charset="0"/>
              </a:rPr>
              <a:t>chức</a:t>
            </a:r>
            <a:r>
              <a:rPr lang="en-US" altLang="en-US" sz="1800" b="1" dirty="0">
                <a:solidFill>
                  <a:prstClr val="black"/>
                </a:solidFill>
                <a:latin typeface="Times New Roman" panose="02020603050405020304" pitchFamily="18" charset="0"/>
                <a:cs typeface="Times New Roman" panose="02020603050405020304" pitchFamily="18" charset="0"/>
              </a:rPr>
              <a:t> </a:t>
            </a:r>
            <a:r>
              <a:rPr lang="en-US" altLang="en-US" sz="1800" b="1" dirty="0" err="1">
                <a:solidFill>
                  <a:prstClr val="black"/>
                </a:solidFill>
                <a:latin typeface="Times New Roman" panose="02020603050405020304" pitchFamily="18" charset="0"/>
                <a:cs typeface="Times New Roman" panose="02020603050405020304" pitchFamily="18" charset="0"/>
              </a:rPr>
              <a:t>năng</a:t>
            </a:r>
            <a:r>
              <a:rPr lang="en-US" altLang="en-US" sz="1800" b="1" dirty="0">
                <a:solidFill>
                  <a:prstClr val="black"/>
                </a:solidFill>
                <a:latin typeface="Times New Roman" panose="02020603050405020304" pitchFamily="18" charset="0"/>
                <a:cs typeface="Times New Roman" panose="02020603050405020304" pitchFamily="18" charset="0"/>
              </a:rPr>
              <a:t> </a:t>
            </a:r>
            <a:r>
              <a:rPr lang="en-US" altLang="en-US" sz="1800" b="1" dirty="0" err="1">
                <a:solidFill>
                  <a:prstClr val="black"/>
                </a:solidFill>
                <a:latin typeface="Times New Roman" panose="02020603050405020304" pitchFamily="18" charset="0"/>
                <a:cs typeface="Times New Roman" panose="02020603050405020304" pitchFamily="18" charset="0"/>
              </a:rPr>
              <a:t>của</a:t>
            </a:r>
            <a:r>
              <a:rPr lang="en-US" altLang="en-US" sz="1800" b="1" dirty="0">
                <a:solidFill>
                  <a:prstClr val="black"/>
                </a:solidFill>
                <a:latin typeface="Times New Roman" panose="02020603050405020304" pitchFamily="18" charset="0"/>
                <a:cs typeface="Times New Roman" panose="02020603050405020304" pitchFamily="18" charset="0"/>
              </a:rPr>
              <a:t> </a:t>
            </a:r>
            <a:r>
              <a:rPr lang="en-US" altLang="en-US" sz="1800" b="1" dirty="0" err="1">
                <a:solidFill>
                  <a:prstClr val="black"/>
                </a:solidFill>
                <a:latin typeface="Times New Roman" panose="02020603050405020304" pitchFamily="18" charset="0"/>
                <a:cs typeface="Times New Roman" panose="02020603050405020304" pitchFamily="18" charset="0"/>
              </a:rPr>
              <a:t>truyền</a:t>
            </a:r>
            <a:r>
              <a:rPr lang="en-US" altLang="en-US" sz="1800" b="1" dirty="0">
                <a:solidFill>
                  <a:prstClr val="black"/>
                </a:solidFill>
                <a:latin typeface="Times New Roman" panose="02020603050405020304" pitchFamily="18" charset="0"/>
                <a:cs typeface="Times New Roman" panose="02020603050405020304" pitchFamily="18" charset="0"/>
              </a:rPr>
              <a:t> </a:t>
            </a:r>
            <a:r>
              <a:rPr lang="en-US" altLang="en-US" sz="1800" b="1" dirty="0" err="1">
                <a:solidFill>
                  <a:prstClr val="black"/>
                </a:solidFill>
                <a:latin typeface="Times New Roman" panose="02020603050405020304" pitchFamily="18" charset="0"/>
                <a:cs typeface="Times New Roman" panose="02020603050405020304" pitchFamily="18" charset="0"/>
              </a:rPr>
              <a:t>thông</a:t>
            </a:r>
            <a:r>
              <a:rPr lang="en-US" altLang="en-US" sz="1800" b="1" dirty="0">
                <a:solidFill>
                  <a:prstClr val="black"/>
                </a:solidFill>
                <a:latin typeface="Times New Roman" panose="02020603050405020304" pitchFamily="18" charset="0"/>
                <a:cs typeface="Times New Roman" panose="02020603050405020304" pitchFamily="18" charset="0"/>
              </a:rPr>
              <a:t> </a:t>
            </a:r>
            <a:r>
              <a:rPr lang="en-US" altLang="en-US" sz="1800" b="1" dirty="0" err="1">
                <a:solidFill>
                  <a:prstClr val="black"/>
                </a:solidFill>
                <a:latin typeface="Times New Roman" panose="02020603050405020304" pitchFamily="18" charset="0"/>
                <a:cs typeface="Times New Roman" panose="02020603050405020304" pitchFamily="18" charset="0"/>
              </a:rPr>
              <a:t>profinet</a:t>
            </a:r>
            <a:r>
              <a:rPr lang="en-US" altLang="en-US" sz="1800" b="1" dirty="0">
                <a:solidFill>
                  <a:prstClr val="black"/>
                </a:solidFill>
                <a:latin typeface="Times New Roman" panose="02020603050405020304" pitchFamily="18" charset="0"/>
                <a:cs typeface="Times New Roman" panose="02020603050405020304" pitchFamily="18" charset="0"/>
              </a:rPr>
              <a:t>.</a:t>
            </a:r>
          </a:p>
          <a:p>
            <a:pPr marL="685800" lvl="2" defTabSz="685800" fontAlgn="base">
              <a:lnSpc>
                <a:spcPct val="100000"/>
              </a:lnSpc>
              <a:spcBef>
                <a:spcPts val="150"/>
              </a:spcBef>
              <a:spcAft>
                <a:spcPct val="0"/>
              </a:spcAft>
              <a:buNone/>
            </a:pPr>
            <a:r>
              <a:rPr lang="en-US" altLang="en-US" sz="1800" b="1" dirty="0" err="1">
                <a:solidFill>
                  <a:prstClr val="black"/>
                </a:solidFill>
                <a:latin typeface="Times New Roman" panose="02020603050405020304" pitchFamily="18" charset="0"/>
                <a:cs typeface="Times New Roman" panose="02020603050405020304" pitchFamily="18" charset="0"/>
              </a:rPr>
              <a:t>Ưu</a:t>
            </a:r>
            <a:r>
              <a:rPr lang="en-US" altLang="en-US" sz="1800" b="1" dirty="0">
                <a:solidFill>
                  <a:prstClr val="black"/>
                </a:solidFill>
                <a:latin typeface="Times New Roman" panose="02020603050405020304" pitchFamily="18" charset="0"/>
                <a:cs typeface="Times New Roman" panose="02020603050405020304" pitchFamily="18" charset="0"/>
              </a:rPr>
              <a:t> </a:t>
            </a:r>
            <a:r>
              <a:rPr lang="en-US" altLang="en-US" sz="1800" b="1" dirty="0" err="1">
                <a:solidFill>
                  <a:prstClr val="black"/>
                </a:solidFill>
                <a:latin typeface="Times New Roman" panose="02020603050405020304" pitchFamily="18" charset="0"/>
                <a:cs typeface="Times New Roman" panose="02020603050405020304" pitchFamily="18" charset="0"/>
              </a:rPr>
              <a:t>điểm</a:t>
            </a:r>
            <a:r>
              <a:rPr lang="en-US" altLang="en-US" sz="1800" b="1" dirty="0">
                <a:solidFill>
                  <a:prstClr val="black"/>
                </a:solidFill>
                <a:latin typeface="Times New Roman" panose="02020603050405020304" pitchFamily="18" charset="0"/>
                <a:cs typeface="Times New Roman" panose="02020603050405020304" pitchFamily="18" charset="0"/>
              </a:rPr>
              <a:t> </a:t>
            </a:r>
            <a:r>
              <a:rPr lang="en-US" altLang="en-US" sz="1800" b="1" dirty="0" err="1">
                <a:solidFill>
                  <a:prstClr val="black"/>
                </a:solidFill>
                <a:latin typeface="Times New Roman" panose="02020603050405020304" pitchFamily="18" charset="0"/>
                <a:cs typeface="Times New Roman" panose="02020603050405020304" pitchFamily="18" charset="0"/>
              </a:rPr>
              <a:t>của</a:t>
            </a:r>
            <a:r>
              <a:rPr lang="en-US" altLang="en-US" sz="1800" b="1" dirty="0">
                <a:solidFill>
                  <a:prstClr val="black"/>
                </a:solidFill>
                <a:latin typeface="Times New Roman" panose="02020603050405020304" pitchFamily="18" charset="0"/>
                <a:cs typeface="Times New Roman" panose="02020603050405020304" pitchFamily="18" charset="0"/>
              </a:rPr>
              <a:t> </a:t>
            </a:r>
            <a:r>
              <a:rPr lang="en-US" altLang="en-US" sz="1800" b="1" dirty="0" err="1">
                <a:solidFill>
                  <a:prstClr val="black"/>
                </a:solidFill>
                <a:latin typeface="Times New Roman" panose="02020603050405020304" pitchFamily="18" charset="0"/>
                <a:cs typeface="Times New Roman" panose="02020603050405020304" pitchFamily="18" charset="0"/>
              </a:rPr>
              <a:t>truyền</a:t>
            </a:r>
            <a:r>
              <a:rPr lang="en-US" altLang="en-US" sz="1800" b="1" dirty="0">
                <a:solidFill>
                  <a:prstClr val="black"/>
                </a:solidFill>
                <a:latin typeface="Times New Roman" panose="02020603050405020304" pitchFamily="18" charset="0"/>
                <a:cs typeface="Times New Roman" panose="02020603050405020304" pitchFamily="18" charset="0"/>
              </a:rPr>
              <a:t> </a:t>
            </a:r>
            <a:r>
              <a:rPr lang="en-US" altLang="en-US" sz="1800" b="1" dirty="0" err="1">
                <a:solidFill>
                  <a:prstClr val="black"/>
                </a:solidFill>
                <a:latin typeface="Times New Roman" panose="02020603050405020304" pitchFamily="18" charset="0"/>
                <a:cs typeface="Times New Roman" panose="02020603050405020304" pitchFamily="18" charset="0"/>
              </a:rPr>
              <a:t>thông</a:t>
            </a:r>
            <a:r>
              <a:rPr lang="en-US" altLang="en-US" sz="1800" b="1" dirty="0">
                <a:solidFill>
                  <a:prstClr val="black"/>
                </a:solidFill>
                <a:latin typeface="Times New Roman" panose="02020603050405020304" pitchFamily="18" charset="0"/>
                <a:cs typeface="Times New Roman" panose="02020603050405020304" pitchFamily="18" charset="0"/>
              </a:rPr>
              <a:t> </a:t>
            </a:r>
            <a:r>
              <a:rPr lang="en-US" altLang="en-US" sz="1800" b="1" dirty="0" err="1">
                <a:solidFill>
                  <a:prstClr val="black"/>
                </a:solidFill>
                <a:latin typeface="Times New Roman" panose="02020603050405020304" pitchFamily="18" charset="0"/>
                <a:cs typeface="Times New Roman" panose="02020603050405020304" pitchFamily="18" charset="0"/>
              </a:rPr>
              <a:t>profinet</a:t>
            </a:r>
            <a:r>
              <a:rPr lang="en-US" altLang="en-US" sz="1800" b="1" dirty="0">
                <a:solidFill>
                  <a:prstClr val="black"/>
                </a:solidFill>
                <a:latin typeface="Times New Roman" panose="02020603050405020304" pitchFamily="18" charset="0"/>
                <a:cs typeface="Times New Roman" panose="02020603050405020304" pitchFamily="18" charset="0"/>
              </a:rPr>
              <a:t>.</a:t>
            </a:r>
          </a:p>
          <a:p>
            <a:pPr marL="1200150" lvl="3" indent="-171450" defTabSz="685800" fontAlgn="base">
              <a:lnSpc>
                <a:spcPct val="100000"/>
              </a:lnSpc>
              <a:spcBef>
                <a:spcPct val="0"/>
              </a:spcBef>
              <a:spcAft>
                <a:spcPct val="0"/>
              </a:spcAft>
            </a:pP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Hiệu</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năng</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Tự</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động</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hóa</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trong</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thời</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gian</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thực</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a:t>
            </a:r>
          </a:p>
          <a:p>
            <a:pPr marL="1200150" lvl="3" indent="-171450" defTabSz="685800" fontAlgn="base">
              <a:lnSpc>
                <a:spcPct val="100000"/>
              </a:lnSpc>
              <a:spcBef>
                <a:spcPct val="0"/>
              </a:spcBef>
              <a:spcAft>
                <a:spcPct val="0"/>
              </a:spcAft>
            </a:pP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An </a:t>
            </a: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toàn</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truyền</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thông</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đảm</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bảo</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an </a:t>
            </a: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toàn</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a:t>
            </a:r>
          </a:p>
          <a:p>
            <a:pPr marL="1200150" lvl="3" indent="-171450" defTabSz="685800" fontAlgn="base">
              <a:lnSpc>
                <a:spcPct val="100000"/>
              </a:lnSpc>
              <a:spcBef>
                <a:spcPct val="0"/>
              </a:spcBef>
              <a:spcAft>
                <a:spcPct val="0"/>
              </a:spcAft>
            </a:pP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Phân</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tích</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Vận</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hành</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nhanh</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chóng</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và</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khả</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năng</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xử</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lý</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sự</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cố</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hiệu</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quả</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a:t>
            </a:r>
          </a:p>
          <a:p>
            <a:pPr marL="1200150" lvl="3" indent="-171450" defTabSz="685800" fontAlgn="base">
              <a:lnSpc>
                <a:spcPct val="100000"/>
              </a:lnSpc>
              <a:spcBef>
                <a:spcPct val="0"/>
              </a:spcBef>
              <a:spcAft>
                <a:spcPts val="600"/>
              </a:spcAft>
            </a:pP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Đầu</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tư</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hiệu</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quả</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Tích</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hợp</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liền</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mạch</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hệ</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thống</a:t>
            </a:r>
            <a:r>
              <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fieldbus.</a:t>
            </a:r>
          </a:p>
          <a:p>
            <a:pPr marL="685800" lvl="2" defTabSz="685800" fontAlgn="base">
              <a:lnSpc>
                <a:spcPct val="100000"/>
              </a:lnSpc>
              <a:spcBef>
                <a:spcPts val="150"/>
              </a:spcBef>
              <a:spcAft>
                <a:spcPts val="600"/>
              </a:spcAft>
              <a:buNone/>
            </a:pPr>
            <a:r>
              <a:rPr lang="en-US" altLang="en-US" sz="1800" b="1" dirty="0" err="1">
                <a:solidFill>
                  <a:prstClr val="black"/>
                </a:solidFill>
                <a:latin typeface="Times New Roman" panose="02020603050405020304" pitchFamily="18" charset="0"/>
                <a:cs typeface="Times New Roman" panose="02020603050405020304" pitchFamily="18" charset="0"/>
              </a:rPr>
              <a:t>Chức</a:t>
            </a:r>
            <a:r>
              <a:rPr lang="en-US" altLang="en-US" sz="1800" b="1" dirty="0">
                <a:solidFill>
                  <a:prstClr val="black"/>
                </a:solidFill>
                <a:latin typeface="Times New Roman" panose="02020603050405020304" pitchFamily="18" charset="0"/>
                <a:cs typeface="Times New Roman" panose="02020603050405020304" pitchFamily="18" charset="0"/>
              </a:rPr>
              <a:t> </a:t>
            </a:r>
            <a:r>
              <a:rPr lang="en-US" altLang="en-US" sz="1800" b="1" dirty="0" err="1">
                <a:solidFill>
                  <a:prstClr val="black"/>
                </a:solidFill>
                <a:latin typeface="Times New Roman" panose="02020603050405020304" pitchFamily="18" charset="0"/>
                <a:cs typeface="Times New Roman" panose="02020603050405020304" pitchFamily="18" charset="0"/>
              </a:rPr>
              <a:t>năng</a:t>
            </a:r>
            <a:r>
              <a:rPr lang="en-US" altLang="en-US" sz="1800" b="1" dirty="0">
                <a:solidFill>
                  <a:prstClr val="black"/>
                </a:solidFill>
                <a:latin typeface="Times New Roman" panose="02020603050405020304" pitchFamily="18" charset="0"/>
                <a:cs typeface="Times New Roman" panose="02020603050405020304" pitchFamily="18" charset="0"/>
              </a:rPr>
              <a:t> </a:t>
            </a:r>
            <a:r>
              <a:rPr lang="en-US" altLang="en-US" sz="1800" b="1" dirty="0" err="1">
                <a:solidFill>
                  <a:prstClr val="black"/>
                </a:solidFill>
                <a:latin typeface="Times New Roman" panose="02020603050405020304" pitchFamily="18" charset="0"/>
                <a:cs typeface="Times New Roman" panose="02020603050405020304" pitchFamily="18" charset="0"/>
              </a:rPr>
              <a:t>của</a:t>
            </a:r>
            <a:r>
              <a:rPr lang="en-US" altLang="en-US" sz="1800" b="1" dirty="0">
                <a:solidFill>
                  <a:prstClr val="black"/>
                </a:solidFill>
                <a:latin typeface="Times New Roman" panose="02020603050405020304" pitchFamily="18" charset="0"/>
                <a:cs typeface="Times New Roman" panose="02020603050405020304" pitchFamily="18" charset="0"/>
              </a:rPr>
              <a:t> </a:t>
            </a:r>
            <a:r>
              <a:rPr lang="en-US" altLang="en-US" sz="1800" b="1" dirty="0" err="1">
                <a:solidFill>
                  <a:prstClr val="black"/>
                </a:solidFill>
                <a:latin typeface="Times New Roman" panose="02020603050405020304" pitchFamily="18" charset="0"/>
                <a:cs typeface="Times New Roman" panose="02020603050405020304" pitchFamily="18" charset="0"/>
              </a:rPr>
              <a:t>truyền</a:t>
            </a:r>
            <a:r>
              <a:rPr lang="en-US" altLang="en-US" sz="1800" b="1" dirty="0">
                <a:solidFill>
                  <a:prstClr val="black"/>
                </a:solidFill>
                <a:latin typeface="Times New Roman" panose="02020603050405020304" pitchFamily="18" charset="0"/>
                <a:cs typeface="Times New Roman" panose="02020603050405020304" pitchFamily="18" charset="0"/>
              </a:rPr>
              <a:t> </a:t>
            </a:r>
            <a:r>
              <a:rPr lang="en-US" altLang="en-US" sz="1800" b="1" dirty="0" err="1">
                <a:solidFill>
                  <a:prstClr val="black"/>
                </a:solidFill>
                <a:latin typeface="Times New Roman" panose="02020603050405020304" pitchFamily="18" charset="0"/>
                <a:cs typeface="Times New Roman" panose="02020603050405020304" pitchFamily="18" charset="0"/>
              </a:rPr>
              <a:t>thông</a:t>
            </a:r>
            <a:r>
              <a:rPr lang="en-US" altLang="en-US" sz="1800" b="1" dirty="0">
                <a:solidFill>
                  <a:prstClr val="black"/>
                </a:solidFill>
                <a:latin typeface="Times New Roman" panose="02020603050405020304" pitchFamily="18" charset="0"/>
                <a:cs typeface="Times New Roman" panose="02020603050405020304" pitchFamily="18" charset="0"/>
              </a:rPr>
              <a:t> </a:t>
            </a:r>
            <a:r>
              <a:rPr lang="en-US" altLang="en-US" sz="1800" b="1" dirty="0" err="1">
                <a:solidFill>
                  <a:prstClr val="black"/>
                </a:solidFill>
                <a:latin typeface="Times New Roman" panose="02020603050405020304" pitchFamily="18" charset="0"/>
                <a:cs typeface="Times New Roman" panose="02020603050405020304" pitchFamily="18" charset="0"/>
              </a:rPr>
              <a:t>profinet</a:t>
            </a:r>
            <a:r>
              <a:rPr lang="en-US" altLang="en-US" sz="1800" b="1" dirty="0">
                <a:solidFill>
                  <a:prstClr val="black"/>
                </a:solidFill>
                <a:latin typeface="Times New Roman" panose="02020603050405020304" pitchFamily="18" charset="0"/>
                <a:cs typeface="Times New Roman" panose="02020603050405020304" pitchFamily="18" charset="0"/>
              </a:rPr>
              <a:t>.</a:t>
            </a:r>
          </a:p>
          <a:p>
            <a:pPr marL="1200150" lvl="3" indent="-171450" algn="just" defTabSz="685800" fontAlgn="base">
              <a:lnSpc>
                <a:spcPct val="100000"/>
              </a:lnSpc>
              <a:spcBef>
                <a:spcPct val="0"/>
              </a:spcBef>
              <a:spcAft>
                <a:spcPct val="0"/>
              </a:spcAft>
            </a:pPr>
            <a:r>
              <a:rPr lang="en-US" altLang="en-US" dirty="0" err="1">
                <a:solidFill>
                  <a:prstClr val="black"/>
                </a:solidFill>
                <a:latin typeface="Times New Roman" panose="02020603050405020304" pitchFamily="18" charset="0"/>
                <a:cs typeface="Times New Roman" panose="02020603050405020304" pitchFamily="18" charset="0"/>
              </a:rPr>
              <a:t>Thiết</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bị</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có</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thể</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thay</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thế</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mà</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không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cần</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dùng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đến</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công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cụ</a:t>
            </a:r>
            <a:r>
              <a:rPr lang="en-US" altLang="en-US" dirty="0">
                <a:solidFill>
                  <a:prstClr val="black"/>
                </a:solidFill>
                <a:latin typeface="Times New Roman" panose="02020603050405020304" pitchFamily="18" charset="0"/>
                <a:cs typeface="Times New Roman" panose="02020603050405020304" pitchFamily="18" charset="0"/>
              </a:rPr>
              <a:t> ES.</a:t>
            </a:r>
          </a:p>
          <a:p>
            <a:pPr marL="1200150" lvl="3" indent="-171450" algn="just" defTabSz="685800" fontAlgn="base">
              <a:lnSpc>
                <a:spcPct val="100000"/>
              </a:lnSpc>
              <a:spcBef>
                <a:spcPct val="0"/>
              </a:spcBef>
              <a:spcAft>
                <a:spcPct val="0"/>
              </a:spcAft>
            </a:pPr>
            <a:r>
              <a:rPr lang="en-US" altLang="en-US" dirty="0" err="1">
                <a:solidFill>
                  <a:prstClr val="black"/>
                </a:solidFill>
                <a:latin typeface="Times New Roman" panose="02020603050405020304" pitchFamily="18" charset="0"/>
                <a:cs typeface="Times New Roman" panose="02020603050405020304" pitchFamily="18" charset="0"/>
              </a:rPr>
              <a:t>Khả</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năng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về</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mặt</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kỹ</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thuật</a:t>
            </a:r>
            <a:r>
              <a:rPr lang="en-US" altLang="en-US" dirty="0">
                <a:solidFill>
                  <a:prstClr val="black"/>
                </a:solidFill>
                <a:latin typeface="Times New Roman" panose="02020603050405020304" pitchFamily="18" charset="0"/>
                <a:cs typeface="Times New Roman" panose="02020603050405020304" pitchFamily="18" charset="0"/>
              </a:rPr>
              <a:t>.</a:t>
            </a:r>
          </a:p>
          <a:p>
            <a:pPr marL="1200150" lvl="3" indent="-171450" algn="just" defTabSz="685800" fontAlgn="base">
              <a:lnSpc>
                <a:spcPct val="100000"/>
              </a:lnSpc>
              <a:spcBef>
                <a:spcPct val="0"/>
              </a:spcBef>
              <a:spcAft>
                <a:spcPct val="0"/>
              </a:spcAft>
            </a:pPr>
            <a:r>
              <a:rPr lang="en-US" altLang="en-US" dirty="0" err="1">
                <a:solidFill>
                  <a:prstClr val="black"/>
                </a:solidFill>
                <a:latin typeface="Times New Roman" panose="02020603050405020304" pitchFamily="18" charset="0"/>
                <a:cs typeface="Times New Roman" panose="02020603050405020304" pitchFamily="18" charset="0"/>
              </a:rPr>
              <a:t>Các</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thông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số</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của</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từng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thiết</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bị</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đều</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được</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bảo</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vệ</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và</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tách</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biệt</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không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chịu</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ảnh</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hưởng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bởi</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thiết</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bị</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khác</a:t>
            </a:r>
            <a:r>
              <a:rPr lang="en-US" altLang="en-US" dirty="0">
                <a:solidFill>
                  <a:prstClr val="black"/>
                </a:solidFill>
                <a:latin typeface="Times New Roman" panose="02020603050405020304" pitchFamily="18" charset="0"/>
                <a:cs typeface="Times New Roman" panose="02020603050405020304" pitchFamily="18" charset="0"/>
              </a:rPr>
              <a:t>.</a:t>
            </a:r>
          </a:p>
          <a:p>
            <a:pPr marL="1200150" lvl="3" indent="-171450" algn="just" defTabSz="685800" fontAlgn="base">
              <a:lnSpc>
                <a:spcPct val="100000"/>
              </a:lnSpc>
              <a:spcBef>
                <a:spcPct val="0"/>
              </a:spcBef>
              <a:spcAft>
                <a:spcPct val="0"/>
              </a:spcAft>
            </a:pPr>
            <a:r>
              <a:rPr lang="en-US" altLang="en-US" dirty="0" err="1">
                <a:solidFill>
                  <a:prstClr val="black"/>
                </a:solidFill>
                <a:latin typeface="Times New Roman" panose="02020603050405020304" pitchFamily="18" charset="0"/>
                <a:cs typeface="Times New Roman" panose="02020603050405020304" pitchFamily="18" charset="0"/>
              </a:rPr>
              <a:t>Tạo</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ra</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một</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sơ</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đồ</a:t>
            </a:r>
            <a:r>
              <a:rPr lang="en-US" altLang="en-US" dirty="0">
                <a:solidFill>
                  <a:prstClr val="black"/>
                </a:solidFill>
                <a:latin typeface="Times New Roman" panose="02020603050405020304" pitchFamily="18" charset="0"/>
                <a:cs typeface="Times New Roman" panose="02020603050405020304" pitchFamily="18" charset="0"/>
              </a:rPr>
              <a:t> top </a:t>
            </a:r>
            <a:r>
              <a:rPr lang="en-US" altLang="en-US" dirty="0" err="1">
                <a:solidFill>
                  <a:prstClr val="black"/>
                </a:solidFill>
                <a:latin typeface="Times New Roman" panose="02020603050405020304" pitchFamily="18" charset="0"/>
                <a:cs typeface="Times New Roman" panose="02020603050405020304" pitchFamily="18" charset="0"/>
              </a:rPr>
              <a:t>của</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thiết</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bị</a:t>
            </a:r>
            <a:r>
              <a:rPr lang="en-US" altLang="en-US" dirty="0">
                <a:solidFill>
                  <a:prstClr val="black"/>
                </a:solidFill>
                <a:latin typeface="Times New Roman" panose="02020603050405020304" pitchFamily="18" charset="0"/>
                <a:cs typeface="Times New Roman" panose="02020603050405020304" pitchFamily="18" charset="0"/>
              </a:rPr>
              <a:t>.</a:t>
            </a:r>
          </a:p>
          <a:p>
            <a:pPr marL="1200150" lvl="3" indent="-171450" algn="just" defTabSz="685800" fontAlgn="base">
              <a:lnSpc>
                <a:spcPct val="100000"/>
              </a:lnSpc>
              <a:spcBef>
                <a:spcPct val="0"/>
              </a:spcBef>
              <a:spcAft>
                <a:spcPct val="0"/>
              </a:spcAft>
            </a:pPr>
            <a:r>
              <a:rPr lang="en-US" altLang="en-US" dirty="0" err="1">
                <a:solidFill>
                  <a:prstClr val="black"/>
                </a:solidFill>
                <a:latin typeface="Times New Roman" panose="02020603050405020304" pitchFamily="18" charset="0"/>
                <a:cs typeface="Times New Roman" panose="02020603050405020304" pitchFamily="18" charset="0"/>
              </a:rPr>
              <a:t>Quản</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lý</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thiết</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bị</a:t>
            </a:r>
            <a:r>
              <a:rPr lang="en-US" altLang="en-US" dirty="0">
                <a:solidFill>
                  <a:prstClr val="black"/>
                </a:solidFill>
                <a:latin typeface="Times New Roman" panose="02020603050405020304" pitchFamily="18" charset="0"/>
                <a:cs typeface="Times New Roman" panose="02020603050405020304" pitchFamily="18" charset="0"/>
              </a:rPr>
              <a:t>.</a:t>
            </a:r>
          </a:p>
          <a:p>
            <a:pPr marL="1200150" lvl="3" indent="-171450" algn="just" defTabSz="685800" fontAlgn="base">
              <a:lnSpc>
                <a:spcPct val="100000"/>
              </a:lnSpc>
              <a:spcBef>
                <a:spcPct val="0"/>
              </a:spcBef>
              <a:spcAft>
                <a:spcPct val="0"/>
              </a:spcAft>
            </a:pPr>
            <a:r>
              <a:rPr lang="en-US" altLang="en-US" dirty="0" err="1">
                <a:solidFill>
                  <a:prstClr val="black"/>
                </a:solidFill>
                <a:latin typeface="Times New Roman" panose="02020603050405020304" pitchFamily="18" charset="0"/>
                <a:cs typeface="Times New Roman" panose="02020603050405020304" pitchFamily="18" charset="0"/>
              </a:rPr>
              <a:t>Truyền</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tải</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dữ</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liệu</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chính</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xác</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theo</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thời</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gian</a:t>
            </a:r>
            <a:r>
              <a:rPr lang="en-US" altLang="en-US" dirty="0">
                <a:solidFill>
                  <a:prstClr val="black"/>
                </a:solidFill>
                <a:latin typeface="Times New Roman" panose="02020603050405020304" pitchFamily="18" charset="0"/>
                <a:cs typeface="Times New Roman" panose="02020603050405020304" pitchFamily="18" charset="0"/>
              </a:rPr>
              <a:t>.</a:t>
            </a:r>
          </a:p>
          <a:p>
            <a:pPr marL="1200150" lvl="3" indent="-171450" algn="just" defTabSz="685800" fontAlgn="base">
              <a:lnSpc>
                <a:spcPct val="100000"/>
              </a:lnSpc>
              <a:spcBef>
                <a:spcPct val="0"/>
              </a:spcBef>
              <a:spcAft>
                <a:spcPct val="0"/>
              </a:spcAft>
            </a:pPr>
            <a:r>
              <a:rPr lang="en-US" altLang="en-US" dirty="0" err="1">
                <a:solidFill>
                  <a:prstClr val="black"/>
                </a:solidFill>
                <a:latin typeface="Times New Roman" panose="02020603050405020304" pitchFamily="18" charset="0"/>
                <a:cs typeface="Times New Roman" panose="02020603050405020304" pitchFamily="18" charset="0"/>
              </a:rPr>
              <a:t>Cung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cấp</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hệ</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thống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dự</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phòng</a:t>
            </a:r>
            <a:r>
              <a:rPr lang="en-US" altLang="en-US" dirty="0">
                <a:solidFill>
                  <a:prstClr val="black"/>
                </a:solidFill>
                <a:latin typeface="Times New Roman" panose="02020603050405020304" pitchFamily="18" charset="0"/>
                <a:cs typeface="Times New Roman" panose="02020603050405020304" pitchFamily="18" charset="0"/>
              </a:rPr>
              <a:t>.</a:t>
            </a:r>
          </a:p>
          <a:p>
            <a:pPr marL="1200150" lvl="3" indent="-171450" algn="just" defTabSz="685800" fontAlgn="base">
              <a:lnSpc>
                <a:spcPct val="100000"/>
              </a:lnSpc>
              <a:spcBef>
                <a:spcPct val="0"/>
              </a:spcBef>
              <a:spcAft>
                <a:spcPct val="0"/>
              </a:spcAft>
            </a:pPr>
            <a:r>
              <a:rPr lang="en-US" altLang="en-US" dirty="0" err="1">
                <a:solidFill>
                  <a:prstClr val="black"/>
                </a:solidFill>
                <a:latin typeface="Times New Roman" panose="02020603050405020304" pitchFamily="18" charset="0"/>
                <a:cs typeface="Times New Roman" panose="02020603050405020304" pitchFamily="18" charset="0"/>
              </a:rPr>
              <a:t>Dễ</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dàng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thay</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thế</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thiết</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bị</a:t>
            </a:r>
            <a:r>
              <a:rPr lang="en-US" altLang="en-US" dirty="0">
                <a:solidFill>
                  <a:prstClr val="black"/>
                </a:solidFill>
                <a:latin typeface="Times New Roman" panose="02020603050405020304" pitchFamily="18" charset="0"/>
                <a:cs typeface="Times New Roman" panose="02020603050405020304" pitchFamily="18" charset="0"/>
              </a:rPr>
              <a:t>.</a:t>
            </a: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96200" y="4540950"/>
            <a:ext cx="2990850" cy="1524000"/>
          </a:xfrm>
          <a:prstGeom prst="rect">
            <a:avLst/>
          </a:prstGeom>
        </p:spPr>
      </p:pic>
      <p:sp>
        <p:nvSpPr>
          <p:cNvPr id="9"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6.2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Truyền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thông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Profinet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profibus</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11" name="Footer Placeholder 1">
            <a:extLst>
              <a:ext uri="{FF2B5EF4-FFF2-40B4-BE49-F238E27FC236}">
                <a16:creationId xmlns:a16="http://schemas.microsoft.com/office/drawing/2014/main" id="{73D7831D-7B52-47E7-AB1D-2E702DCB76E0}"/>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403961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457200" y="1013381"/>
            <a:ext cx="3756798" cy="369332"/>
          </a:xfrm>
          <a:prstGeom prst="rect">
            <a:avLst/>
          </a:prstGeom>
        </p:spPr>
        <p:txBody>
          <a:bodyPr wrap="none">
            <a:spAutoFit/>
          </a:bodyPr>
          <a:lstStyle/>
          <a:p>
            <a:r>
              <a:rPr lang="en-US" altLang="en-US" b="1" dirty="0" err="1">
                <a:solidFill>
                  <a:srgbClr val="000000"/>
                </a:solidFill>
                <a:latin typeface="Times New Roman" panose="02020603050405020304" pitchFamily="18" charset="0"/>
                <a:cs typeface="Times New Roman" panose="02020603050405020304" pitchFamily="18" charset="0"/>
              </a:rPr>
              <a:t>Ứng</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dụng</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của</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truyền</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thông</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profinet</a:t>
            </a:r>
            <a:endParaRPr lang="en-US" dirty="0"/>
          </a:p>
        </p:txBody>
      </p:sp>
      <p:sp>
        <p:nvSpPr>
          <p:cNvPr id="3" name="Rectangle 2"/>
          <p:cNvSpPr/>
          <p:nvPr/>
        </p:nvSpPr>
        <p:spPr>
          <a:xfrm>
            <a:off x="457200" y="1438276"/>
            <a:ext cx="11277600" cy="1354730"/>
          </a:xfrm>
          <a:prstGeom prst="rect">
            <a:avLst/>
          </a:prstGeom>
        </p:spPr>
        <p:txBody>
          <a:bodyPr wrap="square">
            <a:spAutoFit/>
          </a:bodyPr>
          <a:lstStyle/>
          <a:p>
            <a:pPr algn="just" defTabSz="685800" fontAlgn="base">
              <a:lnSpc>
                <a:spcPct val="107000"/>
              </a:lnSpc>
              <a:spcBef>
                <a:spcPct val="0"/>
              </a:spcBef>
              <a:spcAft>
                <a:spcPts val="563"/>
              </a:spcAft>
              <a:buNone/>
            </a:pPr>
            <a:r>
              <a:rPr lang="en-US" altLang="en-US" dirty="0">
                <a:solidFill>
                  <a:prstClr val="black"/>
                </a:solidFill>
                <a:latin typeface="Times New Roman" panose="02020603050405020304" pitchFamily="18" charset="0"/>
                <a:cs typeface="Times New Roman" panose="02020603050405020304" pitchFamily="18" charset="0"/>
              </a:rPr>
              <a:t>	PROFINET </a:t>
            </a:r>
            <a:r>
              <a:rPr lang="en-US" altLang="en-US" dirty="0" err="1">
                <a:solidFill>
                  <a:prstClr val="black"/>
                </a:solidFill>
                <a:latin typeface="Times New Roman" panose="02020603050405020304" pitchFamily="18" charset="0"/>
                <a:cs typeface="Times New Roman" panose="02020603050405020304" pitchFamily="18" charset="0"/>
              </a:rPr>
              <a:t>đang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sử</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dụng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những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tiện</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ích</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của</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công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nghệ</a:t>
            </a:r>
            <a:r>
              <a:rPr lang="en-US" altLang="en-US" dirty="0">
                <a:solidFill>
                  <a:prstClr val="black"/>
                </a:solidFill>
                <a:latin typeface="Times New Roman" panose="02020603050405020304" pitchFamily="18" charset="0"/>
                <a:cs typeface="Times New Roman" panose="02020603050405020304" pitchFamily="18" charset="0"/>
              </a:rPr>
              <a:t> Ethernet </a:t>
            </a:r>
            <a:r>
              <a:rPr lang="en-US" altLang="en-US" dirty="0" err="1">
                <a:solidFill>
                  <a:prstClr val="black"/>
                </a:solidFill>
                <a:latin typeface="Times New Roman" panose="02020603050405020304" pitchFamily="18" charset="0"/>
                <a:cs typeface="Times New Roman" panose="02020603050405020304" pitchFamily="18" charset="0"/>
              </a:rPr>
              <a:t>vì</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vậy</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nó</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có</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thể</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dược</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sử</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dụng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cho</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cấu</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trúc</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mạng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sao</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và</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mạch</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vòng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với</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môi</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trường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mạng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điện</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hoặc</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quang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cũng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như</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cho</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kết</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nối</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không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dây</a:t>
            </a:r>
            <a:r>
              <a:rPr lang="en-US" altLang="en-US" dirty="0">
                <a:solidFill>
                  <a:prstClr val="black"/>
                </a:solidFill>
                <a:latin typeface="Times New Roman" panose="02020603050405020304" pitchFamily="18" charset="0"/>
                <a:cs typeface="Times New Roman" panose="02020603050405020304" pitchFamily="18" charset="0"/>
              </a:rPr>
              <a:t>.</a:t>
            </a:r>
            <a:endPar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defTabSz="685800" fontAlgn="base">
              <a:lnSpc>
                <a:spcPct val="107000"/>
              </a:lnSpc>
              <a:spcBef>
                <a:spcPct val="0"/>
              </a:spcBef>
              <a:spcAft>
                <a:spcPct val="0"/>
              </a:spcAft>
              <a:buNone/>
            </a:pP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Với</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mạng</a:t>
            </a:r>
            <a:r>
              <a:rPr lang="en-US" altLang="en-US" dirty="0">
                <a:solidFill>
                  <a:prstClr val="black"/>
                </a:solidFill>
                <a:latin typeface="Times New Roman" panose="02020603050405020304" pitchFamily="18" charset="0"/>
                <a:cs typeface="Times New Roman" panose="02020603050405020304" pitchFamily="18" charset="0"/>
              </a:rPr>
              <a:t> LAN </a:t>
            </a:r>
            <a:r>
              <a:rPr lang="en-US" altLang="en-US" dirty="0" err="1">
                <a:solidFill>
                  <a:prstClr val="black"/>
                </a:solidFill>
                <a:latin typeface="Times New Roman" panose="02020603050405020304" pitchFamily="18" charset="0"/>
                <a:cs typeface="Times New Roman" panose="02020603050405020304" pitchFamily="18" charset="0"/>
              </a:rPr>
              <a:t>không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dây</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công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nghiệp</a:t>
            </a:r>
            <a:r>
              <a:rPr lang="en-US" altLang="en-US" dirty="0">
                <a:solidFill>
                  <a:prstClr val="black"/>
                </a:solidFill>
                <a:latin typeface="Times New Roman" panose="02020603050405020304" pitchFamily="18" charset="0"/>
                <a:cs typeface="Times New Roman" panose="02020603050405020304" pitchFamily="18" charset="0"/>
              </a:rPr>
              <a:t>, AGVs (Automated Guided Vehicles) </a:t>
            </a:r>
            <a:r>
              <a:rPr lang="en-US" altLang="en-US" dirty="0" err="1">
                <a:solidFill>
                  <a:prstClr val="black"/>
                </a:solidFill>
                <a:latin typeface="Times New Roman" panose="02020603050405020304" pitchFamily="18" charset="0"/>
                <a:cs typeface="Times New Roman" panose="02020603050405020304" pitchFamily="18" charset="0"/>
              </a:rPr>
              <a:t>hoặc</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các</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thiết</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bị</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bảo</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trì</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và</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vận</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hành</a:t>
            </a:r>
            <a:r>
              <a:rPr lang="en-US" altLang="en-US" dirty="0">
                <a:solidFill>
                  <a:prstClr val="black"/>
                </a:solidFill>
                <a:latin typeface="Times New Roman" panose="02020603050405020304" pitchFamily="18" charset="0"/>
                <a:cs typeface="Times New Roman" panose="02020603050405020304" pitchFamily="18" charset="0"/>
              </a:rPr>
              <a:t> di </a:t>
            </a:r>
            <a:r>
              <a:rPr lang="en-US" altLang="en-US" dirty="0" err="1">
                <a:solidFill>
                  <a:prstClr val="black"/>
                </a:solidFill>
                <a:latin typeface="Times New Roman" panose="02020603050405020304" pitchFamily="18" charset="0"/>
                <a:cs typeface="Times New Roman" panose="02020603050405020304" pitchFamily="18" charset="0"/>
              </a:rPr>
              <a:t>động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có</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thể</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tích</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hợp</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dễn</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dàng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vào</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hệ</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thống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tự</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động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hóa</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và</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ngay</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cả</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với</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công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nghệ</a:t>
            </a:r>
            <a:r>
              <a:rPr lang="en-US" altLang="en-US" dirty="0">
                <a:solidFill>
                  <a:prstClr val="black"/>
                </a:solidFill>
                <a:latin typeface="Times New Roman" panose="02020603050405020304" pitchFamily="18" charset="0"/>
                <a:cs typeface="Times New Roman" panose="02020603050405020304" pitchFamily="18" charset="0"/>
              </a:rPr>
              <a:t> an </a:t>
            </a:r>
            <a:r>
              <a:rPr lang="en-US" altLang="en-US" dirty="0" err="1">
                <a:solidFill>
                  <a:prstClr val="black"/>
                </a:solidFill>
                <a:latin typeface="Times New Roman" panose="02020603050405020304" pitchFamily="18" charset="0"/>
                <a:cs typeface="Times New Roman" panose="02020603050405020304" pitchFamily="18" charset="0"/>
              </a:rPr>
              <a:t>toàn</a:t>
            </a:r>
            <a:r>
              <a:rPr lang="en-US" altLang="en-US" dirty="0">
                <a:solidFill>
                  <a:prstClr val="black"/>
                </a:solidFill>
                <a:latin typeface="Times New Roman" panose="02020603050405020304" pitchFamily="18" charset="0"/>
                <a:cs typeface="Times New Roman" panose="02020603050405020304" pitchFamily="18" charset="0"/>
              </a:rPr>
              <a:t>.</a:t>
            </a:r>
          </a:p>
        </p:txBody>
      </p:sp>
      <p:pic>
        <p:nvPicPr>
          <p:cNvPr id="9" name="Picture 4" descr="Profinet Network">
            <a:extLst>
              <a:ext uri="{FF2B5EF4-FFF2-40B4-BE49-F238E27FC236}">
                <a16:creationId xmlns:a16="http://schemas.microsoft.com/office/drawing/2014/main" id="{57923910-5491-4F37-849B-408882F3871B}"/>
              </a:ext>
            </a:extLst>
          </p:cNvPr>
          <p:cNvPicPr>
            <a:picLocks noChangeAspect="1" noChangeArrowheads="1"/>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1007137" y="2920776"/>
            <a:ext cx="4719637" cy="3436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0" y="2845989"/>
            <a:ext cx="4991364" cy="3575064"/>
          </a:xfrm>
          <a:prstGeom prst="rect">
            <a:avLst/>
          </a:prstGeom>
        </p:spPr>
      </p:pic>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6.2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Truyền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thông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Profinet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profibus</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13" name="Footer Placeholder 1">
            <a:extLst>
              <a:ext uri="{FF2B5EF4-FFF2-40B4-BE49-F238E27FC236}">
                <a16:creationId xmlns:a16="http://schemas.microsoft.com/office/drawing/2014/main" id="{2B0E7FCA-1C36-459D-B8E5-EC862128D6F8}"/>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534179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descr="Profinet - The future of Automation">
            <a:extLst>
              <a:ext uri="{FF2B5EF4-FFF2-40B4-BE49-F238E27FC236}">
                <a16:creationId xmlns:a16="http://schemas.microsoft.com/office/drawing/2014/main" id="{92D9D43D-F6E0-423D-B862-2A6C08FDC0E6}"/>
              </a:ext>
            </a:extLst>
          </p:cNvPr>
          <p:cNvPicPr>
            <a:picLocks noChangeAspect="1" noChangeArrowheads="1"/>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6492478" y="3187004"/>
            <a:ext cx="5147072" cy="2903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6778" y="2968429"/>
            <a:ext cx="5981243" cy="3341085"/>
          </a:xfrm>
          <a:prstGeom prst="rect">
            <a:avLst/>
          </a:prstGeom>
        </p:spPr>
      </p:pic>
      <p:sp>
        <p:nvSpPr>
          <p:cNvPr id="10" name="Rectangle 9"/>
          <p:cNvSpPr/>
          <p:nvPr/>
        </p:nvSpPr>
        <p:spPr>
          <a:xfrm>
            <a:off x="457200" y="1013381"/>
            <a:ext cx="3756798" cy="369332"/>
          </a:xfrm>
          <a:prstGeom prst="rect">
            <a:avLst/>
          </a:prstGeom>
        </p:spPr>
        <p:txBody>
          <a:bodyPr wrap="none">
            <a:spAutoFit/>
          </a:bodyPr>
          <a:lstStyle/>
          <a:p>
            <a:r>
              <a:rPr lang="en-US" altLang="en-US" b="1" dirty="0" err="1">
                <a:solidFill>
                  <a:srgbClr val="000000"/>
                </a:solidFill>
                <a:latin typeface="Times New Roman" panose="02020603050405020304" pitchFamily="18" charset="0"/>
                <a:cs typeface="Times New Roman" panose="02020603050405020304" pitchFamily="18" charset="0"/>
              </a:rPr>
              <a:t>Ứng</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dụng</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của</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truyền</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thông</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profinet</a:t>
            </a:r>
            <a:endParaRPr lang="en-US" dirty="0"/>
          </a:p>
        </p:txBody>
      </p:sp>
      <p:sp>
        <p:nvSpPr>
          <p:cNvPr id="11" name="Rectangle 10"/>
          <p:cNvSpPr/>
          <p:nvPr/>
        </p:nvSpPr>
        <p:spPr>
          <a:xfrm>
            <a:off x="457200" y="1438276"/>
            <a:ext cx="11277600" cy="1354730"/>
          </a:xfrm>
          <a:prstGeom prst="rect">
            <a:avLst/>
          </a:prstGeom>
        </p:spPr>
        <p:txBody>
          <a:bodyPr wrap="square">
            <a:spAutoFit/>
          </a:bodyPr>
          <a:lstStyle/>
          <a:p>
            <a:pPr algn="just" defTabSz="685800" fontAlgn="base">
              <a:lnSpc>
                <a:spcPct val="107000"/>
              </a:lnSpc>
              <a:spcBef>
                <a:spcPct val="0"/>
              </a:spcBef>
              <a:spcAft>
                <a:spcPts val="563"/>
              </a:spcAft>
              <a:buNone/>
            </a:pPr>
            <a:r>
              <a:rPr lang="en-US" altLang="en-US" dirty="0">
                <a:solidFill>
                  <a:prstClr val="black"/>
                </a:solidFill>
                <a:latin typeface="Times New Roman" panose="02020603050405020304" pitchFamily="18" charset="0"/>
                <a:cs typeface="Times New Roman" panose="02020603050405020304" pitchFamily="18" charset="0"/>
              </a:rPr>
              <a:t>	PROFINET </a:t>
            </a:r>
            <a:r>
              <a:rPr lang="en-US" altLang="en-US" dirty="0" err="1">
                <a:solidFill>
                  <a:prstClr val="black"/>
                </a:solidFill>
                <a:latin typeface="Times New Roman" panose="02020603050405020304" pitchFamily="18" charset="0"/>
                <a:cs typeface="Times New Roman" panose="02020603050405020304" pitchFamily="18" charset="0"/>
              </a:rPr>
              <a:t>đang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sử</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dụng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những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tiện</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ích</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của</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công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nghệ</a:t>
            </a:r>
            <a:r>
              <a:rPr lang="en-US" altLang="en-US" dirty="0">
                <a:solidFill>
                  <a:prstClr val="black"/>
                </a:solidFill>
                <a:latin typeface="Times New Roman" panose="02020603050405020304" pitchFamily="18" charset="0"/>
                <a:cs typeface="Times New Roman" panose="02020603050405020304" pitchFamily="18" charset="0"/>
              </a:rPr>
              <a:t> Ethernet </a:t>
            </a:r>
            <a:r>
              <a:rPr lang="en-US" altLang="en-US" dirty="0" err="1">
                <a:solidFill>
                  <a:prstClr val="black"/>
                </a:solidFill>
                <a:latin typeface="Times New Roman" panose="02020603050405020304" pitchFamily="18" charset="0"/>
                <a:cs typeface="Times New Roman" panose="02020603050405020304" pitchFamily="18" charset="0"/>
              </a:rPr>
              <a:t>vì</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vậy</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nó</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có</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thể</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dược</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sử</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dụng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cho</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cấu</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trúc</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mạng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sao</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và</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mạch</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vòng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với</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môi</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trường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mạng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điện</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hoặc</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quang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cũng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như</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cho</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kết</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nối</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không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dây</a:t>
            </a:r>
            <a:r>
              <a:rPr lang="en-US" altLang="en-US" dirty="0">
                <a:solidFill>
                  <a:prstClr val="black"/>
                </a:solidFill>
                <a:latin typeface="Times New Roman" panose="02020603050405020304" pitchFamily="18" charset="0"/>
                <a:cs typeface="Times New Roman" panose="02020603050405020304" pitchFamily="18" charset="0"/>
              </a:rPr>
              <a:t>.</a:t>
            </a:r>
            <a:endPar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defTabSz="685800" fontAlgn="base">
              <a:lnSpc>
                <a:spcPct val="107000"/>
              </a:lnSpc>
              <a:spcBef>
                <a:spcPct val="0"/>
              </a:spcBef>
              <a:spcAft>
                <a:spcPct val="0"/>
              </a:spcAft>
              <a:buNone/>
            </a:pP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Với</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mạng</a:t>
            </a:r>
            <a:r>
              <a:rPr lang="en-US" altLang="en-US" dirty="0">
                <a:solidFill>
                  <a:prstClr val="black"/>
                </a:solidFill>
                <a:latin typeface="Times New Roman" panose="02020603050405020304" pitchFamily="18" charset="0"/>
                <a:cs typeface="Times New Roman" panose="02020603050405020304" pitchFamily="18" charset="0"/>
              </a:rPr>
              <a:t> LAN </a:t>
            </a:r>
            <a:r>
              <a:rPr lang="en-US" altLang="en-US" dirty="0" err="1">
                <a:solidFill>
                  <a:prstClr val="black"/>
                </a:solidFill>
                <a:latin typeface="Times New Roman" panose="02020603050405020304" pitchFamily="18" charset="0"/>
                <a:cs typeface="Times New Roman" panose="02020603050405020304" pitchFamily="18" charset="0"/>
              </a:rPr>
              <a:t>không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dây</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công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nghiệp</a:t>
            </a:r>
            <a:r>
              <a:rPr lang="en-US" altLang="en-US" dirty="0">
                <a:solidFill>
                  <a:prstClr val="black"/>
                </a:solidFill>
                <a:latin typeface="Times New Roman" panose="02020603050405020304" pitchFamily="18" charset="0"/>
                <a:cs typeface="Times New Roman" panose="02020603050405020304" pitchFamily="18" charset="0"/>
              </a:rPr>
              <a:t>, AGVs (Automated Guided Vehicles) </a:t>
            </a:r>
            <a:r>
              <a:rPr lang="en-US" altLang="en-US" dirty="0" err="1">
                <a:solidFill>
                  <a:prstClr val="black"/>
                </a:solidFill>
                <a:latin typeface="Times New Roman" panose="02020603050405020304" pitchFamily="18" charset="0"/>
                <a:cs typeface="Times New Roman" panose="02020603050405020304" pitchFamily="18" charset="0"/>
              </a:rPr>
              <a:t>hoặc</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các</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thiết</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bị</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bảo</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trì</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và</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vận</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hành</a:t>
            </a:r>
            <a:r>
              <a:rPr lang="en-US" altLang="en-US" dirty="0">
                <a:solidFill>
                  <a:prstClr val="black"/>
                </a:solidFill>
                <a:latin typeface="Times New Roman" panose="02020603050405020304" pitchFamily="18" charset="0"/>
                <a:cs typeface="Times New Roman" panose="02020603050405020304" pitchFamily="18" charset="0"/>
              </a:rPr>
              <a:t> di </a:t>
            </a:r>
            <a:r>
              <a:rPr lang="en-US" altLang="en-US" dirty="0" err="1">
                <a:solidFill>
                  <a:prstClr val="black"/>
                </a:solidFill>
                <a:latin typeface="Times New Roman" panose="02020603050405020304" pitchFamily="18" charset="0"/>
                <a:cs typeface="Times New Roman" panose="02020603050405020304" pitchFamily="18" charset="0"/>
              </a:rPr>
              <a:t>động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có</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thể</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tích</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hợp</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dễn</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dàng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vào</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hệ</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thống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tự</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động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hóa</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và</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ngay</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cả</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với</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công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nghệ</a:t>
            </a:r>
            <a:r>
              <a:rPr lang="en-US" altLang="en-US" dirty="0">
                <a:solidFill>
                  <a:prstClr val="black"/>
                </a:solidFill>
                <a:latin typeface="Times New Roman" panose="02020603050405020304" pitchFamily="18" charset="0"/>
                <a:cs typeface="Times New Roman" panose="02020603050405020304" pitchFamily="18" charset="0"/>
              </a:rPr>
              <a:t> an </a:t>
            </a:r>
            <a:r>
              <a:rPr lang="en-US" altLang="en-US" dirty="0" err="1">
                <a:solidFill>
                  <a:prstClr val="black"/>
                </a:solidFill>
                <a:latin typeface="Times New Roman" panose="02020603050405020304" pitchFamily="18" charset="0"/>
                <a:cs typeface="Times New Roman" panose="02020603050405020304" pitchFamily="18" charset="0"/>
              </a:rPr>
              <a:t>toàn</a:t>
            </a:r>
            <a:r>
              <a:rPr lang="en-US" altLang="en-US" dirty="0">
                <a:solidFill>
                  <a:prstClr val="black"/>
                </a:solidFill>
                <a:latin typeface="Times New Roman" panose="02020603050405020304" pitchFamily="18" charset="0"/>
                <a:cs typeface="Times New Roman" panose="02020603050405020304" pitchFamily="18" charset="0"/>
              </a:rPr>
              <a:t>.</a:t>
            </a: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6.2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Truyền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thông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Profinet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profibus</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13" name="Footer Placeholder 1">
            <a:extLst>
              <a:ext uri="{FF2B5EF4-FFF2-40B4-BE49-F238E27FC236}">
                <a16:creationId xmlns:a16="http://schemas.microsoft.com/office/drawing/2014/main" id="{4691C69D-6F13-4D18-88AF-07F3C51FBFAB}"/>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4029526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3">
            <a:extLst>
              <a:ext uri="{FF2B5EF4-FFF2-40B4-BE49-F238E27FC236}">
                <a16:creationId xmlns:a16="http://schemas.microsoft.com/office/drawing/2014/main" id="{5C79EC51-9488-4939-89B1-6D9470D0B505}"/>
              </a:ext>
            </a:extLst>
          </p:cNvPr>
          <p:cNvSpPr>
            <a:spLocks noChangeArrowheads="1"/>
          </p:cNvSpPr>
          <p:nvPr/>
        </p:nvSpPr>
        <p:spPr bwMode="auto">
          <a:xfrm>
            <a:off x="0" y="951310"/>
            <a:ext cx="11734800" cy="5420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742950" indent="-2857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685800" lvl="2" defTabSz="685800" fontAlgn="base">
              <a:lnSpc>
                <a:spcPct val="107000"/>
              </a:lnSpc>
              <a:spcBef>
                <a:spcPts val="150"/>
              </a:spcBef>
              <a:spcAft>
                <a:spcPct val="0"/>
              </a:spcAft>
              <a:buNone/>
            </a:pPr>
            <a:r>
              <a:rPr lang="en-US" altLang="en-US" sz="1800" b="1" dirty="0" err="1">
                <a:solidFill>
                  <a:prstClr val="black"/>
                </a:solidFill>
                <a:latin typeface="Times New Roman" panose="02020603050405020304" pitchFamily="18" charset="0"/>
                <a:cs typeface="Times New Roman" panose="02020603050405020304" pitchFamily="18" charset="0"/>
              </a:rPr>
              <a:t>Profinet</a:t>
            </a:r>
            <a:r>
              <a:rPr lang="en-US" altLang="en-US" sz="1800" b="1" dirty="0">
                <a:solidFill>
                  <a:prstClr val="black"/>
                </a:solidFill>
                <a:latin typeface="Times New Roman" panose="02020603050405020304" pitchFamily="18" charset="0"/>
                <a:cs typeface="Times New Roman" panose="02020603050405020304" pitchFamily="18" charset="0"/>
              </a:rPr>
              <a:t> </a:t>
            </a:r>
            <a:r>
              <a:rPr lang="en-US" altLang="en-US" sz="1800" b="1" dirty="0" err="1">
                <a:solidFill>
                  <a:prstClr val="black"/>
                </a:solidFill>
                <a:latin typeface="Times New Roman" panose="02020603050405020304" pitchFamily="18" charset="0"/>
                <a:cs typeface="Times New Roman" panose="02020603050405020304" pitchFamily="18" charset="0"/>
              </a:rPr>
              <a:t>đảm</a:t>
            </a:r>
            <a:r>
              <a:rPr lang="en-US" altLang="en-US" sz="1800" b="1" dirty="0">
                <a:solidFill>
                  <a:prstClr val="black"/>
                </a:solidFill>
                <a:latin typeface="Times New Roman" panose="02020603050405020304" pitchFamily="18" charset="0"/>
                <a:cs typeface="Times New Roman" panose="02020603050405020304" pitchFamily="18" charset="0"/>
              </a:rPr>
              <a:t> </a:t>
            </a:r>
            <a:r>
              <a:rPr lang="en-US" altLang="en-US" sz="1800" b="1" dirty="0" err="1">
                <a:solidFill>
                  <a:prstClr val="black"/>
                </a:solidFill>
                <a:latin typeface="Times New Roman" panose="02020603050405020304" pitchFamily="18" charset="0"/>
                <a:cs typeface="Times New Roman" panose="02020603050405020304" pitchFamily="18" charset="0"/>
              </a:rPr>
              <a:t>bảo</a:t>
            </a:r>
            <a:r>
              <a:rPr lang="en-US" altLang="en-US" sz="1800" b="1" dirty="0">
                <a:solidFill>
                  <a:prstClr val="black"/>
                </a:solidFill>
                <a:latin typeface="Times New Roman" panose="02020603050405020304" pitchFamily="18" charset="0"/>
                <a:cs typeface="Times New Roman" panose="02020603050405020304" pitchFamily="18" charset="0"/>
              </a:rPr>
              <a:t> </a:t>
            </a:r>
            <a:r>
              <a:rPr lang="en-US" altLang="en-US" sz="1800" b="1" dirty="0" err="1">
                <a:solidFill>
                  <a:prstClr val="black"/>
                </a:solidFill>
                <a:latin typeface="Times New Roman" panose="02020603050405020304" pitchFamily="18" charset="0"/>
                <a:cs typeface="Times New Roman" panose="02020603050405020304" pitchFamily="18" charset="0"/>
              </a:rPr>
              <a:t>chức</a:t>
            </a:r>
            <a:r>
              <a:rPr lang="en-US" altLang="en-US" sz="1800" b="1" dirty="0">
                <a:solidFill>
                  <a:prstClr val="black"/>
                </a:solidFill>
                <a:latin typeface="Times New Roman" panose="02020603050405020304" pitchFamily="18" charset="0"/>
                <a:cs typeface="Times New Roman" panose="02020603050405020304" pitchFamily="18" charset="0"/>
              </a:rPr>
              <a:t> </a:t>
            </a:r>
            <a:r>
              <a:rPr lang="en-US" altLang="en-US" sz="1800" b="1" dirty="0" err="1">
                <a:solidFill>
                  <a:prstClr val="black"/>
                </a:solidFill>
                <a:latin typeface="Times New Roman" panose="02020603050405020304" pitchFamily="18" charset="0"/>
                <a:cs typeface="Times New Roman" panose="02020603050405020304" pitchFamily="18" charset="0"/>
              </a:rPr>
              <a:t>năng</a:t>
            </a:r>
            <a:r>
              <a:rPr lang="en-US" altLang="en-US" sz="1800" b="1" dirty="0">
                <a:solidFill>
                  <a:prstClr val="black"/>
                </a:solidFill>
                <a:latin typeface="Times New Roman" panose="02020603050405020304" pitchFamily="18" charset="0"/>
                <a:cs typeface="Times New Roman" panose="02020603050405020304" pitchFamily="18" charset="0"/>
              </a:rPr>
              <a:t> an </a:t>
            </a:r>
            <a:r>
              <a:rPr lang="en-US" altLang="en-US" sz="1800" b="1" dirty="0" err="1">
                <a:solidFill>
                  <a:prstClr val="black"/>
                </a:solidFill>
                <a:latin typeface="Times New Roman" panose="02020603050405020304" pitchFamily="18" charset="0"/>
                <a:cs typeface="Times New Roman" panose="02020603050405020304" pitchFamily="18" charset="0"/>
              </a:rPr>
              <a:t>toàn</a:t>
            </a:r>
            <a:endParaRPr lang="en-US" altLang="en-US" sz="1800" b="1" dirty="0">
              <a:solidFill>
                <a:prstClr val="black"/>
              </a:solidFill>
              <a:latin typeface="Times New Roman" panose="02020603050405020304" pitchFamily="18" charset="0"/>
              <a:cs typeface="Times New Roman" panose="02020603050405020304" pitchFamily="18" charset="0"/>
            </a:endParaRPr>
          </a:p>
          <a:p>
            <a:pPr marL="1200150" lvl="3" indent="-171450" algn="just" defTabSz="685800" fontAlgn="base">
              <a:lnSpc>
                <a:spcPct val="150000"/>
              </a:lnSpc>
              <a:spcBef>
                <a:spcPct val="0"/>
              </a:spcBef>
              <a:spcAft>
                <a:spcPts val="563"/>
              </a:spcAft>
            </a:pPr>
            <a:r>
              <a:rPr lang="en-US" altLang="en-US" dirty="0" err="1">
                <a:solidFill>
                  <a:prstClr val="black"/>
                </a:solidFill>
                <a:latin typeface="Times New Roman" panose="02020603050405020304" pitchFamily="18" charset="0"/>
                <a:cs typeface="Times New Roman" panose="02020603050405020304" pitchFamily="18" charset="0"/>
              </a:rPr>
              <a:t>PROFIsafe</a:t>
            </a:r>
            <a:r>
              <a:rPr lang="en-US" altLang="en-US" dirty="0">
                <a:solidFill>
                  <a:prstClr val="black"/>
                </a:solidFill>
                <a:latin typeface="Times New Roman" panose="02020603050405020304" pitchFamily="18" charset="0"/>
                <a:cs typeface="Times New Roman" panose="02020603050405020304" pitchFamily="18" charset="0"/>
              </a:rPr>
              <a:t> : </a:t>
            </a:r>
            <a:r>
              <a:rPr lang="en-US" altLang="en-US" dirty="0" err="1">
                <a:solidFill>
                  <a:prstClr val="black"/>
                </a:solidFill>
                <a:latin typeface="Times New Roman" panose="02020603050405020304" pitchFamily="18" charset="0"/>
                <a:cs typeface="Times New Roman" panose="02020603050405020304" pitchFamily="18" charset="0"/>
              </a:rPr>
              <a:t>ứng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dụng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độc</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lập</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của</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công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nghệ</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mạng</a:t>
            </a:r>
            <a:r>
              <a:rPr lang="en-US" altLang="en-US" dirty="0">
                <a:solidFill>
                  <a:prstClr val="black"/>
                </a:solidFill>
                <a:latin typeface="Times New Roman" panose="02020603050405020304" pitchFamily="18" charset="0"/>
                <a:cs typeface="Times New Roman" panose="02020603050405020304" pitchFamily="18" charset="0"/>
              </a:rPr>
              <a:t>, </a:t>
            </a:r>
          </a:p>
          <a:p>
            <a:pPr marL="1200150" lvl="3" indent="-171450" algn="just" defTabSz="685800" fontAlgn="base">
              <a:lnSpc>
                <a:spcPct val="150000"/>
              </a:lnSpc>
              <a:spcBef>
                <a:spcPct val="0"/>
              </a:spcBef>
              <a:spcAft>
                <a:spcPts val="563"/>
              </a:spcAft>
            </a:pPr>
            <a:r>
              <a:rPr lang="en-US" altLang="en-US" dirty="0" err="1">
                <a:solidFill>
                  <a:prstClr val="black"/>
                </a:solidFill>
                <a:latin typeface="Times New Roman" panose="02020603050405020304" pitchFamily="18" charset="0"/>
                <a:cs typeface="Times New Roman" panose="02020603050405020304" pitchFamily="18" charset="0"/>
              </a:rPr>
              <a:t>Nó</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có</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thể</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được</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sử</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dụng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cho</a:t>
            </a:r>
            <a:r>
              <a:rPr lang="en-US" altLang="en-US" dirty="0">
                <a:solidFill>
                  <a:prstClr val="black"/>
                </a:solidFill>
                <a:latin typeface="Times New Roman" panose="02020603050405020304" pitchFamily="18" charset="0"/>
                <a:cs typeface="Times New Roman" panose="02020603050405020304" pitchFamily="18" charset="0"/>
              </a:rPr>
              <a:t> PROFIBUS </a:t>
            </a:r>
            <a:r>
              <a:rPr lang="en-US" altLang="en-US" dirty="0" err="1">
                <a:solidFill>
                  <a:prstClr val="black"/>
                </a:solidFill>
                <a:latin typeface="Times New Roman" panose="02020603050405020304" pitchFamily="18" charset="0"/>
                <a:cs typeface="Times New Roman" panose="02020603050405020304" pitchFamily="18" charset="0"/>
              </a:rPr>
              <a:t>cũng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như</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đối</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với</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các</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hệ</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thống</a:t>
            </a:r>
            <a:r>
              <a:rPr lang="en-US" altLang="en-US" dirty="0">
                <a:solidFill>
                  <a:prstClr val="black"/>
                </a:solidFill>
                <a:latin typeface="Times New Roman" panose="02020603050405020304" pitchFamily="18" charset="0"/>
                <a:cs typeface="Times New Roman" panose="02020603050405020304" pitchFamily="18" charset="0"/>
              </a:rPr>
              <a:t> PROFINET. </a:t>
            </a:r>
          </a:p>
          <a:p>
            <a:pPr marL="1200150" lvl="3" indent="-171450" algn="just" defTabSz="685800" fontAlgn="base">
              <a:lnSpc>
                <a:spcPct val="150000"/>
              </a:lnSpc>
              <a:spcBef>
                <a:spcPct val="0"/>
              </a:spcBef>
              <a:spcAft>
                <a:spcPts val="563"/>
              </a:spcAft>
            </a:pPr>
            <a:r>
              <a:rPr lang="en-US" altLang="en-US" dirty="0" err="1">
                <a:solidFill>
                  <a:prstClr val="black"/>
                </a:solidFill>
                <a:latin typeface="Times New Roman" panose="02020603050405020304" pitchFamily="18" charset="0"/>
                <a:cs typeface="Times New Roman" panose="02020603050405020304" pitchFamily="18" charset="0"/>
              </a:rPr>
              <a:t>Các</a:t>
            </a:r>
            <a:r>
              <a:rPr lang="en-US" altLang="en-US" dirty="0">
                <a:solidFill>
                  <a:prstClr val="black"/>
                </a:solidFill>
                <a:latin typeface="Times New Roman" panose="02020603050405020304" pitchFamily="18" charset="0"/>
                <a:cs typeface="Times New Roman" panose="02020603050405020304" pitchFamily="18" charset="0"/>
              </a:rPr>
              <a:t> Slots IO </a:t>
            </a:r>
            <a:r>
              <a:rPr lang="en-US" altLang="en-US" dirty="0" err="1">
                <a:solidFill>
                  <a:prstClr val="black"/>
                </a:solidFill>
                <a:latin typeface="Times New Roman" panose="02020603050405020304" pitchFamily="18" charset="0"/>
                <a:cs typeface="Times New Roman" panose="02020603050405020304" pitchFamily="18" charset="0"/>
              </a:rPr>
              <a:t>trong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thiết</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bị</a:t>
            </a:r>
            <a:r>
              <a:rPr lang="en-US" altLang="en-US" dirty="0">
                <a:solidFill>
                  <a:prstClr val="black"/>
                </a:solidFill>
                <a:latin typeface="Times New Roman" panose="02020603050405020304" pitchFamily="18" charset="0"/>
                <a:cs typeface="Times New Roman" panose="02020603050405020304" pitchFamily="18" charset="0"/>
              </a:rPr>
              <a:t> PROFINET-IO </a:t>
            </a:r>
            <a:r>
              <a:rPr lang="en-US" altLang="en-US" dirty="0" err="1">
                <a:solidFill>
                  <a:prstClr val="black"/>
                </a:solidFill>
                <a:latin typeface="Times New Roman" panose="02020603050405020304" pitchFamily="18" charset="0"/>
                <a:cs typeface="Times New Roman" panose="02020603050405020304" pitchFamily="18" charset="0"/>
              </a:rPr>
              <a:t>có</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thể</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được</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trộn</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lẫn</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giữa</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tiêu</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chuẩn</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và</a:t>
            </a:r>
            <a:r>
              <a:rPr lang="en-US" altLang="en-US" dirty="0">
                <a:solidFill>
                  <a:prstClr val="black"/>
                </a:solidFill>
                <a:latin typeface="Times New Roman" panose="02020603050405020304" pitchFamily="18" charset="0"/>
                <a:cs typeface="Times New Roman" panose="02020603050405020304" pitchFamily="18" charset="0"/>
              </a:rPr>
              <a:t> an </a:t>
            </a:r>
            <a:r>
              <a:rPr lang="en-US" altLang="en-US" dirty="0" err="1">
                <a:solidFill>
                  <a:prstClr val="black"/>
                </a:solidFill>
                <a:latin typeface="Times New Roman" panose="02020603050405020304" pitchFamily="18" charset="0"/>
                <a:cs typeface="Times New Roman" panose="02020603050405020304" pitchFamily="18" charset="0"/>
              </a:rPr>
              <a:t>toàn</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giúp</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giảm</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thiểu</a:t>
            </a:r>
            <a:r>
              <a:rPr lang="en-US" altLang="en-US" dirty="0">
                <a:solidFill>
                  <a:prstClr val="black"/>
                </a:solidFill>
                <a:latin typeface="Times New Roman" panose="02020603050405020304" pitchFamily="18" charset="0"/>
                <a:cs typeface="Times New Roman" panose="02020603050405020304" pitchFamily="18" charset="0"/>
              </a:rPr>
              <a:t> chi </a:t>
            </a:r>
            <a:r>
              <a:rPr lang="en-US" altLang="en-US" dirty="0" err="1">
                <a:solidFill>
                  <a:prstClr val="black"/>
                </a:solidFill>
                <a:latin typeface="Times New Roman" panose="02020603050405020304" pitchFamily="18" charset="0"/>
                <a:cs typeface="Times New Roman" panose="02020603050405020304" pitchFamily="18" charset="0"/>
              </a:rPr>
              <a:t>phí</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cáp</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và</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số</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lượng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các</a:t>
            </a:r>
            <a:r>
              <a:rPr lang="en-US" altLang="en-US" dirty="0">
                <a:solidFill>
                  <a:prstClr val="black"/>
                </a:solidFill>
                <a:latin typeface="Times New Roman" panose="02020603050405020304" pitchFamily="18" charset="0"/>
                <a:cs typeface="Times New Roman" panose="02020603050405020304" pitchFamily="18" charset="0"/>
              </a:rPr>
              <a:t> module </a:t>
            </a:r>
            <a:r>
              <a:rPr lang="en-US" altLang="en-US" dirty="0" err="1">
                <a:solidFill>
                  <a:prstClr val="black"/>
                </a:solidFill>
                <a:latin typeface="Times New Roman" panose="02020603050405020304" pitchFamily="18" charset="0"/>
                <a:cs typeface="Times New Roman" panose="02020603050405020304" pitchFamily="18" charset="0"/>
              </a:rPr>
              <a:t>khác</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nhau</a:t>
            </a:r>
            <a:r>
              <a:rPr lang="en-US" altLang="en-US" dirty="0">
                <a:solidFill>
                  <a:prstClr val="black"/>
                </a:solidFill>
                <a:latin typeface="Times New Roman" panose="02020603050405020304" pitchFamily="18" charset="0"/>
                <a:cs typeface="Times New Roman" panose="02020603050405020304" pitchFamily="18" charset="0"/>
              </a:rPr>
              <a:t>.  </a:t>
            </a:r>
          </a:p>
          <a:p>
            <a:pPr marL="1200150" lvl="3" indent="-171450" algn="just" defTabSz="685800" fontAlgn="base">
              <a:lnSpc>
                <a:spcPct val="150000"/>
              </a:lnSpc>
              <a:spcBef>
                <a:spcPct val="0"/>
              </a:spcBef>
              <a:spcAft>
                <a:spcPts val="563"/>
              </a:spcAft>
            </a:pPr>
            <a:r>
              <a:rPr lang="en-US" altLang="en-US" dirty="0" err="1">
                <a:solidFill>
                  <a:prstClr val="black"/>
                </a:solidFill>
                <a:latin typeface="Times New Roman" panose="02020603050405020304" pitchFamily="18" charset="0"/>
                <a:cs typeface="Times New Roman" panose="02020603050405020304" pitchFamily="18" charset="0"/>
              </a:rPr>
              <a:t>Các</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chương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trình</a:t>
            </a:r>
            <a:r>
              <a:rPr lang="en-US" altLang="en-US" dirty="0">
                <a:solidFill>
                  <a:prstClr val="black"/>
                </a:solidFill>
                <a:latin typeface="Times New Roman" panose="02020603050405020304" pitchFamily="18" charset="0"/>
                <a:cs typeface="Times New Roman" panose="02020603050405020304" pitchFamily="18" charset="0"/>
              </a:rPr>
              <a:t> an </a:t>
            </a:r>
            <a:r>
              <a:rPr lang="en-US" altLang="en-US" dirty="0" err="1">
                <a:solidFill>
                  <a:prstClr val="black"/>
                </a:solidFill>
                <a:latin typeface="Times New Roman" panose="02020603050405020304" pitchFamily="18" charset="0"/>
                <a:cs typeface="Times New Roman" panose="02020603050405020304" pitchFamily="18" charset="0"/>
              </a:rPr>
              <a:t>toàn</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có</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thể</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được</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tạo</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ra</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với</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các</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công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cụ</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kỹ</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thuật</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tiêu</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chuẩn</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như</a:t>
            </a:r>
            <a:r>
              <a:rPr lang="en-US" altLang="en-US" dirty="0">
                <a:solidFill>
                  <a:prstClr val="black"/>
                </a:solidFill>
                <a:latin typeface="Times New Roman" panose="02020603050405020304" pitchFamily="18" charset="0"/>
                <a:cs typeface="Times New Roman" panose="02020603050405020304" pitchFamily="18" charset="0"/>
              </a:rPr>
              <a:t> SIMATIC Step7 </a:t>
            </a:r>
            <a:r>
              <a:rPr lang="en-US" altLang="en-US" dirty="0" err="1">
                <a:solidFill>
                  <a:prstClr val="black"/>
                </a:solidFill>
                <a:latin typeface="Times New Roman" panose="02020603050405020304" pitchFamily="18" charset="0"/>
                <a:cs typeface="Times New Roman" panose="02020603050405020304" pitchFamily="18" charset="0"/>
              </a:rPr>
              <a:t>của</a:t>
            </a:r>
            <a:r>
              <a:rPr lang="en-US" altLang="en-US" dirty="0">
                <a:solidFill>
                  <a:prstClr val="black"/>
                </a:solidFill>
                <a:latin typeface="Times New Roman" panose="02020603050405020304" pitchFamily="18" charset="0"/>
                <a:cs typeface="Times New Roman" panose="02020603050405020304" pitchFamily="18" charset="0"/>
              </a:rPr>
              <a:t> Siemens</a:t>
            </a:r>
            <a:endParaRPr lang="en-US" alt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marL="1200150" lvl="3" indent="-171450" algn="just" defTabSz="685800" fontAlgn="base">
              <a:lnSpc>
                <a:spcPct val="150000"/>
              </a:lnSpc>
              <a:spcBef>
                <a:spcPct val="0"/>
              </a:spcBef>
              <a:spcAft>
                <a:spcPts val="563"/>
              </a:spcAft>
            </a:pPr>
            <a:r>
              <a:rPr lang="en-US" altLang="en-US" dirty="0" err="1">
                <a:solidFill>
                  <a:prstClr val="black"/>
                </a:solidFill>
                <a:latin typeface="Times New Roman" panose="02020603050405020304" pitchFamily="18" charset="0"/>
                <a:cs typeface="Times New Roman" panose="02020603050405020304" pitchFamily="18" charset="0"/>
              </a:rPr>
              <a:t>Các</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khách</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hàng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sẽ</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có</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những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khả</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năng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và</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tiện</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ích</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mới</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trong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việc</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sử</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dụng</a:t>
            </a:r>
            <a:r>
              <a:rPr lang="en-US" altLang="en-US" dirty="0">
                <a:solidFill>
                  <a:prstClr val="black"/>
                </a:solidFill>
                <a:latin typeface="Times New Roman" panose="02020603050405020304" pitchFamily="18" charset="0"/>
                <a:cs typeface="Times New Roman" panose="02020603050405020304" pitchFamily="18" charset="0"/>
              </a:rPr>
              <a:t> topo </a:t>
            </a:r>
            <a:r>
              <a:rPr lang="en-US" altLang="en-US" dirty="0" err="1">
                <a:solidFill>
                  <a:prstClr val="black"/>
                </a:solidFill>
                <a:latin typeface="Times New Roman" panose="02020603050405020304" pitchFamily="18" charset="0"/>
                <a:cs typeface="Times New Roman" panose="02020603050405020304" pitchFamily="18" charset="0"/>
              </a:rPr>
              <a:t>mạng</a:t>
            </a:r>
            <a:r>
              <a:rPr lang="en-US" altLang="en-US" dirty="0">
                <a:solidFill>
                  <a:prstClr val="black"/>
                </a:solidFill>
                <a:latin typeface="Times New Roman" panose="02020603050405020304" pitchFamily="18" charset="0"/>
                <a:cs typeface="Times New Roman" panose="02020603050405020304" pitchFamily="18" charset="0"/>
              </a:rPr>
              <a:t> Ethernet </a:t>
            </a:r>
            <a:r>
              <a:rPr lang="en-US" altLang="en-US" dirty="0" err="1">
                <a:solidFill>
                  <a:prstClr val="black"/>
                </a:solidFill>
                <a:latin typeface="Times New Roman" panose="02020603050405020304" pitchFamily="18" charset="0"/>
                <a:cs typeface="Times New Roman" panose="02020603050405020304" pitchFamily="18" charset="0"/>
              </a:rPr>
              <a:t>công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nghiệp</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bao</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gồm</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cả</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mạng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không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dây</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trong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các</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ứng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dụng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của</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mình</a:t>
            </a:r>
            <a:r>
              <a:rPr lang="en-US" altLang="en-US" dirty="0">
                <a:solidFill>
                  <a:prstClr val="black"/>
                </a:solidFill>
                <a:latin typeface="Times New Roman" panose="02020603050405020304" pitchFamily="18" charset="0"/>
                <a:cs typeface="Times New Roman" panose="02020603050405020304" pitchFamily="18" charset="0"/>
              </a:rPr>
              <a:t>. </a:t>
            </a:r>
          </a:p>
          <a:p>
            <a:pPr marL="1200150" lvl="3" indent="-171450" algn="just" defTabSz="685800" fontAlgn="base">
              <a:lnSpc>
                <a:spcPct val="150000"/>
              </a:lnSpc>
              <a:spcBef>
                <a:spcPct val="0"/>
              </a:spcBef>
              <a:spcAft>
                <a:spcPts val="563"/>
              </a:spcAft>
            </a:pPr>
            <a:r>
              <a:rPr lang="en-US" altLang="en-US" dirty="0" err="1">
                <a:solidFill>
                  <a:prstClr val="black"/>
                </a:solidFill>
                <a:latin typeface="Times New Roman" panose="02020603050405020304" pitchFamily="18" charset="0"/>
                <a:cs typeface="Times New Roman" panose="02020603050405020304" pitchFamily="18" charset="0"/>
              </a:rPr>
              <a:t>Công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nghệ</a:t>
            </a:r>
            <a:r>
              <a:rPr lang="en-US" altLang="en-US" dirty="0">
                <a:solidFill>
                  <a:prstClr val="black"/>
                </a:solidFill>
                <a:latin typeface="Times New Roman" panose="02020603050405020304" pitchFamily="18" charset="0"/>
                <a:cs typeface="Times New Roman" panose="02020603050405020304" pitchFamily="18" charset="0"/>
              </a:rPr>
              <a:t> an </a:t>
            </a:r>
            <a:r>
              <a:rPr lang="en-US" altLang="en-US" dirty="0" err="1">
                <a:solidFill>
                  <a:prstClr val="black"/>
                </a:solidFill>
                <a:latin typeface="Times New Roman" panose="02020603050405020304" pitchFamily="18" charset="0"/>
                <a:cs typeface="Times New Roman" panose="02020603050405020304" pitchFamily="18" charset="0"/>
              </a:rPr>
              <a:t>toàn</a:t>
            </a:r>
            <a:r>
              <a:rPr lang="en-US" altLang="en-US" dirty="0">
                <a:solidFill>
                  <a:prstClr val="black"/>
                </a:solidFill>
                <a:latin typeface="Times New Roman" panose="02020603050405020304" pitchFamily="18" charset="0"/>
                <a:cs typeface="Times New Roman" panose="02020603050405020304" pitchFamily="18" charset="0"/>
              </a:rPr>
              <a:t> (Safety) </a:t>
            </a:r>
            <a:r>
              <a:rPr lang="en-US" altLang="en-US" dirty="0" err="1">
                <a:solidFill>
                  <a:prstClr val="black"/>
                </a:solidFill>
                <a:latin typeface="Times New Roman" panose="02020603050405020304" pitchFamily="18" charset="0"/>
                <a:cs typeface="Times New Roman" panose="02020603050405020304" pitchFamily="18" charset="0"/>
              </a:rPr>
              <a:t>cũng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có</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thể</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sử</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dụng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trên</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cùng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một</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mạng</a:t>
            </a:r>
            <a:r>
              <a:rPr lang="en-US" altLang="en-US" dirty="0">
                <a:solidFill>
                  <a:prstClr val="black"/>
                </a:solidFill>
                <a:latin typeface="Times New Roman" panose="02020603050405020304" pitchFamily="18" charset="0"/>
                <a:cs typeface="Times New Roman" panose="02020603050405020304" pitchFamily="18" charset="0"/>
              </a:rPr>
              <a:t>. </a:t>
            </a:r>
          </a:p>
          <a:p>
            <a:pPr marL="1200150" lvl="3" indent="-171450" algn="just" defTabSz="685800" fontAlgn="base">
              <a:lnSpc>
                <a:spcPct val="150000"/>
              </a:lnSpc>
              <a:spcBef>
                <a:spcPct val="0"/>
              </a:spcBef>
              <a:spcAft>
                <a:spcPts val="563"/>
              </a:spcAft>
            </a:pPr>
            <a:r>
              <a:rPr lang="en-US" altLang="en-US" dirty="0" err="1">
                <a:solidFill>
                  <a:prstClr val="black"/>
                </a:solidFill>
                <a:latin typeface="Times New Roman" panose="02020603050405020304" pitchFamily="18" charset="0"/>
                <a:cs typeface="Times New Roman" panose="02020603050405020304" pitchFamily="18" charset="0"/>
              </a:rPr>
              <a:t>Profinet</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cung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cấp</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nhiều</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dải</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tốc</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độ</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xử</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lý</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khác</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nhau</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từ</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rất</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nhanh</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tốc</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độ</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cao</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cho</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đến</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các</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tốc</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độ</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cho</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các</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ứng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dụng</a:t>
            </a:r>
            <a:r>
              <a:rPr lang="en-US" altLang="en-US" dirty="0">
                <a:solidFill>
                  <a:prstClr val="black"/>
                </a:solidFill>
                <a:latin typeface="Times New Roman" panose="02020603050405020304" pitchFamily="18" charset="0"/>
                <a:cs typeface="Times New Roman" panose="02020603050405020304" pitchFamily="18" charset="0"/>
              </a:rPr>
              <a:t> IT </a:t>
            </a:r>
            <a:r>
              <a:rPr lang="en-US" altLang="en-US" dirty="0" err="1">
                <a:solidFill>
                  <a:prstClr val="black"/>
                </a:solidFill>
                <a:latin typeface="Times New Roman" panose="02020603050405020304" pitchFamily="18" charset="0"/>
                <a:cs typeface="Times New Roman" panose="02020603050405020304" pitchFamily="18" charset="0"/>
              </a:rPr>
              <a:t>thông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thường</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tất</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cả</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đều</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trên</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một</a:t>
            </a:r>
            <a:r>
              <a:rPr lang="en-US" altLang="en-US" dirty="0">
                <a:solidFill>
                  <a:prstClr val="black"/>
                </a:solidFill>
                <a:latin typeface="Times New Roman" panose="02020603050405020304" pitchFamily="18" charset="0"/>
                <a:cs typeface="Times New Roman" panose="02020603050405020304" pitchFamily="18" charset="0"/>
              </a:rPr>
              <a:t> </a:t>
            </a:r>
            <a:r>
              <a:rPr lang="en-US" altLang="en-US" dirty="0" err="1">
                <a:solidFill>
                  <a:prstClr val="black"/>
                </a:solidFill>
                <a:latin typeface="Times New Roman" panose="02020603050405020304" pitchFamily="18" charset="0"/>
                <a:cs typeface="Times New Roman" panose="02020603050405020304" pitchFamily="18" charset="0"/>
              </a:rPr>
              <a:t>mạng</a:t>
            </a:r>
            <a:r>
              <a:rPr lang="en-US" altLang="en-US" dirty="0">
                <a:solidFill>
                  <a:prstClr val="black"/>
                </a:solidFill>
                <a:latin typeface="Times New Roman" panose="02020603050405020304" pitchFamily="18" charset="0"/>
                <a:cs typeface="Times New Roman" panose="02020603050405020304" pitchFamily="18" charset="0"/>
              </a:rPr>
              <a:t>.</a:t>
            </a:r>
          </a:p>
        </p:txBody>
      </p:sp>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6.2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Truyền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thông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Profinet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profibus</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9" name="Footer Placeholder 1">
            <a:extLst>
              <a:ext uri="{FF2B5EF4-FFF2-40B4-BE49-F238E27FC236}">
                <a16:creationId xmlns:a16="http://schemas.microsoft.com/office/drawing/2014/main" id="{4C714B1B-F2F0-486E-926B-E180CED6CDD4}"/>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9830410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457200" y="876985"/>
            <a:ext cx="11277600" cy="369332"/>
          </a:xfrm>
          <a:prstGeom prst="rect">
            <a:avLst/>
          </a:prstGeom>
        </p:spPr>
        <p:txBody>
          <a:bodyPr wrap="square">
            <a:spAutoFit/>
          </a:bodyPr>
          <a:lstStyle/>
          <a:p>
            <a:r>
              <a:rPr lang="en-US" altLang="en-US" b="1" dirty="0" err="1">
                <a:solidFill>
                  <a:srgbClr val="000000"/>
                </a:solidFill>
                <a:latin typeface="Times New Roman" panose="02020603050405020304" pitchFamily="18" charset="0"/>
                <a:cs typeface="Times New Roman" panose="02020603050405020304" pitchFamily="18" charset="0"/>
              </a:rPr>
              <a:t>Các</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bước</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kết</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nối</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các</a:t>
            </a:r>
            <a:r>
              <a:rPr lang="en-US" altLang="en-US" b="1" dirty="0">
                <a:solidFill>
                  <a:srgbClr val="000000"/>
                </a:solidFill>
                <a:latin typeface="Times New Roman" panose="02020603050405020304" pitchFamily="18" charset="0"/>
                <a:cs typeface="Times New Roman" panose="02020603050405020304" pitchFamily="18" charset="0"/>
              </a:rPr>
              <a:t> PLC qua </a:t>
            </a:r>
            <a:r>
              <a:rPr lang="en-US" altLang="en-US" b="1" dirty="0" err="1">
                <a:solidFill>
                  <a:srgbClr val="000000"/>
                </a:solidFill>
                <a:latin typeface="Times New Roman" panose="02020603050405020304" pitchFamily="18" charset="0"/>
                <a:cs typeface="Times New Roman" panose="02020603050405020304" pitchFamily="18" charset="0"/>
              </a:rPr>
              <a:t>cổng</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Profinet</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nhờ</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phương</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thức</a:t>
            </a:r>
            <a:r>
              <a:rPr lang="en-US" altLang="en-US" b="1" dirty="0">
                <a:solidFill>
                  <a:srgbClr val="000000"/>
                </a:solidFill>
                <a:latin typeface="Times New Roman" panose="02020603050405020304" pitchFamily="18" charset="0"/>
                <a:cs typeface="Times New Roman" panose="02020603050405020304" pitchFamily="18" charset="0"/>
              </a:rPr>
              <a:t> PUT – GET </a:t>
            </a:r>
            <a:endParaRPr lang="en-US" dirty="0"/>
          </a:p>
        </p:txBody>
      </p:sp>
      <p:pic>
        <p:nvPicPr>
          <p:cNvPr id="8" name="Picture 3" descr="put and get 1">
            <a:extLst>
              <a:ext uri="{FF2B5EF4-FFF2-40B4-BE49-F238E27FC236}">
                <a16:creationId xmlns:a16="http://schemas.microsoft.com/office/drawing/2014/main" id="{D0741FAE-CA03-4830-9BE7-00E80C8D04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4973" y="2044562"/>
            <a:ext cx="4997052" cy="3993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1">
            <a:extLst>
              <a:ext uri="{FF2B5EF4-FFF2-40B4-BE49-F238E27FC236}">
                <a16:creationId xmlns:a16="http://schemas.microsoft.com/office/drawing/2014/main" id="{F8A46747-3BB2-4795-802E-2AE5FD26581F}"/>
              </a:ext>
            </a:extLst>
          </p:cNvPr>
          <p:cNvSpPr>
            <a:spLocks noChangeArrowheads="1"/>
          </p:cNvSpPr>
          <p:nvPr/>
        </p:nvSpPr>
        <p:spPr bwMode="auto">
          <a:xfrm>
            <a:off x="457200" y="1317089"/>
            <a:ext cx="33191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dirty="0" err="1">
                <a:solidFill>
                  <a:prstClr val="black"/>
                </a:solidFill>
                <a:latin typeface="Times New Roman" panose="02020603050405020304" pitchFamily="18" charset="0"/>
                <a:cs typeface="Calibri" panose="020F0502020204030204" pitchFamily="34" charset="0"/>
              </a:rPr>
              <a:t>Bước</a:t>
            </a:r>
            <a:r>
              <a:rPr lang="en-US" altLang="en-US" sz="1800" b="1" dirty="0">
                <a:solidFill>
                  <a:prstClr val="black"/>
                </a:solidFill>
                <a:latin typeface="Times New Roman" panose="02020603050405020304" pitchFamily="18" charset="0"/>
                <a:cs typeface="Calibri" panose="020F0502020204030204" pitchFamily="34" charset="0"/>
              </a:rPr>
              <a:t> 1: </a:t>
            </a:r>
            <a:r>
              <a:rPr lang="en-US" altLang="en-US" sz="1800" dirty="0" err="1">
                <a:solidFill>
                  <a:prstClr val="black"/>
                </a:solidFill>
                <a:latin typeface="Times New Roman" panose="02020603050405020304" pitchFamily="18" charset="0"/>
                <a:cs typeface="Calibri" panose="020F0502020204030204" pitchFamily="34" charset="0"/>
              </a:rPr>
              <a:t>Gọi</a:t>
            </a:r>
            <a:r>
              <a:rPr lang="en-US" altLang="en-US" sz="1800" dirty="0">
                <a:solidFill>
                  <a:prstClr val="black"/>
                </a:solidFill>
                <a:latin typeface="Times New Roman" panose="02020603050405020304" pitchFamily="18" charset="0"/>
                <a:cs typeface="Calibri" panose="020F0502020204030204" pitchFamily="34" charset="0"/>
              </a:rPr>
              <a:t> </a:t>
            </a:r>
            <a:r>
              <a:rPr lang="en-US" altLang="en-US" sz="1800" dirty="0" err="1">
                <a:solidFill>
                  <a:prstClr val="black"/>
                </a:solidFill>
                <a:latin typeface="Times New Roman" panose="02020603050405020304" pitchFamily="18" charset="0"/>
                <a:cs typeface="Calibri" panose="020F0502020204030204" pitchFamily="34" charset="0"/>
              </a:rPr>
              <a:t>các</a:t>
            </a:r>
            <a:r>
              <a:rPr lang="en-US" altLang="en-US" sz="1800" dirty="0">
                <a:solidFill>
                  <a:prstClr val="black"/>
                </a:solidFill>
                <a:latin typeface="Times New Roman" panose="02020603050405020304" pitchFamily="18" charset="0"/>
                <a:cs typeface="Calibri" panose="020F0502020204030204" pitchFamily="34" charset="0"/>
              </a:rPr>
              <a:t> </a:t>
            </a:r>
            <a:r>
              <a:rPr lang="en-US" altLang="en-US" sz="1800" dirty="0" err="1">
                <a:solidFill>
                  <a:prstClr val="black"/>
                </a:solidFill>
                <a:latin typeface="Times New Roman" panose="02020603050405020304" pitchFamily="18" charset="0"/>
                <a:cs typeface="Calibri" panose="020F0502020204030204" pitchFamily="34" charset="0"/>
              </a:rPr>
              <a:t>hàm</a:t>
            </a:r>
            <a:r>
              <a:rPr lang="en-US" altLang="en-US" sz="1800" dirty="0">
                <a:solidFill>
                  <a:prstClr val="black"/>
                </a:solidFill>
                <a:latin typeface="Times New Roman" panose="02020603050405020304" pitchFamily="18" charset="0"/>
                <a:cs typeface="Calibri" panose="020F0502020204030204" pitchFamily="34" charset="0"/>
              </a:rPr>
              <a:t> PUT – GET</a:t>
            </a:r>
            <a:endParaRPr lang="en-US" altLang="en-US" sz="1800" dirty="0">
              <a:solidFill>
                <a:prstClr val="black"/>
              </a:solidFill>
            </a:endParaRPr>
          </a:p>
        </p:txBody>
      </p:sp>
      <p:sp>
        <p:nvSpPr>
          <p:cNvPr id="10"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6.2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Truyền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thông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Profinet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profibus</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11" name="Footer Placeholder 1">
            <a:extLst>
              <a:ext uri="{FF2B5EF4-FFF2-40B4-BE49-F238E27FC236}">
                <a16:creationId xmlns:a16="http://schemas.microsoft.com/office/drawing/2014/main" id="{5EFA6BAA-C866-4F3D-B055-909363DDB1DF}"/>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422051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1">
            <a:extLst>
              <a:ext uri="{FF2B5EF4-FFF2-40B4-BE49-F238E27FC236}">
                <a16:creationId xmlns:a16="http://schemas.microsoft.com/office/drawing/2014/main" id="{6F73ECB4-B890-4F15-9C88-E0239FAC1E93}"/>
              </a:ext>
            </a:extLst>
          </p:cNvPr>
          <p:cNvSpPr>
            <a:spLocks noChangeArrowheads="1"/>
          </p:cNvSpPr>
          <p:nvPr/>
        </p:nvSpPr>
        <p:spPr bwMode="auto">
          <a:xfrm>
            <a:off x="457200" y="1351553"/>
            <a:ext cx="4267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dirty="0" err="1">
                <a:solidFill>
                  <a:prstClr val="black"/>
                </a:solidFill>
                <a:latin typeface="Times New Roman" panose="02020603050405020304" pitchFamily="18" charset="0"/>
                <a:cs typeface="Times New Roman" panose="02020603050405020304" pitchFamily="18" charset="0"/>
              </a:rPr>
              <a:t>Bước</a:t>
            </a:r>
            <a:r>
              <a:rPr lang="en-US" altLang="en-US" sz="1800" b="1" dirty="0">
                <a:solidFill>
                  <a:prstClr val="black"/>
                </a:solidFill>
                <a:latin typeface="Times New Roman" panose="02020603050405020304" pitchFamily="18" charset="0"/>
                <a:cs typeface="Times New Roman" panose="02020603050405020304" pitchFamily="18" charset="0"/>
              </a:rPr>
              <a:t> 2</a:t>
            </a:r>
            <a:r>
              <a:rPr lang="en-US" altLang="en-US" sz="1800" dirty="0">
                <a:solidFill>
                  <a:prstClr val="black"/>
                </a:solidFill>
                <a:latin typeface="Times New Roman" panose="02020603050405020304" pitchFamily="18" charset="0"/>
                <a:cs typeface="Times New Roman" panose="02020603050405020304" pitchFamily="18" charset="0"/>
              </a:rPr>
              <a:t>: Set S7 connection</a:t>
            </a:r>
          </a:p>
        </p:txBody>
      </p:sp>
      <p:pic>
        <p:nvPicPr>
          <p:cNvPr id="8" name="Picture 4">
            <a:extLst>
              <a:ext uri="{FF2B5EF4-FFF2-40B4-BE49-F238E27FC236}">
                <a16:creationId xmlns:a16="http://schemas.microsoft.com/office/drawing/2014/main" id="{1A115139-7BE0-4633-8002-43BA86D540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33613" y="1946642"/>
            <a:ext cx="7051069" cy="426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p:nvSpPr>
        <p:spPr>
          <a:xfrm>
            <a:off x="457200" y="876985"/>
            <a:ext cx="11277600" cy="369332"/>
          </a:xfrm>
          <a:prstGeom prst="rect">
            <a:avLst/>
          </a:prstGeom>
        </p:spPr>
        <p:txBody>
          <a:bodyPr wrap="square">
            <a:spAutoFit/>
          </a:bodyPr>
          <a:lstStyle/>
          <a:p>
            <a:r>
              <a:rPr lang="en-US" altLang="en-US" b="1" dirty="0" err="1">
                <a:solidFill>
                  <a:srgbClr val="000000"/>
                </a:solidFill>
                <a:latin typeface="Times New Roman" panose="02020603050405020304" pitchFamily="18" charset="0"/>
                <a:cs typeface="Times New Roman" panose="02020603050405020304" pitchFamily="18" charset="0"/>
              </a:rPr>
              <a:t>Các</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bước</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kết</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nối</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các</a:t>
            </a:r>
            <a:r>
              <a:rPr lang="en-US" altLang="en-US" b="1" dirty="0">
                <a:solidFill>
                  <a:srgbClr val="000000"/>
                </a:solidFill>
                <a:latin typeface="Times New Roman" panose="02020603050405020304" pitchFamily="18" charset="0"/>
                <a:cs typeface="Times New Roman" panose="02020603050405020304" pitchFamily="18" charset="0"/>
              </a:rPr>
              <a:t> PLC qua </a:t>
            </a:r>
            <a:r>
              <a:rPr lang="en-US" altLang="en-US" b="1" dirty="0" err="1">
                <a:solidFill>
                  <a:srgbClr val="000000"/>
                </a:solidFill>
                <a:latin typeface="Times New Roman" panose="02020603050405020304" pitchFamily="18" charset="0"/>
                <a:cs typeface="Times New Roman" panose="02020603050405020304" pitchFamily="18" charset="0"/>
              </a:rPr>
              <a:t>cổng</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Profinet</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nhờ</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phương</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thức</a:t>
            </a:r>
            <a:r>
              <a:rPr lang="en-US" altLang="en-US" b="1" dirty="0">
                <a:solidFill>
                  <a:srgbClr val="000000"/>
                </a:solidFill>
                <a:latin typeface="Times New Roman" panose="02020603050405020304" pitchFamily="18" charset="0"/>
                <a:cs typeface="Times New Roman" panose="02020603050405020304" pitchFamily="18" charset="0"/>
              </a:rPr>
              <a:t> PUT – GET </a:t>
            </a:r>
            <a:endParaRPr lang="en-US" dirty="0"/>
          </a:p>
        </p:txBody>
      </p:sp>
      <p:sp>
        <p:nvSpPr>
          <p:cNvPr id="10"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6.2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Truyền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thông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Profinet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profibus</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11" name="Footer Placeholder 1">
            <a:extLst>
              <a:ext uri="{FF2B5EF4-FFF2-40B4-BE49-F238E27FC236}">
                <a16:creationId xmlns:a16="http://schemas.microsoft.com/office/drawing/2014/main" id="{95CD36F6-F447-4ED2-8A82-F12AE4D518C2}"/>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7239953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 descr="put and get 2">
            <a:extLst>
              <a:ext uri="{FF2B5EF4-FFF2-40B4-BE49-F238E27FC236}">
                <a16:creationId xmlns:a16="http://schemas.microsoft.com/office/drawing/2014/main" id="{D19AA789-E997-420E-8BE2-C079A13C00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19052"/>
          <a:stretch>
            <a:fillRect/>
          </a:stretch>
        </p:blipFill>
        <p:spPr bwMode="auto">
          <a:xfrm>
            <a:off x="1058069" y="2281238"/>
            <a:ext cx="9702430" cy="362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1">
            <a:extLst>
              <a:ext uri="{FF2B5EF4-FFF2-40B4-BE49-F238E27FC236}">
                <a16:creationId xmlns:a16="http://schemas.microsoft.com/office/drawing/2014/main" id="{6F73ECB4-B890-4F15-9C88-E0239FAC1E93}"/>
              </a:ext>
            </a:extLst>
          </p:cNvPr>
          <p:cNvSpPr>
            <a:spLocks noChangeArrowheads="1"/>
          </p:cNvSpPr>
          <p:nvPr/>
        </p:nvSpPr>
        <p:spPr bwMode="auto">
          <a:xfrm>
            <a:off x="457200" y="1351553"/>
            <a:ext cx="4267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dirty="0" err="1">
                <a:solidFill>
                  <a:prstClr val="black"/>
                </a:solidFill>
                <a:latin typeface="Times New Roman" panose="02020603050405020304" pitchFamily="18" charset="0"/>
                <a:cs typeface="Times New Roman" panose="02020603050405020304" pitchFamily="18" charset="0"/>
              </a:rPr>
              <a:t>Bước</a:t>
            </a:r>
            <a:r>
              <a:rPr lang="en-US" altLang="en-US" sz="1800" b="1" dirty="0">
                <a:solidFill>
                  <a:prstClr val="black"/>
                </a:solidFill>
                <a:latin typeface="Times New Roman" panose="02020603050405020304" pitchFamily="18" charset="0"/>
                <a:cs typeface="Times New Roman" panose="02020603050405020304" pitchFamily="18" charset="0"/>
              </a:rPr>
              <a:t> 2</a:t>
            </a:r>
            <a:r>
              <a:rPr lang="en-US" altLang="en-US" sz="1800" dirty="0">
                <a:solidFill>
                  <a:prstClr val="black"/>
                </a:solidFill>
                <a:latin typeface="Times New Roman" panose="02020603050405020304" pitchFamily="18" charset="0"/>
                <a:cs typeface="Times New Roman" panose="02020603050405020304" pitchFamily="18" charset="0"/>
              </a:rPr>
              <a:t>: Set S7 connection</a:t>
            </a:r>
          </a:p>
        </p:txBody>
      </p:sp>
      <p:sp>
        <p:nvSpPr>
          <p:cNvPr id="9" name="Rectangle 8"/>
          <p:cNvSpPr/>
          <p:nvPr/>
        </p:nvSpPr>
        <p:spPr>
          <a:xfrm>
            <a:off x="457200" y="876985"/>
            <a:ext cx="11277600" cy="369332"/>
          </a:xfrm>
          <a:prstGeom prst="rect">
            <a:avLst/>
          </a:prstGeom>
        </p:spPr>
        <p:txBody>
          <a:bodyPr wrap="square">
            <a:spAutoFit/>
          </a:bodyPr>
          <a:lstStyle/>
          <a:p>
            <a:r>
              <a:rPr lang="en-US" altLang="en-US" b="1" dirty="0" err="1">
                <a:solidFill>
                  <a:srgbClr val="000000"/>
                </a:solidFill>
                <a:latin typeface="Times New Roman" panose="02020603050405020304" pitchFamily="18" charset="0"/>
                <a:cs typeface="Times New Roman" panose="02020603050405020304" pitchFamily="18" charset="0"/>
              </a:rPr>
              <a:t>Các</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bước</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kết</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nối</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các</a:t>
            </a:r>
            <a:r>
              <a:rPr lang="en-US" altLang="en-US" b="1" dirty="0">
                <a:solidFill>
                  <a:srgbClr val="000000"/>
                </a:solidFill>
                <a:latin typeface="Times New Roman" panose="02020603050405020304" pitchFamily="18" charset="0"/>
                <a:cs typeface="Times New Roman" panose="02020603050405020304" pitchFamily="18" charset="0"/>
              </a:rPr>
              <a:t> PLC qua </a:t>
            </a:r>
            <a:r>
              <a:rPr lang="en-US" altLang="en-US" b="1" dirty="0" err="1">
                <a:solidFill>
                  <a:srgbClr val="000000"/>
                </a:solidFill>
                <a:latin typeface="Times New Roman" panose="02020603050405020304" pitchFamily="18" charset="0"/>
                <a:cs typeface="Times New Roman" panose="02020603050405020304" pitchFamily="18" charset="0"/>
              </a:rPr>
              <a:t>cổng</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Profinet</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nhờ</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phương</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thức</a:t>
            </a:r>
            <a:r>
              <a:rPr lang="en-US" altLang="en-US" b="1" dirty="0">
                <a:solidFill>
                  <a:srgbClr val="000000"/>
                </a:solidFill>
                <a:latin typeface="Times New Roman" panose="02020603050405020304" pitchFamily="18" charset="0"/>
                <a:cs typeface="Times New Roman" panose="02020603050405020304" pitchFamily="18" charset="0"/>
              </a:rPr>
              <a:t> PUT – GET </a:t>
            </a:r>
            <a:endParaRPr lang="en-US" dirty="0"/>
          </a:p>
        </p:txBody>
      </p:sp>
      <p:sp>
        <p:nvSpPr>
          <p:cNvPr id="10"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6.2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Truyền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thông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Profinet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profibus</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11" name="Footer Placeholder 1">
            <a:extLst>
              <a:ext uri="{FF2B5EF4-FFF2-40B4-BE49-F238E27FC236}">
                <a16:creationId xmlns:a16="http://schemas.microsoft.com/office/drawing/2014/main" id="{75C145ED-11C1-49AE-9C0C-4E55A3CF3708}"/>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4288543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1">
            <a:extLst>
              <a:ext uri="{FF2B5EF4-FFF2-40B4-BE49-F238E27FC236}">
                <a16:creationId xmlns:a16="http://schemas.microsoft.com/office/drawing/2014/main" id="{6F73ECB4-B890-4F15-9C88-E0239FAC1E93}"/>
              </a:ext>
            </a:extLst>
          </p:cNvPr>
          <p:cNvSpPr>
            <a:spLocks noChangeArrowheads="1"/>
          </p:cNvSpPr>
          <p:nvPr/>
        </p:nvSpPr>
        <p:spPr bwMode="auto">
          <a:xfrm>
            <a:off x="457200" y="1351553"/>
            <a:ext cx="4267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dirty="0" err="1">
                <a:solidFill>
                  <a:prstClr val="black"/>
                </a:solidFill>
                <a:latin typeface="Times New Roman" panose="02020603050405020304" pitchFamily="18" charset="0"/>
                <a:cs typeface="Times New Roman" panose="02020603050405020304" pitchFamily="18" charset="0"/>
              </a:rPr>
              <a:t>Bước</a:t>
            </a:r>
            <a:r>
              <a:rPr lang="en-US" altLang="en-US" sz="1800" b="1" dirty="0">
                <a:solidFill>
                  <a:prstClr val="black"/>
                </a:solidFill>
                <a:latin typeface="Times New Roman" panose="02020603050405020304" pitchFamily="18" charset="0"/>
                <a:cs typeface="Times New Roman" panose="02020603050405020304" pitchFamily="18" charset="0"/>
              </a:rPr>
              <a:t> 2</a:t>
            </a:r>
            <a:r>
              <a:rPr lang="en-US" altLang="en-US" sz="1800" dirty="0">
                <a:solidFill>
                  <a:prstClr val="black"/>
                </a:solidFill>
                <a:latin typeface="Times New Roman" panose="02020603050405020304" pitchFamily="18" charset="0"/>
                <a:cs typeface="Times New Roman" panose="02020603050405020304" pitchFamily="18" charset="0"/>
              </a:rPr>
              <a:t>: Set S7 connection</a:t>
            </a:r>
          </a:p>
        </p:txBody>
      </p:sp>
      <p:sp>
        <p:nvSpPr>
          <p:cNvPr id="8" name="Rectangle 7"/>
          <p:cNvSpPr/>
          <p:nvPr/>
        </p:nvSpPr>
        <p:spPr>
          <a:xfrm>
            <a:off x="457200" y="876985"/>
            <a:ext cx="11277600" cy="369332"/>
          </a:xfrm>
          <a:prstGeom prst="rect">
            <a:avLst/>
          </a:prstGeom>
        </p:spPr>
        <p:txBody>
          <a:bodyPr wrap="square">
            <a:spAutoFit/>
          </a:bodyPr>
          <a:lstStyle/>
          <a:p>
            <a:r>
              <a:rPr lang="en-US" altLang="en-US" b="1" dirty="0" err="1">
                <a:solidFill>
                  <a:srgbClr val="000000"/>
                </a:solidFill>
                <a:latin typeface="Times New Roman" panose="02020603050405020304" pitchFamily="18" charset="0"/>
                <a:cs typeface="Times New Roman" panose="02020603050405020304" pitchFamily="18" charset="0"/>
              </a:rPr>
              <a:t>Các</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bước</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kết</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nối</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các</a:t>
            </a:r>
            <a:r>
              <a:rPr lang="en-US" altLang="en-US" b="1" dirty="0">
                <a:solidFill>
                  <a:srgbClr val="000000"/>
                </a:solidFill>
                <a:latin typeface="Times New Roman" panose="02020603050405020304" pitchFamily="18" charset="0"/>
                <a:cs typeface="Times New Roman" panose="02020603050405020304" pitchFamily="18" charset="0"/>
              </a:rPr>
              <a:t> PLC qua </a:t>
            </a:r>
            <a:r>
              <a:rPr lang="en-US" altLang="en-US" b="1" dirty="0" err="1">
                <a:solidFill>
                  <a:srgbClr val="000000"/>
                </a:solidFill>
                <a:latin typeface="Times New Roman" panose="02020603050405020304" pitchFamily="18" charset="0"/>
                <a:cs typeface="Times New Roman" panose="02020603050405020304" pitchFamily="18" charset="0"/>
              </a:rPr>
              <a:t>cổng</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Profinet</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nhờ</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phương</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thức</a:t>
            </a:r>
            <a:r>
              <a:rPr lang="en-US" altLang="en-US" b="1" dirty="0">
                <a:solidFill>
                  <a:srgbClr val="000000"/>
                </a:solidFill>
                <a:latin typeface="Times New Roman" panose="02020603050405020304" pitchFamily="18" charset="0"/>
                <a:cs typeface="Times New Roman" panose="02020603050405020304" pitchFamily="18" charset="0"/>
              </a:rPr>
              <a:t> PUT – GET </a:t>
            </a:r>
            <a:endParaRPr lang="en-US" dirty="0"/>
          </a:p>
        </p:txBody>
      </p:sp>
      <p:pic>
        <p:nvPicPr>
          <p:cNvPr id="9" name="Picture 2" descr="put and get 3">
            <a:extLst>
              <a:ext uri="{FF2B5EF4-FFF2-40B4-BE49-F238E27FC236}">
                <a16:creationId xmlns:a16="http://schemas.microsoft.com/office/drawing/2014/main" id="{436338BE-7D76-4C5C-83B0-82A202941A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42871"/>
          <a:stretch>
            <a:fillRect/>
          </a:stretch>
        </p:blipFill>
        <p:spPr bwMode="auto">
          <a:xfrm>
            <a:off x="623446" y="2309813"/>
            <a:ext cx="10945107" cy="2490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6.2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Truyền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thông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Profinet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profibus</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11" name="Footer Placeholder 1">
            <a:extLst>
              <a:ext uri="{FF2B5EF4-FFF2-40B4-BE49-F238E27FC236}">
                <a16:creationId xmlns:a16="http://schemas.microsoft.com/office/drawing/2014/main" id="{EC8BAF08-B9E1-4258-8B6F-205E81328C6F}"/>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4738218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1">
            <a:extLst>
              <a:ext uri="{FF2B5EF4-FFF2-40B4-BE49-F238E27FC236}">
                <a16:creationId xmlns:a16="http://schemas.microsoft.com/office/drawing/2014/main" id="{CFA4B382-ED3F-4DBD-8376-04E3AD94BEAB}"/>
              </a:ext>
            </a:extLst>
          </p:cNvPr>
          <p:cNvSpPr>
            <a:spLocks noChangeArrowheads="1"/>
          </p:cNvSpPr>
          <p:nvPr/>
        </p:nvSpPr>
        <p:spPr bwMode="auto">
          <a:xfrm>
            <a:off x="457200" y="1285340"/>
            <a:ext cx="37529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dirty="0" err="1">
                <a:solidFill>
                  <a:prstClr val="black"/>
                </a:solidFill>
                <a:latin typeface="Times New Roman" panose="02020603050405020304" pitchFamily="18" charset="0"/>
                <a:cs typeface="Times New Roman" panose="02020603050405020304" pitchFamily="18" charset="0"/>
              </a:rPr>
              <a:t>Bước</a:t>
            </a:r>
            <a:r>
              <a:rPr lang="en-US" altLang="en-US" sz="1800" b="1" dirty="0">
                <a:solidFill>
                  <a:prstClr val="black"/>
                </a:solidFill>
                <a:latin typeface="Times New Roman" panose="02020603050405020304" pitchFamily="18" charset="0"/>
                <a:cs typeface="Times New Roman" panose="02020603050405020304" pitchFamily="18" charset="0"/>
              </a:rPr>
              <a:t> 3</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Cấu</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hình</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khối</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hàm</a:t>
            </a:r>
            <a:r>
              <a:rPr lang="en-US" altLang="en-US" sz="1800" dirty="0">
                <a:solidFill>
                  <a:prstClr val="black"/>
                </a:solidFill>
                <a:latin typeface="Times New Roman" panose="02020603050405020304" pitchFamily="18" charset="0"/>
                <a:cs typeface="Times New Roman" panose="02020603050405020304" pitchFamily="18" charset="0"/>
              </a:rPr>
              <a:t> PUT/GET</a:t>
            </a:r>
          </a:p>
        </p:txBody>
      </p:sp>
      <p:pic>
        <p:nvPicPr>
          <p:cNvPr id="8" name="Picture 2" descr="put and get 4">
            <a:extLst>
              <a:ext uri="{FF2B5EF4-FFF2-40B4-BE49-F238E27FC236}">
                <a16:creationId xmlns:a16="http://schemas.microsoft.com/office/drawing/2014/main" id="{48E0C870-9E5C-4A60-AD21-58F1630070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24225" y="1891904"/>
            <a:ext cx="4962525" cy="4532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p:nvSpPr>
        <p:spPr>
          <a:xfrm>
            <a:off x="457200" y="876985"/>
            <a:ext cx="11277600" cy="369332"/>
          </a:xfrm>
          <a:prstGeom prst="rect">
            <a:avLst/>
          </a:prstGeom>
        </p:spPr>
        <p:txBody>
          <a:bodyPr wrap="square">
            <a:spAutoFit/>
          </a:bodyPr>
          <a:lstStyle/>
          <a:p>
            <a:r>
              <a:rPr lang="en-US" altLang="en-US" b="1" dirty="0" err="1">
                <a:solidFill>
                  <a:srgbClr val="000000"/>
                </a:solidFill>
                <a:latin typeface="Times New Roman" panose="02020603050405020304" pitchFamily="18" charset="0"/>
                <a:cs typeface="Times New Roman" panose="02020603050405020304" pitchFamily="18" charset="0"/>
              </a:rPr>
              <a:t>Các</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bước</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kết</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nối</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các</a:t>
            </a:r>
            <a:r>
              <a:rPr lang="en-US" altLang="en-US" b="1" dirty="0">
                <a:solidFill>
                  <a:srgbClr val="000000"/>
                </a:solidFill>
                <a:latin typeface="Times New Roman" panose="02020603050405020304" pitchFamily="18" charset="0"/>
                <a:cs typeface="Times New Roman" panose="02020603050405020304" pitchFamily="18" charset="0"/>
              </a:rPr>
              <a:t> PLC qua </a:t>
            </a:r>
            <a:r>
              <a:rPr lang="en-US" altLang="en-US" b="1" dirty="0" err="1">
                <a:solidFill>
                  <a:srgbClr val="000000"/>
                </a:solidFill>
                <a:latin typeface="Times New Roman" panose="02020603050405020304" pitchFamily="18" charset="0"/>
                <a:cs typeface="Times New Roman" panose="02020603050405020304" pitchFamily="18" charset="0"/>
              </a:rPr>
              <a:t>cổng</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Profinet</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nhờ</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phương</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thức</a:t>
            </a:r>
            <a:r>
              <a:rPr lang="en-US" altLang="en-US" b="1" dirty="0">
                <a:solidFill>
                  <a:srgbClr val="000000"/>
                </a:solidFill>
                <a:latin typeface="Times New Roman" panose="02020603050405020304" pitchFamily="18" charset="0"/>
                <a:cs typeface="Times New Roman" panose="02020603050405020304" pitchFamily="18" charset="0"/>
              </a:rPr>
              <a:t> PUT – GET </a:t>
            </a:r>
            <a:endParaRPr lang="en-US" dirty="0"/>
          </a:p>
        </p:txBody>
      </p:sp>
      <p:sp>
        <p:nvSpPr>
          <p:cNvPr id="10"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6.2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Truyền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thông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Profinet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profibus</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11" name="Footer Placeholder 1">
            <a:extLst>
              <a:ext uri="{FF2B5EF4-FFF2-40B4-BE49-F238E27FC236}">
                <a16:creationId xmlns:a16="http://schemas.microsoft.com/office/drawing/2014/main" id="{D661AE88-8160-4664-BCD6-CC5FB0149256}"/>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7218606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1">
            <a:extLst>
              <a:ext uri="{FF2B5EF4-FFF2-40B4-BE49-F238E27FC236}">
                <a16:creationId xmlns:a16="http://schemas.microsoft.com/office/drawing/2014/main" id="{CFA4B382-ED3F-4DBD-8376-04E3AD94BEAB}"/>
              </a:ext>
            </a:extLst>
          </p:cNvPr>
          <p:cNvSpPr>
            <a:spLocks noChangeArrowheads="1"/>
          </p:cNvSpPr>
          <p:nvPr/>
        </p:nvSpPr>
        <p:spPr bwMode="auto">
          <a:xfrm>
            <a:off x="457200" y="1285340"/>
            <a:ext cx="37529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dirty="0" err="1">
                <a:solidFill>
                  <a:prstClr val="black"/>
                </a:solidFill>
                <a:latin typeface="Times New Roman" panose="02020603050405020304" pitchFamily="18" charset="0"/>
                <a:cs typeface="Times New Roman" panose="02020603050405020304" pitchFamily="18" charset="0"/>
              </a:rPr>
              <a:t>Bước</a:t>
            </a:r>
            <a:r>
              <a:rPr lang="en-US" altLang="en-US" sz="1800" b="1" dirty="0">
                <a:solidFill>
                  <a:prstClr val="black"/>
                </a:solidFill>
                <a:latin typeface="Times New Roman" panose="02020603050405020304" pitchFamily="18" charset="0"/>
                <a:cs typeface="Times New Roman" panose="02020603050405020304" pitchFamily="18" charset="0"/>
              </a:rPr>
              <a:t> 3</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Cấu</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hình</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khối</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hàm</a:t>
            </a:r>
            <a:r>
              <a:rPr lang="en-US" altLang="en-US" sz="1800" dirty="0">
                <a:solidFill>
                  <a:prstClr val="black"/>
                </a:solidFill>
                <a:latin typeface="Times New Roman" panose="02020603050405020304" pitchFamily="18" charset="0"/>
                <a:cs typeface="Times New Roman" panose="02020603050405020304" pitchFamily="18" charset="0"/>
              </a:rPr>
              <a:t> PUT/GET</a:t>
            </a:r>
          </a:p>
        </p:txBody>
      </p:sp>
      <p:sp>
        <p:nvSpPr>
          <p:cNvPr id="8" name="Rectangle 7"/>
          <p:cNvSpPr/>
          <p:nvPr/>
        </p:nvSpPr>
        <p:spPr>
          <a:xfrm>
            <a:off x="457200" y="876985"/>
            <a:ext cx="11277600" cy="369332"/>
          </a:xfrm>
          <a:prstGeom prst="rect">
            <a:avLst/>
          </a:prstGeom>
        </p:spPr>
        <p:txBody>
          <a:bodyPr wrap="square">
            <a:spAutoFit/>
          </a:bodyPr>
          <a:lstStyle/>
          <a:p>
            <a:r>
              <a:rPr lang="en-US" altLang="en-US" b="1" dirty="0" err="1">
                <a:solidFill>
                  <a:srgbClr val="000000"/>
                </a:solidFill>
                <a:latin typeface="Times New Roman" panose="02020603050405020304" pitchFamily="18" charset="0"/>
                <a:cs typeface="Times New Roman" panose="02020603050405020304" pitchFamily="18" charset="0"/>
              </a:rPr>
              <a:t>Các</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bước</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kết</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nối</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các</a:t>
            </a:r>
            <a:r>
              <a:rPr lang="en-US" altLang="en-US" b="1" dirty="0">
                <a:solidFill>
                  <a:srgbClr val="000000"/>
                </a:solidFill>
                <a:latin typeface="Times New Roman" panose="02020603050405020304" pitchFamily="18" charset="0"/>
                <a:cs typeface="Times New Roman" panose="02020603050405020304" pitchFamily="18" charset="0"/>
              </a:rPr>
              <a:t> PLC qua </a:t>
            </a:r>
            <a:r>
              <a:rPr lang="en-US" altLang="en-US" b="1" dirty="0" err="1">
                <a:solidFill>
                  <a:srgbClr val="000000"/>
                </a:solidFill>
                <a:latin typeface="Times New Roman" panose="02020603050405020304" pitchFamily="18" charset="0"/>
                <a:cs typeface="Times New Roman" panose="02020603050405020304" pitchFamily="18" charset="0"/>
              </a:rPr>
              <a:t>cổng</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Profinet</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nhờ</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phương</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b="1" dirty="0" err="1">
                <a:solidFill>
                  <a:srgbClr val="000000"/>
                </a:solidFill>
                <a:latin typeface="Times New Roman" panose="02020603050405020304" pitchFamily="18" charset="0"/>
                <a:cs typeface="Times New Roman" panose="02020603050405020304" pitchFamily="18" charset="0"/>
              </a:rPr>
              <a:t>thức</a:t>
            </a:r>
            <a:r>
              <a:rPr lang="en-US" altLang="en-US" b="1" dirty="0">
                <a:solidFill>
                  <a:srgbClr val="000000"/>
                </a:solidFill>
                <a:latin typeface="Times New Roman" panose="02020603050405020304" pitchFamily="18" charset="0"/>
                <a:cs typeface="Times New Roman" panose="02020603050405020304" pitchFamily="18" charset="0"/>
              </a:rPr>
              <a:t> PUT – GET </a:t>
            </a:r>
            <a:endParaRPr lang="en-US" dirty="0"/>
          </a:p>
        </p:txBody>
      </p:sp>
      <p:pic>
        <p:nvPicPr>
          <p:cNvPr id="9" name="Picture 5">
            <a:extLst>
              <a:ext uri="{FF2B5EF4-FFF2-40B4-BE49-F238E27FC236}">
                <a16:creationId xmlns:a16="http://schemas.microsoft.com/office/drawing/2014/main" id="{1B1C562D-C176-4B92-A78B-AC39B7E559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9963" y="1785938"/>
            <a:ext cx="5349711" cy="4402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6.2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Truyền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thông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Profinet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profibus</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11" name="Footer Placeholder 1">
            <a:extLst>
              <a:ext uri="{FF2B5EF4-FFF2-40B4-BE49-F238E27FC236}">
                <a16:creationId xmlns:a16="http://schemas.microsoft.com/office/drawing/2014/main" id="{BBBD76EB-907F-4B2A-838D-AF53A0461CA1}"/>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411559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29162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dirty="0">
                <a:solidFill>
                  <a:prstClr val="black"/>
                </a:solidFill>
                <a:latin typeface="Times New Roman" panose="02020603050405020304" pitchFamily="18" charset="0"/>
                <a:cs typeface="Times New Roman" panose="02020603050405020304" pitchFamily="18" charset="0"/>
              </a:rPr>
              <a:t>ĐỊNH NGHĨA PROFIBUS:</a:t>
            </a:r>
          </a:p>
        </p:txBody>
      </p:sp>
      <p:sp>
        <p:nvSpPr>
          <p:cNvPr id="3" name="Rectangle 2"/>
          <p:cNvSpPr/>
          <p:nvPr/>
        </p:nvSpPr>
        <p:spPr>
          <a:xfrm>
            <a:off x="457200" y="1441444"/>
            <a:ext cx="11277600" cy="3366563"/>
          </a:xfrm>
          <a:prstGeom prst="rect">
            <a:avLst/>
          </a:prstGeom>
        </p:spPr>
        <p:txBody>
          <a:bodyPr wrap="square">
            <a:spAutoFit/>
          </a:bodyPr>
          <a:lstStyle/>
          <a:p>
            <a:pPr algn="just" defTabSz="685800" eaLnBrk="0" fontAlgn="base" hangingPunct="0">
              <a:lnSpc>
                <a:spcPct val="150000"/>
              </a:lnSpc>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	</a:t>
            </a:r>
            <a:r>
              <a:rPr lang="vi-VN" dirty="0">
                <a:solidFill>
                  <a:prstClr val="black"/>
                </a:solidFill>
                <a:latin typeface="Times New Roman" panose="02020603050405020304" pitchFamily="18" charset="0"/>
                <a:cs typeface="Times New Roman" panose="02020603050405020304" pitchFamily="18" charset="0"/>
              </a:rPr>
              <a:t>Profibus là một mạng Fieldbus được thiết kế để giao tiếp giữa máy tính và PLC. Dựa trên nguyên tắc token bus không đồng bộ ở chế độ thời gian thực, PROFIBUS xác định mối quan hệ truyền thông giữa nhiều master và giữa master-slave, với khả năng truy cập theo chu kì và không theo chu kì, tốc độ truyền tối đa lên tới 500 kbit/s (trong một số ứng dụng có thể lên tới 1,5Mbp hay 12Mbp). Khoảng cách bus tối đa không dùng bộ lặp (repeater) là 200m và nếu dùng bộ lặp khoảng cách tối đa có thể đạt được là 800m. Số điểm (node) tối đa nếu không có bộ lặp là 32 và là 127 nếu có bộ lặp.</a:t>
            </a:r>
          </a:p>
          <a:p>
            <a:pPr algn="just" defTabSz="685800" eaLnBrk="0" fontAlgn="base" hangingPunct="0">
              <a:lnSpc>
                <a:spcPct val="150000"/>
              </a:lnSpc>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	</a:t>
            </a:r>
            <a:r>
              <a:rPr lang="vi-VN" dirty="0">
                <a:solidFill>
                  <a:prstClr val="black"/>
                </a:solidFill>
                <a:latin typeface="Times New Roman" panose="02020603050405020304" pitchFamily="18" charset="0"/>
                <a:cs typeface="Times New Roman" panose="02020603050405020304" pitchFamily="18" charset="0"/>
              </a:rPr>
              <a:t>Profibus sử dụng phương tiện truyền tin xoắn đôi và RS485 chuẩn công nghiệp trong các ứng dụng sản xuất hoặc IEC 1158-2 trong điều khiển quá trình. PROFIBUS cũng có thể sử dụng Ethernet TCP/IP.</a:t>
            </a:r>
            <a:endParaRPr lang="en-US" dirty="0">
              <a:solidFill>
                <a:prstClr val="black"/>
              </a:solidFill>
              <a:latin typeface="Times New Roman" panose="02020603050405020304" pitchFamily="18" charset="0"/>
              <a:cs typeface="Times New Roman" panose="02020603050405020304" pitchFamily="18" charset="0"/>
            </a:endParaRPr>
          </a:p>
        </p:txBody>
      </p:sp>
      <p:pic>
        <p:nvPicPr>
          <p:cNvPr id="10" name="Picture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57700" y="4820706"/>
            <a:ext cx="2838449" cy="1536311"/>
          </a:xfrm>
          <a:prstGeom prst="rect">
            <a:avLst/>
          </a:prstGeom>
        </p:spPr>
      </p:pic>
      <p:sp>
        <p:nvSpPr>
          <p:cNvPr id="11"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6.2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Truyền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thông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Profinet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profibus</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12" name="Footer Placeholder 1">
            <a:extLst>
              <a:ext uri="{FF2B5EF4-FFF2-40B4-BE49-F238E27FC236}">
                <a16:creationId xmlns:a16="http://schemas.microsoft.com/office/drawing/2014/main" id="{B05FC9E6-ABD7-4B31-B532-1A44F3F3824B}"/>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7882754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2" name="Picture 2" descr="Phân loại PROFIBUS DP PA FM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3448" y="1300535"/>
            <a:ext cx="4638675" cy="436245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29162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dirty="0">
                <a:solidFill>
                  <a:prstClr val="black"/>
                </a:solidFill>
                <a:latin typeface="Times New Roman" panose="02020603050405020304" pitchFamily="18" charset="0"/>
                <a:cs typeface="Times New Roman" panose="02020603050405020304" pitchFamily="18" charset="0"/>
              </a:rPr>
              <a:t>ĐỊNH NGHĨA PROFIBUS:</a:t>
            </a:r>
          </a:p>
        </p:txBody>
      </p:sp>
      <p:sp>
        <p:nvSpPr>
          <p:cNvPr id="2" name="Rectangle 1"/>
          <p:cNvSpPr/>
          <p:nvPr/>
        </p:nvSpPr>
        <p:spPr>
          <a:xfrm>
            <a:off x="457200" y="5825908"/>
            <a:ext cx="11277600" cy="369332"/>
          </a:xfrm>
          <a:prstGeom prst="rect">
            <a:avLst/>
          </a:prstGeom>
        </p:spPr>
        <p:txBody>
          <a:bodyPr wrap="square">
            <a:spAutoFit/>
          </a:bodyPr>
          <a:lstStyle/>
          <a:p>
            <a:pPr algn="ctr"/>
            <a:r>
              <a:rPr lang="en-US" b="1" dirty="0" err="1">
                <a:solidFill>
                  <a:srgbClr val="000000"/>
                </a:solidFill>
                <a:latin typeface="Times New Roman" panose="02020603050405020304" pitchFamily="18" charset="0"/>
                <a:cs typeface="Times New Roman" panose="02020603050405020304" pitchFamily="18" charset="0"/>
              </a:rPr>
              <a:t>Profibus</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có</a:t>
            </a:r>
            <a:r>
              <a:rPr lang="en-US" b="1" dirty="0">
                <a:solidFill>
                  <a:srgbClr val="000000"/>
                </a:solidFill>
                <a:latin typeface="Times New Roman" panose="02020603050405020304" pitchFamily="18" charset="0"/>
                <a:cs typeface="Times New Roman" panose="02020603050405020304" pitchFamily="18" charset="0"/>
              </a:rPr>
              <a:t> 3 </a:t>
            </a:r>
            <a:r>
              <a:rPr lang="en-US" b="1" dirty="0" err="1">
                <a:solidFill>
                  <a:srgbClr val="000000"/>
                </a:solidFill>
                <a:latin typeface="Times New Roman" panose="02020603050405020304" pitchFamily="18" charset="0"/>
                <a:cs typeface="Times New Roman" panose="02020603050405020304" pitchFamily="18" charset="0"/>
              </a:rPr>
              <a:t>kiểu</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giao</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thức</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là</a:t>
            </a:r>
            <a:r>
              <a:rPr lang="en-US" b="1" dirty="0">
                <a:solidFill>
                  <a:srgbClr val="000000"/>
                </a:solidFill>
                <a:latin typeface="Times New Roman" panose="02020603050405020304" pitchFamily="18" charset="0"/>
                <a:cs typeface="Times New Roman" panose="02020603050405020304" pitchFamily="18" charset="0"/>
              </a:rPr>
              <a:t>: PROFIBUS DP, PROFIBUS PA, PROFIBUS FMS</a:t>
            </a:r>
            <a:endParaRPr lang="en-US" dirty="0">
              <a:latin typeface="Times New Roman" panose="02020603050405020304" pitchFamily="18" charset="0"/>
              <a:cs typeface="Times New Roman" panose="02020603050405020304" pitchFamily="18" charset="0"/>
            </a:endParaRPr>
          </a:p>
        </p:txBody>
      </p:sp>
      <p:sp>
        <p:nvSpPr>
          <p:cNvPr id="10"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6.2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Truyền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thông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Profinet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profibus</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11" name="Footer Placeholder 1">
            <a:extLst>
              <a:ext uri="{FF2B5EF4-FFF2-40B4-BE49-F238E27FC236}">
                <a16:creationId xmlns:a16="http://schemas.microsoft.com/office/drawing/2014/main" id="{21CC9250-9F98-4BD0-8B14-ADE58C745CC4}"/>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1923303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457200" y="1441444"/>
            <a:ext cx="11277600" cy="3416320"/>
          </a:xfrm>
          <a:prstGeom prst="rect">
            <a:avLst/>
          </a:prstGeom>
        </p:spPr>
        <p:txBody>
          <a:bodyPr wrap="square">
            <a:spAutoFit/>
          </a:bodyPr>
          <a:lstStyle/>
          <a:p>
            <a:pPr algn="just">
              <a:lnSpc>
                <a:spcPct val="150000"/>
              </a:lnSpc>
            </a:pPr>
            <a:r>
              <a:rPr lang="vi-VN" b="1" dirty="0">
                <a:solidFill>
                  <a:srgbClr val="090A0A"/>
                </a:solidFill>
                <a:latin typeface="Times New Roman" panose="02020603050405020304" pitchFamily="18" charset="0"/>
                <a:cs typeface="Times New Roman" panose="02020603050405020304" pitchFamily="18" charset="0"/>
              </a:rPr>
              <a:t>PROFIBUS DP</a:t>
            </a:r>
          </a:p>
          <a:p>
            <a:pPr algn="just">
              <a:lnSpc>
                <a:spcPct val="150000"/>
              </a:lnSpc>
            </a:pPr>
            <a:r>
              <a:rPr lang="en-US" dirty="0">
                <a:solidFill>
                  <a:srgbClr val="000000"/>
                </a:solidFill>
                <a:latin typeface="Times New Roman" panose="02020603050405020304" pitchFamily="18" charset="0"/>
                <a:cs typeface="Times New Roman" panose="02020603050405020304" pitchFamily="18" charset="0"/>
              </a:rPr>
              <a:t>	</a:t>
            </a:r>
            <a:r>
              <a:rPr lang="vi-VN" dirty="0">
                <a:solidFill>
                  <a:srgbClr val="000000"/>
                </a:solidFill>
                <a:latin typeface="Times New Roman" panose="02020603050405020304" pitchFamily="18" charset="0"/>
                <a:cs typeface="Times New Roman" panose="02020603050405020304" pitchFamily="18" charset="0"/>
              </a:rPr>
              <a:t>PROFIBUS DP là bus cấp thiết bị hỗ trợ cả tín hiệu tương tự và tín hiệu phân tán. PROFIBUS DP được sử dụng rộng rãi nhất hiện nay cho các đối tượng như hệ thống I/O, điều khiển động cơ và biến tần. DP là viết tắt của “Decentralized Periphery”. Tên gọi này đề cập đến các kết nối I/O, sử dụng giao tiếp nối tiếp tốc độ cao hoàn toàn phi tập trung để kết nối với bộ điều khiển trung tâm.</a:t>
            </a:r>
            <a:endParaRPr lang="en-US" dirty="0">
              <a:solidFill>
                <a:srgbClr val="000000"/>
              </a:solidFill>
              <a:latin typeface="Times New Roman" panose="02020603050405020304" pitchFamily="18" charset="0"/>
              <a:cs typeface="Times New Roman" panose="02020603050405020304" pitchFamily="18" charset="0"/>
            </a:endParaRPr>
          </a:p>
          <a:p>
            <a:pPr algn="just">
              <a:lnSpc>
                <a:spcPct val="150000"/>
              </a:lnSpc>
            </a:pPr>
            <a:r>
              <a:rPr lang="en-US" dirty="0">
                <a:solidFill>
                  <a:srgbClr val="000000"/>
                </a:solidFill>
                <a:latin typeface="Times New Roman" panose="02020603050405020304" pitchFamily="18" charset="0"/>
                <a:cs typeface="Times New Roman" panose="02020603050405020304" pitchFamily="18" charset="0"/>
              </a:rPr>
              <a:t>	</a:t>
            </a:r>
            <a:r>
              <a:rPr lang="vi-VN" dirty="0">
                <a:solidFill>
                  <a:srgbClr val="000000"/>
                </a:solidFill>
                <a:latin typeface="Times New Roman" panose="02020603050405020304" pitchFamily="18" charset="0"/>
                <a:cs typeface="Times New Roman" panose="02020603050405020304" pitchFamily="18" charset="0"/>
              </a:rPr>
              <a:t>Profibus DP truyền thông với tốc độ từ 9,6 Kbp -12 Mbp trong phạm vi từ 100-1200m. Nó là PROFIBUS hoạt động trên giao diện RS485 chuẩn và đã được bổ sung một số đặc điểm để phù hợp với các ứng dụng quá trình như đọc/ghi dữ liệu quá trình không theo chu kì, truyền trạng thái thiết bị, cấp nguồn trên bus và an toàn nội tại.</a:t>
            </a:r>
            <a:endParaRPr lang="vi-VN" b="0" i="0" dirty="0">
              <a:solidFill>
                <a:srgbClr val="000000"/>
              </a:solidFill>
              <a:effectLst/>
              <a:latin typeface="Times New Roman" panose="02020603050405020304" pitchFamily="18" charset="0"/>
              <a:cs typeface="Times New Roman" panose="02020603050405020304" pitchFamily="18" charset="0"/>
            </a:endParaRPr>
          </a:p>
        </p:txBody>
      </p:sp>
      <p:sp>
        <p:nvSpPr>
          <p:cNvPr id="8"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29162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dirty="0">
                <a:solidFill>
                  <a:prstClr val="black"/>
                </a:solidFill>
                <a:latin typeface="Times New Roman" panose="02020603050405020304" pitchFamily="18" charset="0"/>
                <a:cs typeface="Times New Roman" panose="02020603050405020304" pitchFamily="18" charset="0"/>
              </a:rPr>
              <a:t>ĐỊNH NGHĨA PROFIBUS:</a:t>
            </a:r>
          </a:p>
        </p:txBody>
      </p:sp>
      <p:sp>
        <p:nvSpPr>
          <p:cNvPr id="9"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6.2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Truyền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thông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Profinet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profibus</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10" name="Footer Placeholder 1">
            <a:extLst>
              <a:ext uri="{FF2B5EF4-FFF2-40B4-BE49-F238E27FC236}">
                <a16:creationId xmlns:a16="http://schemas.microsoft.com/office/drawing/2014/main" id="{83CF2459-12C3-41EB-AE77-9DEAA02B25AA}"/>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40781806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29162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dirty="0">
                <a:solidFill>
                  <a:prstClr val="black"/>
                </a:solidFill>
                <a:latin typeface="Times New Roman" panose="02020603050405020304" pitchFamily="18" charset="0"/>
                <a:cs typeface="Times New Roman" panose="02020603050405020304" pitchFamily="18" charset="0"/>
              </a:rPr>
              <a:t>ĐỊNH NGHĨA PROFIBUS:</a:t>
            </a:r>
          </a:p>
        </p:txBody>
      </p:sp>
      <p:sp>
        <p:nvSpPr>
          <p:cNvPr id="2" name="Rectangle 1"/>
          <p:cNvSpPr/>
          <p:nvPr/>
        </p:nvSpPr>
        <p:spPr>
          <a:xfrm>
            <a:off x="457200" y="1668517"/>
            <a:ext cx="11277600" cy="3831818"/>
          </a:xfrm>
          <a:prstGeom prst="rect">
            <a:avLst/>
          </a:prstGeom>
        </p:spPr>
        <p:txBody>
          <a:bodyPr wrap="square">
            <a:spAutoFit/>
          </a:bodyPr>
          <a:lstStyle/>
          <a:p>
            <a:pPr algn="just">
              <a:lnSpc>
                <a:spcPct val="150000"/>
              </a:lnSpc>
            </a:pPr>
            <a:r>
              <a:rPr lang="vi-VN" b="1" dirty="0">
                <a:solidFill>
                  <a:srgbClr val="090A0A"/>
                </a:solidFill>
                <a:latin typeface="Times New Roman" panose="02020603050405020304" pitchFamily="18" charset="0"/>
                <a:cs typeface="Times New Roman" panose="02020603050405020304" pitchFamily="18" charset="0"/>
              </a:rPr>
              <a:t>PROFIBUS PA</a:t>
            </a:r>
          </a:p>
          <a:p>
            <a:pPr algn="just">
              <a:lnSpc>
                <a:spcPct val="150000"/>
              </a:lnSpc>
            </a:pPr>
            <a:r>
              <a:rPr lang="en-US" dirty="0">
                <a:solidFill>
                  <a:srgbClr val="000000"/>
                </a:solidFill>
                <a:latin typeface="Times New Roman" panose="02020603050405020304" pitchFamily="18" charset="0"/>
                <a:cs typeface="Times New Roman" panose="02020603050405020304" pitchFamily="18" charset="0"/>
              </a:rPr>
              <a:t>	</a:t>
            </a:r>
            <a:r>
              <a:rPr lang="vi-VN" dirty="0">
                <a:solidFill>
                  <a:srgbClr val="000000"/>
                </a:solidFill>
                <a:latin typeface="Times New Roman" panose="02020603050405020304" pitchFamily="18" charset="0"/>
                <a:cs typeface="Times New Roman" panose="02020603050405020304" pitchFamily="18" charset="0"/>
              </a:rPr>
              <a:t>PROFIBUS PA là một fieldbus có chức năng toàn diện thường được sử dụng cho thiết bị cấp quá trình. Ban đầu, giao thức PROFIBUS PA được phát triển như một bước tiến của giao tiếp HART. Nó dành riêng cho các ứng dụng hiện trường, nơi yêu cầu giao tiếp giữa các dụng cụ đo và hệ thống điều khiển. PROFIBUS PA có cấu trúc mạng vật lý tuân theo IEC-61158-2 và truyền thông với tốc độ 31,25 Kbp với phạm vi tối đa 1.900m/phân đoạn. Chuẩn này được thiết kế cho những ứng dụng Intrinsically Safe.</a:t>
            </a:r>
          </a:p>
          <a:p>
            <a:pPr algn="just">
              <a:lnSpc>
                <a:spcPct val="150000"/>
              </a:lnSpc>
            </a:pPr>
            <a:r>
              <a:rPr lang="en-US" dirty="0">
                <a:solidFill>
                  <a:srgbClr val="000000"/>
                </a:solidFill>
                <a:latin typeface="Times New Roman" panose="02020603050405020304" pitchFamily="18" charset="0"/>
                <a:cs typeface="Times New Roman" panose="02020603050405020304" pitchFamily="18" charset="0"/>
              </a:rPr>
              <a:t>	</a:t>
            </a:r>
            <a:r>
              <a:rPr lang="vi-VN" dirty="0">
                <a:solidFill>
                  <a:srgbClr val="000000"/>
                </a:solidFill>
                <a:latin typeface="Times New Roman" panose="02020603050405020304" pitchFamily="18" charset="0"/>
                <a:cs typeface="Times New Roman" panose="02020603050405020304" pitchFamily="18" charset="0"/>
              </a:rPr>
              <a:t>Thiết bị PROFIBUS PA không được kết nối trực tiếp với bộ điều khiển. Điều này được thực hiện trên mạng PROFIBUS DP nhanh hơn và tiếp cận thông qua bộ ghép nối hoặc liên kết. Bộ ghép nối/liên kết hoạt động như một giao diện mạng và cung cấp năng lượng cho bus.</a:t>
            </a:r>
            <a:endParaRPr lang="vi-VN" b="0" i="0" dirty="0">
              <a:solidFill>
                <a:srgbClr val="000000"/>
              </a:solidFill>
              <a:effectLst/>
              <a:latin typeface="Times New Roman" panose="02020603050405020304" pitchFamily="18" charset="0"/>
              <a:cs typeface="Times New Roman" panose="02020603050405020304" pitchFamily="18" charset="0"/>
            </a:endParaRPr>
          </a:p>
        </p:txBody>
      </p:sp>
      <p:sp>
        <p:nvSpPr>
          <p:cNvPr id="9"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6.2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Truyền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thông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Profinet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profibus</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10" name="Footer Placeholder 1">
            <a:extLst>
              <a:ext uri="{FF2B5EF4-FFF2-40B4-BE49-F238E27FC236}">
                <a16:creationId xmlns:a16="http://schemas.microsoft.com/office/drawing/2014/main" id="{5ED299C5-ACAC-4F36-A597-2529E76E0195}"/>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6365426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457200" y="1859340"/>
            <a:ext cx="11277600" cy="2585323"/>
          </a:xfrm>
          <a:prstGeom prst="rect">
            <a:avLst/>
          </a:prstGeom>
        </p:spPr>
        <p:txBody>
          <a:bodyPr wrap="square">
            <a:spAutoFit/>
          </a:bodyPr>
          <a:lstStyle/>
          <a:p>
            <a:pPr algn="just">
              <a:lnSpc>
                <a:spcPct val="150000"/>
              </a:lnSpc>
            </a:pPr>
            <a:r>
              <a:rPr lang="vi-VN" b="1" dirty="0">
                <a:solidFill>
                  <a:srgbClr val="090A0A"/>
                </a:solidFill>
                <a:latin typeface="Times New Roman" panose="02020603050405020304" pitchFamily="18" charset="0"/>
                <a:cs typeface="Times New Roman" panose="02020603050405020304" pitchFamily="18" charset="0"/>
              </a:rPr>
              <a:t>PROFIBUS FMS</a:t>
            </a:r>
          </a:p>
          <a:p>
            <a:pPr algn="just">
              <a:lnSpc>
                <a:spcPct val="150000"/>
              </a:lnSpc>
            </a:pPr>
            <a:r>
              <a:rPr lang="en-US" dirty="0">
                <a:solidFill>
                  <a:srgbClr val="000000"/>
                </a:solidFill>
                <a:latin typeface="Times New Roman" panose="02020603050405020304" pitchFamily="18" charset="0"/>
                <a:cs typeface="Times New Roman" panose="02020603050405020304" pitchFamily="18" charset="0"/>
              </a:rPr>
              <a:t>	</a:t>
            </a:r>
            <a:r>
              <a:rPr lang="vi-VN" dirty="0">
                <a:solidFill>
                  <a:srgbClr val="000000"/>
                </a:solidFill>
                <a:latin typeface="Times New Roman" panose="02020603050405020304" pitchFamily="18" charset="0"/>
                <a:cs typeface="Times New Roman" panose="02020603050405020304" pitchFamily="18" charset="0"/>
              </a:rPr>
              <a:t>PROFIBUS FMS cung cấp cho người dùng nhiều lựa chọn chức năng khi so sánh với các biến thể khác. Đây là giải pháp trong tiêu chuẩn truyền thông chung có thể được sử dụng để giải quyết các nhiệm vụ truyền thông phức tạp giữa PLC và DCS. Biến thể này hỗ trợ giao tiếp giữa các hệ thống tự động hóa bên cạnh việc trao đổi dữ liệu giữa các thiết bị thông minh, thường được sử dụng ở cấp độ điều khiển. Gần đây, vì chức năng chính của nó là giao tiếp ngang hàng, nó đang được thay thế bằng ứng dụng trong Ethernet.</a:t>
            </a:r>
            <a:endParaRPr lang="vi-VN" b="0" i="0" dirty="0">
              <a:solidFill>
                <a:srgbClr val="000000"/>
              </a:solidFill>
              <a:effectLst/>
              <a:latin typeface="Times New Roman" panose="02020603050405020304" pitchFamily="18" charset="0"/>
              <a:cs typeface="Times New Roman" panose="02020603050405020304" pitchFamily="18" charset="0"/>
            </a:endParaRPr>
          </a:p>
        </p:txBody>
      </p:sp>
      <p:sp>
        <p:nvSpPr>
          <p:cNvPr id="8"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29162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dirty="0">
                <a:solidFill>
                  <a:prstClr val="black"/>
                </a:solidFill>
                <a:latin typeface="Times New Roman" panose="02020603050405020304" pitchFamily="18" charset="0"/>
                <a:cs typeface="Times New Roman" panose="02020603050405020304" pitchFamily="18" charset="0"/>
              </a:rPr>
              <a:t>ĐỊNH NGHĨA PROFIBUS:</a:t>
            </a:r>
          </a:p>
        </p:txBody>
      </p:sp>
      <p:sp>
        <p:nvSpPr>
          <p:cNvPr id="9"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6.2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Truyền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thông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Profinet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profibus</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10" name="Footer Placeholder 1">
            <a:extLst>
              <a:ext uri="{FF2B5EF4-FFF2-40B4-BE49-F238E27FC236}">
                <a16:creationId xmlns:a16="http://schemas.microsoft.com/office/drawing/2014/main" id="{8C295D54-4778-46DD-AE0E-BD696DE5E6EE}"/>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9667709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457200" y="1429167"/>
            <a:ext cx="11277600" cy="3416320"/>
          </a:xfrm>
          <a:prstGeom prst="rect">
            <a:avLst/>
          </a:prstGeom>
        </p:spPr>
        <p:txBody>
          <a:bodyPr wrap="square">
            <a:spAutoFit/>
          </a:bodyPr>
          <a:lstStyle/>
          <a:p>
            <a:pPr algn="just">
              <a:lnSpc>
                <a:spcPct val="150000"/>
              </a:lnSpc>
            </a:pPr>
            <a:r>
              <a:rPr lang="vi-VN" b="1" dirty="0">
                <a:solidFill>
                  <a:srgbClr val="090A0A"/>
                </a:solidFill>
                <a:latin typeface="Times New Roman" panose="02020603050405020304" pitchFamily="18" charset="0"/>
                <a:cs typeface="Times New Roman" panose="02020603050405020304" pitchFamily="18" charset="0"/>
              </a:rPr>
              <a:t>Ưu điểm của Profibus</a:t>
            </a:r>
          </a:p>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Được sử dụng rộng rãi, hoạt động ổn định, đơn giản, đáng tín cậy dễ mở rộng hệ thống.</a:t>
            </a:r>
          </a:p>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Hỗ trợ mạng tại các cấp độ thiết bị, điều khiển quá trình.</a:t>
            </a:r>
          </a:p>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Sẵn có giao diện cho các ứng dụng variable speed drive và trung tâm điều khiển động cơ (Profibus DP).</a:t>
            </a:r>
          </a:p>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Sử dụng trong môi trường an toàn (Intrinsically Safe) (đối với các thiết bị Profibus PA).</a:t>
            </a:r>
          </a:p>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Các cổng nối (gateway) cho phép tích hợp Profibus PA trực tiếp với mạng Profibus DP.</a:t>
            </a:r>
          </a:p>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Giao diện chủ (host) sẵn có cho hầu hết PLC, DCS và các hệ thống máy tính.</a:t>
            </a:r>
          </a:p>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Thiết bị gateway hỗ trợ trực tiếp các mạng bus sensor chi phí thấp hơn, đặc biệt là AS-Interface.</a:t>
            </a:r>
            <a:endParaRPr lang="vi-VN" i="0" dirty="0">
              <a:effectLst/>
              <a:latin typeface="Times New Roman" panose="02020603050405020304" pitchFamily="18" charset="0"/>
              <a:cs typeface="Times New Roman" panose="02020603050405020304" pitchFamily="18" charset="0"/>
            </a:endParaRPr>
          </a:p>
        </p:txBody>
      </p:sp>
      <p:sp>
        <p:nvSpPr>
          <p:cNvPr id="3" name="Rectangle 2"/>
          <p:cNvSpPr/>
          <p:nvPr/>
        </p:nvSpPr>
        <p:spPr>
          <a:xfrm>
            <a:off x="457200" y="923052"/>
            <a:ext cx="3983848" cy="458074"/>
          </a:xfrm>
          <a:prstGeom prst="rect">
            <a:avLst/>
          </a:prstGeom>
        </p:spPr>
        <p:txBody>
          <a:bodyPr wrap="none">
            <a:spAutoFit/>
          </a:bodyPr>
          <a:lstStyle/>
          <a:p>
            <a:pPr algn="just">
              <a:lnSpc>
                <a:spcPct val="150000"/>
              </a:lnSpc>
            </a:pPr>
            <a:r>
              <a:rPr lang="vi-VN" b="1" dirty="0">
                <a:solidFill>
                  <a:srgbClr val="090A0A"/>
                </a:solidFill>
                <a:latin typeface="Times New Roman" panose="02020603050405020304" pitchFamily="18" charset="0"/>
                <a:cs typeface="Times New Roman" panose="02020603050405020304" pitchFamily="18" charset="0"/>
              </a:rPr>
              <a:t>ƯU, NHƯỢC ĐIỂM CỦA PROFIBUS</a:t>
            </a:r>
          </a:p>
        </p:txBody>
      </p:sp>
      <p:sp>
        <p:nvSpPr>
          <p:cNvPr id="4" name="Rectangle 3"/>
          <p:cNvSpPr/>
          <p:nvPr/>
        </p:nvSpPr>
        <p:spPr>
          <a:xfrm>
            <a:off x="457200" y="4888835"/>
            <a:ext cx="11277600" cy="1615827"/>
          </a:xfrm>
          <a:prstGeom prst="rect">
            <a:avLst/>
          </a:prstGeom>
        </p:spPr>
        <p:txBody>
          <a:bodyPr wrap="square">
            <a:spAutoFit/>
          </a:bodyPr>
          <a:lstStyle/>
          <a:p>
            <a:pPr algn="just"/>
            <a:r>
              <a:rPr lang="vi-VN" b="1" dirty="0">
                <a:solidFill>
                  <a:srgbClr val="090A0A"/>
                </a:solidFill>
                <a:latin typeface="Times New Roman" panose="02020603050405020304" pitchFamily="18" charset="0"/>
                <a:cs typeface="Times New Roman" panose="02020603050405020304" pitchFamily="18" charset="0"/>
              </a:rPr>
              <a:t>Nhược điểm của Profibus</a:t>
            </a:r>
          </a:p>
          <a:p>
            <a:pPr indent="-285750" algn="just">
              <a:lnSpc>
                <a:spcPct val="150000"/>
              </a:lnSpc>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Profibus DP không hỗ trợ ứng dụng Intrinsically Safe.</a:t>
            </a:r>
          </a:p>
          <a:p>
            <a:pPr indent="-285750" algn="just">
              <a:lnSpc>
                <a:spcPct val="150000"/>
              </a:lnSpc>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Những yêu cầu rằng buộc về hệ thống dây cáp, điện, tiếp đất, bọc và đầu cuối phải được tính đến trong quá trình thiết kế và lắp đặt.</a:t>
            </a:r>
          </a:p>
        </p:txBody>
      </p:sp>
      <p:sp>
        <p:nvSpPr>
          <p:cNvPr id="10"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6.2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Truyền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thông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Profinet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profibus</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11" name="Footer Placeholder 1">
            <a:extLst>
              <a:ext uri="{FF2B5EF4-FFF2-40B4-BE49-F238E27FC236}">
                <a16:creationId xmlns:a16="http://schemas.microsoft.com/office/drawing/2014/main" id="{BE509702-1040-4398-9A70-A66EE7744CAC}"/>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7692180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457200" y="1133847"/>
            <a:ext cx="11277600" cy="1615827"/>
          </a:xfrm>
          <a:prstGeom prst="rect">
            <a:avLst/>
          </a:prstGeom>
        </p:spPr>
        <p:txBody>
          <a:bodyPr wrap="square">
            <a:spAutoFit/>
          </a:bodyPr>
          <a:lstStyle/>
          <a:p>
            <a:pPr algn="just"/>
            <a:r>
              <a:rPr lang="vi-VN" b="1" dirty="0">
                <a:solidFill>
                  <a:srgbClr val="090A0A"/>
                </a:solidFill>
                <a:latin typeface="Times New Roman" panose="02020603050405020304" pitchFamily="18" charset="0"/>
                <a:cs typeface="Times New Roman" panose="02020603050405020304" pitchFamily="18" charset="0"/>
              </a:rPr>
              <a:t>ỨNG DỤNG PROFIBUS</a:t>
            </a:r>
          </a:p>
          <a:p>
            <a:pPr algn="just">
              <a:lnSpc>
                <a:spcPct val="150000"/>
              </a:lnSpc>
            </a:pP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Do có rất nhiều ưu điểm nên hiện nay, PROFIBUS được sử dụng rất nhiều trong các hệ thống điều khiển tự động trong công nghiệp, đặc biệt là PROFIBUS DP được sử dụng trong các nhà máy công nghiệp như xi măng, điện, hóa chất, chế biến,…v.v. tại Việt Nam cũng như trên thế giới.</a:t>
            </a: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91116" y="3039558"/>
            <a:ext cx="5609768" cy="3155495"/>
          </a:xfrm>
          <a:prstGeom prst="rect">
            <a:avLst/>
          </a:prstGeom>
        </p:spPr>
      </p:pic>
      <p:sp>
        <p:nvSpPr>
          <p:cNvPr id="9"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6.2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Truyền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thông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Profinet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profibus</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10" name="Footer Placeholder 1">
            <a:extLst>
              <a:ext uri="{FF2B5EF4-FFF2-40B4-BE49-F238E27FC236}">
                <a16:creationId xmlns:a16="http://schemas.microsoft.com/office/drawing/2014/main" id="{71242CD1-BCD3-454A-AE1C-2A9498919369}"/>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8105885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346074" y="976611"/>
            <a:ext cx="11388725" cy="646331"/>
          </a:xfrm>
          <a:prstGeom prst="rect">
            <a:avLst/>
          </a:prstGeom>
        </p:spPr>
        <p:txBody>
          <a:bodyPr wrap="square">
            <a:spAutoFit/>
          </a:bodyPr>
          <a:lstStyle/>
          <a:p>
            <a:pPr algn="just"/>
            <a:r>
              <a:rPr lang="en-US" b="1" dirty="0">
                <a:solidFill>
                  <a:srgbClr val="000000"/>
                </a:solidFill>
                <a:latin typeface="Times New Roman" panose="02020603050405020304" pitchFamily="18" charset="0"/>
                <a:cs typeface="Times New Roman" panose="02020603050405020304" pitchFamily="18" charset="0"/>
              </a:rPr>
              <a:t>MỘT SỐ ỨNG DỤNG TIÊU BIỂU SỬ DỤNG MẠNG PROFIBUS TRÊN THẾ GIỚI:</a:t>
            </a:r>
            <a:endParaRPr lang="en-US" dirty="0">
              <a:solidFill>
                <a:srgbClr val="000000"/>
              </a:solidFill>
              <a:latin typeface="Times New Roman" panose="02020603050405020304" pitchFamily="18" charset="0"/>
              <a:cs typeface="Times New Roman" panose="02020603050405020304" pitchFamily="18" charset="0"/>
            </a:endParaRPr>
          </a:p>
          <a:p>
            <a:pPr algn="ctr"/>
            <a:r>
              <a:rPr lang="en-US" b="1" dirty="0" err="1">
                <a:solidFill>
                  <a:srgbClr val="090A0A"/>
                </a:solidFill>
                <a:latin typeface="Times New Roman" panose="02020603050405020304" pitchFamily="18" charset="0"/>
                <a:cs typeface="Times New Roman" panose="02020603050405020304" pitchFamily="18" charset="0"/>
              </a:rPr>
              <a:t>Nhà</a:t>
            </a:r>
            <a:r>
              <a:rPr lang="en-US" b="1" dirty="0">
                <a:solidFill>
                  <a:srgbClr val="090A0A"/>
                </a:solidFill>
                <a:latin typeface="Times New Roman" panose="02020603050405020304" pitchFamily="18" charset="0"/>
                <a:cs typeface="Times New Roman" panose="02020603050405020304" pitchFamily="18" charset="0"/>
              </a:rPr>
              <a:t> </a:t>
            </a:r>
            <a:r>
              <a:rPr lang="en-US" b="1" dirty="0" err="1">
                <a:solidFill>
                  <a:srgbClr val="090A0A"/>
                </a:solidFill>
                <a:latin typeface="Times New Roman" panose="02020603050405020304" pitchFamily="18" charset="0"/>
                <a:cs typeface="Times New Roman" panose="02020603050405020304" pitchFamily="18" charset="0"/>
              </a:rPr>
              <a:t>máy</a:t>
            </a:r>
            <a:r>
              <a:rPr lang="en-US" b="1" dirty="0">
                <a:solidFill>
                  <a:srgbClr val="090A0A"/>
                </a:solidFill>
                <a:latin typeface="Times New Roman" panose="02020603050405020304" pitchFamily="18" charset="0"/>
                <a:cs typeface="Times New Roman" panose="02020603050405020304" pitchFamily="18" charset="0"/>
              </a:rPr>
              <a:t> </a:t>
            </a:r>
            <a:r>
              <a:rPr lang="en-US" b="1" dirty="0" err="1">
                <a:solidFill>
                  <a:srgbClr val="090A0A"/>
                </a:solidFill>
                <a:latin typeface="Times New Roman" panose="02020603050405020304" pitchFamily="18" charset="0"/>
                <a:cs typeface="Times New Roman" panose="02020603050405020304" pitchFamily="18" charset="0"/>
              </a:rPr>
              <a:t>đóng</a:t>
            </a:r>
            <a:r>
              <a:rPr lang="en-US" b="1" dirty="0">
                <a:solidFill>
                  <a:srgbClr val="090A0A"/>
                </a:solidFill>
                <a:latin typeface="Times New Roman" panose="02020603050405020304" pitchFamily="18" charset="0"/>
                <a:cs typeface="Times New Roman" panose="02020603050405020304" pitchFamily="18" charset="0"/>
              </a:rPr>
              <a:t> chai Coca-Cola </a:t>
            </a:r>
            <a:r>
              <a:rPr lang="en-US" b="1" dirty="0" err="1">
                <a:solidFill>
                  <a:srgbClr val="090A0A"/>
                </a:solidFill>
                <a:latin typeface="Times New Roman" panose="02020603050405020304" pitchFamily="18" charset="0"/>
                <a:cs typeface="Times New Roman" panose="02020603050405020304" pitchFamily="18" charset="0"/>
              </a:rPr>
              <a:t>tại</a:t>
            </a:r>
            <a:r>
              <a:rPr lang="en-US" b="1" dirty="0">
                <a:solidFill>
                  <a:srgbClr val="090A0A"/>
                </a:solidFill>
                <a:latin typeface="Times New Roman" panose="02020603050405020304" pitchFamily="18" charset="0"/>
                <a:cs typeface="Times New Roman" panose="02020603050405020304" pitchFamily="18" charset="0"/>
              </a:rPr>
              <a:t> HM </a:t>
            </a:r>
            <a:r>
              <a:rPr lang="en-US" b="1" dirty="0" err="1">
                <a:solidFill>
                  <a:srgbClr val="090A0A"/>
                </a:solidFill>
                <a:latin typeface="Times New Roman" panose="02020603050405020304" pitchFamily="18" charset="0"/>
                <a:cs typeface="Times New Roman" panose="02020603050405020304" pitchFamily="18" charset="0"/>
              </a:rPr>
              <a:t>Interdrink</a:t>
            </a:r>
            <a:r>
              <a:rPr lang="en-US" b="1" dirty="0">
                <a:solidFill>
                  <a:srgbClr val="090A0A"/>
                </a:solidFill>
                <a:latin typeface="Times New Roman" panose="02020603050405020304" pitchFamily="18" charset="0"/>
                <a:cs typeface="Times New Roman" panose="02020603050405020304" pitchFamily="18" charset="0"/>
              </a:rPr>
              <a:t> (</a:t>
            </a:r>
            <a:r>
              <a:rPr lang="en-US" b="1" dirty="0" err="1">
                <a:solidFill>
                  <a:srgbClr val="090A0A"/>
                </a:solidFill>
                <a:latin typeface="Times New Roman" panose="02020603050405020304" pitchFamily="18" charset="0"/>
                <a:cs typeface="Times New Roman" panose="02020603050405020304" pitchFamily="18" charset="0"/>
              </a:rPr>
              <a:t>Đức</a:t>
            </a:r>
            <a:r>
              <a:rPr lang="en-US" b="1" dirty="0">
                <a:solidFill>
                  <a:srgbClr val="090A0A"/>
                </a:solidFill>
                <a:latin typeface="Times New Roman" panose="02020603050405020304" pitchFamily="18" charset="0"/>
                <a:cs typeface="Times New Roman" panose="02020603050405020304" pitchFamily="18" charset="0"/>
              </a:rPr>
              <a:t>)</a:t>
            </a:r>
            <a:endParaRPr lang="en-US" b="1" i="0" dirty="0">
              <a:solidFill>
                <a:srgbClr val="090A0A"/>
              </a:solidFill>
              <a:effectLst/>
              <a:latin typeface="Times New Roman" panose="02020603050405020304" pitchFamily="18" charset="0"/>
              <a:cs typeface="Times New Roman" panose="02020603050405020304" pitchFamily="18" charset="0"/>
            </a:endParaRPr>
          </a:p>
        </p:txBody>
      </p:sp>
      <p:pic>
        <p:nvPicPr>
          <p:cNvPr id="23554" name="Picture 2" descr="Nhà máy đóng chai Coca-Col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95724" y="1704722"/>
            <a:ext cx="4284663" cy="284902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461963" y="4919177"/>
            <a:ext cx="11272836" cy="1200329"/>
          </a:xfrm>
          <a:prstGeom prst="rect">
            <a:avLst/>
          </a:prstGeom>
        </p:spPr>
        <p:txBody>
          <a:bodyPr wrap="square">
            <a:spAutoFit/>
          </a:bodyPr>
          <a:lstStyle/>
          <a:p>
            <a:pPr algn="just"/>
            <a:r>
              <a:rPr lang="vi-VN" dirty="0">
                <a:solidFill>
                  <a:srgbClr val="000000"/>
                </a:solidFill>
                <a:latin typeface="Times New Roman" panose="02020603050405020304" pitchFamily="18" charset="0"/>
                <a:cs typeface="Times New Roman" panose="02020603050405020304" pitchFamily="18" charset="0"/>
              </a:rPr>
              <a:t>Yêu cầu của HM Interdrink là cần một dây chuyền sản xuất có năng suất cao, hoạt động tin cậy và hiệu quả về kinh tế. Do vậy họ đã quyết định sử dụng PROFIBUS-DP cho quá trình lưu thông dữ liệu chu kỳ nhanh và PROFIBUS-FMS cho lưu thông dữ liệu không đồng bộ với lượng dữ liệu lớn. Hai giao thức được sử dụng cho 2 mức điều khiển khác nhau trong dây chuyền sản xuất.</a:t>
            </a:r>
            <a:endParaRPr lang="en-US" dirty="0">
              <a:latin typeface="Times New Roman" panose="02020603050405020304" pitchFamily="18" charset="0"/>
              <a:cs typeface="Times New Roman" panose="02020603050405020304" pitchFamily="18" charset="0"/>
            </a:endParaRPr>
          </a:p>
        </p:txBody>
      </p:sp>
      <p:sp>
        <p:nvSpPr>
          <p:cNvPr id="10"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6.2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Truyền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thông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Profinet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profibus</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11" name="Footer Placeholder 1">
            <a:extLst>
              <a:ext uri="{FF2B5EF4-FFF2-40B4-BE49-F238E27FC236}">
                <a16:creationId xmlns:a16="http://schemas.microsoft.com/office/drawing/2014/main" id="{0E90F222-5F70-4A6D-A237-68640F1BF6E5}"/>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973736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a:off x="346074" y="976611"/>
            <a:ext cx="11388725" cy="646331"/>
          </a:xfrm>
          <a:prstGeom prst="rect">
            <a:avLst/>
          </a:prstGeom>
        </p:spPr>
        <p:txBody>
          <a:bodyPr wrap="square">
            <a:spAutoFit/>
          </a:bodyPr>
          <a:lstStyle/>
          <a:p>
            <a:pPr algn="just"/>
            <a:r>
              <a:rPr lang="en-US" b="1" dirty="0">
                <a:solidFill>
                  <a:srgbClr val="000000"/>
                </a:solidFill>
                <a:latin typeface="Times New Roman" panose="02020603050405020304" pitchFamily="18" charset="0"/>
                <a:cs typeface="Times New Roman" panose="02020603050405020304" pitchFamily="18" charset="0"/>
              </a:rPr>
              <a:t>MỘT SỐ ỨNG DỤNG TIÊU BIỂU SỬ DỤNG MẠNG PROFIBUS TRÊN THẾ GIỚI:</a:t>
            </a:r>
            <a:endParaRPr lang="en-US" dirty="0">
              <a:solidFill>
                <a:srgbClr val="000000"/>
              </a:solidFill>
              <a:latin typeface="Times New Roman" panose="02020603050405020304" pitchFamily="18" charset="0"/>
              <a:cs typeface="Times New Roman" panose="02020603050405020304" pitchFamily="18" charset="0"/>
            </a:endParaRPr>
          </a:p>
          <a:p>
            <a:pPr algn="ctr"/>
            <a:r>
              <a:rPr lang="en-US" b="1" dirty="0" err="1">
                <a:solidFill>
                  <a:srgbClr val="090A0A"/>
                </a:solidFill>
                <a:latin typeface="Times New Roman" panose="02020603050405020304" pitchFamily="18" charset="0"/>
                <a:cs typeface="Times New Roman" panose="02020603050405020304" pitchFamily="18" charset="0"/>
              </a:rPr>
              <a:t>Nhà</a:t>
            </a:r>
            <a:r>
              <a:rPr lang="en-US" b="1" dirty="0">
                <a:solidFill>
                  <a:srgbClr val="090A0A"/>
                </a:solidFill>
                <a:latin typeface="Times New Roman" panose="02020603050405020304" pitchFamily="18" charset="0"/>
                <a:cs typeface="Times New Roman" panose="02020603050405020304" pitchFamily="18" charset="0"/>
              </a:rPr>
              <a:t> </a:t>
            </a:r>
            <a:r>
              <a:rPr lang="en-US" b="1" dirty="0" err="1">
                <a:solidFill>
                  <a:srgbClr val="090A0A"/>
                </a:solidFill>
                <a:latin typeface="Times New Roman" panose="02020603050405020304" pitchFamily="18" charset="0"/>
                <a:cs typeface="Times New Roman" panose="02020603050405020304" pitchFamily="18" charset="0"/>
              </a:rPr>
              <a:t>máy</a:t>
            </a:r>
            <a:r>
              <a:rPr lang="en-US" b="1" dirty="0">
                <a:solidFill>
                  <a:srgbClr val="090A0A"/>
                </a:solidFill>
                <a:latin typeface="Times New Roman" panose="02020603050405020304" pitchFamily="18" charset="0"/>
                <a:cs typeface="Times New Roman" panose="02020603050405020304" pitchFamily="18" charset="0"/>
              </a:rPr>
              <a:t> </a:t>
            </a:r>
            <a:r>
              <a:rPr lang="en-US" b="1" dirty="0" err="1">
                <a:solidFill>
                  <a:srgbClr val="090A0A"/>
                </a:solidFill>
                <a:latin typeface="Times New Roman" panose="02020603050405020304" pitchFamily="18" charset="0"/>
                <a:cs typeface="Times New Roman" panose="02020603050405020304" pitchFamily="18" charset="0"/>
              </a:rPr>
              <a:t>pha</a:t>
            </a:r>
            <a:r>
              <a:rPr lang="en-US" b="1" dirty="0">
                <a:solidFill>
                  <a:srgbClr val="090A0A"/>
                </a:solidFill>
                <a:latin typeface="Times New Roman" panose="02020603050405020304" pitchFamily="18" charset="0"/>
                <a:cs typeface="Times New Roman" panose="02020603050405020304" pitchFamily="18" charset="0"/>
              </a:rPr>
              <a:t> </a:t>
            </a:r>
            <a:r>
              <a:rPr lang="en-US" b="1" dirty="0" err="1">
                <a:solidFill>
                  <a:srgbClr val="090A0A"/>
                </a:solidFill>
                <a:latin typeface="Times New Roman" panose="02020603050405020304" pitchFamily="18" charset="0"/>
                <a:cs typeface="Times New Roman" panose="02020603050405020304" pitchFamily="18" charset="0"/>
              </a:rPr>
              <a:t>chế</a:t>
            </a:r>
            <a:r>
              <a:rPr lang="en-US" b="1" dirty="0">
                <a:solidFill>
                  <a:srgbClr val="090A0A"/>
                </a:solidFill>
                <a:latin typeface="Times New Roman" panose="02020603050405020304" pitchFamily="18" charset="0"/>
                <a:cs typeface="Times New Roman" panose="02020603050405020304" pitchFamily="18" charset="0"/>
              </a:rPr>
              <a:t> </a:t>
            </a:r>
            <a:r>
              <a:rPr lang="en-US" b="1" dirty="0" err="1">
                <a:solidFill>
                  <a:srgbClr val="090A0A"/>
                </a:solidFill>
                <a:latin typeface="Times New Roman" panose="02020603050405020304" pitchFamily="18" charset="0"/>
                <a:cs typeface="Times New Roman" panose="02020603050405020304" pitchFamily="18" charset="0"/>
              </a:rPr>
              <a:t>dầu</a:t>
            </a:r>
            <a:r>
              <a:rPr lang="en-US" b="1" dirty="0">
                <a:solidFill>
                  <a:srgbClr val="090A0A"/>
                </a:solidFill>
                <a:latin typeface="Times New Roman" panose="02020603050405020304" pitchFamily="18" charset="0"/>
                <a:cs typeface="Times New Roman" panose="02020603050405020304" pitchFamily="18" charset="0"/>
              </a:rPr>
              <a:t> </a:t>
            </a:r>
            <a:r>
              <a:rPr lang="en-US" b="1" dirty="0" err="1">
                <a:solidFill>
                  <a:srgbClr val="090A0A"/>
                </a:solidFill>
                <a:latin typeface="Times New Roman" panose="02020603050405020304" pitchFamily="18" charset="0"/>
                <a:cs typeface="Times New Roman" panose="02020603050405020304" pitchFamily="18" charset="0"/>
              </a:rPr>
              <a:t>khí</a:t>
            </a:r>
            <a:r>
              <a:rPr lang="en-US" b="1" dirty="0">
                <a:solidFill>
                  <a:srgbClr val="090A0A"/>
                </a:solidFill>
                <a:latin typeface="Times New Roman" panose="02020603050405020304" pitchFamily="18" charset="0"/>
                <a:cs typeface="Times New Roman" panose="02020603050405020304" pitchFamily="18" charset="0"/>
              </a:rPr>
              <a:t> </a:t>
            </a:r>
            <a:r>
              <a:rPr lang="en-US" b="1" dirty="0" err="1">
                <a:solidFill>
                  <a:srgbClr val="090A0A"/>
                </a:solidFill>
                <a:latin typeface="Times New Roman" panose="02020603050405020304" pitchFamily="18" charset="0"/>
                <a:cs typeface="Times New Roman" panose="02020603050405020304" pitchFamily="18" charset="0"/>
              </a:rPr>
              <a:t>của</a:t>
            </a:r>
            <a:r>
              <a:rPr lang="en-US" b="1" dirty="0">
                <a:solidFill>
                  <a:srgbClr val="090A0A"/>
                </a:solidFill>
                <a:latin typeface="Times New Roman" panose="02020603050405020304" pitchFamily="18" charset="0"/>
                <a:cs typeface="Times New Roman" panose="02020603050405020304" pitchFamily="18" charset="0"/>
              </a:rPr>
              <a:t> Shell (</a:t>
            </a:r>
            <a:r>
              <a:rPr lang="en-US" b="1" dirty="0" err="1">
                <a:solidFill>
                  <a:srgbClr val="090A0A"/>
                </a:solidFill>
                <a:latin typeface="Times New Roman" panose="02020603050405020304" pitchFamily="18" charset="0"/>
                <a:cs typeface="Times New Roman" panose="02020603050405020304" pitchFamily="18" charset="0"/>
              </a:rPr>
              <a:t>Đức</a:t>
            </a:r>
            <a:r>
              <a:rPr lang="en-US" b="1" dirty="0">
                <a:solidFill>
                  <a:srgbClr val="090A0A"/>
                </a:solidFill>
                <a:latin typeface="Times New Roman" panose="02020603050405020304" pitchFamily="18" charset="0"/>
                <a:cs typeface="Times New Roman" panose="02020603050405020304" pitchFamily="18" charset="0"/>
              </a:rPr>
              <a:t>)</a:t>
            </a:r>
            <a:endParaRPr lang="en-US" b="1" i="0" dirty="0">
              <a:solidFill>
                <a:srgbClr val="090A0A"/>
              </a:solidFill>
              <a:effectLst/>
              <a:latin typeface="Times New Roman" panose="02020603050405020304" pitchFamily="18" charset="0"/>
              <a:cs typeface="Times New Roman" panose="02020603050405020304" pitchFamily="18" charset="0"/>
            </a:endParaRPr>
          </a:p>
        </p:txBody>
      </p:sp>
      <p:pic>
        <p:nvPicPr>
          <p:cNvPr id="27650" name="Picture 2" descr="Nhà máy pha chế dầu khí"/>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67125" y="1706474"/>
            <a:ext cx="4954586" cy="278615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457200" y="4696033"/>
            <a:ext cx="11277599" cy="1754326"/>
          </a:xfrm>
          <a:prstGeom prst="rect">
            <a:avLst/>
          </a:prstGeom>
        </p:spPr>
        <p:txBody>
          <a:bodyPr wrap="square">
            <a:spAutoFit/>
          </a:bodyPr>
          <a:lstStyle/>
          <a:p>
            <a:pPr algn="just"/>
            <a:r>
              <a:rPr lang="vi-VN" dirty="0">
                <a:solidFill>
                  <a:srgbClr val="000000"/>
                </a:solidFill>
                <a:latin typeface="Times New Roman" panose="02020603050405020304" pitchFamily="18" charset="0"/>
                <a:cs typeface="Times New Roman" panose="02020603050405020304" pitchFamily="18" charset="0"/>
              </a:rPr>
              <a:t>Deutsche Shell AG quyết định áp dụng một giải pháp tự động hóa tiên tiến dựa trên công nghệ giao tiếp phân tán hiện đại. Phòng điều khiển trung tâm sử dụng phần mềm Total Plant Batch và hệ thống thị giác Honeywell SCAN 3000. Những thiết bị này được nối với Simantic S5 PLC sử dụng Ethernet công nghiệp. Công cụ Commuwin 2 của Endres and Hauser nối trực tiếp với PROFIBUS được sử dụng để cấu hình các bộ truyền tín hiệu E&amp;H. Xét về tổng thể, toàn nhà máy gồm hơn 9000 thiết bị và cảm biến từ 8 nhà sản xuất. Toàn bộ chúng được nối thông với nhau bằng PROFIBUS-DP, PA và AS-Interface.</a:t>
            </a:r>
            <a:endParaRPr lang="en-US" dirty="0">
              <a:latin typeface="Times New Roman" panose="02020603050405020304" pitchFamily="18" charset="0"/>
              <a:cs typeface="Times New Roman" panose="02020603050405020304" pitchFamily="18" charset="0"/>
            </a:endParaRPr>
          </a:p>
        </p:txBody>
      </p:sp>
      <p:sp>
        <p:nvSpPr>
          <p:cNvPr id="10"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6.2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Truyền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thông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Profinet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profibus</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11" name="Footer Placeholder 1">
            <a:extLst>
              <a:ext uri="{FF2B5EF4-FFF2-40B4-BE49-F238E27FC236}">
                <a16:creationId xmlns:a16="http://schemas.microsoft.com/office/drawing/2014/main" id="{796BCF90-DE3F-4BB1-A12A-9CDE6D38B5F8}"/>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845368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a:off x="346074" y="976611"/>
            <a:ext cx="11388725" cy="646331"/>
          </a:xfrm>
          <a:prstGeom prst="rect">
            <a:avLst/>
          </a:prstGeom>
        </p:spPr>
        <p:txBody>
          <a:bodyPr wrap="square">
            <a:spAutoFit/>
          </a:bodyPr>
          <a:lstStyle/>
          <a:p>
            <a:pPr algn="just"/>
            <a:r>
              <a:rPr lang="en-US" b="1" dirty="0">
                <a:solidFill>
                  <a:srgbClr val="000000"/>
                </a:solidFill>
                <a:latin typeface="Times New Roman" panose="02020603050405020304" pitchFamily="18" charset="0"/>
                <a:cs typeface="Times New Roman" panose="02020603050405020304" pitchFamily="18" charset="0"/>
              </a:rPr>
              <a:t>MỘT SỐ ỨNG DỤNG TIÊU BIỂU SỬ DỤNG MẠNG PROFIBUS TRÊN THẾ GIỚI:</a:t>
            </a:r>
            <a:endParaRPr lang="en-US" dirty="0">
              <a:solidFill>
                <a:srgbClr val="000000"/>
              </a:solidFill>
              <a:latin typeface="Times New Roman" panose="02020603050405020304" pitchFamily="18" charset="0"/>
              <a:cs typeface="Times New Roman" panose="02020603050405020304" pitchFamily="18" charset="0"/>
            </a:endParaRPr>
          </a:p>
          <a:p>
            <a:pPr algn="ctr"/>
            <a:r>
              <a:rPr lang="vi-VN" b="1" dirty="0">
                <a:solidFill>
                  <a:srgbClr val="090A0A"/>
                </a:solidFill>
                <a:latin typeface="Times New Roman" panose="02020603050405020304" pitchFamily="18" charset="0"/>
                <a:cs typeface="Times New Roman" panose="02020603050405020304" pitchFamily="18" charset="0"/>
              </a:rPr>
              <a:t>Nhà máy đóng chai rượu Jonny Walker (Scotland)</a:t>
            </a:r>
            <a:endParaRPr lang="en-US" b="1" i="0" dirty="0">
              <a:solidFill>
                <a:srgbClr val="090A0A"/>
              </a:solidFill>
              <a:effectLst/>
              <a:latin typeface="Times New Roman" panose="02020603050405020304" pitchFamily="18" charset="0"/>
              <a:cs typeface="Times New Roman" panose="02020603050405020304" pitchFamily="18" charset="0"/>
            </a:endParaRPr>
          </a:p>
        </p:txBody>
      </p:sp>
      <p:pic>
        <p:nvPicPr>
          <p:cNvPr id="28674" name="Picture 2" descr="Nhà máy đóng chai rượu"/>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864539"/>
            <a:ext cx="4173535" cy="250412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4630735" y="1785810"/>
            <a:ext cx="7134225" cy="3970318"/>
          </a:xfrm>
          <a:prstGeom prst="rect">
            <a:avLst/>
          </a:prstGeom>
        </p:spPr>
        <p:txBody>
          <a:bodyPr wrap="square">
            <a:spAutoFit/>
          </a:bodyPr>
          <a:lstStyle/>
          <a:p>
            <a:pPr algn="just"/>
            <a:r>
              <a:rPr lang="en-US" dirty="0">
                <a:solidFill>
                  <a:srgbClr val="000000"/>
                </a:solidFill>
                <a:latin typeface="Times New Roman" panose="02020603050405020304" pitchFamily="18" charset="0"/>
                <a:cs typeface="Times New Roman" panose="02020603050405020304" pitchFamily="18" charset="0"/>
              </a:rPr>
              <a:t>	</a:t>
            </a:r>
            <a:r>
              <a:rPr lang="vi-VN" dirty="0">
                <a:solidFill>
                  <a:srgbClr val="000000"/>
                </a:solidFill>
                <a:latin typeface="Times New Roman" panose="02020603050405020304" pitchFamily="18" charset="0"/>
                <a:cs typeface="Times New Roman" panose="02020603050405020304" pitchFamily="18" charset="0"/>
              </a:rPr>
              <a:t>Nhà máy đóng chai rượu Jonny Walker được công ty Scomagg nâng cấp thiết bị dựa trên nền PROFIBUS giúp điều khiển nhà máy lọc thô. Trong nhà máy này, hỗn hợp rượu uýt-ki được vận chuyển bằng đường ống tới bể chứa pha màu. Tại đây, nó được làm lạnh, lọc và đun nóng. Cuối cùng hỗn hợp được chuyển tới 40 bể chứa đóng chai khác đặt cách đây 500m. </a:t>
            </a:r>
            <a:endParaRPr lang="en-US" dirty="0">
              <a:solidFill>
                <a:srgbClr val="000000"/>
              </a:solidFill>
              <a:latin typeface="Times New Roman" panose="02020603050405020304" pitchFamily="18" charset="0"/>
              <a:cs typeface="Times New Roman" panose="02020603050405020304" pitchFamily="18" charset="0"/>
            </a:endParaRPr>
          </a:p>
          <a:p>
            <a:pPr algn="just"/>
            <a:r>
              <a:rPr lang="en-US" dirty="0">
                <a:solidFill>
                  <a:srgbClr val="000000"/>
                </a:solidFill>
                <a:latin typeface="Times New Roman" panose="02020603050405020304" pitchFamily="18" charset="0"/>
                <a:cs typeface="Times New Roman" panose="02020603050405020304" pitchFamily="18" charset="0"/>
              </a:rPr>
              <a:t>	</a:t>
            </a:r>
            <a:r>
              <a:rPr lang="vi-VN" dirty="0">
                <a:solidFill>
                  <a:srgbClr val="000000"/>
                </a:solidFill>
                <a:latin typeface="Times New Roman" panose="02020603050405020304" pitchFamily="18" charset="0"/>
                <a:cs typeface="Times New Roman" panose="02020603050405020304" pitchFamily="18" charset="0"/>
              </a:rPr>
              <a:t>Những I/O truyền thống gồm 18 cảm biến nhiệt độ, 18 van điều khiển nhiệt độ, 6 bộ chuyển mạch áp suất, 7 lưu lượng kế, 7 van điều khiển lưu lượng và 1 bộ đếm xung. Còn mạng PROFIBUS nối được 62 bể chứa, trong đó gồm 292 van điều khiển, 19 thước đo mức, 102 bộ chuyển mạch mức, 4 bộ chuyển mạch áp suất, 6 SIL, 15 MCC I/F, 22 nút và 44 đèn. Tổng diện tích nối mạng gần 1 km và tốc độ truyền dữ liệu là 500 kB/s. Toàn mạng có 72 nút trong 5 đoạn PROFIBUS gồm có 900 đầu vào và 500 đầu ra.</a:t>
            </a:r>
            <a:endParaRPr lang="en-US" dirty="0">
              <a:latin typeface="Times New Roman" panose="02020603050405020304" pitchFamily="18" charset="0"/>
              <a:cs typeface="Times New Roman" panose="02020603050405020304" pitchFamily="18" charset="0"/>
            </a:endParaRPr>
          </a:p>
        </p:txBody>
      </p:sp>
      <p:sp>
        <p:nvSpPr>
          <p:cNvPr id="10"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6.2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Truyền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thông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Profinet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profibus</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11" name="Footer Placeholder 1">
            <a:extLst>
              <a:ext uri="{FF2B5EF4-FFF2-40B4-BE49-F238E27FC236}">
                <a16:creationId xmlns:a16="http://schemas.microsoft.com/office/drawing/2014/main" id="{92EC730F-70F2-4047-BD37-4EC3313EDD54}"/>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8349193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5"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6.2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Truyền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thông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Profinet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profibus</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a:off x="346074" y="976611"/>
            <a:ext cx="11388725" cy="369332"/>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SỰ KHÁC NHAU GIỮA PROFIBUS VÀ PROFINET</a:t>
            </a:r>
            <a:endParaRPr kumimoji="0" lang="en-US" sz="1800" b="1" i="0" u="none" strike="noStrike" kern="1200" cap="none" spc="0" normalizeH="0" baseline="0" noProof="0" dirty="0">
              <a:ln>
                <a:noFill/>
              </a:ln>
              <a:solidFill>
                <a:srgbClr val="090A0A"/>
              </a:solidFill>
              <a:effectLst/>
              <a:uLnTx/>
              <a:uFillTx/>
              <a:latin typeface="Times New Roman" panose="02020603050405020304" pitchFamily="18" charset="0"/>
              <a:ea typeface="+mn-ea"/>
              <a:cs typeface="Times New Roman" panose="02020603050405020304" pitchFamily="18" charset="0"/>
            </a:endParaRPr>
          </a:p>
        </p:txBody>
      </p:sp>
      <p:sp>
        <p:nvSpPr>
          <p:cNvPr id="2" name="Rectangle 1"/>
          <p:cNvSpPr/>
          <p:nvPr/>
        </p:nvSpPr>
        <p:spPr>
          <a:xfrm>
            <a:off x="457200" y="1587540"/>
            <a:ext cx="11277599" cy="1704569"/>
          </a:xfrm>
          <a:prstGeom prst="rect">
            <a:avLst/>
          </a:prstGeom>
        </p:spPr>
        <p:txBody>
          <a:bodyPr wrap="square">
            <a:spAutoFit/>
          </a:bodyPr>
          <a:lstStyle/>
          <a:p>
            <a:pPr algn="just">
              <a:lnSpc>
                <a:spcPct val="150000"/>
              </a:lnSpc>
            </a:pPr>
            <a:r>
              <a:rPr lang="vi-VN" dirty="0">
                <a:solidFill>
                  <a:srgbClr val="000000"/>
                </a:solidFill>
                <a:latin typeface="Times New Roman" panose="02020603050405020304" pitchFamily="18" charset="0"/>
                <a:cs typeface="Times New Roman" panose="02020603050405020304" pitchFamily="18" charset="0"/>
              </a:rPr>
              <a:t>Khi chúng ta nói về PROFIBUS, chúng ta đang nói về một giao thức truyền thông kỹ thuật số truyền thống </a:t>
            </a:r>
            <a:endParaRPr lang="en-US" dirty="0">
              <a:solidFill>
                <a:srgbClr val="000000"/>
              </a:solidFill>
              <a:latin typeface="Times New Roman" panose="02020603050405020304" pitchFamily="18" charset="0"/>
              <a:cs typeface="Times New Roman" panose="02020603050405020304" pitchFamily="18" charset="0"/>
            </a:endParaRPr>
          </a:p>
          <a:p>
            <a:pPr algn="just">
              <a:lnSpc>
                <a:spcPct val="150000"/>
              </a:lnSpc>
            </a:pPr>
            <a:r>
              <a:rPr lang="vi-VN" dirty="0">
                <a:solidFill>
                  <a:srgbClr val="000000"/>
                </a:solidFill>
                <a:latin typeface="Times New Roman" panose="02020603050405020304" pitchFamily="18" charset="0"/>
                <a:cs typeface="Times New Roman" panose="02020603050405020304" pitchFamily="18" charset="0"/>
              </a:rPr>
              <a:t>PROFINET là một giao thức dựa trên Ethernet công nghiệp. PROFINET hỗ trợ giao tiếp nhanh hơn và cũng có nhiều băng thông hơn. Điều này có nghĩa là một thông điệp được trao đổi trên mạng PROFINET có thể chứa nhiều thông tin hơn một thông điệp trên PROFIBUS.</a:t>
            </a:r>
            <a:endParaRPr lang="vi-VN" b="0" i="0" dirty="0">
              <a:solidFill>
                <a:srgbClr val="000000"/>
              </a:solidFill>
              <a:effectLst/>
              <a:latin typeface="Times New Roman" panose="02020603050405020304" pitchFamily="18" charset="0"/>
              <a:cs typeface="Times New Roman" panose="02020603050405020304" pitchFamily="18" charset="0"/>
            </a:endParaRPr>
          </a:p>
        </p:txBody>
      </p:sp>
      <p:pic>
        <p:nvPicPr>
          <p:cNvPr id="9" name="Picture 2" descr="PROFIBUS và PROFINE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3273011"/>
            <a:ext cx="6889750" cy="3114167"/>
          </a:xfrm>
          <a:prstGeom prst="rect">
            <a:avLst/>
          </a:prstGeom>
          <a:noFill/>
          <a:extLst>
            <a:ext uri="{909E8E84-426E-40DD-AFC4-6F175D3DCCD1}">
              <a14:hiddenFill xmlns:a14="http://schemas.microsoft.com/office/drawing/2010/main">
                <a:solidFill>
                  <a:srgbClr val="FFFFFF"/>
                </a:solidFill>
              </a14:hiddenFill>
            </a:ext>
          </a:extLst>
        </p:spPr>
      </p:pic>
      <p:sp>
        <p:nvSpPr>
          <p:cNvPr id="10" name="Footer Placeholder 1">
            <a:extLst>
              <a:ext uri="{FF2B5EF4-FFF2-40B4-BE49-F238E27FC236}">
                <a16:creationId xmlns:a16="http://schemas.microsoft.com/office/drawing/2014/main" id="{09ADBA79-749C-47FD-ABF7-05BD3D162AD0}"/>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3869314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5"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6.2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Truyền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thông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Profinet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profibus</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a:off x="346074" y="976611"/>
            <a:ext cx="11388725" cy="369332"/>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SỰ KHÁC NHAU GIỮA PROFIBUS VÀ PROFINET</a:t>
            </a:r>
            <a:endParaRPr kumimoji="0" lang="en-US" sz="1800" b="1" i="0" u="none" strike="noStrike" kern="1200" cap="none" spc="0" normalizeH="0" baseline="0" noProof="0" dirty="0">
              <a:ln>
                <a:noFill/>
              </a:ln>
              <a:solidFill>
                <a:srgbClr val="090A0A"/>
              </a:solidFill>
              <a:effectLst/>
              <a:uLnTx/>
              <a:uFillTx/>
              <a:latin typeface="Times New Roman" panose="02020603050405020304" pitchFamily="18" charset="0"/>
              <a:ea typeface="+mn-ea"/>
              <a:cs typeface="Times New Roman" panose="02020603050405020304" pitchFamily="18" charset="0"/>
            </a:endParaRPr>
          </a:p>
        </p:txBody>
      </p:sp>
      <p:pic>
        <p:nvPicPr>
          <p:cNvPr id="2" name="Picture 1"/>
          <p:cNvPicPr>
            <a:picLocks noChangeAspect="1"/>
          </p:cNvPicPr>
          <p:nvPr/>
        </p:nvPicPr>
        <p:blipFill rotWithShape="1">
          <a:blip r:embed="rId4"/>
          <a:srcRect l="11885" t="17015" r="37107" b="15142"/>
          <a:stretch/>
        </p:blipFill>
        <p:spPr>
          <a:xfrm>
            <a:off x="2657474" y="1407192"/>
            <a:ext cx="6553201" cy="4902764"/>
          </a:xfrm>
          <a:prstGeom prst="rect">
            <a:avLst/>
          </a:prstGeom>
        </p:spPr>
      </p:pic>
      <p:sp>
        <p:nvSpPr>
          <p:cNvPr id="9" name="Footer Placeholder 1">
            <a:extLst>
              <a:ext uri="{FF2B5EF4-FFF2-40B4-BE49-F238E27FC236}">
                <a16:creationId xmlns:a16="http://schemas.microsoft.com/office/drawing/2014/main" id="{A8B8CEDA-1787-4B60-91BD-8EB30D3D7BF3}"/>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41882697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5"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6.2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Truyền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thông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Profinet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profibus</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a:off x="346074" y="976611"/>
            <a:ext cx="11388725" cy="369332"/>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SỰ KHÁC NHAU GIỮA PROFIBUS VÀ PROFINET</a:t>
            </a:r>
            <a:endParaRPr kumimoji="0" lang="en-US" sz="1800" b="1" i="0" u="none" strike="noStrike" kern="1200" cap="none" spc="0" normalizeH="0" baseline="0" noProof="0" dirty="0">
              <a:ln>
                <a:noFill/>
              </a:ln>
              <a:solidFill>
                <a:srgbClr val="090A0A"/>
              </a:solidFill>
              <a:effectLst/>
              <a:uLnTx/>
              <a:uFillTx/>
              <a:latin typeface="Times New Roman" panose="02020603050405020304" pitchFamily="18" charset="0"/>
              <a:ea typeface="+mn-ea"/>
              <a:cs typeface="Times New Roman" panose="02020603050405020304" pitchFamily="18" charset="0"/>
            </a:endParaRPr>
          </a:p>
        </p:txBody>
      </p:sp>
      <p:pic>
        <p:nvPicPr>
          <p:cNvPr id="3" name="y2meta.com - What is the Difference between Profibus and Profinet">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296139" y="1400285"/>
            <a:ext cx="8942773" cy="5030310"/>
          </a:xfrm>
          <a:prstGeom prst="rect">
            <a:avLst/>
          </a:prstGeom>
        </p:spPr>
      </p:pic>
      <p:sp>
        <p:nvSpPr>
          <p:cNvPr id="9" name="Footer Placeholder 1">
            <a:extLst>
              <a:ext uri="{FF2B5EF4-FFF2-40B4-BE49-F238E27FC236}">
                <a16:creationId xmlns:a16="http://schemas.microsoft.com/office/drawing/2014/main" id="{38963A7E-F4CD-4088-A304-B2B9BA42B800}"/>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69604160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3"/>
                                        </p:tgtEl>
                                      </p:cBhvr>
                                    </p:cmd>
                                  </p:childTnLst>
                                </p:cTn>
                              </p:par>
                            </p:childTnLst>
                          </p:cTn>
                        </p:par>
                      </p:childTnLst>
                    </p:cTn>
                  </p:par>
                </p:childTnLst>
              </p:cTn>
              <p:nextCondLst>
                <p:cond evt="onClick" delay="0">
                  <p:tgtEl>
                    <p:spTgt spid="3"/>
                  </p:tgtEl>
                </p:cond>
              </p:nextCondLst>
            </p:seq>
            <p:video>
              <p:cMediaNode vol="80000">
                <p:cTn id="7" fill="hold" display="0">
                  <p:stCondLst>
                    <p:cond delay="indefinite"/>
                  </p:stCondLst>
                </p:cTn>
                <p:tgtEl>
                  <p:spTgt spid="3"/>
                </p:tgtEl>
              </p:cMediaNode>
            </p:vide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E7E3D4"/>
        </a:solidFill>
        <a:effectLst/>
      </p:bgPr>
    </p:bg>
    <p:spTree>
      <p:nvGrpSpPr>
        <p:cNvPr id="1" name=""/>
        <p:cNvGrpSpPr/>
        <p:nvPr/>
      </p:nvGrpSpPr>
      <p:grpSpPr>
        <a:xfrm>
          <a:off x="0" y="0"/>
          <a:ext cx="0" cy="0"/>
          <a:chOff x="0" y="0"/>
          <a:chExt cx="0" cy="0"/>
        </a:xfrm>
      </p:grpSpPr>
      <p:pic>
        <p:nvPicPr>
          <p:cNvPr id="224258"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35113" y="0"/>
            <a:ext cx="9132887" cy="684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98612550"/>
      </p:ext>
    </p:extLst>
  </p:cSld>
  <p:clrMapOvr>
    <a:masterClrMapping/>
  </p:clrMapOvr>
</p:sld>
</file>

<file path=ppt/theme/theme1.xml><?xml version="1.0" encoding="utf-8"?>
<a:theme xmlns:a="http://schemas.openxmlformats.org/drawingml/2006/main" name="4_Default Design">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10001108_Welcome to Powerpoint 2016_CLR_v2" id="{CAB9082A-965C-42BE-8170-C940D3319B60}" vid="{82B84162-888A-4FD2-BEC9-B29B6DB2C73F}"/>
    </a:ext>
  </a:extLst>
</a:theme>
</file>

<file path=ppt/theme/theme3.xml><?xml version="1.0" encoding="utf-8"?>
<a:theme xmlns:a="http://schemas.openxmlformats.org/drawingml/2006/main" name="5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38100" cap="flat" cmpd="sng" algn="ctr">
          <a:solidFill>
            <a:schemeClr val="bg1"/>
          </a:solidFill>
          <a:prstDash val="solid"/>
          <a:round/>
          <a:headEnd type="none" w="med" len="med"/>
          <a:tailEnd type="none" w="med" len="med"/>
        </a:ln>
        <a:effectLst/>
      </a:spPr>
      <a:bodyPr vert="horz" wrap="squar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bg1"/>
            </a:solidFill>
            <a:effectLst/>
            <a:latin typeface="Arial" charset="0"/>
          </a:defRPr>
        </a:defPPr>
      </a:lstStyle>
    </a:spDef>
    <a:lnDef>
      <a:spPr bwMode="auto">
        <a:xfrm>
          <a:off x="0" y="0"/>
          <a:ext cx="1" cy="1"/>
        </a:xfrm>
        <a:custGeom>
          <a:avLst/>
          <a:gdLst/>
          <a:ahLst/>
          <a:cxnLst/>
          <a:rect l="0" t="0" r="0" b="0"/>
          <a:pathLst/>
        </a:custGeom>
        <a:noFill/>
        <a:ln w="38100" cap="flat" cmpd="sng" algn="ctr">
          <a:solidFill>
            <a:schemeClr val="bg1"/>
          </a:solidFill>
          <a:prstDash val="solid"/>
          <a:round/>
          <a:headEnd type="none" w="med" len="med"/>
          <a:tailEnd type="none" w="med" len="med"/>
        </a:ln>
        <a:effectLst/>
      </a:spPr>
      <a:bodyPr vert="horz" wrap="squar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bg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1045</TotalTime>
  <Words>2898</Words>
  <Application>Microsoft Office PowerPoint</Application>
  <PresentationFormat>Widescreen</PresentationFormat>
  <Paragraphs>181</Paragraphs>
  <Slides>29</Slides>
  <Notes>25</Notes>
  <HiddenSlides>0</HiddenSlides>
  <MMClips>1</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29</vt:i4>
      </vt:variant>
    </vt:vector>
  </HeadingPairs>
  <TitlesOfParts>
    <vt:vector size="38" baseType="lpstr">
      <vt:lpstr>Arial</vt:lpstr>
      <vt:lpstr>Calibri</vt:lpstr>
      <vt:lpstr>Calibri Light</vt:lpstr>
      <vt:lpstr>Segoe UI</vt:lpstr>
      <vt:lpstr>Segoe UI Light</vt:lpstr>
      <vt:lpstr>Times New Roman</vt:lpstr>
      <vt:lpstr>4_Default Design</vt:lpstr>
      <vt:lpstr>WelcomeDoc</vt:lpstr>
      <vt:lpstr>5_Default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1.3 THIẾT BỊ ĐIỀU KHIỂN LẬP TRÌNH S7-1200  1.4 XỬ LÝ CHƯƠNG TRÌNH  1.5 KẾT NỐI DÂY GIỮA PLC VÀ CÁC THIẾT BỊ NGOẠI VI  1.6 KIỂM TRA VIỆC KẾT NỐI DÂY BẰNG PHẦN MỀM</dc:title>
  <dc:creator>ngha14051997@gmail.com</dc:creator>
  <cp:lastModifiedBy>Xuan Quang</cp:lastModifiedBy>
  <cp:revision>162</cp:revision>
  <dcterms:created xsi:type="dcterms:W3CDTF">2021-07-02T09:40:39Z</dcterms:created>
  <dcterms:modified xsi:type="dcterms:W3CDTF">2021-11-26T14:03:41Z</dcterms:modified>
</cp:coreProperties>
</file>