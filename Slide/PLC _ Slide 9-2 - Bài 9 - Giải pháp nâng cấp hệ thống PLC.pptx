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77" r:id="rId3"/>
  </p:sldMasterIdLst>
  <p:notesMasterIdLst>
    <p:notesMasterId r:id="rId30"/>
  </p:notesMasterIdLst>
  <p:sldIdLst>
    <p:sldId id="257" r:id="rId4"/>
    <p:sldId id="341" r:id="rId5"/>
    <p:sldId id="339" r:id="rId6"/>
    <p:sldId id="369" r:id="rId7"/>
    <p:sldId id="359" r:id="rId8"/>
    <p:sldId id="360" r:id="rId9"/>
    <p:sldId id="361" r:id="rId10"/>
    <p:sldId id="362" r:id="rId11"/>
    <p:sldId id="363" r:id="rId12"/>
    <p:sldId id="364" r:id="rId13"/>
    <p:sldId id="375" r:id="rId14"/>
    <p:sldId id="376" r:id="rId15"/>
    <p:sldId id="370" r:id="rId16"/>
    <p:sldId id="371" r:id="rId17"/>
    <p:sldId id="377" r:id="rId18"/>
    <p:sldId id="378" r:id="rId19"/>
    <p:sldId id="372" r:id="rId20"/>
    <p:sldId id="373" r:id="rId21"/>
    <p:sldId id="379" r:id="rId22"/>
    <p:sldId id="380" r:id="rId23"/>
    <p:sldId id="381" r:id="rId24"/>
    <p:sldId id="382" r:id="rId25"/>
    <p:sldId id="383" r:id="rId26"/>
    <p:sldId id="384" r:id="rId27"/>
    <p:sldId id="385" r:id="rId28"/>
    <p:sldId id="302"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2897" autoAdjust="0"/>
  </p:normalViewPr>
  <p:slideViewPr>
    <p:cSldViewPr snapToGrid="0">
      <p:cViewPr varScale="1">
        <p:scale>
          <a:sx n="74" d="100"/>
          <a:sy n="74" d="100"/>
        </p:scale>
        <p:origin x="376" y="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EF37C-3239-4CC1-9458-1F4F89E202E7}" type="datetimeFigureOut">
              <a:rPr lang="en-US" smtClean="0"/>
              <a:t>3/12/2021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67F6F-AC6B-4134-8A12-A6DFC3D5752F}" type="slidenum">
              <a:rPr lang="en-US" smtClean="0"/>
              <a:t>‹#›</a:t>
            </a:fld>
            <a:endParaRPr lang="en-US"/>
          </a:p>
        </p:txBody>
      </p:sp>
    </p:spTree>
    <p:extLst>
      <p:ext uri="{BB962C8B-B14F-4D97-AF65-F5344CB8AC3E}">
        <p14:creationId xmlns:p14="http://schemas.microsoft.com/office/powerpoint/2010/main" val="1287825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60648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580577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6290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2220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3670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348428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345074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18974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0912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810302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426237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294746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737632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33739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60566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98293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1779316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805575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12029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564240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ChangeArrowheads="1" noTextEdit="1"/>
          </p:cNvSpPr>
          <p:nvPr>
            <p:ph type="sldImg"/>
          </p:nvPr>
        </p:nvSpPr>
        <p:spPr>
          <a:xfrm>
            <a:off x="685800" y="1143000"/>
            <a:ext cx="5486400" cy="3086100"/>
          </a:xfrm>
          <a:ln/>
        </p:spPr>
      </p:sp>
      <p:sp>
        <p:nvSpPr>
          <p:cNvPr id="305155" name="Notes Placeholder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600"/>
              </a:spcBef>
              <a:spcAft>
                <a:spcPts val="600"/>
              </a:spcAft>
            </a:pPr>
            <a:endParaRPr lang="en-US" altLang="en-US" dirty="0">
              <a:solidFill>
                <a:srgbClr val="000000"/>
              </a:solidFill>
              <a:cs typeface="Times New Roman" panose="02020603050405020304" pitchFamily="18" charset="0"/>
              <a:sym typeface="Arial" panose="020B0604020202020204" pitchFamily="34" charset="0"/>
            </a:endParaRPr>
          </a:p>
        </p:txBody>
      </p:sp>
      <p:sp>
        <p:nvSpPr>
          <p:cNvPr id="305156" name="Slide Number Placeholder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51248B-0CA5-4003-A1C4-85DA3F788B3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80412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Slide Image Placeholder 1"/>
          <p:cNvSpPr>
            <a:spLocks noGrp="1" noRot="1" noChangeAspect="1" noTextEdit="1"/>
          </p:cNvSpPr>
          <p:nvPr>
            <p:ph type="sldImg"/>
          </p:nvPr>
        </p:nvSpPr>
        <p:spPr>
          <a:ln/>
        </p:spPr>
      </p:sp>
      <p:sp>
        <p:nvSpPr>
          <p:cNvPr id="3461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p>
        </p:txBody>
      </p:sp>
      <p:sp>
        <p:nvSpPr>
          <p:cNvPr id="346116"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93E0FCE-8BAB-41A6-9695-3E5F75C21E84}" type="slidenum">
              <a:rPr kumimoji="0" lang="en-US" altLang="en-US" sz="1200" b="0" i="0" u="none" strike="noStrike" kern="1200" cap="none" spc="0" normalizeH="0" baseline="0" noProof="0" smtClean="0">
                <a:ln>
                  <a:noFill/>
                </a:ln>
                <a:solidFill>
                  <a:srgbClr val="FFFFFF"/>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FFFFFF"/>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43882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5054E70C-47C2-4482-8988-74AF4DA451C8}"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672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C3DC5AC-A2C3-434D-9582-E0EC0F6FAA16}"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18420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9D51F59-BE09-49EF-946D-237576B9685B}"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9169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67DB86A-4D3F-4176-86D2-120FC381B7C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0733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A8AA00D-68EE-4067-BF52-4AAB8CCFAC32}"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025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04A71BA5-2B67-4F9A-91BC-1DB91DB7E825}"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950729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40E06C07-1723-4142-A5DC-829C5D45E06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950065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7370940-1979-4244-9AD8-282EE740D23D}"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868703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F3E4EF4D-25D8-42A0-896B-A7FD1DB7D984}"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84538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94F2807B-369F-4B8A-9F9F-3093857B5C9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651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mtClean="0"/>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wrap="square" numCol="1" anchorCtr="0" compatLnSpc="1">
            <a:prstTxWarp prst="textNoShape">
              <a:avLst/>
            </a:prstTxWarp>
          </a:bodyPr>
          <a:lstStyle>
            <a:lvl1pPr>
              <a:defRPr smtClean="0">
                <a:solidFill>
                  <a:srgbClr val="898989"/>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lstStyle>
            <a:lvl1pPr>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E2EAAE3A-2ACC-48DC-A270-F0C60EC6FDA1}"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65451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p:cNvSpPr/>
          <p:nvPr userDrawn="1"/>
        </p:nvSpPr>
        <p:spPr bwMode="blackWhite">
          <a:xfrm>
            <a:off x="254000" y="263525"/>
            <a:ext cx="11684000"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273929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cxnSp>
        <p:nvCxnSpPr>
          <p:cNvPr id="6" name="Straight Connector 5"/>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11" y="448056"/>
            <a:ext cx="6877120" cy="640080"/>
          </a:xfrm>
        </p:spPr>
        <p:txBody>
          <a:bodyPr>
            <a:normAutofit/>
          </a:bodyPr>
          <a:lstStyle>
            <a:lvl1pPr>
              <a:defRPr sz="24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9" y="1435608"/>
            <a:ext cx="4416552" cy="3977640"/>
          </a:xfrm>
        </p:spPr>
        <p:txBody>
          <a:bodyPr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1"/>
          </p:nvPr>
        </p:nvSpPr>
        <p:spPr/>
        <p:txBody>
          <a:bodyPr/>
          <a:lstStyle>
            <a:lvl1pPr>
              <a:defRPr smtClean="0"/>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D3BA31E0-D02B-4C72-92FB-E6211966027E}"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8" name="Footer Placeholder 4"/>
          <p:cNvSpPr>
            <a:spLocks noGrp="1"/>
          </p:cNvSpPr>
          <p:nvPr>
            <p:ph type="ftr" sz="quarter" idx="12"/>
          </p:nvPr>
        </p:nvSpPr>
        <p:spPr/>
        <p:txBody>
          <a:bodyPr/>
          <a:lstStyle>
            <a:lvl1pPr>
              <a:defRPr smtClean="0"/>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9" name="Slide Number Placeholder 5"/>
          <p:cNvSpPr>
            <a:spLocks noGrp="1"/>
          </p:cNvSpPr>
          <p:nvPr>
            <p:ph type="sldNum" sz="quarter" idx="13"/>
          </p:nvPr>
        </p:nvSpPr>
        <p:spPr>
          <a:xfrm>
            <a:off x="8370888" y="6203950"/>
            <a:ext cx="3276600" cy="365125"/>
          </a:xfrm>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2A99E05D-9AF6-4DBB-8249-15FD60AE4BB7}"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465865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Rectangle 3"/>
          <p:cNvSpPr/>
          <p:nvPr userDrawn="1"/>
        </p:nvSpPr>
        <p:spPr>
          <a:xfrm>
            <a:off x="254000" y="263525"/>
            <a:ext cx="11684000"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5" name="Rectangle 4"/>
          <p:cNvSpPr/>
          <p:nvPr userDrawn="1"/>
        </p:nvSpPr>
        <p:spPr bwMode="blackWhite">
          <a:xfrm>
            <a:off x="254000" y="263525"/>
            <a:ext cx="11684000"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2" name="Title 1"/>
          <p:cNvSpPr>
            <a:spLocks noGrp="1"/>
          </p:cNvSpPr>
          <p:nvPr>
            <p:ph type="title"/>
          </p:nvPr>
        </p:nvSpPr>
        <p:spPr>
          <a:xfrm>
            <a:off x="521209" y="1536192"/>
            <a:ext cx="6876288" cy="640080"/>
          </a:xfrm>
        </p:spPr>
        <p:txBody>
          <a:bodyPr>
            <a:normAutofit/>
          </a:bodyPr>
          <a:lstStyle>
            <a:lvl1pPr>
              <a:defRPr sz="2701">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501" y="2560320"/>
            <a:ext cx="9445753" cy="3977640"/>
          </a:xfrm>
        </p:spPr>
        <p:txBody>
          <a:bodyPr rtlCol="0">
            <a:normAutofit/>
          </a:bodyPr>
          <a:lstStyle>
            <a:lvl1pPr>
              <a:defRPr lang="en-US" sz="1200" smtClean="0">
                <a:solidFill>
                  <a:schemeClr val="tx1">
                    <a:lumMod val="75000"/>
                    <a:lumOff val="25000"/>
                  </a:schemeClr>
                </a:solidFill>
                <a:latin typeface="Times New Roman" panose="02020603050405020304" pitchFamily="18" charset="0"/>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025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930ADF8-94E5-4220-A61F-562A5FFF2652}"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3" name="Footer Placeholder 4"/>
          <p:cNvSpPr>
            <a:spLocks noGrp="1"/>
          </p:cNvSpPr>
          <p:nvPr>
            <p:ph type="ftr" sz="quarter" idx="11"/>
          </p:nvPr>
        </p:nvSpPr>
        <p:spPr/>
        <p:txBody>
          <a:bodyPr/>
          <a:lstStyle>
            <a:lvl1pPr>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4" name="Slide Number Placeholder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A0FCC8B3-8AA3-41AC-8D96-758D922C7515}"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288653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54"/>
            <a:ext cx="10363200" cy="1470025"/>
          </a:xfrm>
        </p:spPr>
        <p:txBody>
          <a:bodyPr/>
          <a:lstStyle>
            <a:lvl1pPr>
              <a:defRPr>
                <a:latin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atin typeface="Times New Roman" panose="02020603050405020304" pitchFamily="18"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BC885028-6C43-4AEC-8A23-5D273E1885A2}"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679579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6" name="Footer Placeholder 1"/>
          <p:cNvSpPr txBox="1">
            <a:spLocks/>
          </p:cNvSpPr>
          <p:nvPr userDrawn="1"/>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itchFamily="34" charset="0"/>
              </a:defRPr>
            </a:lvl1pPr>
            <a:lvl2pPr marL="742950" indent="-285750">
              <a:defRPr sz="2800" b="1">
                <a:solidFill>
                  <a:schemeClr val="bg1"/>
                </a:solidFill>
                <a:latin typeface="Arial" pitchFamily="34" charset="0"/>
              </a:defRPr>
            </a:lvl2pPr>
            <a:lvl3pPr marL="1143000" indent="-228600">
              <a:defRPr sz="2800" b="1">
                <a:solidFill>
                  <a:schemeClr val="bg1"/>
                </a:solidFill>
                <a:latin typeface="Arial" pitchFamily="34" charset="0"/>
              </a:defRPr>
            </a:lvl3pPr>
            <a:lvl4pPr marL="1600200" indent="-228600">
              <a:defRPr sz="2800" b="1">
                <a:solidFill>
                  <a:schemeClr val="bg1"/>
                </a:solidFill>
                <a:latin typeface="Arial" pitchFamily="34" charset="0"/>
              </a:defRPr>
            </a:lvl4pPr>
            <a:lvl5pPr marL="2057400" indent="-228600">
              <a:defRPr sz="2800" b="1">
                <a:solidFill>
                  <a:schemeClr val="bg1"/>
                </a:solidFill>
                <a:latin typeface="Arial" pitchFamily="34" charset="0"/>
              </a:defRPr>
            </a:lvl5pPr>
            <a:lvl6pPr marL="2514600" indent="-228600" eaLnBrk="0" fontAlgn="base" hangingPunct="0">
              <a:spcBef>
                <a:spcPct val="0"/>
              </a:spcBef>
              <a:spcAft>
                <a:spcPct val="0"/>
              </a:spcAft>
              <a:defRPr sz="2800" b="1">
                <a:solidFill>
                  <a:schemeClr val="bg1"/>
                </a:solidFill>
                <a:latin typeface="Arial" pitchFamily="34" charset="0"/>
              </a:defRPr>
            </a:lvl6pPr>
            <a:lvl7pPr marL="2971800" indent="-228600" eaLnBrk="0" fontAlgn="base" hangingPunct="0">
              <a:spcBef>
                <a:spcPct val="0"/>
              </a:spcBef>
              <a:spcAft>
                <a:spcPct val="0"/>
              </a:spcAft>
              <a:defRPr sz="2800" b="1">
                <a:solidFill>
                  <a:schemeClr val="bg1"/>
                </a:solidFill>
                <a:latin typeface="Arial" pitchFamily="34" charset="0"/>
              </a:defRPr>
            </a:lvl7pPr>
            <a:lvl8pPr marL="3429000" indent="-228600" eaLnBrk="0" fontAlgn="base" hangingPunct="0">
              <a:spcBef>
                <a:spcPct val="0"/>
              </a:spcBef>
              <a:spcAft>
                <a:spcPct val="0"/>
              </a:spcAft>
              <a:defRPr sz="2800" b="1">
                <a:solidFill>
                  <a:schemeClr val="bg1"/>
                </a:solidFill>
                <a:latin typeface="Arial" pitchFamily="34" charset="0"/>
              </a:defRPr>
            </a:lvl8pPr>
            <a:lvl9pPr marL="3886200" indent="-228600" eaLnBrk="0" fontAlgn="base" hangingPunct="0">
              <a:spcBef>
                <a:spcPct val="0"/>
              </a:spcBef>
              <a:spcAft>
                <a:spcPct val="0"/>
              </a:spcAft>
              <a:defRPr sz="2800" b="1">
                <a:solidFill>
                  <a:schemeClr val="bg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rPr>
              <a:t>AUT206 - PLC CƠ BẢN</a:t>
            </a:r>
            <a:endParaRPr kumimoji="0" lang="en-US" altLang="en-US" sz="1200" b="1" i="0" u="none" strike="noStrike" kern="1200" cap="none" spc="0" normalizeH="0" baseline="0" noProof="0">
              <a:ln>
                <a:noFill/>
              </a:ln>
              <a:solidFill>
                <a:srgbClr val="2D2D8A"/>
              </a:solidFill>
              <a:effectLst/>
              <a:uLnTx/>
              <a:uFillTx/>
              <a:latin typeface="Times New Roman" pitchFamily="18" charset="0"/>
              <a:ea typeface="+mn-ea"/>
              <a:cs typeface="Times New Roman" pitchFamily="18" charset="0"/>
            </a:endParaRPr>
          </a:p>
        </p:txBody>
      </p:sp>
      <p:pic>
        <p:nvPicPr>
          <p:cNvPr id="7"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AE2A845F-9870-47E0-86FF-D5B10359773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9571452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29"/>
            <a:ext cx="10363200" cy="1362075"/>
          </a:xfrm>
        </p:spPr>
        <p:txBody>
          <a:bodyPr anchor="t"/>
          <a:lstStyle>
            <a:lvl1pPr algn="l">
              <a:defRPr sz="4000" b="1" cap="all">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Times New Roman" panose="02020603050405020304" pitchFamily="18"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F5C626-45A0-46EF-9E58-C3CA54F08697}"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2595330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atin typeface="Times New Roman" panose="02020603050405020304" pitchFamily="18" charset="0"/>
              </a:defRPr>
            </a:lvl1pPr>
            <a:lvl2pPr>
              <a:defRPr sz="2400">
                <a:latin typeface="Times New Roman" panose="02020603050405020304" pitchFamily="18" charset="0"/>
              </a:defRPr>
            </a:lvl2pPr>
            <a:lvl3pPr>
              <a:defRPr sz="2000">
                <a:latin typeface="Times New Roman" panose="02020603050405020304" pitchFamily="18" charset="0"/>
              </a:defRPr>
            </a:lvl3pPr>
            <a:lvl4pPr>
              <a:defRPr sz="1800">
                <a:latin typeface="Times New Roman" panose="02020603050405020304" pitchFamily="18" charset="0"/>
              </a:defRPr>
            </a:lvl4pPr>
            <a:lvl5pPr>
              <a:defRPr sz="1800">
                <a:latin typeface="Times New Roman" panose="02020603050405020304" pitchFamily="18"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58AB801-7BEA-45FE-9251-E37D29ADF49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5783823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86" y="1535113"/>
            <a:ext cx="5389033" cy="639762"/>
          </a:xfrm>
        </p:spPr>
        <p:txBody>
          <a:bodyPr anchor="b"/>
          <a:lstStyle>
            <a:lvl1pPr marL="0" indent="0">
              <a:buNone/>
              <a:defRPr sz="2400" b="1">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86" y="2174875"/>
            <a:ext cx="5389033" cy="3951288"/>
          </a:xfrm>
        </p:spPr>
        <p:txBody>
          <a:bodyPr/>
          <a:lstStyle>
            <a:lvl1pPr>
              <a:defRPr sz="2400">
                <a:latin typeface="Times New Roman" panose="02020603050405020304" pitchFamily="18" charset="0"/>
              </a:defRPr>
            </a:lvl1pPr>
            <a:lvl2pPr>
              <a:defRPr sz="2000">
                <a:latin typeface="Times New Roman" panose="02020603050405020304" pitchFamily="18" charset="0"/>
              </a:defRPr>
            </a:lvl2pPr>
            <a:lvl3pPr>
              <a:defRPr sz="1800">
                <a:latin typeface="Times New Roman" panose="02020603050405020304" pitchFamily="18" charset="0"/>
              </a:defRPr>
            </a:lvl3pPr>
            <a:lvl4pPr>
              <a:defRPr sz="1600">
                <a:latin typeface="Times New Roman" panose="02020603050405020304" pitchFamily="18" charset="0"/>
              </a:defRPr>
            </a:lvl4pPr>
            <a:lvl5pPr>
              <a:defRPr sz="1600">
                <a:latin typeface="Times New Roman" panose="02020603050405020304" pitchFamily="18"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8"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9"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729322F2-0EB2-4313-997B-CA345170667A}"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1927698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85B2490-8E55-4AAA-82F6-A3F7CF418A16}"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5694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4"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0A91D3B4-5A6F-40CA-BA29-7FF68EE686D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8350504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a:xfrm>
            <a:off x="4766733" y="273079"/>
            <a:ext cx="6815667" cy="5853113"/>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374517C-903C-43ED-95C3-A2AD809374EB}"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6431090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atin typeface="Times New Roman" panose="02020603050405020304" pitchFamily="18"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atin typeface="Times New Roman" panose="02020603050405020304" pitchFamily="18"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Footer Placeholder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7" name="Slide Number Placeholder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73C90D4-9AED-4A31-BEA7-B4A13D9C0FAC}"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733452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B9408F8-F42D-44CD-8A8D-D9895C7851C4}"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2650731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67"/>
            <a:ext cx="2743200" cy="5851525"/>
          </a:xfrm>
        </p:spPr>
        <p:txBody>
          <a:bodyPr vert="eaVert"/>
          <a:lstStyle>
            <a:lvl1pPr>
              <a:defRPr>
                <a:latin typeface="Times New Roman" panose="02020603050405020304" pitchFamily="18"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67"/>
            <a:ext cx="8026400" cy="5851525"/>
          </a:xfrm>
        </p:spPr>
        <p:txBody>
          <a:bodyPr vert="eaVert"/>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b="1" smtClean="0"/>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5" name="Rectangle 5"/>
          <p:cNvSpPr>
            <a:spLocks noGrp="1" noChangeArrowheads="1"/>
          </p:cNvSpPr>
          <p:nvPr>
            <p:ph type="ftr" sz="quarter" idx="11"/>
          </p:nvPr>
        </p:nvSpPr>
        <p:spPr/>
        <p:txBody>
          <a:bodyPr/>
          <a:lstStyle>
            <a:lvl1pPr>
              <a:defRPr b="1" smtClean="0"/>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1"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6" name="Rectangle 6"/>
          <p:cNvSpPr>
            <a:spLocks noGrp="1" noChangeArrowheads="1"/>
          </p:cNvSpPr>
          <p:nvPr>
            <p:ph type="sldNum" sz="quarter" idx="12"/>
          </p:nvPr>
        </p:nvSpPr>
        <p:spPr/>
        <p:txBody>
          <a:bodyPr/>
          <a:lstStyle>
            <a:lvl1pPr>
              <a:defRPr b="1"/>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E006642-6D9E-4802-B51E-4A3620ABCF0D}" type="slidenum">
              <a:rPr kumimoji="0" lang="en-US" altLang="en-US" sz="1400" b="1"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1"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3012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7171"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prstClr val="black">
                    <a:tint val="75000"/>
                  </a:prstClr>
                </a:solidFill>
                <a:effectLst/>
                <a:uLnTx/>
                <a:uFillTx/>
                <a:latin typeface="Arial" panose="020B0604020202020204" pitchFamily="34" charset="0"/>
                <a:ea typeface="+mn-ea"/>
                <a:cs typeface="+mn-cs"/>
              </a:rPr>
              <a:t>MEC116– CAE (ỨNG DỤNG PHẦN MỀN THIẾT KẾ 3D)</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marL="0" marR="0" lvl="0" indent="0" algn="r" defTabSz="914400" rtl="0" eaLnBrk="0" fontAlgn="base" latinLnBrk="0" hangingPunct="0">
              <a:lnSpc>
                <a:spcPct val="100000"/>
              </a:lnSpc>
              <a:spcBef>
                <a:spcPct val="0"/>
              </a:spcBef>
              <a:spcAft>
                <a:spcPct val="0"/>
              </a:spcAft>
              <a:buClrTx/>
              <a:buSzTx/>
              <a:buFontTx/>
              <a:buNone/>
              <a:tabLst/>
              <a:defRPr/>
            </a:pPr>
            <a:fld id="{8B3A981B-C2C6-4DFD-8CB5-5FAE08E7F329}" type="slidenum">
              <a:rPr kumimoji="0" lang="en-US" altLang="en-US" sz="1200" b="1" i="0" u="none" strike="noStrike" kern="1200" cap="none" spc="0" normalizeH="0" baseline="0" noProof="0" smtClean="0">
                <a:ln>
                  <a:noFill/>
                </a:ln>
                <a:solidFill>
                  <a:srgbClr val="898989"/>
                </a:solidFill>
                <a:effectLst/>
                <a:uLnTx/>
                <a:uFillTx/>
                <a:latin typeface="Arial" panose="020B0604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a:t>
            </a:fld>
            <a:endParaRPr kumimoji="0" lang="en-US" altLang="en-US" sz="1200" b="1"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46983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1300" b="1" i="0" u="none" strike="noStrike" kern="1200" cap="none" spc="0" normalizeH="0" baseline="0" noProof="0">
              <a:ln>
                <a:noFill/>
              </a:ln>
              <a:solidFill>
                <a:srgbClr val="FFFFFF"/>
              </a:solidFill>
              <a:effectLst/>
              <a:uLnTx/>
              <a:uFillTx/>
              <a:latin typeface="Times New Roman" pitchFamily="18" charset="0"/>
              <a:ea typeface="+mn-ea"/>
              <a:cs typeface="+mn-cs"/>
            </a:endParaRPr>
          </a:p>
        </p:txBody>
      </p:sp>
      <p:sp>
        <p:nvSpPr>
          <p:cNvPr id="3075" name="Title Placeholder 1"/>
          <p:cNvSpPr>
            <a:spLocks noGrp="1" noChangeArrowheads="1"/>
          </p:cNvSpPr>
          <p:nvPr>
            <p:ph type="title"/>
          </p:nvPr>
        </p:nvSpPr>
        <p:spPr bwMode="auto">
          <a:xfrm>
            <a:off x="520700" y="447675"/>
            <a:ext cx="687705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6" name="Text Placeholder 2"/>
          <p:cNvSpPr>
            <a:spLocks noGrp="1" noChangeArrowheads="1"/>
          </p:cNvSpPr>
          <p:nvPr>
            <p:ph type="body" idx="1"/>
          </p:nvPr>
        </p:nvSpPr>
        <p:spPr bwMode="auto">
          <a:xfrm>
            <a:off x="539750" y="1435100"/>
            <a:ext cx="4414838" cy="397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539750" y="6203950"/>
            <a:ext cx="3276600" cy="365125"/>
          </a:xfrm>
          <a:prstGeom prst="rect">
            <a:avLst/>
          </a:prstGeom>
        </p:spPr>
        <p:txBody>
          <a:bodyPr vert="horz" wrap="square" lIns="91440" tIns="45720" rIns="91440" bIns="45720" numCol="1" anchor="ctr" anchorCtr="0" compatLnSpc="1">
            <a:prstTxWarp prst="textNoShape">
              <a:avLst/>
            </a:prstTxWarp>
          </a:bodyPr>
          <a:lstStyle>
            <a:lvl1pP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l" defTabSz="914400" rtl="0" eaLnBrk="1" fontAlgn="base" latinLnBrk="0" hangingPunct="1">
              <a:lnSpc>
                <a:spcPct val="80000"/>
              </a:lnSpc>
              <a:spcBef>
                <a:spcPct val="20000"/>
              </a:spcBef>
              <a:spcAft>
                <a:spcPct val="0"/>
              </a:spcAft>
              <a:buClrTx/>
              <a:buSzTx/>
              <a:buFontTx/>
              <a:buChar char="•"/>
              <a:tabLst/>
              <a:defRPr/>
            </a:pPr>
            <a:fld id="{BDBFA0E5-0631-4C6D-B27D-BF816283A6E3}" type="datetimeFigureOut">
              <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rPr>
              <a:pPr marL="0" marR="0" lvl="0" indent="0" algn="l" defTabSz="914400" rtl="0" eaLnBrk="1" fontAlgn="base" latinLnBrk="0" hangingPunct="1">
                <a:lnSpc>
                  <a:spcPct val="80000"/>
                </a:lnSpc>
                <a:spcBef>
                  <a:spcPct val="20000"/>
                </a:spcBef>
                <a:spcAft>
                  <a:spcPct val="0"/>
                </a:spcAft>
                <a:buClrTx/>
                <a:buSzTx/>
                <a:buFontTx/>
                <a:buChar char="•"/>
                <a:tabLst/>
                <a:defRPr/>
              </a:pPr>
              <a:t>3/12/2021</a:t>
            </a:fld>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5" name="Footer Placeholder 4"/>
          <p:cNvSpPr>
            <a:spLocks noGrp="1"/>
          </p:cNvSpPr>
          <p:nvPr>
            <p:ph type="ftr" sz="quarter" idx="3"/>
          </p:nvPr>
        </p:nvSpPr>
        <p:spPr>
          <a:xfrm>
            <a:off x="4648200" y="62039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lnSpc>
                <a:spcPct val="80000"/>
              </a:lnSpc>
              <a:spcBef>
                <a:spcPct val="20000"/>
              </a:spcBef>
              <a:buFontTx/>
              <a:buChar char="•"/>
              <a:defRPr sz="800" smtClean="0">
                <a:solidFill>
                  <a:srgbClr val="595959"/>
                </a:solidFill>
                <a:latin typeface="Times New Roman" pitchFamily="18" charset="0"/>
              </a:defRPr>
            </a:lvl1pPr>
          </a:lstStyle>
          <a:p>
            <a:pPr marL="0" marR="0" lvl="0" indent="0" algn="ctr" defTabSz="914400" rtl="0" eaLnBrk="1" fontAlgn="base" latinLnBrk="0" hangingPunct="1">
              <a:lnSpc>
                <a:spcPct val="80000"/>
              </a:lnSpc>
              <a:spcBef>
                <a:spcPct val="20000"/>
              </a:spcBef>
              <a:spcAft>
                <a:spcPct val="0"/>
              </a:spcAft>
              <a:buClrTx/>
              <a:buSzTx/>
              <a:buFontTx/>
              <a:buChar char="•"/>
              <a:tabLst/>
              <a:defRPr/>
            </a:pPr>
            <a:endParaRPr kumimoji="0" lang="en-US" sz="800" b="1" i="0" u="none" strike="noStrike" kern="1200" cap="none" spc="0" normalizeH="0" baseline="0" noProof="0">
              <a:ln>
                <a:noFill/>
              </a:ln>
              <a:solidFill>
                <a:srgbClr val="595959"/>
              </a:solidFill>
              <a:effectLst/>
              <a:uLnTx/>
              <a:uFillTx/>
              <a:latin typeface="Times New Roman" pitchFamily="18" charset="0"/>
              <a:ea typeface="+mn-ea"/>
              <a:cs typeface="+mn-cs"/>
            </a:endParaRPr>
          </a:p>
        </p:txBody>
      </p:sp>
      <p:sp>
        <p:nvSpPr>
          <p:cNvPr id="6" name="Slide Number Placeholder 5"/>
          <p:cNvSpPr>
            <a:spLocks noGrp="1"/>
          </p:cNvSpPr>
          <p:nvPr>
            <p:ph type="sldNum" sz="quarter" idx="4"/>
          </p:nvPr>
        </p:nvSpPr>
        <p:spPr>
          <a:xfrm>
            <a:off x="8375650" y="6203950"/>
            <a:ext cx="3276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lnSpc>
                <a:spcPct val="80000"/>
              </a:lnSpc>
              <a:spcBef>
                <a:spcPct val="20000"/>
              </a:spcBef>
              <a:buFontTx/>
              <a:buChar char="•"/>
              <a:defRPr sz="800">
                <a:solidFill>
                  <a:srgbClr val="595959"/>
                </a:solidFill>
                <a:latin typeface="Times New Roman" panose="02020603050405020304" pitchFamily="18" charset="0"/>
              </a:defRPr>
            </a:lvl1pPr>
          </a:lstStyle>
          <a:p>
            <a:pPr marL="0" marR="0" lvl="0" indent="0" algn="r" defTabSz="914400" rtl="0" eaLnBrk="1" fontAlgn="base" latinLnBrk="0" hangingPunct="1">
              <a:lnSpc>
                <a:spcPct val="80000"/>
              </a:lnSpc>
              <a:spcBef>
                <a:spcPct val="20000"/>
              </a:spcBef>
              <a:spcAft>
                <a:spcPct val="0"/>
              </a:spcAft>
              <a:buClrTx/>
              <a:buSzTx/>
              <a:buFontTx/>
              <a:buChar char="•"/>
              <a:tabLst/>
              <a:defRPr/>
            </a:pPr>
            <a:fld id="{5289B5E9-CF14-479A-B1BA-9851330519EC}" type="slidenum">
              <a:rPr kumimoji="0" lang="en-US" altLang="en-US" sz="800" b="1" i="0" u="none" strike="noStrike" kern="1200" cap="none" spc="0" normalizeH="0" baseline="0" noProof="0" smtClean="0">
                <a:ln>
                  <a:noFill/>
                </a:ln>
                <a:solidFill>
                  <a:srgbClr val="595959"/>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80000"/>
                </a:lnSpc>
                <a:spcBef>
                  <a:spcPct val="20000"/>
                </a:spcBef>
                <a:spcAft>
                  <a:spcPct val="0"/>
                </a:spcAft>
                <a:buClrTx/>
                <a:buSzTx/>
                <a:buFontTx/>
                <a:buChar char="•"/>
                <a:tabLst/>
                <a:defRPr/>
              </a:pPr>
              <a:t>‹#›</a:t>
            </a:fld>
            <a:endParaRPr kumimoji="0" lang="en-US" altLang="en-US" sz="800" b="1" i="0" u="none" strike="noStrike" kern="1200" cap="none" spc="0" normalizeH="0" baseline="0" noProof="0">
              <a:ln>
                <a:noFill/>
              </a:ln>
              <a:solidFill>
                <a:srgbClr val="595959"/>
              </a:solidFill>
              <a:effectLst/>
              <a:uLnTx/>
              <a:uFillTx/>
              <a:latin typeface="Times New Roman" panose="02020603050405020304" pitchFamily="18" charset="0"/>
              <a:ea typeface="+mn-ea"/>
              <a:cs typeface="+mn-cs"/>
            </a:endParaRPr>
          </a:p>
        </p:txBody>
      </p:sp>
      <p:cxnSp>
        <p:nvCxnSpPr>
          <p:cNvPr id="8" name="Straight Connector 7"/>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38525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txStyles>
    <p:titleStyle>
      <a:lvl1pPr algn="l" defTabSz="685800" rtl="0" eaLnBrk="0" fontAlgn="base" hangingPunct="0">
        <a:spcBef>
          <a:spcPct val="0"/>
        </a:spcBef>
        <a:spcAft>
          <a:spcPct val="0"/>
        </a:spcAft>
        <a:defRPr sz="2400" kern="1200">
          <a:solidFill>
            <a:schemeClr val="tx1"/>
          </a:solidFill>
          <a:latin typeface="Times New Roman" panose="02020603050405020304" pitchFamily="18" charset="0"/>
          <a:ea typeface="+mj-ea"/>
          <a:cs typeface="+mj-cs"/>
        </a:defRPr>
      </a:lvl1pPr>
      <a:lvl2pPr algn="l" defTabSz="685800" rtl="0" eaLnBrk="0" fontAlgn="base" hangingPunct="0">
        <a:spcBef>
          <a:spcPct val="0"/>
        </a:spcBef>
        <a:spcAft>
          <a:spcPct val="0"/>
        </a:spcAft>
        <a:defRPr sz="2400">
          <a:solidFill>
            <a:schemeClr val="tx1"/>
          </a:solidFill>
          <a:latin typeface="Times New Roman" panose="02020603050405020304" pitchFamily="18" charset="0"/>
        </a:defRPr>
      </a:lvl2pPr>
      <a:lvl3pPr algn="l" defTabSz="685800" rtl="0" eaLnBrk="0" fontAlgn="base" hangingPunct="0">
        <a:spcBef>
          <a:spcPct val="0"/>
        </a:spcBef>
        <a:spcAft>
          <a:spcPct val="0"/>
        </a:spcAft>
        <a:defRPr sz="2400">
          <a:solidFill>
            <a:schemeClr val="tx1"/>
          </a:solidFill>
          <a:latin typeface="Times New Roman" panose="02020603050405020304" pitchFamily="18" charset="0"/>
        </a:defRPr>
      </a:lvl3pPr>
      <a:lvl4pPr algn="l" defTabSz="685800" rtl="0" eaLnBrk="0" fontAlgn="base" hangingPunct="0">
        <a:spcBef>
          <a:spcPct val="0"/>
        </a:spcBef>
        <a:spcAft>
          <a:spcPct val="0"/>
        </a:spcAft>
        <a:defRPr sz="2400">
          <a:solidFill>
            <a:schemeClr val="tx1"/>
          </a:solidFill>
          <a:latin typeface="Times New Roman" panose="02020603050405020304" pitchFamily="18" charset="0"/>
        </a:defRPr>
      </a:lvl4pPr>
      <a:lvl5pPr algn="l" defTabSz="685800" rtl="0" eaLnBrk="0" fontAlgn="base" hangingPunct="0">
        <a:spcBef>
          <a:spcPct val="0"/>
        </a:spcBef>
        <a:spcAft>
          <a:spcPct val="0"/>
        </a:spcAft>
        <a:defRPr sz="2400">
          <a:solidFill>
            <a:schemeClr val="tx1"/>
          </a:solidFill>
          <a:latin typeface="Times New Roman" panose="02020603050405020304" pitchFamily="18" charset="0"/>
        </a:defRPr>
      </a:lvl5pPr>
      <a:lvl6pPr marL="457200" algn="l" defTabSz="685800" rtl="0" fontAlgn="base">
        <a:spcBef>
          <a:spcPct val="0"/>
        </a:spcBef>
        <a:spcAft>
          <a:spcPct val="0"/>
        </a:spcAft>
        <a:defRPr sz="2400">
          <a:solidFill>
            <a:schemeClr val="tx1"/>
          </a:solidFill>
          <a:latin typeface="Segoe UI Light" panose="020B0502040204020203" pitchFamily="34" charset="0"/>
        </a:defRPr>
      </a:lvl6pPr>
      <a:lvl7pPr marL="914400" algn="l" defTabSz="685800" rtl="0" fontAlgn="base">
        <a:spcBef>
          <a:spcPct val="0"/>
        </a:spcBef>
        <a:spcAft>
          <a:spcPct val="0"/>
        </a:spcAft>
        <a:defRPr sz="2400">
          <a:solidFill>
            <a:schemeClr val="tx1"/>
          </a:solidFill>
          <a:latin typeface="Segoe UI Light" panose="020B0502040204020203" pitchFamily="34" charset="0"/>
        </a:defRPr>
      </a:lvl7pPr>
      <a:lvl8pPr marL="1371600" algn="l" defTabSz="685800" rtl="0" fontAlgn="base">
        <a:spcBef>
          <a:spcPct val="0"/>
        </a:spcBef>
        <a:spcAft>
          <a:spcPct val="0"/>
        </a:spcAft>
        <a:defRPr sz="2400">
          <a:solidFill>
            <a:schemeClr val="tx1"/>
          </a:solidFill>
          <a:latin typeface="Segoe UI Light" panose="020B0502040204020203" pitchFamily="34" charset="0"/>
        </a:defRPr>
      </a:lvl8pPr>
      <a:lvl9pPr marL="1828800" algn="l" defTabSz="685800" rtl="0" fontAlgn="base">
        <a:spcBef>
          <a:spcPct val="0"/>
        </a:spcBef>
        <a:spcAft>
          <a:spcPct val="0"/>
        </a:spcAft>
        <a:defRPr sz="2400">
          <a:solidFill>
            <a:schemeClr val="tx1"/>
          </a:solidFill>
          <a:latin typeface="Segoe UI Light" panose="020B0502040204020203" pitchFamily="34" charset="0"/>
        </a:defRPr>
      </a:lvl9pPr>
    </p:titleStyle>
    <p:bodyStyle>
      <a:lvl1pPr marL="342900" indent="-342900" algn="l" defTabSz="685800" rtl="0" eaLnBrk="0" fontAlgn="base" hangingPunct="0">
        <a:lnSpc>
          <a:spcPct val="150000"/>
        </a:lnSpc>
        <a:spcBef>
          <a:spcPts val="750"/>
        </a:spcBef>
        <a:spcAft>
          <a:spcPts val="900"/>
        </a:spcAft>
        <a:defRPr lang="en-US" sz="1200" kern="1200" dirty="0">
          <a:solidFill>
            <a:schemeClr val="tx1"/>
          </a:solidFill>
          <a:latin typeface="Times New Roman" panose="02020603050405020304" pitchFamily="18" charset="0"/>
          <a:ea typeface="+mn-ea"/>
          <a:cs typeface="+mn-cs"/>
        </a:defRPr>
      </a:lvl1pPr>
      <a:lvl2pPr marL="1714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2pPr>
      <a:lvl3pPr marL="5143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3pPr>
      <a:lvl4pPr marL="8572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4pPr>
      <a:lvl5pPr marL="1200150" indent="-171450" algn="l" defTabSz="685800" rtl="0" eaLnBrk="0" fontAlgn="base" hangingPunct="0">
        <a:lnSpc>
          <a:spcPct val="150000"/>
        </a:lnSpc>
        <a:spcBef>
          <a:spcPts val="750"/>
        </a:spcBef>
        <a:spcAft>
          <a:spcPts val="900"/>
        </a:spcAft>
        <a:buFont typeface="Arial" panose="020B0604020202020204" pitchFamily="34" charset="0"/>
        <a:buChar char="•"/>
        <a:defRPr lang="en-US" sz="1200" kern="1200" dirty="0">
          <a:solidFill>
            <a:schemeClr val="tx1"/>
          </a:solidFill>
          <a:latin typeface="Times New Roman" panose="02020603050405020304" pitchFamily="18" charset="0"/>
          <a:ea typeface="+mn-ea"/>
          <a:cs typeface="+mn-cs"/>
        </a:defRPr>
      </a:lvl5pPr>
      <a:lvl6pPr marL="154312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6pPr>
      <a:lvl7pPr marL="1886038"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7pPr>
      <a:lvl8pPr marL="2228954" indent="-171458" algn="l" defTabSz="685832" rtl="0" eaLnBrk="1" latinLnBrk="0" hangingPunct="1">
        <a:lnSpc>
          <a:spcPct val="150000"/>
        </a:lnSpc>
        <a:spcBef>
          <a:spcPts val="750"/>
        </a:spcBef>
        <a:spcAft>
          <a:spcPts val="899"/>
        </a:spcAft>
        <a:buFont typeface="Arial" panose="020B0604020202020204" pitchFamily="34" charset="0"/>
        <a:buChar char="•"/>
        <a:defRPr lang="en-US" sz="899" kern="1200" dirty="0" smtClean="0">
          <a:solidFill>
            <a:schemeClr val="tx1"/>
          </a:solidFill>
          <a:latin typeface="+mn-lt"/>
          <a:ea typeface="+mn-ea"/>
          <a:cs typeface="+mn-cs"/>
        </a:defRPr>
      </a:lvl8pPr>
      <a:lvl9pPr marL="2571870" indent="-171458" algn="l" defTabSz="685832" rtl="0" eaLnBrk="1" latinLnBrk="0" hangingPunct="1">
        <a:lnSpc>
          <a:spcPct val="90000"/>
        </a:lnSpc>
        <a:spcBef>
          <a:spcPct val="30000"/>
        </a:spcBef>
        <a:buFont typeface="Arial" panose="020B0604020202020204" pitchFamily="34" charset="0"/>
        <a:buNone/>
        <a:defRPr sz="899" kern="1200">
          <a:solidFill>
            <a:schemeClr val="tx1"/>
          </a:solidFill>
          <a:latin typeface="+mn-lt"/>
          <a:ea typeface="+mn-ea"/>
          <a:cs typeface="+mn-cs"/>
        </a:defRPr>
      </a:lvl9pPr>
    </p:bodyStyle>
    <p:otherStyle>
      <a:defPPr>
        <a:defRPr lang="en-US"/>
      </a:defPPr>
      <a:lvl1pPr marL="0" algn="l" defTabSz="685832" rtl="0" eaLnBrk="1" latinLnBrk="0" hangingPunct="1">
        <a:defRPr sz="1349" kern="1200">
          <a:solidFill>
            <a:schemeClr val="tx1"/>
          </a:solidFill>
          <a:latin typeface="+mn-lt"/>
          <a:ea typeface="+mn-ea"/>
          <a:cs typeface="+mn-cs"/>
        </a:defRPr>
      </a:lvl1pPr>
      <a:lvl2pPr marL="342917" algn="l" defTabSz="685832" rtl="0" eaLnBrk="1" latinLnBrk="0" hangingPunct="1">
        <a:defRPr sz="1349" kern="1200">
          <a:solidFill>
            <a:schemeClr val="tx1"/>
          </a:solidFill>
          <a:latin typeface="+mn-lt"/>
          <a:ea typeface="+mn-ea"/>
          <a:cs typeface="+mn-cs"/>
        </a:defRPr>
      </a:lvl2pPr>
      <a:lvl3pPr marL="685832" algn="l" defTabSz="685832" rtl="0" eaLnBrk="1" latinLnBrk="0" hangingPunct="1">
        <a:defRPr sz="1349" kern="1200">
          <a:solidFill>
            <a:schemeClr val="tx1"/>
          </a:solidFill>
          <a:latin typeface="+mn-lt"/>
          <a:ea typeface="+mn-ea"/>
          <a:cs typeface="+mn-cs"/>
        </a:defRPr>
      </a:lvl3pPr>
      <a:lvl4pPr marL="1028749" algn="l" defTabSz="685832" rtl="0" eaLnBrk="1" latinLnBrk="0" hangingPunct="1">
        <a:defRPr sz="1349" kern="1200">
          <a:solidFill>
            <a:schemeClr val="tx1"/>
          </a:solidFill>
          <a:latin typeface="+mn-lt"/>
          <a:ea typeface="+mn-ea"/>
          <a:cs typeface="+mn-cs"/>
        </a:defRPr>
      </a:lvl4pPr>
      <a:lvl5pPr marL="1371663" algn="l" defTabSz="685832" rtl="0" eaLnBrk="1" latinLnBrk="0" hangingPunct="1">
        <a:defRPr sz="1349" kern="1200">
          <a:solidFill>
            <a:schemeClr val="tx1"/>
          </a:solidFill>
          <a:latin typeface="+mn-lt"/>
          <a:ea typeface="+mn-ea"/>
          <a:cs typeface="+mn-cs"/>
        </a:defRPr>
      </a:lvl5pPr>
      <a:lvl6pPr marL="1714580" algn="l" defTabSz="685832" rtl="0" eaLnBrk="1" latinLnBrk="0" hangingPunct="1">
        <a:defRPr sz="1349" kern="1200">
          <a:solidFill>
            <a:schemeClr val="tx1"/>
          </a:solidFill>
          <a:latin typeface="+mn-lt"/>
          <a:ea typeface="+mn-ea"/>
          <a:cs typeface="+mn-cs"/>
        </a:defRPr>
      </a:lvl6pPr>
      <a:lvl7pPr marL="2057496" algn="l" defTabSz="685832" rtl="0" eaLnBrk="1" latinLnBrk="0" hangingPunct="1">
        <a:defRPr sz="1349" kern="1200">
          <a:solidFill>
            <a:schemeClr val="tx1"/>
          </a:solidFill>
          <a:latin typeface="+mn-lt"/>
          <a:ea typeface="+mn-ea"/>
          <a:cs typeface="+mn-cs"/>
        </a:defRPr>
      </a:lvl7pPr>
      <a:lvl8pPr marL="2400413" algn="l" defTabSz="685832" rtl="0" eaLnBrk="1" latinLnBrk="0" hangingPunct="1">
        <a:defRPr sz="1349" kern="1200">
          <a:solidFill>
            <a:schemeClr val="tx1"/>
          </a:solidFill>
          <a:latin typeface="+mn-lt"/>
          <a:ea typeface="+mn-ea"/>
          <a:cs typeface="+mn-cs"/>
        </a:defRPr>
      </a:lvl8pPr>
      <a:lvl9pPr marL="2743328" algn="l" defTabSz="685832" rtl="0" eaLnBrk="1" latinLnBrk="0" hangingPunct="1">
        <a:defRPr sz="1349"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Rectangle 3"/>
          <p:cNvSpPr>
            <a:spLocks noGrp="1" noChangeArrowheads="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b="0" smtClean="0">
                <a:solidFill>
                  <a:srgbClr val="000000"/>
                </a:solidFill>
                <a:latin typeface="Times New Roman" pitchFamily="18"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b="0" smtClean="0">
                <a:solidFill>
                  <a:srgbClr val="000000"/>
                </a:solidFill>
                <a:latin typeface="Times New Roman" pitchFamily="18"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b="0">
                <a:solidFill>
                  <a:srgbClr val="000000"/>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9DAAEFA-6D00-4774-9254-65936C3AE482}"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74976780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ctr" rtl="0" eaLnBrk="0" fontAlgn="base" hangingPunct="0">
        <a:spcBef>
          <a:spcPct val="0"/>
        </a:spcBef>
        <a:spcAft>
          <a:spcPct val="0"/>
        </a:spcAft>
        <a:defRPr sz="4400">
          <a:solidFill>
            <a:schemeClr val="tx2"/>
          </a:solidFill>
          <a:latin typeface="Times New Roman" panose="02020603050405020304" pitchFamily="18" charset="0"/>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Times New Roman" panose="02020603050405020304" pitchFamily="18"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Times New Roman" panose="02020603050405020304" pitchFamily="18" charset="0"/>
        </a:defRPr>
      </a:lvl2pPr>
      <a:lvl3pPr marL="1143000" indent="-228600" algn="l" rtl="0" eaLnBrk="0" fontAlgn="base" hangingPunct="0">
        <a:spcBef>
          <a:spcPct val="20000"/>
        </a:spcBef>
        <a:spcAft>
          <a:spcPct val="0"/>
        </a:spcAft>
        <a:buChar char="•"/>
        <a:defRPr sz="2400">
          <a:solidFill>
            <a:schemeClr val="tx1"/>
          </a:solidFill>
          <a:latin typeface="Times New Roman" panose="02020603050405020304" pitchFamily="18" charset="0"/>
        </a:defRPr>
      </a:lvl3pPr>
      <a:lvl4pPr marL="16002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4pPr>
      <a:lvl5pPr marL="2057400" indent="-228600" algn="l" rtl="0" eaLnBrk="0" fontAlgn="base" hangingPunct="0">
        <a:spcBef>
          <a:spcPct val="20000"/>
        </a:spcBef>
        <a:spcAft>
          <a:spcPct val="0"/>
        </a:spcAft>
        <a:buChar char="»"/>
        <a:defRPr sz="2000">
          <a:solidFill>
            <a:schemeClr val="tx1"/>
          </a:solidFill>
          <a:latin typeface="Times New Roman" panose="02020603050405020304" pitchFamily="18"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598613" y="1568450"/>
            <a:ext cx="91440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lang="en-US" altLang="en-US" dirty="0">
                <a:solidFill>
                  <a:prstClr val="white"/>
                </a:solidFill>
                <a:latin typeface="Times New Roman" panose="02020603050405020304" pitchFamily="18" charset="0"/>
                <a:ea typeface="+mj-ea"/>
                <a:cs typeface="Times New Roman" panose="02020603050405020304" pitchFamily="18" charset="0"/>
              </a:rPr>
              <a:t>SYLLABUS</a:t>
            </a:r>
            <a:br>
              <a:rPr lang="en-US" altLang="en-US" dirty="0">
                <a:solidFill>
                  <a:prstClr val="white"/>
                </a:solidFill>
                <a:latin typeface="Times New Roman" panose="02020603050405020304" pitchFamily="18" charset="0"/>
                <a:ea typeface="+mj-ea"/>
                <a:cs typeface="Times New Roman" panose="02020603050405020304" pitchFamily="18" charset="0"/>
              </a:rPr>
            </a:br>
            <a:r>
              <a:rPr lang="en-US" altLang="en-US" sz="4000" dirty="0">
                <a:solidFill>
                  <a:srgbClr val="FFFF00"/>
                </a:solidFill>
                <a:latin typeface="Times New Roman" panose="02020603050405020304" pitchFamily="18" charset="0"/>
                <a:ea typeface="+mj-ea"/>
                <a:cs typeface="Times New Roman" panose="02020603050405020304" pitchFamily="18" charset="0"/>
              </a:rPr>
              <a:t> </a:t>
            </a:r>
            <a:br>
              <a:rPr lang="en-US" altLang="en-US" sz="4000" dirty="0">
                <a:solidFill>
                  <a:srgbClr val="FFFF00"/>
                </a:solidFill>
                <a:latin typeface="Times New Roman" panose="02020603050405020304" pitchFamily="18" charset="0"/>
                <a:ea typeface="+mj-ea"/>
                <a:cs typeface="Times New Roman" panose="02020603050405020304" pitchFamily="18" charset="0"/>
              </a:rPr>
            </a:br>
            <a:r>
              <a:rPr lang="vi-VN" altLang="en-US" sz="4000" dirty="0">
                <a:solidFill>
                  <a:prstClr val="white"/>
                </a:solidFill>
                <a:latin typeface="Times New Roman" panose="02020603050405020304" pitchFamily="18" charset="0"/>
                <a:ea typeface="+mj-ea"/>
                <a:cs typeface="Times New Roman" panose="02020603050405020304" pitchFamily="18" charset="0"/>
              </a:rPr>
              <a:t>PLC </a:t>
            </a:r>
            <a:r>
              <a:rPr lang="en-GB" altLang="en-US" sz="4000" dirty="0">
                <a:solidFill>
                  <a:prstClr val="white"/>
                </a:solidFill>
                <a:latin typeface="Times New Roman" panose="02020603050405020304" pitchFamily="18" charset="0"/>
                <a:ea typeface="+mj-ea"/>
                <a:cs typeface="Times New Roman" panose="02020603050405020304" pitchFamily="18" charset="0"/>
              </a:rPr>
              <a:t>NÂNG CAO</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47559" y="3573462"/>
            <a:ext cx="5846108" cy="2879725"/>
          </a:xfrm>
          <a:prstGeom prst="rect">
            <a:avLst/>
          </a:prstGeom>
        </p:spPr>
      </p:pic>
    </p:spTree>
    <p:extLst>
      <p:ext uri="{BB962C8B-B14F-4D97-AF65-F5344CB8AC3E}">
        <p14:creationId xmlns:p14="http://schemas.microsoft.com/office/powerpoint/2010/main" val="1304613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1"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a:ln>
                  <a:noFill/>
                </a:ln>
                <a:solidFill>
                  <a:srgbClr val="2D2D8A"/>
                </a:solidFill>
                <a:effectLst/>
                <a:uLnTx/>
                <a:uFillTx/>
                <a:latin typeface="Times New Roman" panose="02020603050405020304" pitchFamily="18" charset="0"/>
                <a:ea typeface="+mn-ea"/>
                <a:cs typeface="Times New Roman" panose="02020603050405020304" pitchFamily="18" charset="0"/>
              </a:rPr>
              <a:t>- </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a:t>
            </a:r>
            <a:r>
              <a:rPr kumimoji="0" lang="en-US" altLang="en-US" sz="1200" b="1" i="0" u="none" strike="noStrike" kern="1200" cap="none" spc="0" normalizeH="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CAO</a:t>
            </a:r>
            <a:endPar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3"/>
          <p:cNvSpPr txBox="1">
            <a:spLocks noChangeArrowheads="1"/>
          </p:cNvSpPr>
          <p:nvPr/>
        </p:nvSpPr>
        <p:spPr bwMode="auto">
          <a:xfrm>
            <a:off x="1186544" y="1034256"/>
            <a:ext cx="100345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SAU KHI HỌC XONG MÔN HỌC NÀY, NGƯỜI HỌC CÓ KHẢ NĂNG:</a:t>
            </a:r>
          </a:p>
        </p:txBody>
      </p:sp>
      <p:sp>
        <p:nvSpPr>
          <p:cNvPr id="14" name="Rectangle 2"/>
          <p:cNvSpPr>
            <a:spLocks noChangeArrowheads="1"/>
          </p:cNvSpPr>
          <p:nvPr/>
        </p:nvSpPr>
        <p:spPr bwMode="auto">
          <a:xfrm>
            <a:off x="1140506" y="1731963"/>
            <a:ext cx="10080625"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G1: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dây</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chuyền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tế</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G2: </a:t>
            </a:r>
            <a:r>
              <a:rPr lang="en-US" altLang="en-US" sz="2400" b="0" dirty="0" err="1">
                <a:latin typeface="Times New Roman" panose="02020603050405020304" pitchFamily="18" charset="0"/>
                <a:cs typeface="Times New Roman" panose="02020603050405020304" pitchFamily="18" charset="0"/>
              </a:rPr>
              <a:t>Giải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phân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tích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được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thực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tiễn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trạm</a:t>
            </a:r>
            <a:r>
              <a:rPr lang="en-US" altLang="en-US" sz="2400" b="0" dirty="0">
                <a:latin typeface="Times New Roman" panose="02020603050405020304" pitchFamily="18" charset="0"/>
                <a:cs typeface="Times New Roman" panose="02020603050405020304" pitchFamily="18" charset="0"/>
              </a:rPr>
              <a:t>/</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bộ</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điều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khiển</a:t>
            </a:r>
            <a:r>
              <a:rPr lang="en-US" altLang="en-US" sz="2400" b="0" dirty="0">
                <a:latin typeface="Times New Roman" panose="02020603050405020304" pitchFamily="18" charset="0"/>
                <a:cs typeface="Times New Roman" panose="02020603050405020304" pitchFamily="18" charset="0"/>
              </a:rPr>
              <a:t> PLC</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G3: </a:t>
            </a:r>
            <a:r>
              <a:rPr lang="en-US" altLang="en-US" sz="2400" b="0" dirty="0" err="1">
                <a:latin typeface="Times New Roman" panose="02020603050405020304" pitchFamily="18" charset="0"/>
                <a:cs typeface="Times New Roman" panose="02020603050405020304" pitchFamily="18" charset="0"/>
              </a:rPr>
              <a:t>Đo</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lường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kiểm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sô</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đặt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điện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PLC.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G4: </a:t>
            </a:r>
            <a:r>
              <a:rPr lang="en-US" altLang="en-US" sz="2400" b="0" dirty="0" err="1">
                <a:latin typeface="Times New Roman" panose="02020603050405020304" pitchFamily="18" charset="0"/>
                <a:cs typeface="Times New Roman" panose="02020603050405020304" pitchFamily="18" charset="0"/>
              </a:rPr>
              <a:t>Lắp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ráp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vận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hành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thiết</a:t>
            </a:r>
            <a:r>
              <a:rPr lang="en-US" altLang="en-US" sz="2400" b="0" dirty="0">
                <a:latin typeface="Times New Roman" panose="02020603050405020304" pitchFamily="18" charset="0"/>
                <a:cs typeface="Times New Roman" panose="02020603050405020304" pitchFamily="18" charset="0"/>
              </a:rPr>
              <a:t> bị </a:t>
            </a:r>
            <a:r>
              <a:rPr lang="en-US" altLang="en-US" sz="2400" b="0" dirty="0" err="1">
                <a:latin typeface="Times New Roman" panose="02020603050405020304" pitchFamily="18" charset="0"/>
                <a:cs typeface="Times New Roman" panose="02020603050405020304" pitchFamily="18" charset="0"/>
              </a:rPr>
              <a:t>điện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va</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hệ</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thống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ứng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dụng</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có</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thể</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đánh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giá</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tình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trạng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xử</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sự</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cố</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chỉnh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hoạt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của</a:t>
            </a:r>
            <a:r>
              <a:rPr lang="en-US" altLang="en-US" sz="2400" b="0" dirty="0">
                <a:latin typeface="Times New Roman" panose="02020603050405020304" pitchFamily="18" charset="0"/>
                <a:cs typeface="Times New Roman" panose="02020603050405020304" pitchFamily="18" charset="0"/>
              </a:rPr>
              <a:t> PLC </a:t>
            </a:r>
            <a:r>
              <a:rPr lang="en-US" altLang="en-US" sz="2400" b="0" dirty="0" err="1">
                <a:latin typeface="Times New Roman" panose="02020603050405020304" pitchFamily="18" charset="0"/>
                <a:cs typeface="Times New Roman" panose="02020603050405020304" pitchFamily="18" charset="0"/>
              </a:rPr>
              <a:t>với</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các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bị</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ngoại</a:t>
            </a:r>
            <a:r>
              <a:rPr lang="en-US" altLang="en-US" sz="2400" b="0" dirty="0">
                <a:latin typeface="Times New Roman" panose="02020603050405020304" pitchFamily="18" charset="0"/>
                <a:cs typeface="Times New Roman" panose="02020603050405020304" pitchFamily="18" charset="0"/>
              </a:rPr>
              <a:t> vi (</a:t>
            </a:r>
            <a:r>
              <a:rPr lang="en-US" altLang="en-US" sz="2400" b="0" dirty="0" err="1">
                <a:latin typeface="Times New Roman" panose="02020603050405020304" pitchFamily="18" charset="0"/>
                <a:cs typeface="Times New Roman" panose="02020603050405020304" pitchFamily="18" charset="0"/>
              </a:rPr>
              <a:t>cảm</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tắc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cơ</a:t>
            </a:r>
            <a:r>
              <a:rPr lang="en-US" altLang="en-US" sz="2400" b="0" dirty="0">
                <a:latin typeface="Times New Roman" panose="02020603050405020304" pitchFamily="18" charset="0"/>
                <a:cs typeface="Times New Roman" panose="02020603050405020304" pitchFamily="18" charset="0"/>
              </a:rPr>
              <a:t>, domino, ...).   </a:t>
            </a:r>
            <a:endParaRPr lang="en-GB" altLang="en-US" sz="2400" b="0" dirty="0">
              <a:latin typeface="Times New Roman" panose="02020603050405020304" pitchFamily="18" charset="0"/>
              <a:cs typeface="Times New Roman" panose="02020603050405020304" pitchFamily="18" charset="0"/>
            </a:endParaRPr>
          </a:p>
          <a:p>
            <a:pPr algn="just">
              <a:lnSpc>
                <a:spcPct val="105000"/>
              </a:lnSpc>
              <a:spcBef>
                <a:spcPts val="600"/>
              </a:spcBef>
              <a:buFontTx/>
              <a:buNone/>
            </a:pP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G5: </a:t>
            </a:r>
            <a:r>
              <a:rPr lang="en-US" altLang="en-US" sz="2400" b="0" dirty="0" err="1">
                <a:latin typeface="Times New Roman" panose="02020603050405020304" pitchFamily="18" charset="0"/>
                <a:cs typeface="Times New Roman" panose="02020603050405020304" pitchFamily="18" charset="0"/>
              </a:rPr>
              <a:t>Rèn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luyện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cẩn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thận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mỉ</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tính</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toán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chủ</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động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trong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biết</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tổ</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chức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sắp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xếp</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và</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quản</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lý</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công</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việc</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hiệu</a:t>
            </a:r>
            <a:r>
              <a:rPr lang="en-US" altLang="en-US" sz="2400" b="0" dirty="0">
                <a:latin typeface="Times New Roman" panose="02020603050405020304" pitchFamily="18" charset="0"/>
                <a:cs typeface="Times New Roman" panose="02020603050405020304" pitchFamily="18" charset="0"/>
              </a:rPr>
              <a:t> </a:t>
            </a:r>
            <a:r>
              <a:rPr lang="en-US" altLang="en-US" sz="2400" b="0" dirty="0" err="1">
                <a:latin typeface="Times New Roman" panose="02020603050405020304" pitchFamily="18" charset="0"/>
                <a:cs typeface="Times New Roman" panose="02020603050405020304" pitchFamily="18" charset="0"/>
              </a:rPr>
              <a:t>quả</a:t>
            </a:r>
            <a:r>
              <a:rPr lang="en-US" altLang="en-US" sz="2400" b="0" dirty="0">
                <a:latin typeface="Times New Roman" panose="02020603050405020304" pitchFamily="18" charset="0"/>
                <a:cs typeface="Times New Roman" panose="02020603050405020304" pitchFamily="18" charset="0"/>
              </a:rPr>
              <a:t>. </a:t>
            </a:r>
            <a:endParaRPr lang="en-GB" altLang="en-US" sz="2400" b="0" dirty="0">
              <a:latin typeface="Times New Roman" panose="02020603050405020304" pitchFamily="18" charset="0"/>
              <a:cs typeface="Times New Roman" panose="02020603050405020304" pitchFamily="18" charset="0"/>
            </a:endParaRPr>
          </a:p>
        </p:txBody>
      </p:sp>
      <p:sp>
        <p:nvSpPr>
          <p:cNvPr id="15" name="Title 1"/>
          <p:cNvSpPr txBox="1">
            <a:spLocks/>
          </p:cNvSpPr>
          <p:nvPr/>
        </p:nvSpPr>
        <p:spPr>
          <a:xfrm>
            <a:off x="8086725" y="247650"/>
            <a:ext cx="3648075" cy="487363"/>
          </a:xfrm>
          <a:prstGeom prst="rect">
            <a:avLst/>
          </a:prstGeom>
        </p:spPr>
        <p:txBody>
          <a:bodyPr anchor="ctr"/>
          <a:lstStyle>
            <a:lvl1pPr>
              <a:defRPr sz="2800">
                <a:solidFill>
                  <a:schemeClr val="tx1"/>
                </a:solidFill>
                <a:latin typeface="Calibri" pitchFamily="34" charset="0"/>
              </a:defRPr>
            </a:lvl1pPr>
            <a:lvl2pPr marL="742950" indent="-285750">
              <a:defRPr sz="2400">
                <a:solidFill>
                  <a:schemeClr val="tx1"/>
                </a:solidFill>
                <a:latin typeface="Calibri" pitchFamily="34" charset="0"/>
              </a:defRPr>
            </a:lvl2pPr>
            <a:lvl3pPr>
              <a:defRPr sz="2000">
                <a:solidFill>
                  <a:schemeClr val="tx1"/>
                </a:solidFill>
                <a:latin typeface="Calibri" pitchFamily="34" charset="0"/>
              </a:defRPr>
            </a:lvl3pPr>
            <a:lvl4pPr>
              <a:defRPr>
                <a:solidFill>
                  <a:schemeClr val="tx1"/>
                </a:solidFill>
                <a:latin typeface="Calibri" pitchFamily="34" charset="0"/>
              </a:defRPr>
            </a:lvl4pPr>
            <a:lvl5pPr>
              <a:defRPr>
                <a:solidFill>
                  <a:schemeClr val="tx1"/>
                </a:solidFill>
                <a:latin typeface="Calibri" pitchFamily="34" charset="0"/>
              </a:defRPr>
            </a:lvl5pPr>
            <a:lvl6pPr eaLnBrk="0" fontAlgn="base" hangingPunct="0">
              <a:spcAft>
                <a:spcPct val="0"/>
              </a:spcAft>
              <a:defRPr>
                <a:solidFill>
                  <a:schemeClr val="tx1"/>
                </a:solidFill>
                <a:latin typeface="Calibri" pitchFamily="34" charset="0"/>
              </a:defRPr>
            </a:lvl6pPr>
            <a:lvl7pPr eaLnBrk="0" fontAlgn="base" hangingPunct="0">
              <a:spcAft>
                <a:spcPct val="0"/>
              </a:spcAft>
              <a:defRPr>
                <a:solidFill>
                  <a:schemeClr val="tx1"/>
                </a:solidFill>
                <a:latin typeface="Calibri" pitchFamily="34" charset="0"/>
              </a:defRPr>
            </a:lvl7pPr>
            <a:lvl8pPr eaLnBrk="0" fontAlgn="base" hangingPunct="0">
              <a:spcAft>
                <a:spcPct val="0"/>
              </a:spcAft>
              <a:defRPr>
                <a:solidFill>
                  <a:schemeClr val="tx1"/>
                </a:solidFill>
                <a:latin typeface="Calibri" pitchFamily="34" charset="0"/>
              </a:defRPr>
            </a:lvl8pPr>
            <a:lvl9pPr eaLnBrk="0" fontAlgn="base" hangingPunct="0">
              <a:spcAft>
                <a:spcPct val="0"/>
              </a:spcAft>
              <a:defRPr>
                <a:solidFill>
                  <a:schemeClr val="tx1"/>
                </a:solidFill>
                <a:latin typeface="Calibri" pitchFamily="34" charset="0"/>
              </a:defRPr>
            </a:lvl9pPr>
          </a:lstStyle>
          <a:p>
            <a:pPr algn="r" eaLnBrk="1" hangingPunct="1">
              <a:defRPr/>
            </a:pPr>
            <a:r>
              <a:rPr lang="en-US" sz="2000" dirty="0">
                <a:solidFill>
                  <a:srgbClr val="FF5A33"/>
                </a:solidFill>
                <a:effectLst>
                  <a:outerShdw blurRad="38100" dist="38100" dir="2700000" algn="tl">
                    <a:srgbClr val="C0C0C0"/>
                  </a:outerShdw>
                </a:effectLst>
                <a:latin typeface="Times New Roman" pitchFamily="18" charset="0"/>
                <a:cs typeface="Times New Roman" pitchFamily="18" charset="0"/>
              </a:rPr>
              <a:t>ĐỀ CƯƠNG CHI TIẾT</a:t>
            </a:r>
          </a:p>
        </p:txBody>
      </p:sp>
    </p:spTree>
    <p:extLst>
      <p:ext uri="{BB962C8B-B14F-4D97-AF65-F5344CB8AC3E}">
        <p14:creationId xmlns:p14="http://schemas.microsoft.com/office/powerpoint/2010/main" val="266558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solidFill>
          <a:srgbClr val="DD462F"/>
        </a:solidFill>
        <a:effectLst/>
      </p:bgPr>
    </p:bg>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1524000" y="3573463"/>
            <a:ext cx="9144000" cy="2879725"/>
          </a:xfrm>
          <a:prstGeom prst="rect">
            <a:avLst/>
          </a:prstGeom>
          <a:solidFill>
            <a:schemeClr val="bg1"/>
          </a:solidFill>
          <a:ln>
            <a:noFill/>
          </a:ln>
          <a:extLst>
            <a:ext uri="{91240B29-F687-4F45-9708-019B960494DF}">
              <a14:hiddenLine xmlns:a14="http://schemas.microsoft.com/office/drawing/2010/main" w="38100" algn="ctr">
                <a:solidFill>
                  <a:srgbClr val="000000"/>
                </a:solidFill>
                <a:round/>
                <a:headEnd/>
                <a:tailEnd/>
              </a14:hiddenLine>
            </a:ext>
          </a:extLst>
        </p:spPr>
        <p:txBody>
          <a:bodyP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800" b="1" i="0" u="none" strike="noStrike" kern="1200" cap="none" spc="0" normalizeH="0" baseline="0" noProof="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pic>
        <p:nvPicPr>
          <p:cNvPr id="178180"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2775" y="482600"/>
            <a:ext cx="1733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auto">
          <a:xfrm>
            <a:off x="1216240" y="1135856"/>
            <a:ext cx="9759518"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lvl="0" algn="ctr" fontAlgn="base">
              <a:spcBef>
                <a:spcPts val="600"/>
              </a:spcBef>
              <a:spcAft>
                <a:spcPct val="0"/>
              </a:spcAft>
              <a:defRPr/>
            </a:pPr>
            <a:r>
              <a:rPr kumimoji="0" lang="en-US" altLang="en-US" sz="2000" b="1" i="0" u="none" strike="noStrike" kern="1200" cap="none" spc="0" normalizeH="0" baseline="0" noProof="0" dirty="0" err="1">
                <a:ln>
                  <a:noFill/>
                </a:ln>
                <a:solidFill>
                  <a:srgbClr val="FFFFFF"/>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t> 9:</a:t>
            </a:r>
            <a:br>
              <a:rPr kumimoji="0" lang="en-US" altLang="en-US" sz="20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rPr>
            </a:br>
            <a:r>
              <a:rPr lang="en-US" altLang="en-US" sz="3200" dirty="0">
                <a:solidFill>
                  <a:srgbClr val="FFFFFF"/>
                </a:solidFill>
                <a:latin typeface="Times New Roman" panose="02020603050405020304" pitchFamily="18" charset="0"/>
                <a:cs typeface="Times New Roman" panose="02020603050405020304" pitchFamily="18" charset="0"/>
              </a:rPr>
              <a:t>GIẢI PHÁP NÂNG CẤP HỆ THỐNG PLC</a:t>
            </a:r>
            <a:endParaRPr kumimoji="0" lang="en-US" altLang="en-US" sz="3200" b="1" i="0" u="none" strike="noStrike" kern="1200" cap="none" spc="0" normalizeH="0" baseline="0" noProof="0" dirty="0">
              <a:ln>
                <a:noFill/>
              </a:ln>
              <a:solidFill>
                <a:srgbClr val="FFFFFF"/>
              </a:solidFill>
              <a:effectLst/>
              <a:uLnTx/>
              <a:uFillTx/>
              <a:latin typeface="Times New Roman" panose="02020603050405020304" pitchFamily="18" charset="0"/>
              <a:ea typeface="+mn-ea"/>
              <a:cs typeface="Times New Roman" panose="02020603050405020304" pitchFamily="18" charset="0"/>
            </a:endParaRPr>
          </a:p>
        </p:txBody>
      </p:sp>
      <p:sp>
        <p:nvSpPr>
          <p:cNvPr id="2" name="AutoShape 2" descr="SIMATIC SCADA Systems | Automation Software | Siemens Glob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6325" y="3573463"/>
            <a:ext cx="5280734" cy="2858197"/>
          </a:xfrm>
          <a:prstGeom prst="rect">
            <a:avLst/>
          </a:prstGeom>
        </p:spPr>
      </p:pic>
    </p:spTree>
    <p:extLst>
      <p:ext uri="{BB962C8B-B14F-4D97-AF65-F5344CB8AC3E}">
        <p14:creationId xmlns:p14="http://schemas.microsoft.com/office/powerpoint/2010/main" val="347781825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txBox="1">
            <a:spLocks noChangeArrowheads="1"/>
          </p:cNvSpPr>
          <p:nvPr/>
        </p:nvSpPr>
        <p:spPr bwMode="auto">
          <a:xfrm>
            <a:off x="1047565" y="534988"/>
            <a:ext cx="10156054"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ctr" defTabSz="914400" rtl="0" eaLnBrk="1" fontAlgn="base" latinLnBrk="0" hangingPunct="1">
              <a:lnSpc>
                <a:spcPct val="100000"/>
              </a:lnSpc>
              <a:spcBef>
                <a:spcPts val="600"/>
              </a:spcBef>
              <a:spcAft>
                <a:spcPct val="0"/>
              </a:spcAft>
              <a:buClrTx/>
              <a:buSzTx/>
              <a:buFontTx/>
              <a:buNone/>
              <a:tabLst/>
              <a:defRPr/>
            </a:pPr>
            <a:r>
              <a:rPr kumimoji="0" lang="en-US" altLang="en-US" sz="20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Bài</a:t>
            </a:r>
            <a: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9:</a:t>
            </a:r>
            <a:br>
              <a:rPr kumimoji="0" lang="en-US"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br>
            <a:r>
              <a:rPr kumimoji="0" lang="en-US"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GIẢI PHÁP NÂNG CẤP HỆ THỐNG PLC</a:t>
            </a:r>
          </a:p>
        </p:txBody>
      </p:sp>
      <p:sp>
        <p:nvSpPr>
          <p:cNvPr id="4" name="Rectangle 3"/>
          <p:cNvSpPr/>
          <p:nvPr/>
        </p:nvSpPr>
        <p:spPr>
          <a:xfrm>
            <a:off x="1047565" y="1883638"/>
            <a:ext cx="10156054" cy="3693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9.2.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hệ</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thống</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PLC S7-300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lên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S7-1500</a:t>
            </a: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77196" y="3266982"/>
            <a:ext cx="4663736" cy="2623352"/>
          </a:xfrm>
          <a:prstGeom prst="rect">
            <a:avLst/>
          </a:prstGeom>
        </p:spPr>
      </p:pic>
    </p:spTree>
    <p:extLst>
      <p:ext uri="{BB962C8B-B14F-4D97-AF65-F5344CB8AC3E}">
        <p14:creationId xmlns:p14="http://schemas.microsoft.com/office/powerpoint/2010/main" val="2281483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grpId="0" nodeType="afterEffect">
                                  <p:stCondLst>
                                    <p:cond delay="0"/>
                                  </p:stCondLst>
                                  <p:iterate type="lt">
                                    <p:tmAbs val="75"/>
                                  </p:iterate>
                                  <p:childTnLst>
                                    <p:set>
                                      <p:cBhvr>
                                        <p:cTn id="6" dur="1" fill="hold">
                                          <p:stCondLst>
                                            <p:cond delay="74"/>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2"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8" name="TextBox 7"/>
          <p:cNvSpPr txBox="1"/>
          <p:nvPr/>
        </p:nvSpPr>
        <p:spPr>
          <a:xfrm>
            <a:off x="457200" y="1382713"/>
            <a:ext cx="11266884" cy="5078313"/>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Tổng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quan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về</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sản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phẩm</a:t>
            </a:r>
            <a:r>
              <a:rPr lang="en-US" b="1" dirty="0">
                <a:solidFill>
                  <a:prstClr val="black"/>
                </a:solidFill>
                <a:latin typeface="Times New Roman" panose="02020603050405020304" pitchFamily="18" charset="0"/>
                <a:cs typeface="Times New Roman" panose="02020603050405020304" pitchFamily="18" charset="0"/>
              </a:rPr>
              <a:t> S7-300 </a:t>
            </a:r>
            <a:r>
              <a:rPr lang="en-US" b="1" dirty="0" err="1">
                <a:solidFill>
                  <a:prstClr val="black"/>
                </a:solidFill>
                <a:latin typeface="Times New Roman" panose="02020603050405020304" pitchFamily="18" charset="0"/>
                <a:cs typeface="Times New Roman" panose="02020603050405020304" pitchFamily="18" charset="0"/>
              </a:rPr>
              <a:t>và</a:t>
            </a:r>
            <a:r>
              <a:rPr lang="en-US" b="1" dirty="0">
                <a:solidFill>
                  <a:prstClr val="black"/>
                </a:solidFill>
                <a:latin typeface="Times New Roman" panose="02020603050405020304" pitchFamily="18" charset="0"/>
                <a:cs typeface="Times New Roman" panose="02020603050405020304" pitchFamily="18" charset="0"/>
              </a:rPr>
              <a:t> S7-1500</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3.1.1. SIMATIC S7-300</a:t>
            </a:r>
          </a:p>
          <a:p>
            <a:pPr marL="684213" indent="-214313"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PLC S7-300 </a:t>
            </a:r>
            <a:r>
              <a:rPr lang="en-US" dirty="0" err="1">
                <a:solidFill>
                  <a:prstClr val="black"/>
                </a:solidFill>
                <a:latin typeface="Times New Roman" panose="02020603050405020304" pitchFamily="18" charset="0"/>
                <a:cs typeface="Times New Roman" panose="02020603050405020304" pitchFamily="18" charset="0"/>
              </a:rPr>
              <a:t>là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dòng</a:t>
            </a:r>
            <a:r>
              <a:rPr lang="en-US" dirty="0">
                <a:solidFill>
                  <a:prstClr val="black"/>
                </a:solidFill>
                <a:latin typeface="Times New Roman" panose="02020603050405020304" pitchFamily="18" charset="0"/>
                <a:cs typeface="Times New Roman" panose="02020603050405020304" pitchFamily="18" charset="0"/>
              </a:rPr>
              <a:t> PLC </a:t>
            </a:r>
            <a:r>
              <a:rPr lang="en-US" dirty="0" err="1">
                <a:solidFill>
                  <a:prstClr val="black"/>
                </a:solidFill>
                <a:latin typeface="Times New Roman" panose="02020603050405020304" pitchFamily="18" charset="0"/>
                <a:cs typeface="Times New Roman" panose="02020603050405020304" pitchFamily="18" charset="0"/>
              </a:rPr>
              <a:t>cỡ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trung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hoàn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toàn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S7-200,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toán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nhanh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lý</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số</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lượng</a:t>
            </a:r>
            <a:r>
              <a:rPr lang="en-US" dirty="0">
                <a:solidFill>
                  <a:prstClr val="black"/>
                </a:solidFill>
                <a:latin typeface="Times New Roman" panose="02020603050405020304" pitchFamily="18" charset="0"/>
                <a:cs typeface="Times New Roman" panose="02020603050405020304" pitchFamily="18" charset="0"/>
              </a:rPr>
              <a:t> I/O </a:t>
            </a:r>
            <a:r>
              <a:rPr lang="en-US" dirty="0" err="1">
                <a:solidFill>
                  <a:prstClr val="black"/>
                </a:solidFill>
                <a:latin typeface="Times New Roman" panose="02020603050405020304" pitchFamily="18" charset="0"/>
                <a:cs typeface="Times New Roman" panose="02020603050405020304" pitchFamily="18" charset="0"/>
              </a:rPr>
              <a:t>nhiều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endParaRPr lang="en-US" dirty="0">
              <a:solidFill>
                <a:prstClr val="black"/>
              </a:solidFill>
              <a:latin typeface="Times New Roman" panose="02020603050405020304" pitchFamily="18" charset="0"/>
              <a:cs typeface="Times New Roman" panose="02020603050405020304" pitchFamily="18" charset="0"/>
            </a:endParaRPr>
          </a:p>
          <a:p>
            <a:pPr marL="6842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Phù</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dây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chuyền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hệ</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thống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vừa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lớn</a:t>
            </a:r>
            <a:endParaRPr lang="en-US" dirty="0">
              <a:solidFill>
                <a:prstClr val="black"/>
              </a:solidFill>
              <a:latin typeface="Times New Roman" panose="02020603050405020304" pitchFamily="18" charset="0"/>
              <a:cs typeface="Times New Roman" panose="02020603050405020304" pitchFamily="18" charset="0"/>
            </a:endParaRPr>
          </a:p>
          <a:p>
            <a:pPr marL="6842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Giá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thành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phù</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ứng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dụng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lớn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chi </a:t>
            </a:r>
            <a:r>
              <a:rPr lang="en-US" dirty="0" err="1">
                <a:solidFill>
                  <a:prstClr val="black"/>
                </a:solidFill>
                <a:latin typeface="Times New Roman" panose="02020603050405020304" pitchFamily="18" charset="0"/>
                <a:cs typeface="Times New Roman" panose="02020603050405020304" pitchFamily="18" charset="0"/>
              </a:rPr>
              <a:t>phí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endParaRPr lang="en-US" dirty="0">
              <a:solidFill>
                <a:prstClr val="black"/>
              </a:solidFill>
              <a:latin typeface="Times New Roman" panose="02020603050405020304" pitchFamily="18" charset="0"/>
              <a:cs typeface="Times New Roman" panose="02020603050405020304" pitchFamily="18" charset="0"/>
            </a:endParaRPr>
          </a:p>
          <a:p>
            <a:pPr marL="684213" indent="-214313"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S7-300 </a:t>
            </a:r>
            <a:r>
              <a:rPr lang="en-US" dirty="0" err="1">
                <a:solidFill>
                  <a:prstClr val="black"/>
                </a:solidFill>
                <a:latin typeface="Times New Roman" panose="02020603050405020304" pitchFamily="18" charset="0"/>
                <a:cs typeface="Times New Roman" panose="02020603050405020304" pitchFamily="18" charset="0"/>
              </a:rPr>
              <a:t>hỗ</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trúc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chuẩn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của</a:t>
            </a:r>
            <a:r>
              <a:rPr lang="en-US" dirty="0">
                <a:solidFill>
                  <a:prstClr val="black"/>
                </a:solidFill>
                <a:latin typeface="Times New Roman" panose="02020603050405020304" pitchFamily="18" charset="0"/>
                <a:cs typeface="Times New Roman" panose="02020603050405020304" pitchFamily="18" charset="0"/>
              </a:rPr>
              <a:t> Siemens </a:t>
            </a:r>
            <a:r>
              <a:rPr lang="en-US" dirty="0" err="1">
                <a:solidFill>
                  <a:prstClr val="black"/>
                </a:solidFill>
                <a:latin typeface="Times New Roman" panose="02020603050405020304" pitchFamily="18" charset="0"/>
                <a:cs typeface="Times New Roman" panose="02020603050405020304" pitchFamily="18" charset="0"/>
              </a:rPr>
              <a:t>gồm</a:t>
            </a:r>
            <a:r>
              <a:rPr lang="en-US" dirty="0">
                <a:solidFill>
                  <a:prstClr val="black"/>
                </a:solidFill>
                <a:latin typeface="Times New Roman" panose="02020603050405020304" pitchFamily="18" charset="0"/>
                <a:cs typeface="Times New Roman" panose="02020603050405020304" pitchFamily="18" charset="0"/>
              </a:rPr>
              <a:t> Ethernet, </a:t>
            </a:r>
            <a:r>
              <a:rPr lang="en-US" dirty="0" err="1">
                <a:solidFill>
                  <a:prstClr val="black"/>
                </a:solidFill>
                <a:latin typeface="Times New Roman" panose="02020603050405020304" pitchFamily="18" charset="0"/>
                <a:cs typeface="Times New Roman" panose="02020603050405020304" pitchFamily="18" charset="0"/>
              </a:rPr>
              <a:t>Profibus</a:t>
            </a:r>
            <a:r>
              <a:rPr lang="en-US" dirty="0">
                <a:solidFill>
                  <a:prstClr val="black"/>
                </a:solidFill>
                <a:latin typeface="Times New Roman" panose="02020603050405020304" pitchFamily="18" charset="0"/>
                <a:cs typeface="Times New Roman" panose="02020603050405020304" pitchFamily="18" charset="0"/>
              </a:rPr>
              <a:t>-DP, AS-I, Serial/Modbus</a:t>
            </a:r>
          </a:p>
          <a:p>
            <a:pPr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3.1.2. SIMATIC S7-1500</a:t>
            </a:r>
          </a:p>
          <a:p>
            <a:pPr marL="6842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Là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piên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nâng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của</a:t>
            </a:r>
            <a:r>
              <a:rPr lang="en-US" dirty="0">
                <a:solidFill>
                  <a:prstClr val="black"/>
                </a:solidFill>
                <a:latin typeface="Times New Roman" panose="02020603050405020304" pitchFamily="18" charset="0"/>
                <a:cs typeface="Times New Roman" panose="02020603050405020304" pitchFamily="18" charset="0"/>
              </a:rPr>
              <a:t> S7-300</a:t>
            </a:r>
          </a:p>
          <a:p>
            <a:pPr marL="6842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chức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mạnh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mẽ</a:t>
            </a:r>
            <a:r>
              <a:rPr lang="en-US" dirty="0">
                <a:solidFill>
                  <a:prstClr val="black"/>
                </a:solidFill>
                <a:latin typeface="Times New Roman" panose="02020603050405020304" pitchFamily="18" charset="0"/>
                <a:cs typeface="Times New Roman" panose="02020603050405020304" pitchFamily="18" charset="0"/>
              </a:rPr>
              <a:t>, CPU </a:t>
            </a:r>
            <a:r>
              <a:rPr lang="en-US" dirty="0" err="1">
                <a:solidFill>
                  <a:prstClr val="black"/>
                </a:solidFill>
                <a:latin typeface="Times New Roman" panose="02020603050405020304" pitchFamily="18" charset="0"/>
                <a:cs typeface="Times New Roman" panose="02020603050405020304" pitchFamily="18" charset="0"/>
              </a:rPr>
              <a:t>tốc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độ</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mở</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rộng</a:t>
            </a:r>
            <a:r>
              <a:rPr lang="en-US" dirty="0">
                <a:solidFill>
                  <a:prstClr val="black"/>
                </a:solidFill>
                <a:latin typeface="Times New Roman" panose="02020603050405020304" pitchFamily="18" charset="0"/>
                <a:cs typeface="Times New Roman" panose="02020603050405020304" pitchFamily="18" charset="0"/>
              </a:rPr>
              <a:t> I/O, </a:t>
            </a:r>
            <a:r>
              <a:rPr lang="en-US" dirty="0" err="1">
                <a:solidFill>
                  <a:prstClr val="black"/>
                </a:solidFill>
                <a:latin typeface="Times New Roman" panose="02020603050405020304" pitchFamily="18" charset="0"/>
                <a:cs typeface="Times New Roman" panose="02020603050405020304" pitchFamily="18" charset="0"/>
              </a:rPr>
              <a:t>hỗ</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về</a:t>
            </a:r>
            <a:r>
              <a:rPr lang="en-US" dirty="0">
                <a:solidFill>
                  <a:prstClr val="black"/>
                </a:solidFill>
                <a:latin typeface="Times New Roman" panose="02020603050405020304" pitchFamily="18" charset="0"/>
                <a:cs typeface="Times New Roman" panose="02020603050405020304" pitchFamily="18" charset="0"/>
              </a:rPr>
              <a:t> OPC, Web Server….</a:t>
            </a:r>
          </a:p>
          <a:p>
            <a:pPr marL="684213" indent="-214313"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S7-1500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lựa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thay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thế</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cho</a:t>
            </a:r>
            <a:r>
              <a:rPr lang="en-US" dirty="0">
                <a:solidFill>
                  <a:prstClr val="black"/>
                </a:solidFill>
                <a:latin typeface="Times New Roman" panose="02020603050405020304" pitchFamily="18" charset="0"/>
                <a:cs typeface="Times New Roman" panose="02020603050405020304" pitchFamily="18" charset="0"/>
              </a:rPr>
              <a:t> S7-300 </a:t>
            </a:r>
            <a:r>
              <a:rPr lang="en-US" dirty="0" err="1">
                <a:solidFill>
                  <a:prstClr val="black"/>
                </a:solidFill>
                <a:latin typeface="Times New Roman" panose="02020603050405020304" pitchFamily="18" charset="0"/>
                <a:cs typeface="Times New Roman" panose="02020603050405020304" pitchFamily="18" charset="0"/>
              </a:rPr>
              <a:t>trong</a:t>
            </a:r>
            <a:r>
              <a:rPr lang="en-US" dirty="0">
                <a:solidFill>
                  <a:prstClr val="black"/>
                </a:solidFill>
                <a:latin typeface="Times New Roman" panose="02020603050405020304" pitchFamily="18" charset="0"/>
                <a:cs typeface="Times New Roman" panose="02020603050405020304" pitchFamily="18" charset="0"/>
              </a:rPr>
              <a:t> 1 </a:t>
            </a:r>
            <a:r>
              <a:rPr lang="en-US" dirty="0" err="1">
                <a:solidFill>
                  <a:prstClr val="black"/>
                </a:solidFill>
                <a:latin typeface="Times New Roman" panose="02020603050405020304" pitchFamily="18" charset="0"/>
                <a:cs typeface="Times New Roman" panose="02020603050405020304" pitchFamily="18" charset="0"/>
              </a:rPr>
              <a:t>số</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trường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khai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thế</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mạnh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của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mới</a:t>
            </a: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Thông</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số</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kĩ</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thuật</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chung</a:t>
            </a:r>
            <a:r>
              <a:rPr lang="en-US" b="1" dirty="0">
                <a:solidFill>
                  <a:prstClr val="black"/>
                </a:solidFill>
                <a:latin typeface="Times New Roman" panose="02020603050405020304" pitchFamily="18" charset="0"/>
                <a:cs typeface="Times New Roman" panose="02020603050405020304" pitchFamily="18" charset="0"/>
              </a:rPr>
              <a:t> S7-300 </a:t>
            </a:r>
            <a:r>
              <a:rPr lang="en-US" b="1" dirty="0" err="1">
                <a:solidFill>
                  <a:prstClr val="black"/>
                </a:solidFill>
                <a:latin typeface="Times New Roman" panose="02020603050405020304" pitchFamily="18" charset="0"/>
                <a:cs typeface="Times New Roman" panose="02020603050405020304" pitchFamily="18" charset="0"/>
              </a:rPr>
              <a:t>và</a:t>
            </a:r>
            <a:r>
              <a:rPr lang="en-US" b="1" dirty="0">
                <a:solidFill>
                  <a:prstClr val="black"/>
                </a:solidFill>
                <a:latin typeface="Times New Roman" panose="02020603050405020304" pitchFamily="18" charset="0"/>
                <a:cs typeface="Times New Roman" panose="02020603050405020304" pitchFamily="18" charset="0"/>
              </a:rPr>
              <a:t> S7-1500</a:t>
            </a:r>
          </a:p>
          <a:p>
            <a:pPr marL="6842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Đêu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kích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thước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tự</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nhau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chế</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tạo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theo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thiết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kế</a:t>
            </a:r>
            <a:r>
              <a:rPr lang="en-US" dirty="0">
                <a:solidFill>
                  <a:prstClr val="black"/>
                </a:solidFill>
                <a:latin typeface="Times New Roman" panose="02020603050405020304" pitchFamily="18" charset="0"/>
                <a:cs typeface="Times New Roman" panose="02020603050405020304" pitchFamily="18" charset="0"/>
              </a:rPr>
              <a:t> module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nhiên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mở</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rộng</a:t>
            </a:r>
            <a:r>
              <a:rPr lang="en-US" dirty="0">
                <a:solidFill>
                  <a:prstClr val="black"/>
                </a:solidFill>
                <a:latin typeface="Times New Roman" panose="02020603050405020304" pitchFamily="18" charset="0"/>
                <a:cs typeface="Times New Roman" panose="02020603050405020304" pitchFamily="18" charset="0"/>
              </a:rPr>
              <a:t>.</a:t>
            </a:r>
          </a:p>
          <a:p>
            <a:pPr marL="684213" indent="-214313"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lắp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đặt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tối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đa</a:t>
            </a:r>
            <a:r>
              <a:rPr lang="en-US" dirty="0">
                <a:solidFill>
                  <a:prstClr val="black"/>
                </a:solidFill>
                <a:latin typeface="Times New Roman" panose="02020603050405020304" pitchFamily="18" charset="0"/>
                <a:cs typeface="Times New Roman" panose="02020603050405020304" pitchFamily="18" charset="0"/>
              </a:rPr>
              <a:t> 32 module </a:t>
            </a:r>
            <a:r>
              <a:rPr lang="en-US" dirty="0" err="1">
                <a:solidFill>
                  <a:prstClr val="black"/>
                </a:solidFill>
                <a:latin typeface="Times New Roman" panose="02020603050405020304" pitchFamily="18" charset="0"/>
                <a:cs typeface="Times New Roman" panose="02020603050405020304" pitchFamily="18" charset="0"/>
              </a:rPr>
              <a:t>mở</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rộng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hai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hệ</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thống</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3213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extBox 7"/>
          <p:cNvSpPr txBox="1"/>
          <p:nvPr/>
        </p:nvSpPr>
        <p:spPr>
          <a:xfrm>
            <a:off x="467916" y="1382713"/>
            <a:ext cx="11266884" cy="4801314"/>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Hiệu</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suất</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và</a:t>
            </a:r>
            <a:r>
              <a:rPr lang="en-US" b="1" dirty="0">
                <a:solidFill>
                  <a:prstClr val="black"/>
                </a:solidFill>
                <a:latin typeface="Times New Roman" panose="02020603050405020304" pitchFamily="18" charset="0"/>
                <a:cs typeface="Times New Roman" panose="02020603050405020304" pitchFamily="18" charset="0"/>
              </a:rPr>
              <a:t> chi </a:t>
            </a:r>
            <a:r>
              <a:rPr lang="en-US" b="1" dirty="0" err="1">
                <a:solidFill>
                  <a:prstClr val="black"/>
                </a:solidFill>
                <a:latin typeface="Times New Roman" panose="02020603050405020304" pitchFamily="18" charset="0"/>
                <a:cs typeface="Times New Roman" panose="02020603050405020304" pitchFamily="18" charset="0"/>
              </a:rPr>
              <a:t>phí</a:t>
            </a:r>
            <a:endParaRPr lang="en-US" b="1"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S7-1500 tang </a:t>
            </a:r>
            <a:r>
              <a:rPr lang="en-US" dirty="0" err="1">
                <a:solidFill>
                  <a:prstClr val="black"/>
                </a:solidFill>
                <a:latin typeface="Times New Roman" panose="02020603050405020304" pitchFamily="18" charset="0"/>
                <a:cs typeface="Times New Roman" panose="02020603050405020304" pitchFamily="18" charset="0"/>
              </a:rPr>
              <a:t>đáng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hiệu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suất</a:t>
            </a:r>
            <a:r>
              <a:rPr lang="en-US" dirty="0">
                <a:solidFill>
                  <a:prstClr val="black"/>
                </a:solidFill>
                <a:latin typeface="Times New Roman" panose="02020603050405020304" pitchFamily="18" charset="0"/>
                <a:cs typeface="Times New Roman" panose="02020603050405020304" pitchFamily="18" charset="0"/>
              </a:rPr>
              <a:t> so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S7-300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bảng bus </a:t>
            </a:r>
            <a:r>
              <a:rPr lang="en-US" dirty="0" err="1">
                <a:solidFill>
                  <a:prstClr val="black"/>
                </a:solidFill>
                <a:latin typeface="Times New Roman" panose="02020603050405020304" pitchFamily="18" charset="0"/>
                <a:cs typeface="Times New Roman" panose="02020603050405020304" pitchFamily="18" charset="0"/>
              </a:rPr>
              <a:t>nối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nhanh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diện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Profinet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tiêu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chuẩn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thời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gian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ứng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ngắn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endParaRPr lang="en-US"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Giao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diện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Profinet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nhật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mang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lại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tái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tạo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độ</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chính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xác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cao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trong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khung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thời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gian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nano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giây</a:t>
            </a:r>
            <a:endParaRPr lang="en-US"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Gía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thành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giữa</a:t>
            </a:r>
            <a:r>
              <a:rPr lang="en-US" dirty="0">
                <a:solidFill>
                  <a:prstClr val="black"/>
                </a:solidFill>
                <a:latin typeface="Times New Roman" panose="02020603050405020304" pitchFamily="18" charset="0"/>
                <a:cs typeface="Times New Roman" panose="02020603050405020304" pitchFamily="18" charset="0"/>
              </a:rPr>
              <a:t> S7-300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S7-1500 </a:t>
            </a:r>
            <a:r>
              <a:rPr lang="en-US" dirty="0" err="1">
                <a:solidFill>
                  <a:prstClr val="black"/>
                </a:solidFill>
                <a:latin typeface="Times New Roman" panose="02020603050405020304" pitchFamily="18" charset="0"/>
                <a:cs typeface="Times New Roman" panose="02020603050405020304" pitchFamily="18" charset="0"/>
              </a:rPr>
              <a:t>rất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giống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nhau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giữa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mẫu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tự</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nhau</a:t>
            </a:r>
            <a:endParaRPr lang="en-US"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a:solidFill>
                  <a:prstClr val="black"/>
                </a:solidFill>
                <a:latin typeface="Times New Roman" panose="02020603050405020304" pitchFamily="18" charset="0"/>
                <a:cs typeface="Times New Roman" panose="02020603050405020304" pitchFamily="18" charset="0"/>
              </a:rPr>
              <a:t>S7-1500 </a:t>
            </a:r>
            <a:r>
              <a:rPr lang="en-US" dirty="0" err="1">
                <a:solidFill>
                  <a:prstClr val="black"/>
                </a:solidFill>
                <a:latin typeface="Times New Roman" panose="02020603050405020304" pitchFamily="18" charset="0"/>
                <a:cs typeface="Times New Roman" panose="02020603050405020304" pitchFamily="18" charset="0"/>
              </a:rPr>
              <a:t>phiên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bản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nhỏ</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gọn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cung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năng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kiệm</a:t>
            </a:r>
            <a:r>
              <a:rPr lang="en-US" dirty="0">
                <a:solidFill>
                  <a:prstClr val="black"/>
                </a:solidFill>
                <a:latin typeface="Times New Roman" panose="02020603050405020304" pitchFamily="18" charset="0"/>
                <a:cs typeface="Times New Roman" panose="02020603050405020304" pitchFamily="18" charset="0"/>
              </a:rPr>
              <a:t> chi </a:t>
            </a:r>
            <a:r>
              <a:rPr lang="en-US" dirty="0" err="1">
                <a:solidFill>
                  <a:prstClr val="black"/>
                </a:solidFill>
                <a:latin typeface="Times New Roman" panose="02020603050405020304" pitchFamily="18" charset="0"/>
                <a:cs typeface="Times New Roman" panose="02020603050405020304" pitchFamily="18" charset="0"/>
              </a:rPr>
              <a:t>phí</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đến</a:t>
            </a:r>
            <a:r>
              <a:rPr lang="en-US" dirty="0">
                <a:solidFill>
                  <a:prstClr val="black"/>
                </a:solidFill>
                <a:latin typeface="Times New Roman" panose="02020603050405020304" pitchFamily="18" charset="0"/>
                <a:cs typeface="Times New Roman" panose="02020603050405020304" pitchFamily="18" charset="0"/>
              </a:rPr>
              <a:t> 70%</a:t>
            </a: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Tiết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kiệm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gian</a:t>
            </a:r>
            <a:r>
              <a:rPr lang="en-US" dirty="0">
                <a:solidFill>
                  <a:prstClr val="black"/>
                </a:solidFill>
                <a:latin typeface="Times New Roman" panose="02020603050405020304" pitchFamily="18" charset="0"/>
                <a:cs typeface="Times New Roman" panose="02020603050405020304" pitchFamily="18" charset="0"/>
              </a:rPr>
              <a:t> 25% so </a:t>
            </a:r>
            <a:r>
              <a:rPr lang="en-US" dirty="0" err="1">
                <a:solidFill>
                  <a:prstClr val="black"/>
                </a:solidFill>
                <a:latin typeface="Times New Roman" panose="02020603050405020304" pitchFamily="18" charset="0"/>
                <a:cs typeface="Times New Roman" panose="02020603050405020304" pitchFamily="18" charset="0"/>
              </a:rPr>
              <a:t>với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CPU </a:t>
            </a:r>
            <a:r>
              <a:rPr lang="en-US" dirty="0" err="1">
                <a:solidFill>
                  <a:prstClr val="black"/>
                </a:solidFill>
                <a:latin typeface="Times New Roman" panose="02020603050405020304" pitchFamily="18" charset="0"/>
                <a:cs typeface="Times New Roman" panose="02020603050405020304" pitchFamily="18" charset="0"/>
              </a:rPr>
              <a:t>tiêu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chuẩn</a:t>
            </a: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Lợi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ích</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của</a:t>
            </a:r>
            <a:r>
              <a:rPr lang="en-US" b="1" dirty="0">
                <a:solidFill>
                  <a:prstClr val="black"/>
                </a:solidFill>
                <a:latin typeface="Times New Roman" panose="02020603050405020304" pitchFamily="18" charset="0"/>
                <a:cs typeface="Times New Roman" panose="02020603050405020304" pitchFamily="18" charset="0"/>
              </a:rPr>
              <a:t> S7-1500 so </a:t>
            </a:r>
            <a:r>
              <a:rPr lang="en-US" b="1" dirty="0" err="1">
                <a:solidFill>
                  <a:prstClr val="black"/>
                </a:solidFill>
                <a:latin typeface="Times New Roman" panose="02020603050405020304" pitchFamily="18" charset="0"/>
                <a:cs typeface="Times New Roman" panose="02020603050405020304" pitchFamily="18" charset="0"/>
              </a:rPr>
              <a:t>với</a:t>
            </a:r>
            <a:r>
              <a:rPr lang="en-US" b="1" dirty="0">
                <a:solidFill>
                  <a:prstClr val="black"/>
                </a:solidFill>
                <a:latin typeface="Times New Roman" panose="02020603050405020304" pitchFamily="18" charset="0"/>
                <a:cs typeface="Times New Roman" panose="02020603050405020304" pitchFamily="18" charset="0"/>
              </a:rPr>
              <a:t> S7-300</a:t>
            </a: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Một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màn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tích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tiêu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chuẩn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phé</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dễ</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dàng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chẳng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như</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địa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chỉ</a:t>
            </a:r>
            <a:r>
              <a:rPr lang="en-US" dirty="0">
                <a:solidFill>
                  <a:prstClr val="black"/>
                </a:solidFill>
                <a:latin typeface="Times New Roman" panose="02020603050405020304" pitchFamily="18" charset="0"/>
                <a:cs typeface="Times New Roman" panose="02020603050405020304" pitchFamily="18" charset="0"/>
              </a:rPr>
              <a:t> IP </a:t>
            </a:r>
            <a:r>
              <a:rPr lang="en-US" dirty="0" err="1">
                <a:solidFill>
                  <a:prstClr val="black"/>
                </a:solidFill>
                <a:latin typeface="Times New Roman" panose="02020603050405020304" pitchFamily="18" charset="0"/>
                <a:cs typeface="Times New Roman" panose="02020603050405020304" pitchFamily="18" charset="0"/>
              </a:rPr>
              <a:t>mà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cần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hoặc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cụ</a:t>
            </a:r>
            <a:endParaRPr lang="en-US"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Bộ</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nhớ</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cung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cấp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tiêu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chuẩn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kì</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ứng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dụng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nào</a:t>
            </a:r>
            <a:endParaRPr lang="en-US"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lưu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trữ</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thông</a:t>
            </a:r>
            <a:r>
              <a:rPr lang="en-US" dirty="0">
                <a:solidFill>
                  <a:prstClr val="black"/>
                </a:solidFill>
                <a:latin typeface="Times New Roman" panose="02020603050405020304" pitchFamily="18" charset="0"/>
                <a:cs typeface="Times New Roman" panose="02020603050405020304" pitchFamily="18" charset="0"/>
              </a:rPr>
              <a:t> tin </a:t>
            </a:r>
            <a:r>
              <a:rPr lang="en-US" dirty="0" err="1">
                <a:solidFill>
                  <a:prstClr val="black"/>
                </a:solidFill>
                <a:latin typeface="Times New Roman" panose="02020603050405020304" pitchFamily="18" charset="0"/>
                <a:cs typeface="Times New Roman" panose="02020603050405020304" pitchFamily="18" charset="0"/>
              </a:rPr>
              <a:t>lên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đến</a:t>
            </a:r>
            <a:r>
              <a:rPr lang="en-US" dirty="0">
                <a:solidFill>
                  <a:prstClr val="black"/>
                </a:solidFill>
                <a:latin typeface="Times New Roman" panose="02020603050405020304" pitchFamily="18" charset="0"/>
                <a:cs typeface="Times New Roman" panose="02020603050405020304" pitchFamily="18" charset="0"/>
              </a:rPr>
              <a:t> 32 Gb </a:t>
            </a:r>
            <a:r>
              <a:rPr lang="en-US" dirty="0" err="1">
                <a:solidFill>
                  <a:prstClr val="black"/>
                </a:solidFill>
                <a:latin typeface="Times New Roman" panose="02020603050405020304" pitchFamily="18" charset="0"/>
                <a:cs typeface="Times New Roman" panose="02020603050405020304" pitchFamily="18" charset="0"/>
              </a:rPr>
              <a:t>trên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thẻ</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dữ</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liệu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tài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liệu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của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dự</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án</a:t>
            </a:r>
            <a:endParaRPr lang="en-US"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Tuổi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thọ</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dài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hơn</a:t>
            </a:r>
            <a:r>
              <a:rPr lang="en-US" dirty="0">
                <a:solidFill>
                  <a:prstClr val="black"/>
                </a:solidFill>
                <a:latin typeface="Times New Roman" panose="02020603050405020304" pitchFamily="18" charset="0"/>
                <a:cs typeface="Times New Roman" panose="02020603050405020304" pitchFamily="18" charset="0"/>
              </a:rPr>
              <a:t> 50000 </a:t>
            </a:r>
            <a:r>
              <a:rPr lang="en-US" dirty="0" err="1">
                <a:solidFill>
                  <a:prstClr val="black"/>
                </a:solidFill>
                <a:latin typeface="Times New Roman" panose="02020603050405020304" pitchFamily="18" charset="0"/>
                <a:cs typeface="Times New Roman" panose="02020603050405020304" pitchFamily="18" charset="0"/>
              </a:rPr>
              <a:t>giờ</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hoạt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động</a:t>
            </a:r>
            <a:endParaRPr lang="en-US" dirty="0">
              <a:solidFill>
                <a:prstClr val="black"/>
              </a:solidFill>
              <a:latin typeface="Times New Roman" panose="02020603050405020304" pitchFamily="18" charset="0"/>
              <a:cs typeface="Times New Roman" panose="02020603050405020304" pitchFamily="18" charset="0"/>
            </a:endParaRP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Không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bị</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báo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lỗi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hệ</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thống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ngay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a:t>
            </a:r>
            <a:r>
              <a:rPr lang="en-US" dirty="0">
                <a:solidFill>
                  <a:prstClr val="black"/>
                </a:solidFill>
                <a:latin typeface="Times New Roman" panose="02020603050405020304" pitchFamily="18" charset="0"/>
                <a:cs typeface="Times New Roman" panose="02020603050405020304" pitchFamily="18" charset="0"/>
              </a:rPr>
              <a:t> CPU ở </a:t>
            </a:r>
            <a:r>
              <a:rPr lang="en-US" dirty="0" err="1">
                <a:solidFill>
                  <a:prstClr val="black"/>
                </a:solidFill>
                <a:latin typeface="Times New Roman" panose="02020603050405020304" pitchFamily="18" charset="0"/>
                <a:cs typeface="Times New Roman" panose="02020603050405020304" pitchFamily="18" charset="0"/>
              </a:rPr>
              <a:t>chế</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độ</a:t>
            </a:r>
            <a:r>
              <a:rPr lang="en-US" dirty="0">
                <a:solidFill>
                  <a:prstClr val="black"/>
                </a:solidFill>
                <a:latin typeface="Times New Roman" panose="02020603050405020304" pitchFamily="18" charset="0"/>
                <a:cs typeface="Times New Roman" panose="02020603050405020304" pitchFamily="18" charset="0"/>
              </a:rPr>
              <a:t> STOP</a:t>
            </a:r>
          </a:p>
          <a:p>
            <a:pPr marL="461963" indent="-177800" algn="just" defTabSz="685800" eaLnBrk="0" fontAlgn="base" hangingPunct="0">
              <a:spcBef>
                <a:spcPct val="0"/>
              </a:spcBef>
              <a:spcAft>
                <a:spcPct val="0"/>
              </a:spcAft>
              <a:buFont typeface="Arial" panose="020B0604020202020204" pitchFamily="34" charset="0"/>
              <a:buChar char="•"/>
            </a:pPr>
            <a:r>
              <a:rPr lang="en-US" dirty="0" err="1">
                <a:solidFill>
                  <a:prstClr val="black"/>
                </a:solidFill>
                <a:latin typeface="Times New Roman" panose="02020603050405020304" pitchFamily="18" charset="0"/>
                <a:cs typeface="Times New Roman" panose="02020603050405020304" pitchFamily="18" charset="0"/>
              </a:rPr>
              <a:t>Có</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thể</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truy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cập</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vào</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dữ</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liệu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hoạt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động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bằng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cụ</a:t>
            </a:r>
            <a:r>
              <a:rPr lang="en-US" dirty="0">
                <a:solidFill>
                  <a:prstClr val="black"/>
                </a:solidFill>
                <a:latin typeface="Times New Roman" panose="02020603050405020304" pitchFamily="18" charset="0"/>
                <a:cs typeface="Times New Roman" panose="02020603050405020304" pitchFamily="18" charset="0"/>
              </a:rPr>
              <a:t> Office </a:t>
            </a:r>
            <a:r>
              <a:rPr lang="en-US" dirty="0" err="1">
                <a:solidFill>
                  <a:prstClr val="black"/>
                </a:solidFill>
                <a:latin typeface="Times New Roman" panose="02020603050405020304" pitchFamily="18" charset="0"/>
                <a:cs typeface="Times New Roman" panose="02020603050405020304" pitchFamily="18" charset="0"/>
              </a:rPr>
              <a:t>và</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thông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quaa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máy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chủ</a:t>
            </a:r>
            <a:r>
              <a:rPr lang="en-US" dirty="0">
                <a:solidFill>
                  <a:prstClr val="black"/>
                </a:solidFill>
                <a:latin typeface="Times New Roman" panose="02020603050405020304" pitchFamily="18" charset="0"/>
                <a:cs typeface="Times New Roman" panose="02020603050405020304" pitchFamily="18" charset="0"/>
              </a:rPr>
              <a:t> Web    </a:t>
            </a:r>
          </a:p>
        </p:txBody>
      </p:sp>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Tree>
    <p:extLst>
      <p:ext uri="{BB962C8B-B14F-4D97-AF65-F5344CB8AC3E}">
        <p14:creationId xmlns:p14="http://schemas.microsoft.com/office/powerpoint/2010/main" val="1987530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9"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10" name="TextBox 9"/>
          <p:cNvSpPr txBox="1"/>
          <p:nvPr/>
        </p:nvSpPr>
        <p:spPr>
          <a:xfrm>
            <a:off x="457200" y="1354782"/>
            <a:ext cx="11266884" cy="4462760"/>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phần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cứng</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Lý</a:t>
            </a:r>
            <a:r>
              <a:rPr lang="en-US" dirty="0">
                <a:solidFill>
                  <a:prstClr val="black"/>
                </a:solidFill>
                <a:latin typeface="Times New Roman" panose="02020603050405020304" pitchFamily="18" charset="0"/>
                <a:cs typeface="Times New Roman" panose="02020603050405020304" pitchFamily="18" charset="0"/>
              </a:rPr>
              <a:t> do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đại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hóa</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57175" indent="-257175"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Bảo</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vệ</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đầu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tư</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57175" indent="-257175"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sang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kỹ</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thuật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đại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làm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việc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quả</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hơn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tăng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tính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hoạt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marL="257175" indent="-257175"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Cơ</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sở</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để</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sửa</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tương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lai</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57175" indent="-257175"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Giảm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chi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phí</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hoạt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spcAft>
                <a:spcPts val="600"/>
              </a:spcAft>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Việc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phần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cứng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gồm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marL="214313" indent="-214313"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Chọn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a:t>
            </a:r>
          </a:p>
          <a:p>
            <a:pPr marL="214313" indent="-214313"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I/O</a:t>
            </a:r>
          </a:p>
          <a:p>
            <a:pPr marL="214313" indent="-214313"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Quá</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giám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sát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điều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khiển</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14313" indent="-214313" algn="just" defTabSz="685800" eaLnBrk="0" fontAlgn="base" hangingPunct="0">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chuẩn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giao</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tiếp</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14313" indent="-214313" algn="just" defTabSz="685800" eaLnBrk="0" fontAlgn="base" hangingPunct="0">
              <a:spcAft>
                <a:spcPts val="600"/>
              </a:spcAft>
              <a:buFont typeface="Arial" panose="020B0604020202020204" pitchFamily="34" charset="0"/>
              <a:buChar char="•"/>
            </a:pP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HMI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phần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mềm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phần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cứng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endParaRPr lang="en-US" dirty="0">
              <a:solidFill>
                <a:prstClr val="black"/>
              </a:solidFill>
              <a:latin typeface="Times New Roman" panose="02020603050405020304" pitchFamily="18" charset="0"/>
              <a:cs typeface="Times New Roman" panose="02020603050405020304" pitchFamily="18" charset="0"/>
            </a:endParaRPr>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4297" y="3818504"/>
            <a:ext cx="5620133" cy="1864305"/>
          </a:xfrm>
          <a:prstGeom prst="rect">
            <a:avLst/>
          </a:prstGeom>
        </p:spPr>
      </p:pic>
    </p:spTree>
    <p:extLst>
      <p:ext uri="{BB962C8B-B14F-4D97-AF65-F5344CB8AC3E}">
        <p14:creationId xmlns:p14="http://schemas.microsoft.com/office/powerpoint/2010/main" val="1610011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10"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13" name="TextBox 12"/>
          <p:cNvSpPr txBox="1"/>
          <p:nvPr/>
        </p:nvSpPr>
        <p:spPr>
          <a:xfrm>
            <a:off x="457200" y="1471326"/>
            <a:ext cx="11277600" cy="3277820"/>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phần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mềm</a:t>
            </a:r>
            <a:endParaRPr lang="en-US" b="1" dirty="0">
              <a:solidFill>
                <a:prstClr val="black"/>
              </a:solidFill>
              <a:latin typeface="Times New Roman" panose="02020603050405020304" pitchFamily="18" charset="0"/>
              <a:cs typeface="Times New Roman" panose="02020603050405020304" pitchFamily="18" charset="0"/>
            </a:endParaRPr>
          </a:p>
          <a:p>
            <a:pPr algn="just" defTabSz="685800" eaLnBrk="0" fontAlgn="base" hangingPunct="0">
              <a:lnSpc>
                <a:spcPct val="150000"/>
              </a:lnSpc>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bước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lnSpc>
                <a:spcPct val="150000"/>
              </a:lnSpc>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rPr>
              <a:t>Kiểm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tra</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xem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gói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phần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mềm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cần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thiết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cho</a:t>
            </a:r>
            <a:r>
              <a:rPr lang="en-US" dirty="0">
                <a:solidFill>
                  <a:prstClr val="black"/>
                </a:solidFill>
                <a:latin typeface="Times New Roman" panose="02020603050405020304" pitchFamily="18" charset="0"/>
                <a:ea typeface="DengXian"/>
              </a:rPr>
              <a:t> STEP 7 V5.x </a:t>
            </a:r>
            <a:r>
              <a:rPr lang="en-US" dirty="0" err="1">
                <a:solidFill>
                  <a:prstClr val="black"/>
                </a:solidFill>
                <a:latin typeface="Times New Roman" panose="02020603050405020304" pitchFamily="18" charset="0"/>
                <a:ea typeface="DengXian"/>
              </a:rPr>
              <a:t>hoặc</a:t>
            </a:r>
            <a:r>
              <a:rPr lang="en-US" dirty="0">
                <a:solidFill>
                  <a:prstClr val="black"/>
                </a:solidFill>
                <a:latin typeface="Times New Roman" panose="02020603050405020304" pitchFamily="18" charset="0"/>
                <a:ea typeface="DengXian"/>
              </a:rPr>
              <a:t> TIA Portal </a:t>
            </a:r>
            <a:r>
              <a:rPr lang="en-US" dirty="0" err="1">
                <a:solidFill>
                  <a:prstClr val="black"/>
                </a:solidFill>
                <a:latin typeface="Times New Roman" panose="02020603050405020304" pitchFamily="18" charset="0"/>
                <a:ea typeface="DengXian"/>
              </a:rPr>
              <a:t>đã</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được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cài</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đặt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và</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cấp</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phép</a:t>
            </a:r>
            <a:r>
              <a:rPr lang="en-US" dirty="0">
                <a:solidFill>
                  <a:prstClr val="black"/>
                </a:solidFill>
                <a:latin typeface="Times New Roman" panose="02020603050405020304" pitchFamily="18" charset="0"/>
                <a:ea typeface="DengXian"/>
              </a:rPr>
              <a:t>.</a:t>
            </a:r>
          </a:p>
          <a:p>
            <a:pPr marL="257175" indent="-257175" algn="just" defTabSz="685800" eaLnBrk="0" fontAlgn="base" hangingPunct="0">
              <a:lnSpc>
                <a:spcPct val="150000"/>
              </a:lnSpc>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rPr>
              <a:t>Xác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định</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cấu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trúc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của</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dự</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án</a:t>
            </a:r>
            <a:endParaRPr lang="en-US" dirty="0">
              <a:solidFill>
                <a:prstClr val="black"/>
              </a:solidFill>
              <a:latin typeface="Times New Roman" panose="02020603050405020304" pitchFamily="18" charset="0"/>
              <a:ea typeface="DengXian"/>
            </a:endParaRPr>
          </a:p>
          <a:p>
            <a:pPr marL="257175" indent="-257175" algn="just" defTabSz="685800" eaLnBrk="0" fontAlgn="base" hangingPunct="0">
              <a:lnSpc>
                <a:spcPct val="150000"/>
              </a:lnSpc>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rPr>
              <a:t>Xác</a:t>
            </a:r>
            <a:r>
              <a:rPr lang="en-US" dirty="0">
                <a:solidFill>
                  <a:prstClr val="black"/>
                </a:solidFill>
                <a:latin typeface="Times New Roman" panose="02020603050405020304" pitchFamily="18" charset="0"/>
                <a:ea typeface="DengXian"/>
              </a:rPr>
              <a:t> minh </a:t>
            </a:r>
            <a:r>
              <a:rPr lang="en-US" dirty="0" err="1">
                <a:solidFill>
                  <a:prstClr val="black"/>
                </a:solidFill>
                <a:latin typeface="Times New Roman" panose="02020603050405020304" pitchFamily="18" charset="0"/>
                <a:ea typeface="DengXian"/>
              </a:rPr>
              <a:t>xem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dự</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án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có</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chứa</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WinCC</a:t>
            </a:r>
            <a:r>
              <a:rPr lang="en-US" dirty="0">
                <a:solidFill>
                  <a:prstClr val="black"/>
                </a:solidFill>
                <a:latin typeface="Times New Roman" panose="02020603050405020304" pitchFamily="18" charset="0"/>
                <a:ea typeface="DengXian"/>
              </a:rPr>
              <a:t> (flexible </a:t>
            </a:r>
            <a:r>
              <a:rPr lang="en-US" dirty="0" err="1">
                <a:solidFill>
                  <a:prstClr val="black"/>
                </a:solidFill>
                <a:latin typeface="Times New Roman" panose="02020603050405020304" pitchFamily="18" charset="0"/>
                <a:ea typeface="DengXian"/>
              </a:rPr>
              <a:t>hoặc</a:t>
            </a:r>
            <a:r>
              <a:rPr lang="en-US" dirty="0">
                <a:solidFill>
                  <a:prstClr val="black"/>
                </a:solidFill>
                <a:latin typeface="Times New Roman" panose="02020603050405020304" pitchFamily="18" charset="0"/>
                <a:ea typeface="DengXian"/>
              </a:rPr>
              <a:t> station)</a:t>
            </a:r>
          </a:p>
          <a:p>
            <a:pPr marL="257175" indent="-257175" algn="just" defTabSz="685800" eaLnBrk="0" fontAlgn="base" hangingPunct="0">
              <a:lnSpc>
                <a:spcPct val="150000"/>
              </a:lnSpc>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rPr>
              <a:t>Kiểm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tra</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xem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các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dự</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án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trong</a:t>
            </a:r>
            <a:r>
              <a:rPr lang="en-US" dirty="0">
                <a:solidFill>
                  <a:prstClr val="black"/>
                </a:solidFill>
                <a:latin typeface="Times New Roman" panose="02020603050405020304" pitchFamily="18" charset="0"/>
                <a:ea typeface="DengXian"/>
              </a:rPr>
              <a:t> STEP 7 V5.x </a:t>
            </a:r>
            <a:r>
              <a:rPr lang="en-US" dirty="0" err="1">
                <a:solidFill>
                  <a:prstClr val="black"/>
                </a:solidFill>
                <a:latin typeface="Times New Roman" panose="02020603050405020304" pitchFamily="18" charset="0"/>
                <a:ea typeface="DengXian"/>
              </a:rPr>
              <a:t>có</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được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chuyển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đổi</a:t>
            </a:r>
            <a:r>
              <a:rPr lang="en-US" dirty="0">
                <a:solidFill>
                  <a:prstClr val="black"/>
                </a:solidFill>
                <a:latin typeface="Times New Roman" panose="02020603050405020304" pitchFamily="18" charset="0"/>
                <a:ea typeface="DengXian"/>
              </a:rPr>
              <a:t> hay </a:t>
            </a:r>
            <a:r>
              <a:rPr lang="en-US" dirty="0" err="1">
                <a:solidFill>
                  <a:prstClr val="black"/>
                </a:solidFill>
                <a:latin typeface="Times New Roman" panose="02020603050405020304" pitchFamily="18" charset="0"/>
                <a:ea typeface="DengXian"/>
              </a:rPr>
              <a:t>không</a:t>
            </a:r>
            <a:endParaRPr lang="en-US" dirty="0">
              <a:solidFill>
                <a:prstClr val="black"/>
              </a:solidFill>
              <a:latin typeface="Times New Roman" panose="02020603050405020304" pitchFamily="18" charset="0"/>
              <a:ea typeface="DengXian"/>
            </a:endParaRPr>
          </a:p>
          <a:p>
            <a:pPr marL="257175" indent="-257175" algn="just" defTabSz="685800" eaLnBrk="0" fontAlgn="base" hangingPunct="0">
              <a:lnSpc>
                <a:spcPct val="150000"/>
              </a:lnSpc>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rPr>
              <a:t>Kiểm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tra</a:t>
            </a:r>
            <a:r>
              <a:rPr lang="en-US" dirty="0">
                <a:solidFill>
                  <a:prstClr val="black"/>
                </a:solidFill>
                <a:latin typeface="Times New Roman" panose="02020603050405020304" pitchFamily="18" charset="0"/>
                <a:ea typeface="DengXian"/>
              </a:rPr>
              <a:t> Message Numbers </a:t>
            </a:r>
            <a:r>
              <a:rPr lang="en-US" dirty="0" err="1">
                <a:solidFill>
                  <a:prstClr val="black"/>
                </a:solidFill>
                <a:latin typeface="Times New Roman" panose="02020603050405020304" pitchFamily="18" charset="0"/>
                <a:ea typeface="DengXian"/>
              </a:rPr>
              <a:t>có</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được</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sử</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dụng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trong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hệ</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thống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không</a:t>
            </a:r>
            <a:endParaRPr lang="en-US" dirty="0">
              <a:solidFill>
                <a:prstClr val="black"/>
              </a:solidFill>
              <a:latin typeface="Times New Roman" panose="02020603050405020304" pitchFamily="18" charset="0"/>
              <a:ea typeface="DengXian"/>
            </a:endParaRPr>
          </a:p>
          <a:p>
            <a:pPr marL="257175" indent="-257175" algn="just" defTabSz="685800" eaLnBrk="0" fontAlgn="base" hangingPunct="0">
              <a:lnSpc>
                <a:spcPct val="150000"/>
              </a:lnSpc>
              <a:spcBef>
                <a:spcPct val="0"/>
              </a:spcBef>
              <a:spcAft>
                <a:spcPct val="0"/>
              </a:spcAft>
              <a:buFont typeface="+mj-lt"/>
              <a:buAutoNum type="arabicPeriod"/>
            </a:pPr>
            <a:r>
              <a:rPr lang="en-US" dirty="0" err="1">
                <a:solidFill>
                  <a:prstClr val="black"/>
                </a:solidFill>
                <a:latin typeface="Times New Roman" panose="02020603050405020304" pitchFamily="18" charset="0"/>
                <a:ea typeface="DengXian"/>
              </a:rPr>
              <a:t>Kiểm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tra</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xem</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dự</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án</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đầu</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ra</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có</a:t>
            </a:r>
            <a:r>
              <a:rPr lang="en-US" dirty="0">
                <a:solidFill>
                  <a:prstClr val="black"/>
                </a:solidFill>
                <a:latin typeface="Times New Roman" panose="02020603050405020304" pitchFamily="18" charset="0"/>
                <a:ea typeface="DengXian"/>
              </a:rPr>
              <a:t> ở </a:t>
            </a:r>
            <a:r>
              <a:rPr lang="en-US" dirty="0" err="1">
                <a:solidFill>
                  <a:prstClr val="black"/>
                </a:solidFill>
                <a:latin typeface="Times New Roman" panose="02020603050405020304" pitchFamily="18" charset="0"/>
                <a:ea typeface="DengXian"/>
              </a:rPr>
              <a:t>dạng</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nhất</a:t>
            </a:r>
            <a:r>
              <a:rPr lang="en-US" dirty="0">
                <a:solidFill>
                  <a:prstClr val="black"/>
                </a:solidFill>
                <a:latin typeface="Times New Roman" panose="02020603050405020304" pitchFamily="18" charset="0"/>
                <a:ea typeface="DengXian"/>
              </a:rPr>
              <a:t> </a:t>
            </a:r>
            <a:r>
              <a:rPr lang="en-US" dirty="0" err="1">
                <a:solidFill>
                  <a:prstClr val="black"/>
                </a:solidFill>
                <a:latin typeface="Times New Roman" panose="02020603050405020304" pitchFamily="18" charset="0"/>
                <a:ea typeface="DengXian"/>
              </a:rPr>
              <a:t>định</a:t>
            </a:r>
            <a:r>
              <a:rPr lang="en-US" dirty="0">
                <a:solidFill>
                  <a:prstClr val="black"/>
                </a:solidFill>
                <a:latin typeface="Times New Roman" panose="02020603050405020304" pitchFamily="18" charset="0"/>
                <a:ea typeface="DengXian"/>
              </a:rPr>
              <a:t> hay </a:t>
            </a:r>
            <a:r>
              <a:rPr lang="en-US" dirty="0" err="1">
                <a:solidFill>
                  <a:prstClr val="black"/>
                </a:solidFill>
                <a:latin typeface="Times New Roman" panose="02020603050405020304" pitchFamily="18" charset="0"/>
                <a:ea typeface="DengXian"/>
              </a:rPr>
              <a:t>không</a:t>
            </a:r>
            <a:r>
              <a:rPr lang="en-US" dirty="0">
                <a:solidFill>
                  <a:prstClr val="black"/>
                </a:solidFill>
                <a:latin typeface="Times New Roman" panose="02020603050405020304" pitchFamily="18" charset="0"/>
                <a:ea typeface="DengXian"/>
              </a:rPr>
              <a:t>.</a:t>
            </a:r>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3930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pic>
        <p:nvPicPr>
          <p:cNvPr id="9" name="Picture 8"/>
          <p:cNvPicPr/>
          <p:nvPr/>
        </p:nvPicPr>
        <p:blipFill rotWithShape="1">
          <a:blip r:embed="rId4">
            <a:extLst>
              <a:ext uri="{28A0092B-C50C-407E-A947-70E740481C1C}">
                <a14:useLocalDpi xmlns:a14="http://schemas.microsoft.com/office/drawing/2010/main" val="0"/>
              </a:ext>
            </a:extLst>
          </a:blip>
          <a:srcRect r="3226"/>
          <a:stretch/>
        </p:blipFill>
        <p:spPr bwMode="auto">
          <a:xfrm>
            <a:off x="1484926" y="2178945"/>
            <a:ext cx="3818297" cy="4177467"/>
          </a:xfrm>
          <a:prstGeom prst="rect">
            <a:avLst/>
          </a:prstGeom>
          <a:noFill/>
          <a:ln>
            <a:noFill/>
          </a:ln>
        </p:spPr>
      </p:pic>
      <p:pic>
        <p:nvPicPr>
          <p:cNvPr id="10" name="Picture 9"/>
          <p:cNvPicPr/>
          <p:nvPr/>
        </p:nvPicPr>
        <p:blipFill>
          <a:blip r:embed="rId5">
            <a:extLst>
              <a:ext uri="{28A0092B-C50C-407E-A947-70E740481C1C}">
                <a14:useLocalDpi xmlns:a14="http://schemas.microsoft.com/office/drawing/2010/main" val="0"/>
              </a:ext>
            </a:extLst>
          </a:blip>
          <a:srcRect/>
          <a:stretch>
            <a:fillRect/>
          </a:stretch>
        </p:blipFill>
        <p:spPr bwMode="auto">
          <a:xfrm>
            <a:off x="7076918" y="2178944"/>
            <a:ext cx="2928216" cy="4177467"/>
          </a:xfrm>
          <a:prstGeom prst="rect">
            <a:avLst/>
          </a:prstGeom>
          <a:noFill/>
          <a:ln>
            <a:noFill/>
          </a:ln>
        </p:spPr>
      </p:pic>
      <p:sp>
        <p:nvSpPr>
          <p:cNvPr id="13" name="TextBox 12"/>
          <p:cNvSpPr txBox="1"/>
          <p:nvPr/>
        </p:nvSpPr>
        <p:spPr>
          <a:xfrm>
            <a:off x="457200" y="1471326"/>
            <a:ext cx="11277600" cy="369332"/>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phần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mềm</a:t>
            </a:r>
            <a:endParaRPr lang="en-US" b="1" dirty="0">
              <a:solidFill>
                <a:prstClr val="black"/>
              </a:solidFill>
              <a:latin typeface="Times New Roman" panose="02020603050405020304" pitchFamily="18" charset="0"/>
              <a:cs typeface="Times New Roman" panose="02020603050405020304" pitchFamily="18" charset="0"/>
            </a:endParaRPr>
          </a:p>
        </p:txBody>
      </p:sp>
      <p:sp>
        <p:nvSpPr>
          <p:cNvPr id="2" name="Right Arrow 1"/>
          <p:cNvSpPr/>
          <p:nvPr/>
        </p:nvSpPr>
        <p:spPr>
          <a:xfrm>
            <a:off x="5708341" y="3888419"/>
            <a:ext cx="1100831" cy="559293"/>
          </a:xfrm>
          <a:prstGeom prst="rightArrow">
            <a:avLst/>
          </a:prstGeom>
          <a:gradFill flip="none" rotWithShape="1">
            <a:gsLst>
              <a:gs pos="0">
                <a:schemeClr val="accent5">
                  <a:lumMod val="67000"/>
                </a:schemeClr>
              </a:gs>
              <a:gs pos="48000">
                <a:schemeClr val="accent5">
                  <a:lumMod val="97000"/>
                  <a:lumOff val="3000"/>
                </a:schemeClr>
              </a:gs>
              <a:gs pos="100000">
                <a:schemeClr val="accent5">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75764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2862322"/>
          </a:xfrm>
          <a:prstGeom prst="rect">
            <a:avLst/>
          </a:prstGeom>
          <a:noFill/>
        </p:spPr>
        <p:txBody>
          <a:bodyPr wrap="square" rtlCol="0">
            <a:spAutoFit/>
          </a:bodyPr>
          <a:lstStyle/>
          <a:p>
            <a:pPr algn="just" defTabSz="685800" eaLnBrk="0" fontAlgn="base" hangingPunct="0">
              <a:spcBef>
                <a:spcPct val="0"/>
              </a:spcBef>
              <a:spcAft>
                <a:spcPct val="0"/>
              </a:spcAft>
            </a:pPr>
            <a:r>
              <a:rPr lang="en-US" b="1" dirty="0" err="1">
                <a:solidFill>
                  <a:prstClr val="black"/>
                </a:solidFill>
                <a:latin typeface="Times New Roman" panose="02020603050405020304" pitchFamily="18" charset="0"/>
                <a:cs typeface="Times New Roman" panose="02020603050405020304" pitchFamily="18" charset="0"/>
              </a:rPr>
              <a:t>Chuyển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đổi</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từ</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phần</a:t>
            </a:r>
            <a:r>
              <a:rPr lang="en-US" b="1" dirty="0">
                <a:solidFill>
                  <a:prstClr val="black"/>
                </a:solidFill>
                <a:latin typeface="Times New Roman" panose="02020603050405020304" pitchFamily="18" charset="0"/>
                <a:cs typeface="Times New Roman" panose="02020603050405020304" pitchFamily="18" charset="0"/>
              </a:rPr>
              <a:t> </a:t>
            </a:r>
            <a:r>
              <a:rPr lang="en-US" b="1" dirty="0" err="1">
                <a:solidFill>
                  <a:prstClr val="black"/>
                </a:solidFill>
                <a:latin typeface="Times New Roman" panose="02020603050405020304" pitchFamily="18" charset="0"/>
                <a:cs typeface="Times New Roman" panose="02020603050405020304" pitchFamily="18" charset="0"/>
              </a:rPr>
              <a:t>mềm</a:t>
            </a:r>
            <a:r>
              <a:rPr lang="en-US" b="1" dirty="0">
                <a:solidFill>
                  <a:prstClr val="black"/>
                </a:solidFill>
                <a:latin typeface="Times New Roman" panose="02020603050405020304" pitchFamily="18" charset="0"/>
                <a:cs typeface="Times New Roman" panose="02020603050405020304" pitchFamily="18" charset="0"/>
              </a:rPr>
              <a:t> STEP 7 V5.x sang TIA Portal</a:t>
            </a:r>
          </a:p>
          <a:p>
            <a:pPr algn="just" defTabSz="685800" eaLnBrk="0" fontAlgn="base" hangingPunct="0">
              <a:spcBef>
                <a:spcPct val="0"/>
              </a:spcBef>
              <a:spcAft>
                <a:spcPct val="0"/>
              </a:spcAft>
            </a:pPr>
            <a:r>
              <a:rPr lang="en-US" dirty="0" err="1">
                <a:solidFill>
                  <a:prstClr val="black"/>
                </a:solidFill>
                <a:latin typeface="Times New Roman" panose="02020603050405020304" pitchFamily="18" charset="0"/>
                <a:cs typeface="Times New Roman" panose="02020603050405020304" pitchFamily="18" charset="0"/>
              </a:rPr>
              <a:t>Cách</a:t>
            </a:r>
            <a:r>
              <a:rPr lang="en-US" dirty="0">
                <a:solidFill>
                  <a:prstClr val="black"/>
                </a:solidFill>
                <a:latin typeface="Times New Roman" panose="02020603050405020304" pitchFamily="18" charset="0"/>
                <a:cs typeface="Times New Roman" panose="02020603050405020304" pitchFamily="18" charset="0"/>
              </a:rPr>
              <a:t> 1: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bằng</a:t>
            </a:r>
            <a:r>
              <a:rPr lang="en-US" dirty="0">
                <a:solidFill>
                  <a:prstClr val="black"/>
                </a:solidFill>
                <a:latin typeface="Times New Roman" panose="02020603050405020304" pitchFamily="18" charset="0"/>
                <a:cs typeface="Times New Roman" panose="02020603050405020304" pitchFamily="18" charset="0"/>
              </a:rPr>
              <a:t> TIA portal</a:t>
            </a:r>
          </a:p>
          <a:p>
            <a:pPr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ea typeface="DengXian"/>
                <a:cs typeface="Mangal"/>
              </a:rPr>
              <a:t>Để</a:t>
            </a:r>
            <a:r>
              <a:rPr lang="en-US" dirty="0">
                <a:solidFill>
                  <a:prstClr val="black"/>
                </a:solidFill>
                <a:latin typeface="Times New Roman" panose="02020603050405020304" pitchFamily="18" charset="0"/>
                <a:ea typeface="DengXian"/>
                <a:cs typeface="Mangal"/>
              </a:rPr>
              <a:t> di </a:t>
            </a:r>
            <a:r>
              <a:rPr lang="en-US" dirty="0" err="1">
                <a:solidFill>
                  <a:prstClr val="black"/>
                </a:solidFill>
                <a:latin typeface="Times New Roman" panose="02020603050405020304" pitchFamily="18" charset="0"/>
                <a:ea typeface="DengXian"/>
                <a:cs typeface="Mangal"/>
              </a:rPr>
              <a:t>chuyển</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một</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dự</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án</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từ</a:t>
            </a:r>
            <a:r>
              <a:rPr lang="en-US" dirty="0">
                <a:solidFill>
                  <a:prstClr val="black"/>
                </a:solidFill>
                <a:latin typeface="Times New Roman" panose="02020603050405020304" pitchFamily="18" charset="0"/>
                <a:ea typeface="DengXian"/>
                <a:cs typeface="Mangal"/>
              </a:rPr>
              <a:t> STEP 7 V5.x sang STEP 7 (TIA Portal) V13 SP1 </a:t>
            </a:r>
            <a:r>
              <a:rPr lang="en-US" dirty="0" err="1">
                <a:solidFill>
                  <a:prstClr val="black"/>
                </a:solidFill>
                <a:latin typeface="Times New Roman" panose="02020603050405020304" pitchFamily="18" charset="0"/>
                <a:ea typeface="DengXian"/>
                <a:cs typeface="Mangal"/>
              </a:rPr>
              <a:t>thực</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hiện</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như</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các</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bước</a:t>
            </a:r>
            <a:r>
              <a:rPr lang="en-US" dirty="0">
                <a:solidFill>
                  <a:prstClr val="black"/>
                </a:solidFill>
                <a:latin typeface="Times New Roman" panose="02020603050405020304" pitchFamily="18" charset="0"/>
                <a:ea typeface="DengXian"/>
                <a:cs typeface="Mangal"/>
              </a:rPr>
              <a:t> </a:t>
            </a:r>
            <a:r>
              <a:rPr lang="en-US" dirty="0" err="1">
                <a:solidFill>
                  <a:prstClr val="black"/>
                </a:solidFill>
                <a:latin typeface="Times New Roman" panose="02020603050405020304" pitchFamily="18" charset="0"/>
                <a:ea typeface="DengXian"/>
                <a:cs typeface="Mangal"/>
              </a:rPr>
              <a:t>sau</a:t>
            </a:r>
            <a:r>
              <a:rPr lang="en-US" dirty="0">
                <a:solidFill>
                  <a:prstClr val="black"/>
                </a:solidFill>
                <a:latin typeface="Times New Roman" panose="02020603050405020304" pitchFamily="18" charset="0"/>
                <a:ea typeface="DengXian"/>
                <a:cs typeface="Mangal"/>
              </a:rPr>
              <a:t>:</a:t>
            </a:r>
            <a:endParaRPr lang="en-US" dirty="0">
              <a:solidFill>
                <a:prstClr val="black"/>
              </a:solidFill>
              <a:latin typeface="Calibri" panose="020F0502020204030204" pitchFamily="34" charset="0"/>
              <a:ea typeface="DengXian"/>
              <a:cs typeface="Mangal"/>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ea typeface="Calibri" panose="020F0502020204030204" pitchFamily="34" charset="0"/>
              </a:rPr>
              <a:t>Mở</a:t>
            </a:r>
            <a:r>
              <a:rPr lang="en-US" dirty="0">
                <a:solidFill>
                  <a:prstClr val="black"/>
                </a:solidFill>
                <a:latin typeface="Times New Roman" panose="02020603050405020304" pitchFamily="18" charset="0"/>
                <a:ea typeface="Calibri" panose="020F0502020204030204" pitchFamily="34" charset="0"/>
              </a:rPr>
              <a:t> </a:t>
            </a:r>
            <a:r>
              <a:rPr lang="en-US" dirty="0" err="1">
                <a:solidFill>
                  <a:prstClr val="black"/>
                </a:solidFill>
                <a:latin typeface="Times New Roman" panose="02020603050405020304" pitchFamily="18" charset="0"/>
                <a:ea typeface="Calibri" panose="020F0502020204030204" pitchFamily="34" charset="0"/>
              </a:rPr>
              <a:t>công</a:t>
            </a:r>
            <a:r>
              <a:rPr lang="en-US" dirty="0">
                <a:solidFill>
                  <a:prstClr val="black"/>
                </a:solidFill>
                <a:latin typeface="Times New Roman" panose="02020603050405020304" pitchFamily="18" charset="0"/>
                <a:ea typeface="Calibri" panose="020F0502020204030204" pitchFamily="34" charset="0"/>
              </a:rPr>
              <a:t> </a:t>
            </a:r>
            <a:r>
              <a:rPr lang="en-US" dirty="0" err="1">
                <a:solidFill>
                  <a:prstClr val="black"/>
                </a:solidFill>
                <a:latin typeface="Times New Roman" panose="02020603050405020304" pitchFamily="18" charset="0"/>
                <a:ea typeface="Calibri" panose="020F0502020204030204" pitchFamily="34" charset="0"/>
              </a:rPr>
              <a:t>cụ</a:t>
            </a:r>
            <a:r>
              <a:rPr lang="en-US" dirty="0">
                <a:solidFill>
                  <a:prstClr val="black"/>
                </a:solidFill>
                <a:latin typeface="Times New Roman" panose="02020603050405020304" pitchFamily="18" charset="0"/>
                <a:ea typeface="Calibri" panose="020F0502020204030204" pitchFamily="34" charset="0"/>
              </a:rPr>
              <a:t> </a:t>
            </a:r>
            <a:r>
              <a:rPr lang="en-US" dirty="0" err="1">
                <a:solidFill>
                  <a:prstClr val="black"/>
                </a:solidFill>
                <a:latin typeface="Times New Roman" panose="02020603050405020304" pitchFamily="18" charset="0"/>
                <a:ea typeface="Calibri" panose="020F0502020204030204" pitchFamily="34" charset="0"/>
              </a:rPr>
              <a:t>chuyển</a:t>
            </a:r>
            <a:r>
              <a:rPr lang="en-US" dirty="0">
                <a:solidFill>
                  <a:prstClr val="black"/>
                </a:solidFill>
                <a:latin typeface="Times New Roman" panose="02020603050405020304" pitchFamily="18" charset="0"/>
                <a:ea typeface="Calibri" panose="020F0502020204030204" pitchFamily="34" charset="0"/>
              </a:rPr>
              <a:t> </a:t>
            </a:r>
            <a:r>
              <a:rPr lang="en-US" dirty="0" err="1">
                <a:solidFill>
                  <a:prstClr val="black"/>
                </a:solidFill>
                <a:latin typeface="Times New Roman" panose="02020603050405020304" pitchFamily="18" charset="0"/>
                <a:ea typeface="Calibri" panose="020F0502020204030204" pitchFamily="34" charset="0"/>
              </a:rPr>
              <a:t>đổi</a:t>
            </a:r>
            <a:r>
              <a:rPr lang="en-US" dirty="0">
                <a:solidFill>
                  <a:prstClr val="black"/>
                </a:solidFill>
                <a:latin typeface="Times New Roman" panose="02020603050405020304" pitchFamily="18" charset="0"/>
                <a:ea typeface="Calibri" panose="020F0502020204030204" pitchFamily="34" charset="0"/>
              </a:rPr>
              <a:t> Tool TIA V13</a:t>
            </a:r>
            <a:endParaRPr lang="en-US" dirty="0">
              <a:solidFill>
                <a:prstClr val="black"/>
              </a:solidFill>
              <a:latin typeface="Arial" panose="020B0604020202020204" pitchFamily="34" charset="0"/>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Mở</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mục</a:t>
            </a:r>
            <a:r>
              <a:rPr lang="en-US" dirty="0">
                <a:solidFill>
                  <a:prstClr val="black"/>
                </a:solidFill>
                <a:latin typeface="Times New Roman" panose="02020603050405020304" pitchFamily="18" charset="0"/>
                <a:cs typeface="Times New Roman" panose="02020603050405020304" pitchFamily="18" charset="0"/>
              </a:rPr>
              <a:t> menu, </a:t>
            </a: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Migate</a:t>
            </a:r>
            <a:r>
              <a:rPr lang="en-US" dirty="0">
                <a:solidFill>
                  <a:prstClr val="black"/>
                </a:solidFill>
                <a:latin typeface="Times New Roman" panose="02020603050405020304" pitchFamily="18" charset="0"/>
                <a:cs typeface="Times New Roman" panose="02020603050405020304" pitchFamily="18" charset="0"/>
              </a:rPr>
              <a:t> project”</a:t>
            </a: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dự</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án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đầu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ra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thích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Kiểm</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kết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của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quá</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Điều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chỉnh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Biên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dịch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endParaRPr lang="en-US" dirty="0">
              <a:solidFill>
                <a:prstClr val="black"/>
              </a:solidFill>
              <a:latin typeface="Times New Roman" panose="02020603050405020304" pitchFamily="18" charset="0"/>
              <a:cs typeface="Times New Roman" panose="02020603050405020304" pitchFamily="18" charset="0"/>
            </a:endParaRPr>
          </a:p>
          <a:p>
            <a:pPr marL="257175" indent="-257175" algn="just" defTabSz="685800" eaLnBrk="0" fontAlgn="base" hangingPunct="0">
              <a:spcBef>
                <a:spcPct val="0"/>
              </a:spcBef>
              <a:spcAft>
                <a:spcPct val="0"/>
              </a:spcAft>
              <a:buFont typeface="+mj-lt"/>
              <a:buAutoNum type="arabicPeriod"/>
            </a:pPr>
            <a:r>
              <a:rPr lang="en-US" dirty="0" err="1">
                <a:solidFill>
                  <a:prstClr val="black"/>
                </a:solidFill>
                <a:latin typeface="Times New Roman" panose="02020603050405020304" pitchFamily="18" charset="0"/>
                <a:cs typeface="Times New Roman" panose="02020603050405020304" pitchFamily="18" charset="0"/>
              </a:rPr>
              <a:t>Sửa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chữa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tất</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các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lỗi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sau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chuyển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đổi</a:t>
            </a:r>
            <a:r>
              <a:rPr lang="en-US" dirty="0">
                <a:solidFill>
                  <a:prstClr val="black"/>
                </a:solidFill>
                <a:latin typeface="Times New Roman" panose="02020603050405020304" pitchFamily="18" charset="0"/>
                <a:cs typeface="Times New Roman" panose="02020603050405020304" pitchFamily="18" charset="0"/>
              </a:rPr>
              <a:t> </a:t>
            </a:r>
          </a:p>
        </p:txBody>
      </p:sp>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5790834" y="2951103"/>
            <a:ext cx="5933249" cy="3413330"/>
          </a:xfrm>
          <a:prstGeom prst="rect">
            <a:avLst/>
          </a:prstGeom>
          <a:noFill/>
          <a:ln>
            <a:noFill/>
          </a:ln>
        </p:spPr>
      </p:pic>
    </p:spTree>
    <p:extLst>
      <p:ext uri="{BB962C8B-B14F-4D97-AF65-F5344CB8AC3E}">
        <p14:creationId xmlns:p14="http://schemas.microsoft.com/office/powerpoint/2010/main" val="2566640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2862322"/>
          </a:xfrm>
          <a:prstGeom prst="rect">
            <a:avLst/>
          </a:prstGeom>
          <a:noFill/>
        </p:spPr>
        <p:txBody>
          <a:bodyPr wrap="square" rtlCol="0">
            <a:spAutoFit/>
          </a:bodyPr>
          <a:lstStyle/>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mềm</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STEP 7 V5.x sang TIA Portal</a:t>
            </a: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bằng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TIA portal</a:t>
            </a: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Để</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di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một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dự</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án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từ</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STEP 7 V5.x sang STEP 7 (TIA Portal) V13 SP1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thực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hiện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như</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các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bước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sau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DengXian"/>
              <a:cs typeface="Mangal"/>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Mở</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công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cụ</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đổi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Tool TIA V13</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Mở</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mục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menu,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chọn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Migate</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project”</a:t>
            </a: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Chọn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thích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hợp</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quá</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Điều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Biên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dịch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chữa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tất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lỗi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pic>
        <p:nvPicPr>
          <p:cNvPr id="12" name="Picture 11"/>
          <p:cNvPicPr/>
          <p:nvPr/>
        </p:nvPicPr>
        <p:blipFill>
          <a:blip r:embed="rId4">
            <a:extLst>
              <a:ext uri="{28A0092B-C50C-407E-A947-70E740481C1C}">
                <a14:useLocalDpi xmlns:a14="http://schemas.microsoft.com/office/drawing/2010/main" val="0"/>
              </a:ext>
            </a:extLst>
          </a:blip>
          <a:srcRect/>
          <a:stretch>
            <a:fillRect/>
          </a:stretch>
        </p:blipFill>
        <p:spPr bwMode="auto">
          <a:xfrm>
            <a:off x="5912528" y="3027285"/>
            <a:ext cx="5811555" cy="3337148"/>
          </a:xfrm>
          <a:prstGeom prst="rect">
            <a:avLst/>
          </a:prstGeom>
          <a:noFill/>
          <a:ln>
            <a:noFill/>
          </a:ln>
        </p:spPr>
      </p:pic>
    </p:spTree>
    <p:extLst>
      <p:ext uri="{BB962C8B-B14F-4D97-AF65-F5344CB8AC3E}">
        <p14:creationId xmlns:p14="http://schemas.microsoft.com/office/powerpoint/2010/main" val="8202245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2862322"/>
          </a:xfrm>
          <a:prstGeom prst="rect">
            <a:avLst/>
          </a:prstGeom>
          <a:noFill/>
        </p:spPr>
        <p:txBody>
          <a:bodyPr wrap="square" rtlCol="0">
            <a:spAutoFit/>
          </a:bodyPr>
          <a:lstStyle/>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mềm</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STEP 7 V5.x sang TIA Portal</a:t>
            </a: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Cách</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1: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bằng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TIA portal</a:t>
            </a: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Để</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di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một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dự</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án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từ</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STEP 7 V5.x sang STEP 7 (TIA Portal) V13 SP1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thực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hiện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như</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các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bước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DengXian"/>
                <a:cs typeface="Mangal"/>
              </a:rPr>
              <a:t>sau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DengXian"/>
                <a:cs typeface="Mangal"/>
              </a:rPr>
              <a:t>:</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DengXian"/>
              <a:cs typeface="Mangal"/>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Mở</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công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cụ</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Calibri" panose="020F0502020204030204" pitchFamily="34" charset="0"/>
                <a:cs typeface="+mn-cs"/>
              </a:rPr>
              <a:t>đổi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mn-cs"/>
              </a:rPr>
              <a:t> Tool TIA V13</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Mở</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mục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menu,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chọn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Migate</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project”</a:t>
            </a: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Chọn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dự</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án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đầu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ra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thích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hợp</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Kiểm</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kết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của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quá</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Điều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chỉnh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Biên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dịch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chương</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trình</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57175" marR="0" lvl="0" indent="-257175" algn="just" defTabSz="685800" rtl="0" eaLnBrk="0" fontAlgn="base" latinLnBrk="0" hangingPunct="0">
              <a:lnSpc>
                <a:spcPct val="100000"/>
              </a:lnSpc>
              <a:spcBef>
                <a:spcPct val="0"/>
              </a:spcBef>
              <a:spcAft>
                <a:spcPct val="0"/>
              </a:spcAft>
              <a:buClrTx/>
              <a:buSzTx/>
              <a:buFont typeface="+mj-lt"/>
              <a:buAutoNum type="arabicPeriod"/>
              <a:tabLst/>
              <a:defRPr/>
            </a:pP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Sửa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chữa</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tất</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cả</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lỗi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sau</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khi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p>
        </p:txBody>
      </p:sp>
      <p:pic>
        <p:nvPicPr>
          <p:cNvPr id="10" name="Picture 9"/>
          <p:cNvPicPr/>
          <p:nvPr/>
        </p:nvPicPr>
        <p:blipFill>
          <a:blip r:embed="rId4">
            <a:extLst>
              <a:ext uri="{28A0092B-C50C-407E-A947-70E740481C1C}">
                <a14:useLocalDpi xmlns:a14="http://schemas.microsoft.com/office/drawing/2010/main" val="0"/>
              </a:ext>
            </a:extLst>
          </a:blip>
          <a:srcRect/>
          <a:stretch>
            <a:fillRect/>
          </a:stretch>
        </p:blipFill>
        <p:spPr bwMode="auto">
          <a:xfrm>
            <a:off x="7432049" y="2362417"/>
            <a:ext cx="3256665" cy="4050246"/>
          </a:xfrm>
          <a:prstGeom prst="rect">
            <a:avLst/>
          </a:prstGeom>
          <a:noFill/>
          <a:ln>
            <a:noFill/>
          </a:ln>
        </p:spPr>
      </p:pic>
    </p:spTree>
    <p:extLst>
      <p:ext uri="{BB962C8B-B14F-4D97-AF65-F5344CB8AC3E}">
        <p14:creationId xmlns:p14="http://schemas.microsoft.com/office/powerpoint/2010/main" val="2519801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5078313"/>
          </a:xfrm>
          <a:prstGeom prst="rect">
            <a:avLst/>
          </a:prstGeom>
          <a:noFill/>
        </p:spPr>
        <p:txBody>
          <a:bodyPr wrap="square" rtlCol="0">
            <a:spAutoFit/>
          </a:bodyPr>
          <a:lstStyle/>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mềm</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STEP 7 V5.x sang TIA Portal</a:t>
            </a:r>
          </a:p>
          <a:p>
            <a:pPr lvl="0" algn="just" defTabSz="685800" eaLnBrk="0" fontAlgn="base" hangingPunct="0">
              <a:spcBef>
                <a:spcPct val="0"/>
              </a:spcBef>
              <a:spcAft>
                <a:spcPct val="0"/>
              </a:spcAft>
            </a:pP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Cách</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2</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Chuyển</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đổi</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bằng</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công</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cụ</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chuyển</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đổi</a:t>
            </a:r>
            <a:endParaRPr lang="en-US" b="1" i="1"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dirty="0">
                <a:solidFill>
                  <a:prstClr val="black"/>
                </a:solidFill>
                <a:latin typeface="Times New Roman" panose="02020603050405020304" pitchFamily="18" charset="0"/>
                <a:cs typeface="Times New Roman" panose="02020603050405020304" pitchFamily="18" charset="0"/>
              </a:rPr>
              <a:t>Nếu STEP 7 V5.x và STEP 7 (TIA Portal) đã được cài đặt trên hai hệ thống khác nhau, có một cách để thay thế mà quá trình chuyển đổi vẫn có thể được thực hiện. Thực hiện các bước sau:</a:t>
            </a: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1. </a:t>
            </a:r>
            <a:r>
              <a:rPr lang="vi-VN" dirty="0">
                <a:solidFill>
                  <a:prstClr val="black"/>
                </a:solidFill>
                <a:latin typeface="Times New Roman" panose="02020603050405020304" pitchFamily="18" charset="0"/>
                <a:cs typeface="Times New Roman" panose="02020603050405020304" pitchFamily="18" charset="0"/>
              </a:rPr>
              <a:t>Mở công cụ chuyển đổi Tool TIA V13</a:t>
            </a: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2. </a:t>
            </a:r>
            <a:r>
              <a:rPr lang="vi-VN" dirty="0">
                <a:solidFill>
                  <a:prstClr val="black"/>
                </a:solidFill>
                <a:latin typeface="Times New Roman" panose="02020603050405020304" pitchFamily="18" charset="0"/>
                <a:cs typeface="Times New Roman" panose="02020603050405020304" pitchFamily="18" charset="0"/>
              </a:rPr>
              <a:t>Đối với “Storage Location” bạn chọn nơi chứa chương trình bằng “Browse”. Nhập đường dẫn “Intermediate file” qua “Browse”. Chọn tích vào ô “Include HW and Network data during the migration” nếu bạn muốn chuyển đổi cả phần mềm lẫn phần cứng</a:t>
            </a: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3. </a:t>
            </a:r>
            <a:r>
              <a:rPr lang="vi-VN" dirty="0">
                <a:solidFill>
                  <a:prstClr val="black"/>
                </a:solidFill>
                <a:latin typeface="Times New Roman" panose="02020603050405020304" pitchFamily="18" charset="0"/>
                <a:cs typeface="Times New Roman" panose="02020603050405020304" pitchFamily="18" charset="0"/>
              </a:rPr>
              <a:t>Chọn “Migrate” để bắt đầu chuyển đổi. Sau khi hoàn thành “intermediate.am13” được chọn trong thư mục đích </a:t>
            </a: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4. </a:t>
            </a:r>
            <a:r>
              <a:rPr lang="vi-VN" dirty="0">
                <a:solidFill>
                  <a:prstClr val="black"/>
                </a:solidFill>
                <a:latin typeface="Times New Roman" panose="02020603050405020304" pitchFamily="18" charset="0"/>
                <a:cs typeface="Times New Roman" panose="02020603050405020304" pitchFamily="18" charset="0"/>
              </a:rPr>
              <a:t>Sao chép tệp đã cài đặt trên TIA Portal</a:t>
            </a: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5. </a:t>
            </a:r>
            <a:r>
              <a:rPr lang="vi-VN" dirty="0">
                <a:solidFill>
                  <a:prstClr val="black"/>
                </a:solidFill>
                <a:latin typeface="Times New Roman" panose="02020603050405020304" pitchFamily="18" charset="0"/>
                <a:cs typeface="Times New Roman" panose="02020603050405020304" pitchFamily="18" charset="0"/>
              </a:rPr>
              <a:t>Mở TIA Portal</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 name="Picture 9"/>
          <p:cNvPicPr/>
          <p:nvPr/>
        </p:nvPicPr>
        <p:blipFill rotWithShape="1">
          <a:blip r:embed="rId4">
            <a:extLst>
              <a:ext uri="{28A0092B-C50C-407E-A947-70E740481C1C}">
                <a14:useLocalDpi xmlns:a14="http://schemas.microsoft.com/office/drawing/2010/main" val="0"/>
              </a:ext>
            </a:extLst>
          </a:blip>
          <a:srcRect l="3284" t="38320" r="52288" b="29586"/>
          <a:stretch/>
        </p:blipFill>
        <p:spPr bwMode="auto">
          <a:xfrm>
            <a:off x="3509963" y="3470084"/>
            <a:ext cx="4823434" cy="20056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24102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1754326"/>
          </a:xfrm>
          <a:prstGeom prst="rect">
            <a:avLst/>
          </a:prstGeom>
          <a:noFill/>
        </p:spPr>
        <p:txBody>
          <a:bodyPr wrap="square" rtlCol="0">
            <a:spAutoFit/>
          </a:bodyPr>
          <a:lstStyle/>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mềm</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STEP 7 V5.x sang TIA Portal</a:t>
            </a:r>
          </a:p>
          <a:p>
            <a:pPr lvl="0" algn="just" defTabSz="685800" eaLnBrk="0" fontAlgn="base" hangingPunct="0">
              <a:spcBef>
                <a:spcPct val="0"/>
              </a:spcBef>
              <a:spcAft>
                <a:spcPct val="0"/>
              </a:spcAft>
            </a:pP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Cách</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2</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Chuyển</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đổi</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bằng</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công</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cụ</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chuyển</a:t>
            </a:r>
            <a:r>
              <a:rPr lang="en-US" b="1" i="1" dirty="0">
                <a:solidFill>
                  <a:prstClr val="black"/>
                </a:solidFill>
                <a:latin typeface="Times New Roman" panose="02020603050405020304" pitchFamily="18" charset="0"/>
                <a:cs typeface="Times New Roman" panose="02020603050405020304" pitchFamily="18" charset="0"/>
              </a:rPr>
              <a:t> </a:t>
            </a:r>
            <a:r>
              <a:rPr lang="en-US" b="1" i="1" dirty="0" err="1">
                <a:solidFill>
                  <a:prstClr val="black"/>
                </a:solidFill>
                <a:latin typeface="Times New Roman" panose="02020603050405020304" pitchFamily="18" charset="0"/>
                <a:cs typeface="Times New Roman" panose="02020603050405020304" pitchFamily="18" charset="0"/>
              </a:rPr>
              <a:t>đổi</a:t>
            </a:r>
            <a:endParaRPr lang="en-US" b="1" i="1"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 </a:t>
            </a:r>
            <a:r>
              <a:rPr lang="vi-VN" dirty="0">
                <a:solidFill>
                  <a:prstClr val="black"/>
                </a:solidFill>
                <a:latin typeface="Times New Roman" panose="02020603050405020304" pitchFamily="18" charset="0"/>
                <a:cs typeface="Times New Roman" panose="02020603050405020304" pitchFamily="18" charset="0"/>
              </a:rPr>
              <a:t>Nếu STEP 7 V5.x và STEP 7 (TIA Portal) đã được cài đặt trên hai hệ thống khác nhau, có một cách để thay thế mà quá trình chuyển đổi vẫn có thể được thực hiện. Thực hiện các bước sau:</a:t>
            </a:r>
            <a:endParaRPr lang="en-US" dirty="0">
              <a:solidFill>
                <a:prstClr val="black"/>
              </a:solidFill>
              <a:latin typeface="Times New Roman" panose="02020603050405020304" pitchFamily="18" charset="0"/>
              <a:cs typeface="Times New Roman" panose="02020603050405020304" pitchFamily="18" charset="0"/>
            </a:endParaRPr>
          </a:p>
          <a:p>
            <a:pPr lvl="0" algn="just"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6. </a:t>
            </a:r>
            <a:r>
              <a:rPr lang="vi-VN" dirty="0">
                <a:solidFill>
                  <a:prstClr val="black"/>
                </a:solidFill>
                <a:latin typeface="Times New Roman" panose="02020603050405020304" pitchFamily="18" charset="0"/>
                <a:cs typeface="Times New Roman" panose="02020603050405020304" pitchFamily="18" charset="0"/>
              </a:rPr>
              <a:t>Trong giao diện TIA Portal ta mở menu “Migrate project”</a:t>
            </a:r>
          </a:p>
          <a:p>
            <a:pPr lvl="0" algn="just" defTabSz="685800" eaLnBrk="0" fontAlgn="base" hangingPunct="0">
              <a:spcBef>
                <a:spcPct val="0"/>
              </a:spcBef>
              <a:spcAft>
                <a:spcPct val="0"/>
              </a:spcAft>
            </a:pPr>
            <a:endParaRPr lang="vi-VN" dirty="0">
              <a:solidFill>
                <a:prstClr val="black"/>
              </a:solidFill>
              <a:latin typeface="Times New Roman" panose="02020603050405020304" pitchFamily="18" charset="0"/>
              <a:cs typeface="Times New Roman" panose="02020603050405020304" pitchFamily="18" charset="0"/>
            </a:endParaRPr>
          </a:p>
        </p:txBody>
      </p:sp>
      <p:pic>
        <p:nvPicPr>
          <p:cNvPr id="10" name="Picture 9"/>
          <p:cNvPicPr/>
          <p:nvPr/>
        </p:nvPicPr>
        <p:blipFill rotWithShape="1">
          <a:blip r:embed="rId4">
            <a:extLst>
              <a:ext uri="{28A0092B-C50C-407E-A947-70E740481C1C}">
                <a14:useLocalDpi xmlns:a14="http://schemas.microsoft.com/office/drawing/2010/main" val="0"/>
              </a:ext>
            </a:extLst>
          </a:blip>
          <a:srcRect l="3285" t="29525" r="52973" b="37273"/>
          <a:stretch/>
        </p:blipFill>
        <p:spPr bwMode="auto">
          <a:xfrm>
            <a:off x="2693263" y="2903372"/>
            <a:ext cx="6687105" cy="324885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9540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1754326"/>
          </a:xfrm>
          <a:prstGeom prst="rect">
            <a:avLst/>
          </a:prstGeom>
          <a:noFill/>
        </p:spPr>
        <p:txBody>
          <a:bodyPr wrap="square" rtlCol="0">
            <a:spAutoFit/>
          </a:bodyPr>
          <a:lstStyle/>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mềm</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STEP 7 V5.x sang TIA Portal</a:t>
            </a: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Cách</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bằng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công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cụ</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endPar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Nếu STEP 7 V5.x và STEP 7 (TIA Portal) đã được cài đặt trên hai hệ thống khác nhau, có một cách để thay thế mà quá trình chuyển đổi vẫn có thể được thực hiện. Thực hiện các bước sau:</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lvl="0" algn="just" defTabSz="685800" eaLnBrk="0" fontAlgn="base" hangingPunct="0">
              <a:spcBef>
                <a:spcPct val="0"/>
              </a:spcBef>
              <a:spcAft>
                <a:spcPct val="0"/>
              </a:spcAft>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7. </a:t>
            </a:r>
            <a:r>
              <a:rPr lang="vi-VN" dirty="0">
                <a:solidFill>
                  <a:prstClr val="black"/>
                </a:solidFill>
                <a:latin typeface="Times New Roman" panose="02020603050405020304" pitchFamily="18" charset="0"/>
                <a:cs typeface="Times New Roman" panose="02020603050405020304" pitchFamily="18" charset="0"/>
              </a:rPr>
              <a:t>Chọn đầu ra thích hợp </a:t>
            </a:r>
            <a:r>
              <a:rPr lang="en-US" dirty="0">
                <a:solidFill>
                  <a:prstClr val="black"/>
                </a:solidFill>
                <a:latin typeface="Times New Roman" panose="02020603050405020304" pitchFamily="18" charset="0"/>
                <a:cs typeface="Times New Roman" panose="02020603050405020304" pitchFamily="18" charset="0"/>
              </a:rPr>
              <a:t>- </a:t>
            </a:r>
            <a:r>
              <a:rPr lang="vi-VN" dirty="0">
                <a:solidFill>
                  <a:prstClr val="black"/>
                </a:solidFill>
                <a:latin typeface="Times New Roman" panose="02020603050405020304" pitchFamily="18" charset="0"/>
                <a:cs typeface="Times New Roman" panose="02020603050405020304" pitchFamily="18" charset="0"/>
              </a:rPr>
              <a:t>tích vào “Include hardware configuration”</a:t>
            </a:r>
          </a:p>
          <a:p>
            <a:pPr marL="0" marR="0" lvl="0" indent="0" algn="just" defTabSz="685800" rtl="0" eaLnBrk="0" fontAlgn="base" latinLnBrk="0" hangingPunct="0">
              <a:lnSpc>
                <a:spcPct val="100000"/>
              </a:lnSpc>
              <a:spcBef>
                <a:spcPct val="0"/>
              </a:spcBef>
              <a:spcAft>
                <a:spcPct val="0"/>
              </a:spcAft>
              <a:buClrTx/>
              <a:buSzTx/>
              <a:buFontTx/>
              <a:buNone/>
              <a:tabLst/>
              <a:defRPr/>
            </a:pPr>
            <a:endParaRPr kumimoji="0" lang="vi-V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11"/>
          <p:cNvPicPr/>
          <p:nvPr/>
        </p:nvPicPr>
        <p:blipFill rotWithShape="1">
          <a:blip r:embed="rId4">
            <a:extLst>
              <a:ext uri="{28A0092B-C50C-407E-A947-70E740481C1C}">
                <a14:useLocalDpi xmlns:a14="http://schemas.microsoft.com/office/drawing/2010/main" val="0"/>
              </a:ext>
            </a:extLst>
          </a:blip>
          <a:srcRect l="1730" t="34131" r="51943" b="29893"/>
          <a:stretch/>
        </p:blipFill>
        <p:spPr bwMode="auto">
          <a:xfrm>
            <a:off x="2720578" y="2907293"/>
            <a:ext cx="6583220" cy="33514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4749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1754326"/>
          </a:xfrm>
          <a:prstGeom prst="rect">
            <a:avLst/>
          </a:prstGeom>
          <a:noFill/>
        </p:spPr>
        <p:txBody>
          <a:bodyPr wrap="square" rtlCol="0">
            <a:spAutoFit/>
          </a:bodyPr>
          <a:lstStyle/>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mềm</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STEP 7 V5.x sang TIA Portal</a:t>
            </a: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Cách</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bằng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công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cụ</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endPar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Nếu STEP 7 V5.x và STEP 7 (TIA Portal) đã được cài đặt trên hai hệ thống khác nhau, có một cách để thay thế mà quá trình chuyển đổi vẫn có thể được thực hiện. Thực hiện các bước sau:</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lvl="0" algn="just" defTabSz="685800" eaLnBrk="0" fontAlgn="base" hangingPunct="0">
              <a:spcBef>
                <a:spcPct val="0"/>
              </a:spcBef>
              <a:spcAft>
                <a:spcPct val="0"/>
              </a:spcAft>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8. </a:t>
            </a:r>
            <a:r>
              <a:rPr lang="vi-VN" dirty="0">
                <a:solidFill>
                  <a:prstClr val="black"/>
                </a:solidFill>
                <a:latin typeface="Times New Roman" panose="02020603050405020304" pitchFamily="18" charset="0"/>
                <a:cs typeface="Times New Roman" panose="02020603050405020304" pitchFamily="18" charset="0"/>
              </a:rPr>
              <a:t>Kiểm tra kết quả quá trình chuyển đổi; giao thức chuyển đổi đã có sẵn ở đây</a:t>
            </a:r>
            <a:endParaRPr kumimoji="0" lang="vi-V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685800" rtl="0" eaLnBrk="0" fontAlgn="base" latinLnBrk="0" hangingPunct="0">
              <a:lnSpc>
                <a:spcPct val="100000"/>
              </a:lnSpc>
              <a:spcBef>
                <a:spcPct val="0"/>
              </a:spcBef>
              <a:spcAft>
                <a:spcPct val="0"/>
              </a:spcAft>
              <a:buClrTx/>
              <a:buSzTx/>
              <a:buFontTx/>
              <a:buNone/>
              <a:tabLst/>
              <a:defRPr/>
            </a:pPr>
            <a:endParaRPr kumimoji="0" lang="vi-V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0" name="Picture 9"/>
          <p:cNvPicPr/>
          <p:nvPr/>
        </p:nvPicPr>
        <p:blipFill rotWithShape="1">
          <a:blip r:embed="rId4">
            <a:extLst>
              <a:ext uri="{28A0092B-C50C-407E-A947-70E740481C1C}">
                <a14:useLocalDpi xmlns:a14="http://schemas.microsoft.com/office/drawing/2010/main" val="0"/>
              </a:ext>
            </a:extLst>
          </a:blip>
          <a:srcRect l="1729" t="21831" r="52806" b="14516"/>
          <a:stretch/>
        </p:blipFill>
        <p:spPr bwMode="auto">
          <a:xfrm>
            <a:off x="3394074" y="2930104"/>
            <a:ext cx="5110733" cy="35310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654944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1406527"/>
            <a:ext cx="11266883" cy="2723823"/>
          </a:xfrm>
          <a:prstGeom prst="rect">
            <a:avLst/>
          </a:prstGeom>
          <a:noFill/>
        </p:spPr>
        <p:txBody>
          <a:bodyPr wrap="square" rtlCol="0">
            <a:spAutoFit/>
          </a:bodyPr>
          <a:lstStyle/>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từ</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phần</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mềm</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STEP 7 V5.x sang TIA Portal</a:t>
            </a: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Cách</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bằng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công</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cụ</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chuyển</a:t>
            </a:r>
            <a:r>
              <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en-US" sz="1800" b="1" i="1"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đổi</a:t>
            </a:r>
            <a:endParaRPr kumimoji="0" lang="en-US" sz="1800"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just" defTabSz="6858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r>
              <a:rPr kumimoji="0" lang="vi-V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Nếu STEP 7 V5.x và STEP 7 (TIA Portal) đã được cài đặt trên hai hệ thống khác nhau, có một cách để thay thế mà quá trình chuyển đổi vẫn có thể được thực hiện. Thực hiện các bước sau:</a:t>
            </a:r>
            <a:endPar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lvl="0"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9. </a:t>
            </a:r>
            <a:r>
              <a:rPr lang="vi-VN" dirty="0">
                <a:solidFill>
                  <a:prstClr val="black"/>
                </a:solidFill>
                <a:latin typeface="Times New Roman" panose="02020603050405020304" pitchFamily="18" charset="0"/>
                <a:cs typeface="Times New Roman" panose="02020603050405020304" pitchFamily="18" charset="0"/>
              </a:rPr>
              <a:t>Nếu cần thiết ta có thể điều chỉnh chương trình</a:t>
            </a:r>
          </a:p>
          <a:p>
            <a:pPr lvl="0"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10. </a:t>
            </a:r>
            <a:r>
              <a:rPr lang="vi-VN" dirty="0">
                <a:solidFill>
                  <a:prstClr val="black"/>
                </a:solidFill>
                <a:latin typeface="Times New Roman" panose="02020603050405020304" pitchFamily="18" charset="0"/>
                <a:cs typeface="Times New Roman" panose="02020603050405020304" pitchFamily="18" charset="0"/>
              </a:rPr>
              <a:t>Biên dịch chương trình chuyển đổi </a:t>
            </a:r>
          </a:p>
          <a:p>
            <a:pPr lvl="0" algn="just" defTabSz="685800" eaLnBrk="0" fontAlgn="base" hangingPunct="0">
              <a:lnSpc>
                <a:spcPct val="150000"/>
              </a:lnSpc>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11. </a:t>
            </a:r>
            <a:r>
              <a:rPr lang="vi-VN" dirty="0">
                <a:solidFill>
                  <a:prstClr val="black"/>
                </a:solidFill>
                <a:latin typeface="Times New Roman" panose="02020603050405020304" pitchFamily="18" charset="0"/>
                <a:cs typeface="Times New Roman" panose="02020603050405020304" pitchFamily="18" charset="0"/>
              </a:rPr>
              <a:t>Sửa các lỗi</a:t>
            </a:r>
          </a:p>
          <a:p>
            <a:pPr marL="0" marR="0" lvl="0" indent="0" algn="just" defTabSz="685800" rtl="0" eaLnBrk="0" fontAlgn="base" latinLnBrk="0" hangingPunct="0">
              <a:lnSpc>
                <a:spcPct val="100000"/>
              </a:lnSpc>
              <a:spcBef>
                <a:spcPct val="0"/>
              </a:spcBef>
              <a:spcAft>
                <a:spcPct val="0"/>
              </a:spcAft>
              <a:buClrTx/>
              <a:buSzTx/>
              <a:buFontTx/>
              <a:buNone/>
              <a:tabLst/>
              <a:defRPr/>
            </a:pPr>
            <a:endParaRPr kumimoji="0" lang="vi-VN"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277922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Rectangle 8"/>
          <p:cNvSpPr/>
          <p:nvPr/>
        </p:nvSpPr>
        <p:spPr>
          <a:xfrm>
            <a:off x="457200" y="1471326"/>
            <a:ext cx="11277600" cy="1708160"/>
          </a:xfrm>
          <a:prstGeom prst="rect">
            <a:avLst/>
          </a:prstGeom>
        </p:spPr>
        <p:txBody>
          <a:bodyPr wrap="square">
            <a:spAutoFit/>
          </a:bodyPr>
          <a:lstStyle/>
          <a:p>
            <a:pPr algn="just" defTabSz="685800" eaLnBrk="0" fontAlgn="base" hangingPunct="0">
              <a:spcAft>
                <a:spcPts val="600"/>
              </a:spcAft>
            </a:pP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bước</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tiếp</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theo</a:t>
            </a:r>
            <a:endPar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spcAft>
                <a:spcPts val="600"/>
              </a:spcAft>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Sau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TIA Portal, ta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vẫn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phải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thực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thêm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điều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chỉnh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không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tự</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quá</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defTabSz="685800" eaLnBrk="0" fontAlgn="base" hangingPunct="0">
              <a:spcAft>
                <a:spcPts val="600"/>
              </a:spcAft>
            </a:pP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B1: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S7-300 sang S7-1500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bằng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chọn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“Migrate to S7-1500 ở menu</a:t>
            </a:r>
          </a:p>
          <a:p>
            <a:pPr defTabSz="685800" eaLnBrk="0" fontAlgn="base" hangingPunct="0">
              <a:spcAft>
                <a:spcPts val="600"/>
              </a:spcAft>
            </a:pP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 name="Picture 9"/>
          <p:cNvPicPr/>
          <p:nvPr/>
        </p:nvPicPr>
        <p:blipFill rotWithShape="1">
          <a:blip r:embed="rId4">
            <a:extLst>
              <a:ext uri="{28A0092B-C50C-407E-A947-70E740481C1C}">
                <a14:useLocalDpi xmlns:a14="http://schemas.microsoft.com/office/drawing/2010/main" val="0"/>
              </a:ext>
            </a:extLst>
          </a:blip>
          <a:srcRect l="1242" t="28196" r="51193" b="29501"/>
          <a:stretch/>
        </p:blipFill>
        <p:spPr bwMode="auto">
          <a:xfrm>
            <a:off x="3085365" y="2966268"/>
            <a:ext cx="5969858" cy="33901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58948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57200" y="2568226"/>
            <a:ext cx="6360850" cy="369332"/>
          </a:xfrm>
          <a:prstGeom prst="rect">
            <a:avLst/>
          </a:prstGeom>
          <a:noFill/>
        </p:spPr>
        <p:txBody>
          <a:bodyPr wrap="square" rtlCol="0">
            <a:spAutoFit/>
          </a:bodyPr>
          <a:lstStyle/>
          <a:p>
            <a:pP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B2: </a:t>
            </a:r>
            <a:r>
              <a:rPr lang="en-US" dirty="0" err="1">
                <a:solidFill>
                  <a:prstClr val="black"/>
                </a:solidFill>
                <a:latin typeface="Times New Roman" panose="02020603050405020304" pitchFamily="18" charset="0"/>
                <a:cs typeface="Times New Roman" panose="02020603050405020304" pitchFamily="18" charset="0"/>
              </a:rPr>
              <a:t>Chọn</a:t>
            </a:r>
            <a:r>
              <a:rPr lang="en-US" dirty="0">
                <a:solidFill>
                  <a:prstClr val="black"/>
                </a:solidFill>
                <a:latin typeface="Times New Roman" panose="02020603050405020304" pitchFamily="18" charset="0"/>
                <a:cs typeface="Times New Roman" panose="02020603050405020304" pitchFamily="18" charset="0"/>
              </a:rPr>
              <a:t> CPU </a:t>
            </a:r>
            <a:r>
              <a:rPr lang="en-US" dirty="0" err="1">
                <a:solidFill>
                  <a:prstClr val="black"/>
                </a:solidFill>
                <a:latin typeface="Times New Roman" panose="02020603050405020304" pitchFamily="18" charset="0"/>
                <a:cs typeface="Times New Roman" panose="02020603050405020304" pitchFamily="18" charset="0"/>
              </a:rPr>
              <a:t>phù</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hợp</a:t>
            </a:r>
            <a:endParaRPr lang="en-US" dirty="0">
              <a:solidFill>
                <a:prstClr val="black"/>
              </a:solidFill>
              <a:latin typeface="Times New Roman" panose="02020603050405020304" pitchFamily="18" charset="0"/>
              <a:cs typeface="Times New Roman" panose="02020603050405020304" pitchFamily="18" charset="0"/>
            </a:endParaRPr>
          </a:p>
        </p:txBody>
      </p:sp>
      <p:pic>
        <p:nvPicPr>
          <p:cNvPr id="10" name="Picture 9"/>
          <p:cNvPicPr/>
          <p:nvPr/>
        </p:nvPicPr>
        <p:blipFill rotWithShape="1">
          <a:blip r:embed="rId4">
            <a:extLst>
              <a:ext uri="{28A0092B-C50C-407E-A947-70E740481C1C}">
                <a14:useLocalDpi xmlns:a14="http://schemas.microsoft.com/office/drawing/2010/main" val="0"/>
              </a:ext>
            </a:extLst>
          </a:blip>
          <a:srcRect l="4352" t="23496" r="54305" b="9875"/>
          <a:stretch/>
        </p:blipFill>
        <p:spPr bwMode="auto">
          <a:xfrm>
            <a:off x="4379233" y="2257677"/>
            <a:ext cx="3456552" cy="3066248"/>
          </a:xfrm>
          <a:prstGeom prst="rect">
            <a:avLst/>
          </a:prstGeom>
          <a:ln>
            <a:noFill/>
          </a:ln>
          <a:extLst>
            <a:ext uri="{53640926-AAD7-44D8-BBD7-CCE9431645EC}">
              <a14:shadowObscured xmlns:a14="http://schemas.microsoft.com/office/drawing/2010/main"/>
            </a:ext>
          </a:extLst>
        </p:spPr>
      </p:pic>
      <p:sp>
        <p:nvSpPr>
          <p:cNvPr id="12" name="Rectangle 11"/>
          <p:cNvSpPr/>
          <p:nvPr/>
        </p:nvSpPr>
        <p:spPr>
          <a:xfrm>
            <a:off x="480218" y="5445936"/>
            <a:ext cx="11254582" cy="1039002"/>
          </a:xfrm>
          <a:prstGeom prst="rect">
            <a:avLst/>
          </a:prstGeom>
        </p:spPr>
        <p:txBody>
          <a:bodyPr wrap="square">
            <a:spAutoFit/>
          </a:bodyPr>
          <a:lstStyle/>
          <a:p>
            <a:pPr algn="just" defTabSz="685800" eaLnBrk="0" fontAlgn="base" hangingPunct="0">
              <a:lnSpc>
                <a:spcPct val="107000"/>
              </a:lnSpc>
              <a:spcAft>
                <a:spcPts val="600"/>
              </a:spcAft>
            </a:pPr>
            <a:r>
              <a:rPr lang="en-US"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Quan</a:t>
            </a:r>
            <a:r>
              <a:rPr lang="en-US"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trọng</a:t>
            </a:r>
            <a:r>
              <a:rPr lang="en-US"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sang CPU S7-1500,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chỉ</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Nếu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mô-đun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kết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với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S7-300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thì</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mô-đun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cần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điều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chỉnh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thủ</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công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sang S7-1500.</a:t>
            </a:r>
          </a:p>
          <a:p>
            <a:pPr algn="just" defTabSz="685800" eaLnBrk="0" fontAlgn="base" hangingPunct="0">
              <a:spcBef>
                <a:spcPct val="0"/>
              </a:spcBef>
              <a:spcAft>
                <a:spcPct val="0"/>
              </a:spcAft>
            </a:pPr>
            <a:r>
              <a:rPr lang="en-US"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Lưu</a:t>
            </a:r>
            <a:r>
              <a:rPr lang="en-US"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ý: </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ta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nhập</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HW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từ</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 V5.x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vào</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phần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lựa</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chọn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công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cụ</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TIA. </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457200" y="1471326"/>
            <a:ext cx="11277600" cy="1354217"/>
          </a:xfrm>
          <a:prstGeom prst="rect">
            <a:avLst/>
          </a:prstGeom>
        </p:spPr>
        <p:txBody>
          <a:bodyPr wrap="square">
            <a:spAutoFit/>
          </a:bodyPr>
          <a:lstStyle/>
          <a:p>
            <a:pPr algn="just" defTabSz="685800" eaLnBrk="0" fontAlgn="base" hangingPunct="0">
              <a:spcAft>
                <a:spcPts val="600"/>
              </a:spcAft>
            </a:pP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bước</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tiếp</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theo</a:t>
            </a:r>
            <a:endPar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spcAft>
                <a:spcPts val="600"/>
              </a:spcAft>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Sau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TIA Portal, ta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vẫn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phải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thực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thêm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điều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chỉnh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không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tự</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quá</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defTabSz="685800" eaLnBrk="0" fontAlgn="base" hangingPunct="0">
              <a:spcAft>
                <a:spcPts val="600"/>
              </a:spcAft>
            </a:pP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836323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TextBox 8"/>
          <p:cNvSpPr txBox="1"/>
          <p:nvPr/>
        </p:nvSpPr>
        <p:spPr>
          <a:xfrm>
            <a:off x="403379" y="2527662"/>
            <a:ext cx="8208169" cy="369332"/>
          </a:xfrm>
          <a:prstGeom prst="rect">
            <a:avLst/>
          </a:prstGeom>
          <a:noFill/>
        </p:spPr>
        <p:txBody>
          <a:bodyPr wrap="square" rtlCol="0">
            <a:spAutoFit/>
          </a:bodyPr>
          <a:lstStyle/>
          <a:p>
            <a:pP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B3: </a:t>
            </a:r>
            <a:r>
              <a:rPr lang="en-US" dirty="0" err="1">
                <a:solidFill>
                  <a:prstClr val="black"/>
                </a:solidFill>
                <a:latin typeface="Times New Roman" panose="02020603050405020304" pitchFamily="18" charset="0"/>
                <a:cs typeface="Times New Roman" panose="02020603050405020304" pitchFamily="18" charset="0"/>
              </a:rPr>
              <a:t>Sau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khi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biên</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dịch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hai</a:t>
            </a:r>
            <a:r>
              <a:rPr lang="en-US" dirty="0">
                <a:solidFill>
                  <a:prstClr val="black"/>
                </a:solidFill>
                <a:latin typeface="Times New Roman" panose="02020603050405020304" pitchFamily="18" charset="0"/>
                <a:cs typeface="Times New Roman" panose="02020603050405020304" pitchFamily="18" charset="0"/>
              </a:rPr>
              <a:t> CPU </a:t>
            </a:r>
            <a:r>
              <a:rPr lang="en-US" dirty="0" err="1">
                <a:solidFill>
                  <a:prstClr val="black"/>
                </a:solidFill>
                <a:latin typeface="Times New Roman" panose="02020603050405020304" pitchFamily="18" charset="0"/>
                <a:cs typeface="Times New Roman" panose="02020603050405020304" pitchFamily="18" charset="0"/>
              </a:rPr>
              <a:t>đều</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chứa</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trong</a:t>
            </a:r>
            <a:r>
              <a:rPr lang="en-US" dirty="0">
                <a:solidFill>
                  <a:prstClr val="black"/>
                </a:solidFill>
                <a:latin typeface="Times New Roman" panose="02020603050405020304" pitchFamily="18" charset="0"/>
                <a:cs typeface="Times New Roman" panose="02020603050405020304" pitchFamily="18" charset="0"/>
              </a:rPr>
              <a:t> project</a:t>
            </a:r>
          </a:p>
        </p:txBody>
      </p:sp>
      <p:pic>
        <p:nvPicPr>
          <p:cNvPr id="10" name="Picture 9"/>
          <p:cNvPicPr/>
          <p:nvPr/>
        </p:nvPicPr>
        <p:blipFill rotWithShape="1">
          <a:blip r:embed="rId4">
            <a:extLst>
              <a:ext uri="{28A0092B-C50C-407E-A947-70E740481C1C}">
                <a14:useLocalDpi xmlns:a14="http://schemas.microsoft.com/office/drawing/2010/main" val="0"/>
              </a:ext>
            </a:extLst>
          </a:blip>
          <a:srcRect l="5129" t="25432" r="69380" b="17060"/>
          <a:stretch/>
        </p:blipFill>
        <p:spPr bwMode="auto">
          <a:xfrm>
            <a:off x="6559484" y="2624438"/>
            <a:ext cx="2754306" cy="3349411"/>
          </a:xfrm>
          <a:prstGeom prst="rect">
            <a:avLst/>
          </a:prstGeom>
          <a:ln>
            <a:noFill/>
          </a:ln>
          <a:extLst>
            <a:ext uri="{53640926-AAD7-44D8-BBD7-CCE9431645EC}">
              <a14:shadowObscured xmlns:a14="http://schemas.microsoft.com/office/drawing/2010/main"/>
            </a:ext>
          </a:extLst>
        </p:spPr>
      </p:pic>
      <p:sp>
        <p:nvSpPr>
          <p:cNvPr id="12" name="TextBox 11"/>
          <p:cNvSpPr txBox="1"/>
          <p:nvPr/>
        </p:nvSpPr>
        <p:spPr>
          <a:xfrm>
            <a:off x="457200" y="6025169"/>
            <a:ext cx="8100529" cy="369332"/>
          </a:xfrm>
          <a:prstGeom prst="rect">
            <a:avLst/>
          </a:prstGeom>
          <a:noFill/>
        </p:spPr>
        <p:txBody>
          <a:bodyPr wrap="square" rtlCol="0">
            <a:spAutoFit/>
          </a:bodyPr>
          <a:lstStyle/>
          <a:p>
            <a:pPr defTabSz="685800" eaLnBrk="0" fontAlgn="base" hangingPunct="0">
              <a:spcBef>
                <a:spcPct val="0"/>
              </a:spcBef>
              <a:spcAft>
                <a:spcPct val="0"/>
              </a:spcAft>
            </a:pPr>
            <a:r>
              <a:rPr lang="en-US" dirty="0">
                <a:solidFill>
                  <a:prstClr val="black"/>
                </a:solidFill>
                <a:latin typeface="Times New Roman" panose="02020603050405020304" pitchFamily="18" charset="0"/>
                <a:cs typeface="Times New Roman" panose="02020603050405020304" pitchFamily="18" charset="0"/>
              </a:rPr>
              <a:t>B4: </a:t>
            </a:r>
            <a:r>
              <a:rPr lang="en-US" dirty="0" err="1">
                <a:solidFill>
                  <a:prstClr val="black"/>
                </a:solidFill>
                <a:latin typeface="Times New Roman" panose="02020603050405020304" pitchFamily="18" charset="0"/>
                <a:cs typeface="Times New Roman" panose="02020603050405020304" pitchFamily="18" charset="0"/>
              </a:rPr>
              <a:t>Chương</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trình</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bây</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giờ</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đã</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được</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tối</a:t>
            </a:r>
            <a:r>
              <a:rPr lang="en-US" dirty="0">
                <a:solidFill>
                  <a:prstClr val="black"/>
                </a:solidFill>
                <a:latin typeface="Times New Roman" panose="02020603050405020304" pitchFamily="18" charset="0"/>
                <a:cs typeface="Times New Roman" panose="02020603050405020304" pitchFamily="18" charset="0"/>
              </a:rPr>
              <a:t> </a:t>
            </a:r>
            <a:r>
              <a:rPr lang="en-US" dirty="0" err="1">
                <a:solidFill>
                  <a:prstClr val="black"/>
                </a:solidFill>
                <a:latin typeface="Times New Roman" panose="02020603050405020304" pitchFamily="18" charset="0"/>
                <a:cs typeface="Times New Roman" panose="02020603050405020304" pitchFamily="18" charset="0"/>
              </a:rPr>
              <a:t>ưu</a:t>
            </a:r>
            <a:endParaRPr lang="en-US" dirty="0">
              <a:solidFill>
                <a:prstClr val="black"/>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457200" y="1471326"/>
            <a:ext cx="11277600" cy="1000274"/>
          </a:xfrm>
          <a:prstGeom prst="rect">
            <a:avLst/>
          </a:prstGeom>
        </p:spPr>
        <p:txBody>
          <a:bodyPr wrap="square">
            <a:spAutoFit/>
          </a:bodyPr>
          <a:lstStyle/>
          <a:p>
            <a:pPr algn="just" defTabSz="685800" eaLnBrk="0" fontAlgn="base" hangingPunct="0">
              <a:spcAft>
                <a:spcPts val="600"/>
              </a:spcAft>
            </a:pP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bước</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tiếp</a:t>
            </a:r>
            <a:r>
              <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i="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theo</a:t>
            </a:r>
            <a:endParaRPr lang="en-US" b="1" i="1"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spcAft>
                <a:spcPts val="600"/>
              </a:spcAft>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Sau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TIA Portal, ta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vẫn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phải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thực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thêm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điều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chỉnh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không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tự</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quá</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1853423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Rectangle 8"/>
          <p:cNvSpPr/>
          <p:nvPr/>
        </p:nvSpPr>
        <p:spPr>
          <a:xfrm>
            <a:off x="457200" y="1565623"/>
            <a:ext cx="11363844" cy="3035575"/>
          </a:xfrm>
          <a:prstGeom prst="rect">
            <a:avLst/>
          </a:prstGeom>
        </p:spPr>
        <p:txBody>
          <a:bodyPr wrap="square">
            <a:spAutoFit/>
          </a:bodyPr>
          <a:lstStyle/>
          <a:p>
            <a:pPr algn="just" defTabSz="685800" eaLnBrk="0" fontAlgn="base" hangingPunct="0">
              <a:lnSpc>
                <a:spcPct val="107000"/>
              </a:lnSpc>
              <a:spcAft>
                <a:spcPts val="600"/>
              </a:spcAft>
            </a:pP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Tối</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hóa</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TIA Portal</a:t>
            </a:r>
          </a:p>
          <a:p>
            <a:pPr algn="just" defTabSz="685800" eaLnBrk="0" fontAlgn="base" hangingPunct="0">
              <a:lnSpc>
                <a:spcPct val="150000"/>
              </a:lnSpc>
              <a:spcAft>
                <a:spcPts val="600"/>
              </a:spcAft>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vấn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đề</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cần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sau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marL="257175" indent="-257175" algn="just" defTabSz="685800" eaLnBrk="0" fontAlgn="base" hangingPunct="0">
              <a:lnSpc>
                <a:spcPct val="150000"/>
              </a:lnSpc>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hóa</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p>
          <a:p>
            <a:pPr marL="257175" indent="-257175" algn="just" defTabSz="685800" eaLnBrk="0" fontAlgn="base" hangingPunct="0">
              <a:lnSpc>
                <a:spcPct val="150000"/>
              </a:lnSpc>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lệnh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mới</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57175" indent="-257175" algn="just" defTabSz="685800" eaLnBrk="0" fontAlgn="base" hangingPunct="0">
              <a:lnSpc>
                <a:spcPct val="150000"/>
              </a:lnSpc>
              <a:buFont typeface="Arial" panose="020B0604020202020204" pitchFamily="34" charset="0"/>
              <a:buChar char="•"/>
            </a:pP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Symbolism</a:t>
            </a:r>
          </a:p>
          <a:p>
            <a:pPr marL="257175" indent="-257175" algn="just" defTabSz="685800" eaLnBrk="0" fontAlgn="base" hangingPunct="0">
              <a:lnSpc>
                <a:spcPct val="150000"/>
              </a:lnSpc>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Khái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niệm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thư</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viện</a:t>
            </a:r>
            <a:endPar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57175" indent="-257175" algn="just" defTabSz="685800" eaLnBrk="0" fontAlgn="base" hangingPunct="0">
              <a:lnSpc>
                <a:spcPct val="150000"/>
              </a:lnSpc>
              <a:spcAft>
                <a:spcPts val="600"/>
              </a:spcAft>
              <a:buFont typeface="Arial" panose="020B0604020202020204" pitchFamily="34" charset="0"/>
              <a:buChar char="•"/>
            </a:pP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tích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hợp</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thư</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viện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6986" y="3531938"/>
            <a:ext cx="7671187" cy="2504877"/>
          </a:xfrm>
          <a:prstGeom prst="rect">
            <a:avLst/>
          </a:prstGeom>
        </p:spPr>
      </p:pic>
    </p:spTree>
    <p:extLst>
      <p:ext uri="{BB962C8B-B14F-4D97-AF65-F5344CB8AC3E}">
        <p14:creationId xmlns:p14="http://schemas.microsoft.com/office/powerpoint/2010/main" val="31163451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Rectangle 8"/>
          <p:cNvSpPr/>
          <p:nvPr/>
        </p:nvSpPr>
        <p:spPr>
          <a:xfrm>
            <a:off x="414078" y="1406527"/>
            <a:ext cx="11363844" cy="3067378"/>
          </a:xfrm>
          <a:prstGeom prst="rect">
            <a:avLst/>
          </a:prstGeom>
        </p:spPr>
        <p:txBody>
          <a:bodyPr wrap="square">
            <a:spAutoFit/>
          </a:bodyPr>
          <a:lstStyle/>
          <a:p>
            <a:pPr algn="just" defTabSz="685800" eaLnBrk="0" fontAlgn="base" hangingPunct="0">
              <a:lnSpc>
                <a:spcPct val="107000"/>
              </a:lnSpc>
              <a:spcAft>
                <a:spcPts val="600"/>
              </a:spcAft>
            </a:pP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Cấu</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trúc</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chuẩn</a:t>
            </a:r>
            <a:endPar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lnSpc>
                <a:spcPct val="107000"/>
              </a:lnSpc>
              <a:spcAft>
                <a:spcPts val="600"/>
              </a:spcAft>
            </a:pPr>
            <a:r>
              <a:rPr lang="en-US" b="1" i="1" dirty="0">
                <a:solidFill>
                  <a:prstClr val="black"/>
                </a:solidFill>
                <a:latin typeface="Times New Roman" panose="02020603050405020304" pitchFamily="18" charset="0"/>
                <a:ea typeface="Calibri" panose="020F0502020204030204" pitchFamily="34" charset="0"/>
              </a:rPr>
              <a:t>Organization Blocks (OB)</a:t>
            </a:r>
          </a:p>
          <a:p>
            <a:pPr algn="just" defTabSz="685800" eaLnBrk="0" fontAlgn="base" hangingPunct="0">
              <a:lnSpc>
                <a:spcPct val="107000"/>
              </a:lnSpc>
              <a:spcAft>
                <a:spcPts val="600"/>
              </a:spcAft>
            </a:pP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nằm</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firmware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của</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SIMATIC CPU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gọi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hởi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hệ</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điều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của</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COU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trường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hợp</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đặc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biệt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xảy</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ra.</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Chúng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là</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giao</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diện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giữa</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hệ</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thống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người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dùng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lập</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bởi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người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dùng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Cả</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S7-300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cũng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như</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S7-1500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một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số</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trường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hợp</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sử</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dụng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trên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cả</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hai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hệ</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thống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SIMATIC.</a:t>
            </a:r>
          </a:p>
          <a:p>
            <a:pPr algn="just" defTabSz="685800" eaLnBrk="0" fontAlgn="base" hangingPunct="0">
              <a:lnSpc>
                <a:spcPct val="107000"/>
              </a:lnSpc>
              <a:spcAft>
                <a:spcPts val="600"/>
              </a:spcAft>
            </a:pP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tiên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nhiều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mức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tiên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cao</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nhất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sẽ</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trước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Nếu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ngắt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hoạt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thì</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hệ</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thống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sẽ</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tiên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ngắt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quan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trọng</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liệt</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kệ</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ở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bên</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dưới</a:t>
            </a:r>
            <a:r>
              <a:rPr lang="en-US"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p:txBody>
      </p:sp>
      <p:sp>
        <p:nvSpPr>
          <p:cNvPr id="10" name="Rectangle 9"/>
          <p:cNvSpPr/>
          <p:nvPr/>
        </p:nvSpPr>
        <p:spPr>
          <a:xfrm>
            <a:off x="457200" y="4504637"/>
            <a:ext cx="11277600" cy="322652"/>
          </a:xfrm>
          <a:prstGeom prst="rect">
            <a:avLst/>
          </a:prstGeom>
        </p:spPr>
        <p:txBody>
          <a:bodyPr wrap="square">
            <a:spAutoFit/>
          </a:bodyPr>
          <a:lstStyle/>
          <a:p>
            <a:pPr marL="257175" indent="-257175" algn="just" defTabSz="685800" eaLnBrk="0" fontAlgn="base" hangingPunct="0">
              <a:lnSpc>
                <a:spcPct val="107000"/>
              </a:lnSpc>
              <a:spcAft>
                <a:spcPts val="600"/>
              </a:spcAft>
              <a:buFont typeface="+mj-lt"/>
              <a:buAutoNum type="arabicPeriod"/>
            </a:pPr>
            <a:r>
              <a:rPr lang="en-US" sz="1500" dirty="0">
                <a:solidFill>
                  <a:prstClr val="black"/>
                </a:solidFill>
                <a:latin typeface="Times New Roman" panose="02020603050405020304" pitchFamily="18" charset="0"/>
              </a:rPr>
              <a:t>Cyclic program processing</a:t>
            </a:r>
          </a:p>
        </p:txBody>
      </p:sp>
      <p:graphicFrame>
        <p:nvGraphicFramePr>
          <p:cNvPr id="12" name="Table 11"/>
          <p:cNvGraphicFramePr>
            <a:graphicFrameLocks noGrp="1"/>
          </p:cNvGraphicFramePr>
          <p:nvPr>
            <p:extLst>
              <p:ext uri="{D42A27DB-BD31-4B8C-83A1-F6EECF244321}">
                <p14:modId xmlns:p14="http://schemas.microsoft.com/office/powerpoint/2010/main" val="3124361908"/>
              </p:ext>
            </p:extLst>
          </p:nvPr>
        </p:nvGraphicFramePr>
        <p:xfrm>
          <a:off x="500500" y="5189742"/>
          <a:ext cx="11234300" cy="945388"/>
        </p:xfrm>
        <a:graphic>
          <a:graphicData uri="http://schemas.openxmlformats.org/drawingml/2006/table">
            <a:tbl>
              <a:tblPr firstRow="1" firstCol="1" bandRow="1">
                <a:tableStyleId>{5C22544A-7EE6-4342-B048-85BDC9FD1C3A}</a:tableStyleId>
              </a:tblPr>
              <a:tblGrid>
                <a:gridCol w="2373022">
                  <a:extLst>
                    <a:ext uri="{9D8B030D-6E8A-4147-A177-3AD203B41FA5}">
                      <a16:colId xmlns:a16="http://schemas.microsoft.com/office/drawing/2014/main" val="530049316"/>
                    </a:ext>
                  </a:extLst>
                </a:gridCol>
                <a:gridCol w="2379027">
                  <a:extLst>
                    <a:ext uri="{9D8B030D-6E8A-4147-A177-3AD203B41FA5}">
                      <a16:colId xmlns:a16="http://schemas.microsoft.com/office/drawing/2014/main" val="1355860381"/>
                    </a:ext>
                  </a:extLst>
                </a:gridCol>
                <a:gridCol w="6482251">
                  <a:extLst>
                    <a:ext uri="{9D8B030D-6E8A-4147-A177-3AD203B41FA5}">
                      <a16:colId xmlns:a16="http://schemas.microsoft.com/office/drawing/2014/main" val="1516985646"/>
                    </a:ext>
                  </a:extLst>
                </a:gridCol>
              </a:tblGrid>
              <a:tr h="151924">
                <a:tc>
                  <a:txBody>
                    <a:bodyPr/>
                    <a:lstStyle/>
                    <a:p>
                      <a:pPr marL="0" marR="0" algn="just">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S7-300 CPUs</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07000"/>
                        </a:lnSpc>
                        <a:spcBef>
                          <a:spcPts val="0"/>
                        </a:spcBef>
                        <a:spcAft>
                          <a:spcPts val="0"/>
                        </a:spcAft>
                      </a:pPr>
                      <a:r>
                        <a:rPr lang="en-US" sz="1500">
                          <a:effectLst/>
                          <a:latin typeface="Times New Roman" panose="02020603050405020304" pitchFamily="18" charset="0"/>
                          <a:cs typeface="Times New Roman" panose="02020603050405020304" pitchFamily="18" charset="0"/>
                        </a:rPr>
                        <a:t>S7-1500 CPUs</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07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Miêu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tả</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2410241297"/>
                  </a:ext>
                </a:extLst>
              </a:tr>
              <a:tr h="469868">
                <a:tc>
                  <a:txBody>
                    <a:bodyPr/>
                    <a:lstStyle/>
                    <a:p>
                      <a:pPr marL="0" marR="0" algn="just">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OB1</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Main OB</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gn="just">
                        <a:lnSpc>
                          <a:spcPct val="107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Xử</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tuần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hoàn</a:t>
                      </a:r>
                      <a:r>
                        <a:rPr lang="en-US" sz="1500" dirty="0">
                          <a:effectLst/>
                          <a:latin typeface="Times New Roman" panose="02020603050405020304" pitchFamily="18" charset="0"/>
                          <a:cs typeface="Times New Roman" panose="02020603050405020304" pitchFamily="18" charset="0"/>
                        </a:rPr>
                        <a:t>.</a:t>
                      </a:r>
                    </a:p>
                    <a:p>
                      <a:pPr marL="0" marR="0" algn="just">
                        <a:lnSpc>
                          <a:spcPct val="107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Đối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với</a:t>
                      </a:r>
                      <a:r>
                        <a:rPr lang="en-US" sz="1500" dirty="0">
                          <a:effectLst/>
                          <a:latin typeface="Times New Roman" panose="02020603050405020304" pitchFamily="18" charset="0"/>
                          <a:cs typeface="Times New Roman" panose="02020603050405020304" pitchFamily="18" charset="0"/>
                        </a:rPr>
                        <a:t> S7-1500, </a:t>
                      </a:r>
                      <a:r>
                        <a:rPr lang="en-US" sz="1500" dirty="0" err="1">
                          <a:effectLst/>
                          <a:latin typeface="Times New Roman" panose="02020603050405020304" pitchFamily="18" charset="0"/>
                          <a:cs typeface="Times New Roman" panose="02020603050405020304" pitchFamily="18" charset="0"/>
                        </a:rPr>
                        <a:t>một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số</a:t>
                      </a:r>
                      <a:r>
                        <a:rPr lang="en-US" sz="1500" dirty="0">
                          <a:effectLst/>
                          <a:latin typeface="Times New Roman" panose="02020603050405020304" pitchFamily="18" charset="0"/>
                          <a:cs typeface="Times New Roman" panose="02020603050405020304" pitchFamily="18" charset="0"/>
                        </a:rPr>
                        <a:t> OB </a:t>
                      </a:r>
                      <a:r>
                        <a:rPr lang="en-US" sz="1500" dirty="0" err="1">
                          <a:effectLst/>
                          <a:latin typeface="Times New Roman" panose="02020603050405020304" pitchFamily="18" charset="0"/>
                          <a:cs typeface="Times New Roman" panose="02020603050405020304" pitchFamily="18" charset="0"/>
                        </a:rPr>
                        <a:t>vòng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lặp</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có</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thể</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được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sử</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dụng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để</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thực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liên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tiếp</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một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kỳ</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3113326745"/>
                  </a:ext>
                </a:extLst>
              </a:tr>
            </a:tbl>
          </a:graphicData>
        </a:graphic>
      </p:graphicFrame>
      <p:sp>
        <p:nvSpPr>
          <p:cNvPr id="13" name="TextBox 12"/>
          <p:cNvSpPr txBox="1"/>
          <p:nvPr/>
        </p:nvSpPr>
        <p:spPr>
          <a:xfrm>
            <a:off x="3216136" y="4790504"/>
            <a:ext cx="5641359" cy="323165"/>
          </a:xfrm>
          <a:prstGeom prst="rect">
            <a:avLst/>
          </a:prstGeom>
          <a:noFill/>
        </p:spPr>
        <p:txBody>
          <a:bodyPr wrap="square" rtlCol="0">
            <a:spAutoFit/>
          </a:bodyPr>
          <a:lstStyle/>
          <a:p>
            <a:pPr algn="ctr" defTabSz="685800" eaLnBrk="0" fontAlgn="base" hangingPunct="0">
              <a:spcBef>
                <a:spcPct val="0"/>
              </a:spcBef>
              <a:spcAft>
                <a:spcPct val="0"/>
              </a:spcAft>
            </a:pPr>
            <a:r>
              <a:rPr lang="en-US" sz="1500" dirty="0">
                <a:solidFill>
                  <a:prstClr val="black"/>
                </a:solidFill>
                <a:latin typeface="Times New Roman" panose="02020603050405020304" pitchFamily="18" charset="0"/>
                <a:cs typeface="Times New Roman" panose="02020603050405020304" pitchFamily="18" charset="0"/>
              </a:rPr>
              <a:t>Bảng 3: </a:t>
            </a:r>
            <a:r>
              <a:rPr lang="en-US" sz="1500" dirty="0" err="1">
                <a:solidFill>
                  <a:prstClr val="black"/>
                </a:solidFill>
                <a:latin typeface="Times New Roman" panose="02020603050405020304" pitchFamily="18" charset="0"/>
                <a:cs typeface="Times New Roman" panose="02020603050405020304" pitchFamily="18" charset="0"/>
              </a:rPr>
              <a:t>Khối</a:t>
            </a:r>
            <a:r>
              <a:rPr lang="en-US" sz="1500" dirty="0">
                <a:solidFill>
                  <a:prstClr val="black"/>
                </a:solidFill>
                <a:latin typeface="Times New Roman" panose="02020603050405020304" pitchFamily="18" charset="0"/>
                <a:cs typeface="Times New Roman" panose="02020603050405020304" pitchFamily="18" charset="0"/>
              </a:rPr>
              <a:t> OB  </a:t>
            </a:r>
            <a:r>
              <a:rPr lang="en-US" sz="1500" dirty="0">
                <a:solidFill>
                  <a:prstClr val="black"/>
                </a:solidFill>
                <a:latin typeface="Times New Roman" panose="02020603050405020304" pitchFamily="18" charset="0"/>
              </a:rPr>
              <a:t>Cyclic program processing</a:t>
            </a:r>
            <a:endParaRPr lang="en-US" sz="15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1239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Rectangle 8"/>
          <p:cNvSpPr/>
          <p:nvPr/>
        </p:nvSpPr>
        <p:spPr>
          <a:xfrm>
            <a:off x="452078" y="2089917"/>
            <a:ext cx="11282722" cy="339324"/>
          </a:xfrm>
          <a:prstGeom prst="rect">
            <a:avLst/>
          </a:prstGeom>
        </p:spPr>
        <p:txBody>
          <a:bodyPr wrap="square">
            <a:spAutoFit/>
          </a:bodyPr>
          <a:lstStyle/>
          <a:p>
            <a:pPr marL="257175" indent="-257175" algn="just" defTabSz="685800" eaLnBrk="0" fontAlgn="base" hangingPunct="0">
              <a:lnSpc>
                <a:spcPct val="107000"/>
              </a:lnSpc>
              <a:spcAft>
                <a:spcPts val="600"/>
              </a:spcAft>
              <a:buFont typeface="+mj-lt"/>
              <a:buAutoNum type="arabicPeriod" startAt="2"/>
            </a:pPr>
            <a:r>
              <a:rPr lang="en-US" sz="1500" dirty="0">
                <a:solidFill>
                  <a:prstClr val="black"/>
                </a:solidFill>
                <a:latin typeface="Times New Roman" panose="02020603050405020304" pitchFamily="18" charset="0"/>
                <a:cs typeface="Times New Roman" panose="02020603050405020304" pitchFamily="18" charset="0"/>
              </a:rPr>
              <a:t>Time-controlled program processing (cyclic interrupts)</a:t>
            </a:r>
          </a:p>
        </p:txBody>
      </p:sp>
      <p:graphicFrame>
        <p:nvGraphicFramePr>
          <p:cNvPr id="10" name="Table 9"/>
          <p:cNvGraphicFramePr>
            <a:graphicFrameLocks noGrp="1"/>
          </p:cNvGraphicFramePr>
          <p:nvPr>
            <p:extLst>
              <p:ext uri="{D42A27DB-BD31-4B8C-83A1-F6EECF244321}">
                <p14:modId xmlns:p14="http://schemas.microsoft.com/office/powerpoint/2010/main" val="230626072"/>
              </p:ext>
            </p:extLst>
          </p:nvPr>
        </p:nvGraphicFramePr>
        <p:xfrm>
          <a:off x="452078" y="2785209"/>
          <a:ext cx="11282722" cy="700786"/>
        </p:xfrm>
        <a:graphic>
          <a:graphicData uri="http://schemas.openxmlformats.org/drawingml/2006/table">
            <a:tbl>
              <a:tblPr firstRow="1" firstCol="1" bandRow="1">
                <a:tableStyleId>{5C22544A-7EE6-4342-B048-85BDC9FD1C3A}</a:tableStyleId>
              </a:tblPr>
              <a:tblGrid>
                <a:gridCol w="1840231">
                  <a:extLst>
                    <a:ext uri="{9D8B030D-6E8A-4147-A177-3AD203B41FA5}">
                      <a16:colId xmlns:a16="http://schemas.microsoft.com/office/drawing/2014/main" val="3927338695"/>
                    </a:ext>
                  </a:extLst>
                </a:gridCol>
                <a:gridCol w="2389281">
                  <a:extLst>
                    <a:ext uri="{9D8B030D-6E8A-4147-A177-3AD203B41FA5}">
                      <a16:colId xmlns:a16="http://schemas.microsoft.com/office/drawing/2014/main" val="4142102771"/>
                    </a:ext>
                  </a:extLst>
                </a:gridCol>
                <a:gridCol w="7053210">
                  <a:extLst>
                    <a:ext uri="{9D8B030D-6E8A-4147-A177-3AD203B41FA5}">
                      <a16:colId xmlns:a16="http://schemas.microsoft.com/office/drawing/2014/main" val="4206384041"/>
                    </a:ext>
                  </a:extLst>
                </a:gridCol>
              </a:tblGrid>
              <a:tr h="163289">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S7-300 CPUs</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S7-1500 CPUs</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Miêu</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tả</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2358052611"/>
                  </a:ext>
                </a:extLst>
              </a:tr>
              <a:tr h="394796">
                <a:tc>
                  <a:txBody>
                    <a:bodyPr/>
                    <a:lstStyle/>
                    <a:p>
                      <a:pPr marL="0" marR="0">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OB 32-35/ OB 30-38</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Cyclic interrupt OB</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kiểm</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soát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thời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gian</a:t>
                      </a:r>
                      <a:r>
                        <a:rPr lang="en-US" sz="1500" dirty="0">
                          <a:effectLst/>
                          <a:latin typeface="Times New Roman" panose="02020603050405020304" pitchFamily="18" charset="0"/>
                          <a:cs typeface="Times New Roman" panose="02020603050405020304" pitchFamily="18" charset="0"/>
                        </a:rPr>
                        <a:t>.</a:t>
                      </a:r>
                    </a:p>
                    <a:p>
                      <a:pPr marL="0" marR="0">
                        <a:lnSpc>
                          <a:spcPct val="107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Xử</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lý</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chương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trình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theo</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các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khoảng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thời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gian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định</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kỳ</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2975555977"/>
                  </a:ext>
                </a:extLst>
              </a:tr>
            </a:tbl>
          </a:graphicData>
        </a:graphic>
      </p:graphicFrame>
      <p:sp>
        <p:nvSpPr>
          <p:cNvPr id="12" name="Rectangle 11"/>
          <p:cNvSpPr/>
          <p:nvPr/>
        </p:nvSpPr>
        <p:spPr>
          <a:xfrm>
            <a:off x="376455" y="3559268"/>
            <a:ext cx="11320722" cy="586314"/>
          </a:xfrm>
          <a:prstGeom prst="rect">
            <a:avLst/>
          </a:prstGeom>
        </p:spPr>
        <p:txBody>
          <a:bodyPr wrap="square">
            <a:spAutoFit/>
          </a:bodyPr>
          <a:lstStyle/>
          <a:p>
            <a:pPr algn="just" defTabSz="685800" eaLnBrk="0" fontAlgn="base" hangingPunct="0">
              <a:lnSpc>
                <a:spcPct val="107000"/>
              </a:lnSpc>
              <a:spcAft>
                <a:spcPts val="600"/>
              </a:spcAft>
            </a:pP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SIMATIC S7-1500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cung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cấp</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cho</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ta 20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sử</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dụng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để</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kiểm</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soát</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thời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gian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Ngược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với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S7-300, S7-1500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cho</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phép</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bạn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đặt</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kỳ</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cho</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mỗi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ngắt</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theo</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kỳ</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thiết</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lập</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lệch</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pha</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với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S7-300,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tùy</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thuộc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vào</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tương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ứng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mà</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tương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ứng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13" name="Rectangle 12"/>
          <p:cNvSpPr/>
          <p:nvPr/>
        </p:nvSpPr>
        <p:spPr>
          <a:xfrm>
            <a:off x="376455" y="4421647"/>
            <a:ext cx="11320722" cy="910249"/>
          </a:xfrm>
          <a:prstGeom prst="rect">
            <a:avLst/>
          </a:prstGeom>
        </p:spPr>
        <p:txBody>
          <a:bodyPr wrap="square">
            <a:spAutoFit/>
          </a:bodyPr>
          <a:lstStyle/>
          <a:p>
            <a:pPr marL="257175" indent="-257175" algn="just" defTabSz="685800" eaLnBrk="0" fontAlgn="base" hangingPunct="0">
              <a:lnSpc>
                <a:spcPct val="107000"/>
              </a:lnSpc>
              <a:spcAft>
                <a:spcPts val="600"/>
              </a:spcAft>
              <a:buFont typeface="+mj-lt"/>
              <a:buAutoNum type="arabicPeriod" startAt="3"/>
            </a:pPr>
            <a:r>
              <a:rPr lang="en-US" sz="1500" dirty="0" err="1">
                <a:solidFill>
                  <a:prstClr val="black"/>
                </a:solidFill>
                <a:latin typeface="Times New Roman" panose="02020603050405020304" pitchFamily="18" charset="0"/>
                <a:cs typeface="Times New Roman" panose="02020603050405020304" pitchFamily="18" charset="0"/>
              </a:rPr>
              <a:t>Progrm</a:t>
            </a:r>
            <a:r>
              <a:rPr lang="en-US" sz="1500" dirty="0">
                <a:solidFill>
                  <a:prstClr val="black"/>
                </a:solidFill>
                <a:latin typeface="Times New Roman" panose="02020603050405020304" pitchFamily="18" charset="0"/>
                <a:cs typeface="Times New Roman" panose="02020603050405020304" pitchFamily="18" charset="0"/>
              </a:rPr>
              <a:t> </a:t>
            </a:r>
            <a:r>
              <a:rPr lang="en-US" sz="1500" dirty="0" err="1">
                <a:solidFill>
                  <a:prstClr val="black"/>
                </a:solidFill>
                <a:latin typeface="Times New Roman" panose="02020603050405020304" pitchFamily="18" charset="0"/>
                <a:cs typeface="Times New Roman" panose="02020603050405020304" pitchFamily="18" charset="0"/>
              </a:rPr>
              <a:t>proccessin</a:t>
            </a:r>
            <a:r>
              <a:rPr lang="en-US" sz="1500" dirty="0">
                <a:solidFill>
                  <a:prstClr val="black"/>
                </a:solidFill>
                <a:latin typeface="Times New Roman" panose="02020603050405020304" pitchFamily="18" charset="0"/>
                <a:cs typeface="Times New Roman" panose="02020603050405020304" pitchFamily="18" charset="0"/>
              </a:rPr>
              <a:t> during startup (</a:t>
            </a:r>
            <a:r>
              <a:rPr lang="en-US" sz="1500" dirty="0" err="1">
                <a:solidFill>
                  <a:prstClr val="black"/>
                </a:solidFill>
                <a:latin typeface="Times New Roman" panose="02020603050405020304" pitchFamily="18" charset="0"/>
                <a:cs typeface="Times New Roman" panose="02020603050405020304" pitchFamily="18" charset="0"/>
              </a:rPr>
              <a:t>retart</a:t>
            </a:r>
            <a:r>
              <a:rPr lang="en-US" sz="1500" dirty="0">
                <a:solidFill>
                  <a:prstClr val="black"/>
                </a:solidFill>
                <a:latin typeface="Times New Roman" panose="02020603050405020304" pitchFamily="18" charset="0"/>
                <a:cs typeface="Times New Roman" panose="02020603050405020304" pitchFamily="18" charset="0"/>
              </a:rPr>
              <a:t>)</a:t>
            </a:r>
          </a:p>
          <a:p>
            <a:pPr algn="just" defTabSz="685800" eaLnBrk="0" fontAlgn="base" hangingPunct="0">
              <a:lnSpc>
                <a:spcPct val="107000"/>
              </a:lnSpc>
              <a:spcAft>
                <a:spcPts val="600"/>
              </a:spcAft>
            </a:pP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khởi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một</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lần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chế</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thay</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đổi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từ</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STOP sang RUN.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khởi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động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đã</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quá</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vòng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lặp</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bắt</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đầu</a:t>
            </a:r>
            <a:endPar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269738710"/>
              </p:ext>
            </p:extLst>
          </p:nvPr>
        </p:nvGraphicFramePr>
        <p:xfrm>
          <a:off x="452078" y="5536321"/>
          <a:ext cx="11282722" cy="707026"/>
        </p:xfrm>
        <a:graphic>
          <a:graphicData uri="http://schemas.openxmlformats.org/drawingml/2006/table">
            <a:tbl>
              <a:tblPr firstRow="1" firstCol="1" bandRow="1">
                <a:tableStyleId>{5C22544A-7EE6-4342-B048-85BDC9FD1C3A}</a:tableStyleId>
              </a:tblPr>
              <a:tblGrid>
                <a:gridCol w="5641361">
                  <a:extLst>
                    <a:ext uri="{9D8B030D-6E8A-4147-A177-3AD203B41FA5}">
                      <a16:colId xmlns:a16="http://schemas.microsoft.com/office/drawing/2014/main" val="1694641600"/>
                    </a:ext>
                  </a:extLst>
                </a:gridCol>
                <a:gridCol w="5641361">
                  <a:extLst>
                    <a:ext uri="{9D8B030D-6E8A-4147-A177-3AD203B41FA5}">
                      <a16:colId xmlns:a16="http://schemas.microsoft.com/office/drawing/2014/main" val="1485411540"/>
                    </a:ext>
                  </a:extLst>
                </a:gridCol>
              </a:tblGrid>
              <a:tr h="234332">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S7-300 CPUs</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gn="ctr">
                        <a:lnSpc>
                          <a:spcPct val="107000"/>
                        </a:lnSpc>
                        <a:spcBef>
                          <a:spcPts val="0"/>
                        </a:spcBef>
                        <a:spcAft>
                          <a:spcPts val="0"/>
                        </a:spcAft>
                      </a:pPr>
                      <a:r>
                        <a:rPr lang="en-US" sz="1500">
                          <a:effectLst/>
                          <a:latin typeface="Times New Roman" panose="02020603050405020304" pitchFamily="18" charset="0"/>
                          <a:cs typeface="Times New Roman" panose="02020603050405020304" pitchFamily="18" charset="0"/>
                        </a:rPr>
                        <a:t>S7-1500 CPUs</a:t>
                      </a:r>
                      <a:endParaRPr lang="en-US" sz="150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496822945"/>
                  </a:ext>
                </a:extLst>
              </a:tr>
              <a:tr h="467019">
                <a:tc>
                  <a:txBody>
                    <a:bodyPr/>
                    <a:lstStyle/>
                    <a:p>
                      <a:pPr marL="0" marR="0">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OB100: Restart </a:t>
                      </a:r>
                    </a:p>
                    <a:p>
                      <a:pPr marL="0" marR="0">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OB101: Restart </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tc>
                  <a:txBody>
                    <a:bodyPr/>
                    <a:lstStyle/>
                    <a:p>
                      <a:pPr marL="0" marR="0">
                        <a:lnSpc>
                          <a:spcPct val="107000"/>
                        </a:lnSpc>
                        <a:spcBef>
                          <a:spcPts val="0"/>
                        </a:spcBef>
                        <a:spcAft>
                          <a:spcPts val="0"/>
                        </a:spcAft>
                      </a:pPr>
                      <a:r>
                        <a:rPr lang="en-US" sz="1500" dirty="0" err="1">
                          <a:effectLst/>
                          <a:latin typeface="Times New Roman" panose="02020603050405020304" pitchFamily="18" charset="0"/>
                          <a:cs typeface="Times New Roman" panose="02020603050405020304" pitchFamily="18" charset="0"/>
                        </a:rPr>
                        <a:t>Lên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đến</a:t>
                      </a:r>
                      <a:r>
                        <a:rPr lang="en-US" sz="1500" dirty="0">
                          <a:effectLst/>
                          <a:latin typeface="Times New Roman" panose="02020603050405020304" pitchFamily="18" charset="0"/>
                          <a:cs typeface="Times New Roman" panose="02020603050405020304" pitchFamily="18" charset="0"/>
                        </a:rPr>
                        <a:t> 100, </a:t>
                      </a:r>
                      <a:r>
                        <a:rPr lang="en-US" sz="1500" dirty="0" err="1">
                          <a:effectLst/>
                          <a:latin typeface="Times New Roman" panose="02020603050405020304" pitchFamily="18" charset="0"/>
                          <a:cs typeface="Times New Roman" panose="02020603050405020304" pitchFamily="18" charset="0"/>
                        </a:rPr>
                        <a:t>khối</a:t>
                      </a:r>
                      <a:r>
                        <a:rPr lang="en-US" sz="1500" dirty="0">
                          <a:effectLst/>
                          <a:latin typeface="Times New Roman" panose="02020603050405020304" pitchFamily="18" charset="0"/>
                          <a:cs typeface="Times New Roman" panose="02020603050405020304" pitchFamily="18" charset="0"/>
                        </a:rPr>
                        <a:t> OB </a:t>
                      </a:r>
                      <a:r>
                        <a:rPr lang="en-US" sz="1500" dirty="0" err="1">
                          <a:effectLst/>
                          <a:latin typeface="Times New Roman" panose="02020603050405020304" pitchFamily="18" charset="0"/>
                          <a:cs typeface="Times New Roman" panose="02020603050405020304" pitchFamily="18" charset="0"/>
                        </a:rPr>
                        <a:t>khởi</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động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được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thực</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hiện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liên</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iếp</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trong</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một</a:t>
                      </a:r>
                      <a:r>
                        <a:rPr lang="en-US" sz="1500" dirty="0">
                          <a:effectLst/>
                          <a:latin typeface="Times New Roman" panose="02020603050405020304" pitchFamily="18" charset="0"/>
                          <a:cs typeface="Times New Roman" panose="02020603050405020304" pitchFamily="18" charset="0"/>
                        </a:rPr>
                        <a:t> </a:t>
                      </a:r>
                      <a:r>
                        <a:rPr lang="en-US" sz="1500" dirty="0" err="1">
                          <a:effectLst/>
                          <a:latin typeface="Times New Roman" panose="02020603050405020304" pitchFamily="18" charset="0"/>
                          <a:cs typeface="Times New Roman" panose="02020603050405020304" pitchFamily="18" charset="0"/>
                        </a:rPr>
                        <a:t>pha</a:t>
                      </a:r>
                      <a:r>
                        <a:rPr lang="en-US" sz="1500" dirty="0">
                          <a:effectLst/>
                          <a:latin typeface="Times New Roman" panose="02020603050405020304" pitchFamily="18" charset="0"/>
                          <a:cs typeface="Times New Roman" panose="02020603050405020304" pitchFamily="18" charset="0"/>
                        </a:rPr>
                        <a:t>.</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1435" marR="51435" marT="0" marB="0"/>
                </a:tc>
                <a:extLst>
                  <a:ext uri="{0D108BD9-81ED-4DB2-BD59-A6C34878D82A}">
                    <a16:rowId xmlns:a16="http://schemas.microsoft.com/office/drawing/2014/main" val="2309555506"/>
                  </a:ext>
                </a:extLst>
              </a:tr>
            </a:tbl>
          </a:graphicData>
        </a:graphic>
      </p:graphicFrame>
      <p:sp>
        <p:nvSpPr>
          <p:cNvPr id="15" name="TextBox 14"/>
          <p:cNvSpPr txBox="1"/>
          <p:nvPr/>
        </p:nvSpPr>
        <p:spPr>
          <a:xfrm>
            <a:off x="3210858" y="2441940"/>
            <a:ext cx="5765160" cy="323165"/>
          </a:xfrm>
          <a:prstGeom prst="rect">
            <a:avLst/>
          </a:prstGeom>
          <a:noFill/>
        </p:spPr>
        <p:txBody>
          <a:bodyPr wrap="square" rtlCol="0">
            <a:spAutoFit/>
          </a:bodyPr>
          <a:lstStyle/>
          <a:p>
            <a:pPr algn="ctr" defTabSz="685800" eaLnBrk="0" fontAlgn="base" hangingPunct="0">
              <a:spcBef>
                <a:spcPct val="0"/>
              </a:spcBef>
              <a:spcAft>
                <a:spcPct val="0"/>
              </a:spcAft>
            </a:pPr>
            <a:r>
              <a:rPr lang="en-US" sz="1500" dirty="0" err="1">
                <a:solidFill>
                  <a:prstClr val="black"/>
                </a:solidFill>
                <a:latin typeface="Times New Roman" panose="02020603050405020304" pitchFamily="18" charset="0"/>
                <a:cs typeface="Times New Roman" panose="02020603050405020304" pitchFamily="18" charset="0"/>
              </a:rPr>
              <a:t>Bảng</a:t>
            </a:r>
            <a:r>
              <a:rPr lang="en-US" sz="1500" dirty="0">
                <a:solidFill>
                  <a:prstClr val="black"/>
                </a:solidFill>
                <a:latin typeface="Times New Roman" panose="02020603050405020304" pitchFamily="18" charset="0"/>
                <a:cs typeface="Times New Roman" panose="02020603050405020304" pitchFamily="18" charset="0"/>
              </a:rPr>
              <a:t> 4: </a:t>
            </a:r>
            <a:r>
              <a:rPr lang="en-US" sz="1500" dirty="0" err="1">
                <a:solidFill>
                  <a:prstClr val="black"/>
                </a:solidFill>
                <a:latin typeface="Times New Roman" panose="02020603050405020304" pitchFamily="18" charset="0"/>
                <a:cs typeface="Times New Roman" panose="02020603050405020304" pitchFamily="18" charset="0"/>
              </a:rPr>
              <a:t>Khối</a:t>
            </a:r>
            <a:r>
              <a:rPr lang="en-US" sz="1500" dirty="0">
                <a:solidFill>
                  <a:prstClr val="black"/>
                </a:solidFill>
                <a:latin typeface="Times New Roman" panose="02020603050405020304" pitchFamily="18" charset="0"/>
                <a:cs typeface="Times New Roman" panose="02020603050405020304" pitchFamily="18" charset="0"/>
              </a:rPr>
              <a:t> OB Time-controlled program processing </a:t>
            </a:r>
          </a:p>
        </p:txBody>
      </p:sp>
      <p:sp>
        <p:nvSpPr>
          <p:cNvPr id="16" name="TextBox 15"/>
          <p:cNvSpPr txBox="1"/>
          <p:nvPr/>
        </p:nvSpPr>
        <p:spPr>
          <a:xfrm>
            <a:off x="3845612" y="5170314"/>
            <a:ext cx="4495653" cy="323165"/>
          </a:xfrm>
          <a:prstGeom prst="rect">
            <a:avLst/>
          </a:prstGeom>
          <a:noFill/>
        </p:spPr>
        <p:txBody>
          <a:bodyPr wrap="square" rtlCol="0">
            <a:spAutoFit/>
          </a:bodyPr>
          <a:lstStyle/>
          <a:p>
            <a:pPr algn="ctr" defTabSz="685800" eaLnBrk="0" fontAlgn="base" hangingPunct="0">
              <a:spcBef>
                <a:spcPct val="0"/>
              </a:spcBef>
              <a:spcAft>
                <a:spcPct val="0"/>
              </a:spcAft>
            </a:pPr>
            <a:r>
              <a:rPr lang="en-US" sz="1500" dirty="0">
                <a:solidFill>
                  <a:prstClr val="black"/>
                </a:solidFill>
                <a:latin typeface="Times New Roman" panose="02020603050405020304" pitchFamily="18" charset="0"/>
                <a:cs typeface="Times New Roman" panose="02020603050405020304" pitchFamily="18" charset="0"/>
              </a:rPr>
              <a:t>Bảng 5: </a:t>
            </a:r>
            <a:r>
              <a:rPr lang="en-US" sz="1500" dirty="0" err="1">
                <a:solidFill>
                  <a:prstClr val="black"/>
                </a:solidFill>
                <a:latin typeface="Times New Roman" panose="02020603050405020304" pitchFamily="18" charset="0"/>
                <a:cs typeface="Times New Roman" panose="02020603050405020304" pitchFamily="18" charset="0"/>
              </a:rPr>
              <a:t>Khối</a:t>
            </a:r>
            <a:r>
              <a:rPr lang="en-US" sz="1500" dirty="0">
                <a:solidFill>
                  <a:prstClr val="black"/>
                </a:solidFill>
                <a:latin typeface="Times New Roman" panose="02020603050405020304" pitchFamily="18" charset="0"/>
                <a:cs typeface="Times New Roman" panose="02020603050405020304" pitchFamily="18" charset="0"/>
              </a:rPr>
              <a:t> OB </a:t>
            </a:r>
            <a:r>
              <a:rPr lang="en-US" sz="1500" dirty="0" err="1">
                <a:solidFill>
                  <a:prstClr val="black"/>
                </a:solidFill>
                <a:latin typeface="Times New Roman" panose="02020603050405020304" pitchFamily="18" charset="0"/>
                <a:cs typeface="Times New Roman" panose="02020603050405020304" pitchFamily="18" charset="0"/>
              </a:rPr>
              <a:t>Progrm</a:t>
            </a:r>
            <a:r>
              <a:rPr lang="en-US" sz="1500" dirty="0">
                <a:solidFill>
                  <a:prstClr val="black"/>
                </a:solidFill>
                <a:latin typeface="Times New Roman" panose="02020603050405020304" pitchFamily="18" charset="0"/>
                <a:cs typeface="Times New Roman" panose="02020603050405020304" pitchFamily="18" charset="0"/>
              </a:rPr>
              <a:t> </a:t>
            </a:r>
            <a:r>
              <a:rPr lang="en-US" sz="1500" dirty="0" err="1">
                <a:solidFill>
                  <a:prstClr val="black"/>
                </a:solidFill>
                <a:latin typeface="Times New Roman" panose="02020603050405020304" pitchFamily="18" charset="0"/>
                <a:cs typeface="Times New Roman" panose="02020603050405020304" pitchFamily="18" charset="0"/>
              </a:rPr>
              <a:t>proccessin</a:t>
            </a:r>
            <a:r>
              <a:rPr lang="en-US" sz="1500" dirty="0">
                <a:solidFill>
                  <a:prstClr val="black"/>
                </a:solidFill>
                <a:latin typeface="Times New Roman" panose="02020603050405020304" pitchFamily="18" charset="0"/>
                <a:cs typeface="Times New Roman" panose="02020603050405020304" pitchFamily="18" charset="0"/>
              </a:rPr>
              <a:t> during startup </a:t>
            </a:r>
          </a:p>
        </p:txBody>
      </p:sp>
      <p:sp>
        <p:nvSpPr>
          <p:cNvPr id="18" name="Rectangle 17"/>
          <p:cNvSpPr/>
          <p:nvPr/>
        </p:nvSpPr>
        <p:spPr>
          <a:xfrm>
            <a:off x="414078" y="1406527"/>
            <a:ext cx="11363844" cy="762003"/>
          </a:xfrm>
          <a:prstGeom prst="rect">
            <a:avLst/>
          </a:prstGeom>
        </p:spPr>
        <p:txBody>
          <a:bodyPr wrap="square">
            <a:spAutoFit/>
          </a:bodyPr>
          <a:lstStyle/>
          <a:p>
            <a:pPr algn="just" defTabSz="685800" eaLnBrk="0" fontAlgn="base" hangingPunct="0">
              <a:lnSpc>
                <a:spcPct val="107000"/>
              </a:lnSpc>
              <a:spcAft>
                <a:spcPts val="600"/>
              </a:spcAft>
            </a:pP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Cấu</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trúc</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chuẩn</a:t>
            </a:r>
            <a:endPar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lnSpc>
                <a:spcPct val="107000"/>
              </a:lnSpc>
              <a:spcAft>
                <a:spcPts val="600"/>
              </a:spcAft>
            </a:pPr>
            <a:r>
              <a:rPr lang="en-US" b="1" i="1" dirty="0">
                <a:solidFill>
                  <a:prstClr val="black"/>
                </a:solidFill>
                <a:latin typeface="Times New Roman" panose="02020603050405020304" pitchFamily="18" charset="0"/>
                <a:ea typeface="Calibri" panose="020F0502020204030204" pitchFamily="34" charset="0"/>
              </a:rPr>
              <a:t>Organization Blocks (OB)</a:t>
            </a:r>
          </a:p>
        </p:txBody>
      </p:sp>
    </p:spTree>
    <p:extLst>
      <p:ext uri="{BB962C8B-B14F-4D97-AF65-F5344CB8AC3E}">
        <p14:creationId xmlns:p14="http://schemas.microsoft.com/office/powerpoint/2010/main" val="3607472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Rectangle 8"/>
          <p:cNvSpPr/>
          <p:nvPr/>
        </p:nvSpPr>
        <p:spPr>
          <a:xfrm>
            <a:off x="398016" y="2181229"/>
            <a:ext cx="11277600" cy="1157240"/>
          </a:xfrm>
          <a:prstGeom prst="rect">
            <a:avLst/>
          </a:prstGeom>
        </p:spPr>
        <p:txBody>
          <a:bodyPr wrap="square">
            <a:spAutoFit/>
          </a:bodyPr>
          <a:lstStyle/>
          <a:p>
            <a:pPr marL="257175" indent="-257175" algn="just" defTabSz="685800" eaLnBrk="0" fontAlgn="base" hangingPunct="0">
              <a:lnSpc>
                <a:spcPct val="107000"/>
              </a:lnSpc>
              <a:spcAft>
                <a:spcPts val="600"/>
              </a:spcAft>
              <a:buFont typeface="+mj-lt"/>
              <a:buAutoNum type="arabicPeriod" startAt="4"/>
            </a:pP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OB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để</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dự</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đoán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lỗi</a:t>
            </a:r>
            <a:endPar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lnSpc>
                <a:spcPct val="107000"/>
              </a:lnSpc>
              <a:spcAft>
                <a:spcPts val="600"/>
              </a:spcAft>
            </a:pP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Do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cấu</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tạo</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của</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S7-300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S7-1500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nhau</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nên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việc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xủ</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hiển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thị</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lỗi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nhau</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biệt</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với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lỗi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phần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cứng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hệ</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thống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S7-1500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cung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cấp</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tiện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ích</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để</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dự</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đoán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lỗi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thuận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tiện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hơn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S7-300,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dự</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đoán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lỗi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cung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cấp</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bởi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hệ</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thống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vẫn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do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người</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dùng</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5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chọn</a:t>
            </a:r>
            <a:r>
              <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endParaRPr lang="en-US" sz="1500" dirty="0">
              <a:solidFill>
                <a:prstClr val="black"/>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descr="C:\Users\Admin\Videos\Captures\Programming_Guidline_de and 5 more pages - Personal - Microsoft​ Edge 10_15_2021 12_35_54 AM.png"/>
          <p:cNvPicPr/>
          <p:nvPr/>
        </p:nvPicPr>
        <p:blipFill rotWithShape="1">
          <a:blip r:embed="rId4">
            <a:extLst>
              <a:ext uri="{28A0092B-C50C-407E-A947-70E740481C1C}">
                <a14:useLocalDpi xmlns:a14="http://schemas.microsoft.com/office/drawing/2010/main" val="0"/>
              </a:ext>
            </a:extLst>
          </a:blip>
          <a:srcRect l="13311" t="30208" r="27053" b="27346"/>
          <a:stretch/>
        </p:blipFill>
        <p:spPr bwMode="auto">
          <a:xfrm>
            <a:off x="3509962" y="3061119"/>
            <a:ext cx="4444429" cy="3411120"/>
          </a:xfrm>
          <a:prstGeom prst="rect">
            <a:avLst/>
          </a:prstGeom>
          <a:noFill/>
          <a:ln>
            <a:noFill/>
          </a:ln>
          <a:extLst>
            <a:ext uri="{53640926-AAD7-44D8-BBD7-CCE9431645EC}">
              <a14:shadowObscured xmlns:a14="http://schemas.microsoft.com/office/drawing/2010/main"/>
            </a:ext>
          </a:extLst>
        </p:spPr>
      </p:pic>
      <p:sp>
        <p:nvSpPr>
          <p:cNvPr id="12" name="Rectangle 11"/>
          <p:cNvSpPr/>
          <p:nvPr/>
        </p:nvSpPr>
        <p:spPr>
          <a:xfrm>
            <a:off x="414078" y="1406527"/>
            <a:ext cx="11363844" cy="762003"/>
          </a:xfrm>
          <a:prstGeom prst="rect">
            <a:avLst/>
          </a:prstGeom>
        </p:spPr>
        <p:txBody>
          <a:bodyPr wrap="square">
            <a:spAutoFit/>
          </a:bodyPr>
          <a:lstStyle/>
          <a:p>
            <a:pPr algn="just" defTabSz="685800" eaLnBrk="0" fontAlgn="base" hangingPunct="0">
              <a:lnSpc>
                <a:spcPct val="107000"/>
              </a:lnSpc>
              <a:spcAft>
                <a:spcPts val="600"/>
              </a:spcAft>
            </a:pP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Cấu</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trúc</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chương</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trình</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chuẩn</a:t>
            </a:r>
            <a:endParaRPr lang="en-US"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lnSpc>
                <a:spcPct val="107000"/>
              </a:lnSpc>
              <a:spcAft>
                <a:spcPts val="600"/>
              </a:spcAft>
            </a:pPr>
            <a:r>
              <a:rPr lang="en-US" b="1" i="1" dirty="0">
                <a:solidFill>
                  <a:prstClr val="black"/>
                </a:solidFill>
                <a:latin typeface="Times New Roman" panose="02020603050405020304" pitchFamily="18" charset="0"/>
                <a:ea typeface="Calibri" panose="020F0502020204030204" pitchFamily="34" charset="0"/>
              </a:rPr>
              <a:t>Organization Blocks (OB)</a:t>
            </a:r>
          </a:p>
        </p:txBody>
      </p:sp>
    </p:spTree>
    <p:extLst>
      <p:ext uri="{BB962C8B-B14F-4D97-AF65-F5344CB8AC3E}">
        <p14:creationId xmlns:p14="http://schemas.microsoft.com/office/powerpoint/2010/main" val="28489472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23" name="Straight Connector 22"/>
          <p:cNvCxnSpPr/>
          <p:nvPr/>
        </p:nvCxnSpPr>
        <p:spPr>
          <a:xfrm>
            <a:off x="457200" y="735013"/>
            <a:ext cx="112776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 y="6484938"/>
            <a:ext cx="11277600" cy="0"/>
          </a:xfrm>
          <a:prstGeom prst="line">
            <a:avLst/>
          </a:prstGeom>
          <a:ln w="9525">
            <a:solidFill>
              <a:srgbClr val="FF9900"/>
            </a:solidFill>
          </a:ln>
        </p:spPr>
        <p:style>
          <a:lnRef idx="1">
            <a:schemeClr val="accent1"/>
          </a:lnRef>
          <a:fillRef idx="0">
            <a:schemeClr val="accent1"/>
          </a:fillRef>
          <a:effectRef idx="0">
            <a:schemeClr val="accent1"/>
          </a:effectRef>
          <a:fontRef idx="minor">
            <a:schemeClr val="tx1"/>
          </a:fontRef>
        </p:style>
      </p:cxnSp>
      <p:sp>
        <p:nvSpPr>
          <p:cNvPr id="180239" name="Footer Placeholder 1"/>
          <p:cNvSpPr txBox="1">
            <a:spLocks/>
          </p:cNvSpPr>
          <p:nvPr/>
        </p:nvSpPr>
        <p:spPr bwMode="auto">
          <a:xfrm>
            <a:off x="3509963" y="6497638"/>
            <a:ext cx="8224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a:defRPr sz="2800" b="1">
                <a:solidFill>
                  <a:schemeClr val="bg1"/>
                </a:solidFill>
                <a:latin typeface="Arial" panose="020B0604020202020204" pitchFamily="34" charset="0"/>
              </a:defRPr>
            </a:lvl1pPr>
            <a:lvl2pPr marL="742950" indent="-285750">
              <a:defRPr sz="2800" b="1">
                <a:solidFill>
                  <a:schemeClr val="bg1"/>
                </a:solidFill>
                <a:latin typeface="Arial" panose="020B0604020202020204" pitchFamily="34" charset="0"/>
              </a:defRPr>
            </a:lvl2pPr>
            <a:lvl3pPr marL="1143000" indent="-228600">
              <a:defRPr sz="2800" b="1">
                <a:solidFill>
                  <a:schemeClr val="bg1"/>
                </a:solidFill>
                <a:latin typeface="Arial" panose="020B0604020202020204" pitchFamily="34" charset="0"/>
              </a:defRPr>
            </a:lvl3pPr>
            <a:lvl4pPr marL="1600200" indent="-228600">
              <a:defRPr sz="2800" b="1">
                <a:solidFill>
                  <a:schemeClr val="bg1"/>
                </a:solidFill>
                <a:latin typeface="Arial" panose="020B0604020202020204" pitchFamily="34" charset="0"/>
              </a:defRPr>
            </a:lvl4pPr>
            <a:lvl5pPr marL="2057400" indent="-228600">
              <a:defRPr sz="2800" b="1">
                <a:solidFill>
                  <a:schemeClr val="bg1"/>
                </a:solidFill>
                <a:latin typeface="Arial" panose="020B0604020202020204" pitchFamily="34" charset="0"/>
              </a:defRPr>
            </a:lvl5pPr>
            <a:lvl6pPr marL="2514600" indent="-228600" eaLnBrk="0" fontAlgn="base" hangingPunct="0">
              <a:spcBef>
                <a:spcPct val="0"/>
              </a:spcBef>
              <a:spcAft>
                <a:spcPct val="0"/>
              </a:spcAft>
              <a:defRPr sz="2800" b="1">
                <a:solidFill>
                  <a:schemeClr val="bg1"/>
                </a:solidFill>
                <a:latin typeface="Arial" panose="020B0604020202020204" pitchFamily="34" charset="0"/>
              </a:defRPr>
            </a:lvl6pPr>
            <a:lvl7pPr marL="2971800" indent="-228600" eaLnBrk="0" fontAlgn="base" hangingPunct="0">
              <a:spcBef>
                <a:spcPct val="0"/>
              </a:spcBef>
              <a:spcAft>
                <a:spcPct val="0"/>
              </a:spcAft>
              <a:defRPr sz="2800" b="1">
                <a:solidFill>
                  <a:schemeClr val="bg1"/>
                </a:solidFill>
                <a:latin typeface="Arial" panose="020B0604020202020204" pitchFamily="34" charset="0"/>
              </a:defRPr>
            </a:lvl7pPr>
            <a:lvl8pPr marL="3429000" indent="-228600" eaLnBrk="0" fontAlgn="base" hangingPunct="0">
              <a:spcBef>
                <a:spcPct val="0"/>
              </a:spcBef>
              <a:spcAft>
                <a:spcPct val="0"/>
              </a:spcAft>
              <a:defRPr sz="2800" b="1">
                <a:solidFill>
                  <a:schemeClr val="bg1"/>
                </a:solidFill>
                <a:latin typeface="Arial" panose="020B0604020202020204" pitchFamily="34" charset="0"/>
              </a:defRPr>
            </a:lvl8pPr>
            <a:lvl9pPr marL="3886200" indent="-228600" eaLnBrk="0" fontAlgn="base" hangingPunct="0">
              <a:spcBef>
                <a:spcPct val="0"/>
              </a:spcBef>
              <a:spcAft>
                <a:spcPct val="0"/>
              </a:spcAft>
              <a:defRPr sz="2800" b="1">
                <a:solidFill>
                  <a:schemeClr val="bg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AUT2</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07</a:t>
            </a:r>
            <a:r>
              <a:rPr kumimoji="0" lang="vi-VN"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 - PLC </a:t>
            </a:r>
            <a:r>
              <a:rPr kumimoji="0" lang="en-US" altLang="en-US" sz="1200" b="1" i="0" u="none" strike="noStrike" kern="1200" cap="none" spc="0" normalizeH="0" baseline="0" noProof="0" dirty="0">
                <a:ln>
                  <a:noFill/>
                </a:ln>
                <a:solidFill>
                  <a:srgbClr val="2D2D8A"/>
                </a:solidFill>
                <a:effectLst/>
                <a:uLnTx/>
                <a:uFillTx/>
                <a:latin typeface="Times New Roman" panose="02020603050405020304" pitchFamily="18" charset="0"/>
                <a:ea typeface="+mn-ea"/>
                <a:cs typeface="Times New Roman" panose="02020603050405020304" pitchFamily="18" charset="0"/>
              </a:rPr>
              <a:t>NÂNG CAO</a:t>
            </a:r>
          </a:p>
        </p:txBody>
      </p:sp>
      <p:pic>
        <p:nvPicPr>
          <p:cNvPr id="180240"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63500"/>
            <a:ext cx="1201738" cy="70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5">
            <a:extLst>
              <a:ext uri="{FF2B5EF4-FFF2-40B4-BE49-F238E27FC236}">
                <a16:creationId xmlns:a16="http://schemas.microsoft.com/office/drawing/2014/main" id="{1F47008D-A4D7-48C6-8CFC-A8870F4EAEEB}"/>
              </a:ext>
            </a:extLst>
          </p:cNvPr>
          <p:cNvSpPr txBox="1">
            <a:spLocks noChangeArrowheads="1"/>
          </p:cNvSpPr>
          <p:nvPr/>
        </p:nvSpPr>
        <p:spPr bwMode="auto">
          <a:xfrm>
            <a:off x="457200" y="918504"/>
            <a:ext cx="55796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685800" rtl="0" eaLnBrk="0" fontAlgn="base" latinLnBrk="0" hangingPunct="0">
              <a:lnSpc>
                <a:spcPct val="100000"/>
              </a:lnSpc>
              <a:spcBef>
                <a:spcPct val="0"/>
              </a:spcBef>
              <a:spcAft>
                <a:spcPct val="0"/>
              </a:spcAft>
              <a:buClrTx/>
              <a:buSzTx/>
              <a:buFont typeface="Arial" panose="020B0604020202020204" pitchFamily="34" charset="0"/>
              <a:buNone/>
              <a:tabLst/>
              <a:defRPr/>
            </a:pPr>
            <a:r>
              <a:rPr kumimoji="0" lang="en-US" alt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QUY TRÌNH NÂNG CẤP HỆ THỐNG:</a:t>
            </a:r>
          </a:p>
        </p:txBody>
      </p:sp>
      <p:sp>
        <p:nvSpPr>
          <p:cNvPr id="8" name="Title 1"/>
          <p:cNvSpPr txBox="1">
            <a:spLocks/>
          </p:cNvSpPr>
          <p:nvPr/>
        </p:nvSpPr>
        <p:spPr>
          <a:xfrm>
            <a:off x="3394075" y="223838"/>
            <a:ext cx="8340725" cy="487362"/>
          </a:xfrm>
          <a:prstGeom prst="rect">
            <a:avLst/>
          </a:prstGeom>
        </p:spPr>
        <p:txBody>
          <a:bodyPr anchor="ctr"/>
          <a:lstStyle>
            <a:lvl1pPr algn="r" defTabSz="914400" rtl="0" eaLnBrk="1" latinLnBrk="0" hangingPunct="1">
              <a:spcBef>
                <a:spcPct val="0"/>
              </a:spcBef>
              <a:buNone/>
              <a:defRPr sz="2800" b="1" kern="1200" cap="small" baseline="0">
                <a:solidFill>
                  <a:srgbClr val="FF5A33"/>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9.2.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Chuyển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đổi</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hệ</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thống</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PLC S7-300 </a:t>
            </a:r>
            <a:r>
              <a:rPr kumimoji="0" lang="en-US" sz="2000" b="1" i="0" u="none" strike="noStrike" kern="1200" cap="small" spc="0" normalizeH="0" baseline="0" noProof="0" dirty="0" err="1">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lên</a:t>
            </a:r>
            <a:r>
              <a:rPr kumimoji="0" lang="en-US" sz="2000" b="1" i="0" u="none" strike="noStrike" kern="1200" cap="small" spc="0" normalizeH="0" baseline="0" noProof="0" dirty="0">
                <a:ln>
                  <a:noFill/>
                </a:ln>
                <a:solidFill>
                  <a:srgbClr val="FF5A33"/>
                </a:solidFill>
                <a:effectLst>
                  <a:outerShdw blurRad="38100" dist="38100" dir="2700000" algn="tl">
                    <a:srgbClr val="000000">
                      <a:alpha val="43137"/>
                    </a:srgbClr>
                  </a:outerShdw>
                </a:effectLst>
                <a:uLnTx/>
                <a:uFillTx/>
                <a:latin typeface="Times New Roman" panose="02020603050405020304" pitchFamily="18" charset="0"/>
                <a:ea typeface="+mj-ea"/>
                <a:cs typeface="Times New Roman" panose="02020603050405020304" pitchFamily="18" charset="0"/>
              </a:rPr>
              <a:t> S7-1500</a:t>
            </a:r>
          </a:p>
        </p:txBody>
      </p:sp>
      <p:sp>
        <p:nvSpPr>
          <p:cNvPr id="9" name="Rectangle 8"/>
          <p:cNvSpPr/>
          <p:nvPr/>
        </p:nvSpPr>
        <p:spPr>
          <a:xfrm>
            <a:off x="481236" y="3147970"/>
            <a:ext cx="11277600" cy="2940100"/>
          </a:xfrm>
          <a:prstGeom prst="rect">
            <a:avLst/>
          </a:prstGeom>
        </p:spPr>
        <p:txBody>
          <a:bodyPr wrap="square">
            <a:spAutoFit/>
          </a:bodyPr>
          <a:lstStyle/>
          <a:p>
            <a:pPr marL="214313" indent="-214313" algn="just" defTabSz="685800" eaLnBrk="0" fontAlgn="base" hangingPunct="0">
              <a:lnSpc>
                <a:spcPct val="107000"/>
              </a:lnSpc>
              <a:spcAft>
                <a:spcPts val="600"/>
              </a:spcAft>
              <a:buFont typeface="Arial" panose="020B0604020202020204" pitchFamily="34" charset="0"/>
              <a:buChar char="•"/>
            </a:pP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Function (FB) </a:t>
            </a:r>
          </a:p>
          <a:p>
            <a:pPr algn="just" defTabSz="685800" eaLnBrk="0" fontAlgn="base" hangingPunct="0">
              <a:lnSpc>
                <a:spcPct val="107000"/>
              </a:lnSpc>
              <a:spcAft>
                <a:spcPts val="600"/>
              </a:spcAft>
            </a:pP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với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Function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 (FB),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tín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đầu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đầu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ra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thích</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hợp</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khai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báo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đến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FB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chúng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gọi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gọi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một</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nhiều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gán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mỗi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FB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như</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một</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bộ</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nhớ</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giá</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trị</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của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tag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của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lưu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biến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cục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bộ</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cố</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định</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tạm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thời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khai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báo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 FB.</a:t>
            </a:r>
          </a:p>
          <a:p>
            <a:pPr marL="214313" indent="-214313" algn="just" defTabSz="685800" eaLnBrk="0" fontAlgn="base" hangingPunct="0">
              <a:lnSpc>
                <a:spcPct val="107000"/>
              </a:lnSpc>
              <a:spcAft>
                <a:spcPts val="600"/>
              </a:spcAft>
              <a:buFont typeface="Arial" panose="020B0604020202020204" pitchFamily="34" charset="0"/>
              <a:buChar char="•"/>
            </a:pP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(DB)</a:t>
            </a:r>
          </a:p>
          <a:p>
            <a:pPr algn="just" defTabSz="685800" eaLnBrk="0" fontAlgn="base" hangingPunct="0">
              <a:lnSpc>
                <a:spcPct val="107000"/>
              </a:lnSpc>
              <a:spcAft>
                <a:spcPts val="600"/>
              </a:spcAft>
            </a:pP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sử</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dụng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lưu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liên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quan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nhau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 V5.5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cũng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như</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 TIA Portal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toàn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cục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cũng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như</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Tuy</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nhiên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một</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sự</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biệt</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chính</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nằm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ở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việc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sử</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dụng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hoặc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xử</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lý</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ở BƯỚC 7 V5.5,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chỉ</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DB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64 Kbyte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mới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sử</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dụng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kích</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thước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lên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đến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10 Mbyte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tạo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sử</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dụng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TIA Portal.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Điều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này</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phụ</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thuộc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thuộc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tính</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của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hóa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không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ưu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hóa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CPU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không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gian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lưu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trữ</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khả</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dụng</a:t>
            </a:r>
            <a:endPar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10" name="Rectangle 9"/>
          <p:cNvSpPr/>
          <p:nvPr/>
        </p:nvSpPr>
        <p:spPr>
          <a:xfrm>
            <a:off x="481236" y="1406527"/>
            <a:ext cx="11277600" cy="1640514"/>
          </a:xfrm>
          <a:prstGeom prst="rect">
            <a:avLst/>
          </a:prstGeom>
        </p:spPr>
        <p:txBody>
          <a:bodyPr wrap="square">
            <a:spAutoFit/>
          </a:bodyPr>
          <a:lstStyle/>
          <a:p>
            <a:pPr algn="just" defTabSz="685800" eaLnBrk="0" fontAlgn="base" hangingPunct="0">
              <a:lnSpc>
                <a:spcPct val="107000"/>
              </a:lnSpc>
              <a:spcAft>
                <a:spcPts val="600"/>
              </a:spcAft>
            </a:pP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Function </a:t>
            </a: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khối</a:t>
            </a:r>
            <a:r>
              <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dữ</a:t>
            </a:r>
            <a:r>
              <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b="1"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liệu</a:t>
            </a:r>
            <a:endParaRPr lang="en-US" sz="16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algn="just" defTabSz="685800" eaLnBrk="0" fontAlgn="base" hangingPunct="0">
              <a:lnSpc>
                <a:spcPct val="107000"/>
              </a:lnSpc>
              <a:spcAft>
                <a:spcPts val="600"/>
              </a:spcAft>
            </a:pP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 V5.5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7TIA Portal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không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nhau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về</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chức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năng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nhưng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nhau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ở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một</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số</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t>
            </a:r>
          </a:p>
          <a:p>
            <a:pPr marL="214313" indent="-214313" algn="just" defTabSz="685800" eaLnBrk="0" fontAlgn="base" hangingPunct="0">
              <a:lnSpc>
                <a:spcPct val="107000"/>
              </a:lnSpc>
              <a:spcAft>
                <a:spcPts val="600"/>
              </a:spcAft>
              <a:buFont typeface="Arial" panose="020B0604020202020204" pitchFamily="34" charset="0"/>
              <a:buChar char="•"/>
            </a:pP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Function (FC)</a:t>
            </a:r>
          </a:p>
          <a:p>
            <a:pPr algn="just" defTabSz="685800" eaLnBrk="0" fontAlgn="base" hangingPunct="0">
              <a:lnSpc>
                <a:spcPct val="107000"/>
              </a:lnSpc>
              <a:spcAft>
                <a:spcPts val="600"/>
              </a:spcAft>
            </a:pP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Đối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với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STEP 7 (FCs),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tín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hiệu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đầu</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ra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thích</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hợp</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khai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báo</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và</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chuyển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đến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(FC)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khi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chúng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gọi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ra.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Ngoài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ra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cung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cấp</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giá</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trị</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trả</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về</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trực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tiếp</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của</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Các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biến</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tạm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thời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có</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thể</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được</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gọi</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trong</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một</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t>
            </a:r>
            <a:r>
              <a:rPr lang="en-US" sz="1600" dirty="0" err="1">
                <a:solidFill>
                  <a:prstClr val="black"/>
                </a:solidFill>
                <a:latin typeface="Times New Roman" panose="02020603050405020304" pitchFamily="18" charset="0"/>
                <a:ea typeface="Calibri" panose="020F0502020204030204" pitchFamily="34" charset="0"/>
                <a:cs typeface="Times New Roman" panose="02020603050405020304" pitchFamily="18" charset="0"/>
              </a:rPr>
              <a:t>hàm</a:t>
            </a:r>
            <a:r>
              <a:rPr lang="en-US" sz="16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FC.</a:t>
            </a:r>
          </a:p>
        </p:txBody>
      </p:sp>
    </p:spTree>
    <p:extLst>
      <p:ext uri="{BB962C8B-B14F-4D97-AF65-F5344CB8AC3E}">
        <p14:creationId xmlns:p14="http://schemas.microsoft.com/office/powerpoint/2010/main" val="36185103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E7E3D4"/>
        </a:solidFill>
        <a:effectLst/>
      </p:bgPr>
    </p:bg>
    <p:spTree>
      <p:nvGrpSpPr>
        <p:cNvPr id="1" name=""/>
        <p:cNvGrpSpPr/>
        <p:nvPr/>
      </p:nvGrpSpPr>
      <p:grpSpPr>
        <a:xfrm>
          <a:off x="0" y="0"/>
          <a:ext cx="0" cy="0"/>
          <a:chOff x="0" y="0"/>
          <a:chExt cx="0" cy="0"/>
        </a:xfrm>
      </p:grpSpPr>
      <p:pic>
        <p:nvPicPr>
          <p:cNvPr id="224258"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0"/>
            <a:ext cx="9132887" cy="684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612550"/>
      </p:ext>
    </p:extLst>
  </p:cSld>
  <p:clrMapOvr>
    <a:masterClrMapping/>
  </p:clrMapOvr>
</p:sld>
</file>

<file path=ppt/theme/theme1.xml><?xml version="1.0" encoding="utf-8"?>
<a:theme xmlns:a="http://schemas.openxmlformats.org/drawingml/2006/main" name="4_Default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elcome to Powerpoint 2016_CLR_v2" id="{CAB9082A-965C-42BE-8170-C940D3319B60}" vid="{82B84162-888A-4FD2-BEC9-B29B6DB2C73F}"/>
    </a:ext>
  </a:extLst>
</a:theme>
</file>

<file path=ppt/theme/theme3.xml><?xml version="1.0" encoding="utf-8"?>
<a:theme xmlns:a="http://schemas.openxmlformats.org/drawingml/2006/main" name="5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noFill/>
        <a:ln w="38100" cap="flat" cmpd="sng" algn="ctr">
          <a:solidFill>
            <a:schemeClr val="bg1"/>
          </a:solidFill>
          <a:prstDash val="solid"/>
          <a:round/>
          <a:headEnd type="none" w="med" len="med"/>
          <a:tailEnd type="none" w="med" len="med"/>
        </a:ln>
        <a:effectLst/>
      </a:spPr>
      <a:bodyPr vert="horz" wrap="square" lIns="90000" tIns="46800" rIns="90000" bIns="4680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bg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1259</TotalTime>
  <Words>3310</Words>
  <Application>Microsoft Office PowerPoint</Application>
  <PresentationFormat>Widescreen</PresentationFormat>
  <Paragraphs>275</Paragraphs>
  <Slides>26</Slides>
  <Notes>22</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26</vt:i4>
      </vt:variant>
    </vt:vector>
  </HeadingPairs>
  <TitlesOfParts>
    <vt:vector size="35" baseType="lpstr">
      <vt:lpstr>Arial</vt:lpstr>
      <vt:lpstr>Calibri</vt:lpstr>
      <vt:lpstr>Calibri Light</vt:lpstr>
      <vt:lpstr>Segoe UI</vt:lpstr>
      <vt:lpstr>Segoe UI Light</vt:lpstr>
      <vt:lpstr>Times New Roman</vt:lpstr>
      <vt:lpstr>4_Default Design</vt:lpstr>
      <vt:lpstr>WelcomeDoc</vt:lpstr>
      <vt:lpstr>5_Default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THIẾT BỊ ĐIỀU KHIỂN LẬP TRÌNH S7-1200  1.4 XỬ LÝ CHƯƠNG TRÌNH  1.5 KẾT NỐI DÂY GIỮA PLC VÀ CÁC THIẾT BỊ NGOẠI VI  1.6 KIỂM TRA VIỆC KẾT NỐI DÂY BẰNG PHẦN MỀM</dc:title>
  <dc:creator>ngha14051997@gmail.com</dc:creator>
  <cp:lastModifiedBy>Giang</cp:lastModifiedBy>
  <cp:revision>229</cp:revision>
  <dcterms:created xsi:type="dcterms:W3CDTF">2021-07-02T09:40:39Z</dcterms:created>
  <dcterms:modified xsi:type="dcterms:W3CDTF">2021-12-03T06:51:24Z</dcterms:modified>
</cp:coreProperties>
</file>