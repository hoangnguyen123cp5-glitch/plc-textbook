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672" r:id="rId3"/>
    <p:sldMasterId id="2147483684" r:id="rId4"/>
    <p:sldMasterId id="2147483696" r:id="rId5"/>
    <p:sldMasterId id="2147483708" r:id="rId6"/>
  </p:sldMasterIdLst>
  <p:notesMasterIdLst>
    <p:notesMasterId r:id="rId4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9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H+G8+lS7tzY8JfpWXkYZBXlIhX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506" autoAdjust="0"/>
  </p:normalViewPr>
  <p:slideViewPr>
    <p:cSldViewPr snapToGrid="0">
      <p:cViewPr varScale="1">
        <p:scale>
          <a:sx n="55" d="100"/>
          <a:sy n="55" d="100"/>
        </p:scale>
        <p:origin x="756" y="60"/>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5"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realpars.com/simatic-tdc/"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abientan.com/lap-trinh-dieu-khien-vi-tri-dong-co-servo-tren-plc-siemens-s7-1200/"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4" name="Google Shape;4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3" name="Google Shape;42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7" name="Google Shape;43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53" name="Google Shape;45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HỆ THỐNG PHÁT HIỆN VÀ GẮP VẬT TỰ ĐỘNG</a:t>
            </a:r>
            <a:endParaRPr/>
          </a:p>
          <a:p>
            <a:pPr marL="0" lvl="0" indent="0" algn="l" rtl="0">
              <a:spcBef>
                <a:spcPts val="360"/>
              </a:spcBef>
              <a:spcAft>
                <a:spcPts val="0"/>
              </a:spcAft>
              <a:buNone/>
            </a:pPr>
            <a:r>
              <a:rPr lang="en-US"/>
              <a:t>Hệ thống dựa trên việc điều khiển cơ cấu gắp vật + cảm biến phát hiện vật và tốc độ băng tải</a:t>
            </a:r>
            <a:endParaRPr/>
          </a:p>
          <a:p>
            <a:pPr marL="0" lvl="0" indent="0" algn="l" rtl="0">
              <a:spcBef>
                <a:spcPts val="360"/>
              </a:spcBef>
              <a:spcAft>
                <a:spcPts val="0"/>
              </a:spcAft>
              <a:buNone/>
            </a:pPr>
            <a:endParaRPr/>
          </a:p>
          <a:p>
            <a:pPr marL="0" lvl="0" indent="0" algn="l" rtl="0">
              <a:spcBef>
                <a:spcPts val="360"/>
              </a:spcBef>
              <a:spcAft>
                <a:spcPts val="0"/>
              </a:spcAft>
              <a:buNone/>
            </a:pPr>
            <a:r>
              <a:rPr lang="en-US"/>
              <a:t>Bước 1: Hướng dẫn SV phân tích nguyên lý hoạt động của cụm hệ thống</a:t>
            </a:r>
            <a:endParaRPr/>
          </a:p>
          <a:p>
            <a:pPr marL="0" lvl="0" indent="0" algn="l" rtl="0">
              <a:spcBef>
                <a:spcPts val="360"/>
              </a:spcBef>
              <a:spcAft>
                <a:spcPts val="0"/>
              </a:spcAft>
              <a:buNone/>
            </a:pPr>
            <a:r>
              <a:rPr lang="en-US"/>
              <a:t>Bước 2: Hướng dẫn SV chọn thiết bị (tra bảng thông số và giải thích nguyên nhân chọn)</a:t>
            </a:r>
            <a:endParaRPr/>
          </a:p>
          <a:p>
            <a:pPr marL="0" lvl="0" indent="0" algn="l" rtl="0">
              <a:spcBef>
                <a:spcPts val="360"/>
              </a:spcBef>
              <a:spcAft>
                <a:spcPts val="0"/>
              </a:spcAft>
              <a:buNone/>
            </a:pPr>
            <a:r>
              <a:rPr lang="en-US"/>
              <a:t>Bước 3: Hướng dẫn SV phân tích các lỗi hệ thống khi chọn sai thiết bị</a:t>
            </a:r>
            <a:endParaRPr/>
          </a:p>
        </p:txBody>
      </p:sp>
      <p:sp>
        <p:nvSpPr>
          <p:cNvPr id="454" name="Google Shape;45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66" name="Google Shape;46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HỆ THỐNG CÁN TỰ ĐỘNG</a:t>
            </a:r>
            <a:endParaRPr/>
          </a:p>
          <a:p>
            <a:pPr marL="0" lvl="0" indent="0" algn="l" rtl="0">
              <a:spcBef>
                <a:spcPts val="360"/>
              </a:spcBef>
              <a:spcAft>
                <a:spcPts val="0"/>
              </a:spcAft>
              <a:buNone/>
            </a:pPr>
            <a:r>
              <a:rPr lang="en-US"/>
              <a:t>Hệ thống dựa trên việc điều khiển tốc độ Động cơ tại các trạm cán với các cảm biến đo và tốc độ băng tải chung hệ thống.</a:t>
            </a:r>
            <a:endParaRPr/>
          </a:p>
          <a:p>
            <a:pPr marL="0" lvl="0" indent="0" algn="l" rtl="0">
              <a:spcBef>
                <a:spcPts val="360"/>
              </a:spcBef>
              <a:spcAft>
                <a:spcPts val="0"/>
              </a:spcAft>
              <a:buNone/>
            </a:pPr>
            <a:r>
              <a:rPr lang="en-US" u="sng">
                <a:solidFill>
                  <a:schemeClr val="hlink"/>
                </a:solidFill>
                <a:hlinkClick r:id="rId3"/>
              </a:rPr>
              <a:t>https://realpars.com/simatic-tdc/</a:t>
            </a:r>
            <a:endParaRPr/>
          </a:p>
          <a:p>
            <a:pPr marL="0" lvl="0" indent="0" algn="l" rtl="0">
              <a:spcBef>
                <a:spcPts val="360"/>
              </a:spcBef>
              <a:spcAft>
                <a:spcPts val="0"/>
              </a:spcAft>
              <a:buNone/>
            </a:pPr>
            <a:r>
              <a:rPr lang="en-US"/>
              <a:t>https://mesidas.com/vfd-bien-tan-la-gi/</a:t>
            </a:r>
            <a:endParaRPr/>
          </a:p>
          <a:p>
            <a:pPr marL="0" lvl="0" indent="0" algn="l" rtl="0">
              <a:spcBef>
                <a:spcPts val="360"/>
              </a:spcBef>
              <a:spcAft>
                <a:spcPts val="0"/>
              </a:spcAft>
              <a:buNone/>
            </a:pPr>
            <a:endParaRPr/>
          </a:p>
          <a:p>
            <a:pPr marL="0" lvl="0" indent="0" algn="l" rtl="0">
              <a:spcBef>
                <a:spcPts val="360"/>
              </a:spcBef>
              <a:spcAft>
                <a:spcPts val="0"/>
              </a:spcAft>
              <a:buNone/>
            </a:pPr>
            <a:r>
              <a:rPr lang="en-US"/>
              <a:t>Bước 1: Hướng dẫn SV phân tích nguyên lý hoạt động của cụm hệ thống</a:t>
            </a:r>
            <a:endParaRPr/>
          </a:p>
          <a:p>
            <a:pPr marL="0" lvl="0" indent="0" algn="l" rtl="0">
              <a:spcBef>
                <a:spcPts val="360"/>
              </a:spcBef>
              <a:spcAft>
                <a:spcPts val="0"/>
              </a:spcAft>
              <a:buNone/>
            </a:pPr>
            <a:r>
              <a:rPr lang="en-US"/>
              <a:t>Bước 2: Hướng dẫn SV chọn thiết bị (tra bảng thông số và giải thích nguyên nhân chọn)</a:t>
            </a:r>
            <a:endParaRPr/>
          </a:p>
          <a:p>
            <a:pPr marL="0" lvl="0" indent="0" algn="l" rtl="0">
              <a:spcBef>
                <a:spcPts val="360"/>
              </a:spcBef>
              <a:spcAft>
                <a:spcPts val="0"/>
              </a:spcAft>
              <a:buNone/>
            </a:pPr>
            <a:r>
              <a:rPr lang="en-US"/>
              <a:t>Bước 3: Hướng dẫn SV phân tích các lỗi hệ thống khi chọn sai thiết bị</a:t>
            </a:r>
            <a:endParaRPr/>
          </a:p>
          <a:p>
            <a:pPr marL="0" lvl="0" indent="0" algn="l" rtl="0">
              <a:spcBef>
                <a:spcPts val="360"/>
              </a:spcBef>
              <a:spcAft>
                <a:spcPts val="0"/>
              </a:spcAft>
              <a:buNone/>
            </a:pPr>
            <a:endParaRPr/>
          </a:p>
        </p:txBody>
      </p:sp>
      <p:sp>
        <p:nvSpPr>
          <p:cNvPr id="467" name="Google Shape;46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9" name="Google Shape;479;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HỆ THỐNG BƠM TỰ ĐỘNG</a:t>
            </a:r>
            <a:endParaRPr/>
          </a:p>
          <a:p>
            <a:pPr marL="0" lvl="0" indent="0" algn="l" rtl="0">
              <a:spcBef>
                <a:spcPts val="360"/>
              </a:spcBef>
              <a:spcAft>
                <a:spcPts val="0"/>
              </a:spcAft>
              <a:buNone/>
            </a:pPr>
            <a:r>
              <a:rPr lang="en-US"/>
              <a:t>Hệ thống dựa trên việc điều khiển tốc độ động cơ bơm với các cảm biến đo các mực chất lỏng tại các giá trị cần đo.</a:t>
            </a:r>
            <a:endParaRPr/>
          </a:p>
          <a:p>
            <a:pPr marL="0" lvl="0" indent="0" algn="l" rtl="0">
              <a:spcBef>
                <a:spcPts val="360"/>
              </a:spcBef>
              <a:spcAft>
                <a:spcPts val="0"/>
              </a:spcAft>
              <a:buNone/>
            </a:pPr>
            <a:r>
              <a:rPr lang="en-US"/>
              <a:t>https://upmation.com/plc-hardware-configuration/</a:t>
            </a:r>
            <a:endParaRPr/>
          </a:p>
          <a:p>
            <a:pPr marL="0" lvl="0" indent="0" algn="l" rtl="0">
              <a:spcBef>
                <a:spcPts val="360"/>
              </a:spcBef>
              <a:spcAft>
                <a:spcPts val="0"/>
              </a:spcAft>
              <a:buNone/>
            </a:pPr>
            <a:endParaRPr/>
          </a:p>
          <a:p>
            <a:pPr marL="0" lvl="0" indent="0" algn="l" rtl="0">
              <a:spcBef>
                <a:spcPts val="360"/>
              </a:spcBef>
              <a:spcAft>
                <a:spcPts val="0"/>
              </a:spcAft>
              <a:buNone/>
            </a:pPr>
            <a:r>
              <a:rPr lang="en-US"/>
              <a:t>Bước 1: Hướng dẫn SV phân tích nguyên lý hoạt động của cụm hệ thống</a:t>
            </a:r>
            <a:endParaRPr/>
          </a:p>
          <a:p>
            <a:pPr marL="0" lvl="0" indent="0" algn="l" rtl="0">
              <a:spcBef>
                <a:spcPts val="360"/>
              </a:spcBef>
              <a:spcAft>
                <a:spcPts val="0"/>
              </a:spcAft>
              <a:buNone/>
            </a:pPr>
            <a:r>
              <a:rPr lang="en-US"/>
              <a:t>Bước 2: Hướng dẫn SV chọn thiết bị (tra bảng thông số và giải thích nguyên nhân chọn)</a:t>
            </a:r>
            <a:endParaRPr/>
          </a:p>
          <a:p>
            <a:pPr marL="0" lvl="0" indent="0" algn="l" rtl="0">
              <a:spcBef>
                <a:spcPts val="360"/>
              </a:spcBef>
              <a:spcAft>
                <a:spcPts val="0"/>
              </a:spcAft>
              <a:buNone/>
            </a:pPr>
            <a:r>
              <a:rPr lang="en-US"/>
              <a:t>Bước 3: Hướng dẫn SV phân tích các lỗi hệ thống khi chọn sai thiết bị</a:t>
            </a:r>
            <a:endParaRPr/>
          </a:p>
          <a:p>
            <a:pPr marL="0" lvl="0" indent="0" algn="l" rtl="0">
              <a:spcBef>
                <a:spcPts val="360"/>
              </a:spcBef>
              <a:spcAft>
                <a:spcPts val="0"/>
              </a:spcAft>
              <a:buNone/>
            </a:pPr>
            <a:endParaRPr/>
          </a:p>
        </p:txBody>
      </p:sp>
      <p:sp>
        <p:nvSpPr>
          <p:cNvPr id="480" name="Google Shape;480;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92" name="Google Shape;49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HỆ THỐNG ĐO VÀ CẮT TỰ ĐỘNG</a:t>
            </a:r>
            <a:endParaRPr/>
          </a:p>
          <a:p>
            <a:pPr marL="0" lvl="0" indent="0" algn="l" rtl="0">
              <a:spcBef>
                <a:spcPts val="360"/>
              </a:spcBef>
              <a:spcAft>
                <a:spcPts val="0"/>
              </a:spcAft>
              <a:buNone/>
            </a:pPr>
            <a:r>
              <a:rPr lang="en-US"/>
              <a:t>Hệ thống dựa trên việc điều khiển tốc độ Encoder + Động cơ với tốc độ dao cắt</a:t>
            </a:r>
            <a:endParaRPr/>
          </a:p>
          <a:p>
            <a:pPr marL="0" lvl="0" indent="0" algn="l" rtl="0">
              <a:spcBef>
                <a:spcPts val="360"/>
              </a:spcBef>
              <a:spcAft>
                <a:spcPts val="0"/>
              </a:spcAft>
              <a:buNone/>
            </a:pPr>
            <a:endParaRPr/>
          </a:p>
          <a:p>
            <a:pPr marL="0" lvl="0" indent="0" algn="l" rtl="0">
              <a:spcBef>
                <a:spcPts val="360"/>
              </a:spcBef>
              <a:spcAft>
                <a:spcPts val="0"/>
              </a:spcAft>
              <a:buNone/>
            </a:pPr>
            <a:r>
              <a:rPr lang="en-US"/>
              <a:t>Bước 1: Hướng dẫn SV phân tích nguyên lý hoạt động của cụm hệ thống</a:t>
            </a:r>
            <a:endParaRPr/>
          </a:p>
          <a:p>
            <a:pPr marL="0" lvl="0" indent="0" algn="l" rtl="0">
              <a:spcBef>
                <a:spcPts val="360"/>
              </a:spcBef>
              <a:spcAft>
                <a:spcPts val="0"/>
              </a:spcAft>
              <a:buNone/>
            </a:pPr>
            <a:r>
              <a:rPr lang="en-US"/>
              <a:t>Bước 2: Hướng dẫn SV chọn thiết bị (tra bảng thông số và giải thích nguyên nhân chọn)</a:t>
            </a:r>
            <a:endParaRPr/>
          </a:p>
          <a:p>
            <a:pPr marL="0" lvl="0" indent="0" algn="l" rtl="0">
              <a:spcBef>
                <a:spcPts val="360"/>
              </a:spcBef>
              <a:spcAft>
                <a:spcPts val="0"/>
              </a:spcAft>
              <a:buNone/>
            </a:pPr>
            <a:r>
              <a:rPr lang="en-US"/>
              <a:t>Bước 3: Hướng dẫn SV phân tích các lỗi hệ thống khi chọn sai thiết bị</a:t>
            </a:r>
            <a:endParaRPr/>
          </a:p>
          <a:p>
            <a:pPr marL="0" lvl="0" indent="0" algn="l" rtl="0">
              <a:spcBef>
                <a:spcPts val="360"/>
              </a:spcBef>
              <a:spcAft>
                <a:spcPts val="0"/>
              </a:spcAft>
              <a:buNone/>
            </a:pPr>
            <a:endParaRPr/>
          </a:p>
        </p:txBody>
      </p:sp>
      <p:sp>
        <p:nvSpPr>
          <p:cNvPr id="493" name="Google Shape;493;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05" name="Google Shape;50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HỆ THỐNG LẮP RÁP  DÂY CHUYỀN TỰ ĐỘNG HÓA</a:t>
            </a:r>
            <a:endParaRPr/>
          </a:p>
          <a:p>
            <a:pPr marL="0" lvl="0" indent="0" algn="l" rtl="0">
              <a:spcBef>
                <a:spcPts val="360"/>
              </a:spcBef>
              <a:spcAft>
                <a:spcPts val="0"/>
              </a:spcAft>
              <a:buNone/>
            </a:pPr>
            <a:r>
              <a:rPr lang="en-US"/>
              <a:t>Hệ thống dựa trên việc đọc dữ liệu giữa PLC với các cánh tay robot và tốc độ 03 băng tải</a:t>
            </a:r>
            <a:endParaRPr/>
          </a:p>
          <a:p>
            <a:pPr marL="0" lvl="0" indent="0" algn="l" rtl="0">
              <a:spcBef>
                <a:spcPts val="360"/>
              </a:spcBef>
              <a:spcAft>
                <a:spcPts val="0"/>
              </a:spcAft>
              <a:buNone/>
            </a:pPr>
            <a:endParaRPr/>
          </a:p>
          <a:p>
            <a:pPr marL="0" lvl="0" indent="0" algn="l" rtl="0">
              <a:spcBef>
                <a:spcPts val="360"/>
              </a:spcBef>
              <a:spcAft>
                <a:spcPts val="0"/>
              </a:spcAft>
              <a:buNone/>
            </a:pPr>
            <a:r>
              <a:rPr lang="en-US"/>
              <a:t>Bước 1: Hướng dẫn SV phân tích nguyên lý hoạt động của cụm hệ thống</a:t>
            </a:r>
            <a:endParaRPr/>
          </a:p>
          <a:p>
            <a:pPr marL="0" lvl="0" indent="0" algn="l" rtl="0">
              <a:spcBef>
                <a:spcPts val="360"/>
              </a:spcBef>
              <a:spcAft>
                <a:spcPts val="0"/>
              </a:spcAft>
              <a:buNone/>
            </a:pPr>
            <a:r>
              <a:rPr lang="en-US"/>
              <a:t>Bước 2: Hướng dẫn SV chọn thiết bị (tra bảng thông số và giải thích nguyên nhân chọn)</a:t>
            </a:r>
            <a:endParaRPr/>
          </a:p>
          <a:p>
            <a:pPr marL="0" lvl="0" indent="0" algn="l" rtl="0">
              <a:spcBef>
                <a:spcPts val="360"/>
              </a:spcBef>
              <a:spcAft>
                <a:spcPts val="0"/>
              </a:spcAft>
              <a:buNone/>
            </a:pPr>
            <a:r>
              <a:rPr lang="en-US"/>
              <a:t>Bước 3: Hướng dẫn SV phân tích các lỗi hệ thống khi chọn sai thiết bị</a:t>
            </a:r>
            <a:endParaRPr/>
          </a:p>
          <a:p>
            <a:pPr marL="0" lvl="0" indent="0" algn="l" rtl="0">
              <a:spcBef>
                <a:spcPts val="360"/>
              </a:spcBef>
              <a:spcAft>
                <a:spcPts val="0"/>
              </a:spcAft>
              <a:buNone/>
            </a:pPr>
            <a:endParaRPr/>
          </a:p>
        </p:txBody>
      </p:sp>
      <p:sp>
        <p:nvSpPr>
          <p:cNvPr id="506" name="Google Shape;506;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8" name="Google Shape;518;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19" name="Google Shape;519;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FFFFFF"/>
                </a:solidFill>
                <a:latin typeface="Times New Roman"/>
                <a:ea typeface="Times New Roman"/>
                <a:cs typeface="Times New Roman"/>
                <a:sym typeface="Times New Roman"/>
              </a:rPr>
              <a:t>9</a:t>
            </a:fld>
            <a:endParaRPr sz="1200" b="0" i="0" u="none" strike="noStrike" cap="none">
              <a:solidFill>
                <a:srgbClr val="FFFFFF"/>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4" name="Google Shape;5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3" name="Google Shape;53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sz="1100">
                <a:solidFill>
                  <a:srgbClr val="434343"/>
                </a:solidFill>
                <a:highlight>
                  <a:srgbClr val="FFFFFF"/>
                </a:highlight>
                <a:latin typeface="Times New Roman"/>
                <a:ea typeface="Times New Roman"/>
                <a:cs typeface="Times New Roman"/>
                <a:sym typeface="Times New Roman"/>
              </a:rPr>
              <a:t>Flowchart (hay thường được gọi là lưu đồ - sơ đồ quy trình), mặt khác, là một phương tiện đồ hoạ trực quan hóa chuỗi nhiệm vụ đó thành hình ảnh đơn giản bao gồm các bước, các điều kiện thay đổi kết quả,...</a:t>
            </a:r>
            <a:endParaRPr sz="1100">
              <a:solidFill>
                <a:srgbClr val="434343"/>
              </a:solidFill>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sz="1100">
                <a:latin typeface="Times New Roman"/>
                <a:ea typeface="Times New Roman"/>
                <a:cs typeface="Times New Roman"/>
                <a:sym typeface="Times New Roman"/>
              </a:rPr>
              <a:t>Funtion-chart (Sơ đồ chức năng) </a:t>
            </a:r>
            <a:r>
              <a:rPr lang="en-US" sz="1100">
                <a:solidFill>
                  <a:srgbClr val="050505"/>
                </a:solidFill>
                <a:highlight>
                  <a:srgbClr val="FFFFFF"/>
                </a:highlight>
                <a:latin typeface="Times New Roman"/>
                <a:ea typeface="Times New Roman"/>
                <a:cs typeface="Times New Roman"/>
                <a:sym typeface="Times New Roman"/>
              </a:rPr>
              <a:t>không phải là một ngôn ngữ, mà là một phương tiện đồ họa nhằm phân vùng mã và hiển thị trạng thái hoặc chế độ hoạt động một cách trực quan</a:t>
            </a:r>
            <a:endParaRPr sz="1100">
              <a:solidFill>
                <a:srgbClr val="434343"/>
              </a:solidFill>
              <a:highlight>
                <a:srgbClr val="FFFFFF"/>
              </a:highlight>
              <a:latin typeface="Times New Roman"/>
              <a:ea typeface="Times New Roman"/>
              <a:cs typeface="Times New Roman"/>
              <a:sym typeface="Times New Roman"/>
            </a:endParaRPr>
          </a:p>
        </p:txBody>
      </p:sp>
      <p:sp>
        <p:nvSpPr>
          <p:cNvPr id="546" name="Google Shape;5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sz="1100" dirty="0">
                <a:solidFill>
                  <a:srgbClr val="434343"/>
                </a:solidFill>
                <a:highlight>
                  <a:srgbClr val="FFFFFF"/>
                </a:highlight>
                <a:latin typeface="Times New Roman"/>
                <a:ea typeface="Times New Roman"/>
                <a:cs typeface="Times New Roman"/>
                <a:sym typeface="Times New Roman"/>
              </a:rPr>
              <a:t>Flowchart (hay </a:t>
            </a:r>
            <a:r>
              <a:rPr lang="en-US" sz="1100" dirty="0" err="1">
                <a:solidFill>
                  <a:srgbClr val="434343"/>
                </a:solidFill>
                <a:highlight>
                  <a:srgbClr val="FFFFFF"/>
                </a:highlight>
                <a:latin typeface="Times New Roman"/>
                <a:ea typeface="Times New Roman"/>
                <a:cs typeface="Times New Roman"/>
                <a:sym typeface="Times New Roman"/>
              </a:rPr>
              <a:t>thường</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được</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gọi</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là</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lưu</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đồ</a:t>
            </a:r>
            <a:r>
              <a:rPr lang="en-US" sz="1100" dirty="0">
                <a:solidFill>
                  <a:srgbClr val="434343"/>
                </a:solidFill>
                <a:highlight>
                  <a:srgbClr val="FFFFFF"/>
                </a:highlight>
                <a:latin typeface="Times New Roman"/>
                <a:ea typeface="Times New Roman"/>
                <a:cs typeface="Times New Roman"/>
                <a:sym typeface="Times New Roman"/>
              </a:rPr>
              <a:t> - </a:t>
            </a:r>
            <a:r>
              <a:rPr lang="en-US" sz="1100" dirty="0" err="1">
                <a:solidFill>
                  <a:srgbClr val="434343"/>
                </a:solidFill>
                <a:highlight>
                  <a:srgbClr val="FFFFFF"/>
                </a:highlight>
                <a:latin typeface="Times New Roman"/>
                <a:ea typeface="Times New Roman"/>
                <a:cs typeface="Times New Roman"/>
                <a:sym typeface="Times New Roman"/>
              </a:rPr>
              <a:t>sơ</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đồ</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quy</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trình</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mặt</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khác</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là</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một</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phương</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tiện</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đồ</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hoạ</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trực</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quan</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hóa</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chuỗi</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nhiệm</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vụ</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đó</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thành</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hình</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ảnh</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đơn</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giản</a:t>
            </a:r>
            <a:r>
              <a:rPr lang="en-US" sz="1100" dirty="0">
                <a:solidFill>
                  <a:srgbClr val="434343"/>
                </a:solidFill>
                <a:highlight>
                  <a:srgbClr val="FFFFFF"/>
                </a:highlight>
                <a:latin typeface="Times New Roman"/>
                <a:ea typeface="Times New Roman"/>
                <a:cs typeface="Times New Roman"/>
                <a:sym typeface="Times New Roman"/>
              </a:rPr>
              <a:t> bao </a:t>
            </a:r>
            <a:r>
              <a:rPr lang="en-US" sz="1100" dirty="0" err="1">
                <a:solidFill>
                  <a:srgbClr val="434343"/>
                </a:solidFill>
                <a:highlight>
                  <a:srgbClr val="FFFFFF"/>
                </a:highlight>
                <a:latin typeface="Times New Roman"/>
                <a:ea typeface="Times New Roman"/>
                <a:cs typeface="Times New Roman"/>
                <a:sym typeface="Times New Roman"/>
              </a:rPr>
              <a:t>gồm</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các</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bước</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các</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điều</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kiện</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thay</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đổi</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kết</a:t>
            </a:r>
            <a:r>
              <a:rPr lang="en-US" sz="1100" dirty="0">
                <a:solidFill>
                  <a:srgbClr val="434343"/>
                </a:solidFill>
                <a:highlight>
                  <a:srgbClr val="FFFFFF"/>
                </a:highlight>
                <a:latin typeface="Times New Roman"/>
                <a:ea typeface="Times New Roman"/>
                <a:cs typeface="Times New Roman"/>
                <a:sym typeface="Times New Roman"/>
              </a:rPr>
              <a:t> </a:t>
            </a:r>
            <a:r>
              <a:rPr lang="en-US" sz="1100" dirty="0" err="1">
                <a:solidFill>
                  <a:srgbClr val="434343"/>
                </a:solidFill>
                <a:highlight>
                  <a:srgbClr val="FFFFFF"/>
                </a:highlight>
                <a:latin typeface="Times New Roman"/>
                <a:ea typeface="Times New Roman"/>
                <a:cs typeface="Times New Roman"/>
                <a:sym typeface="Times New Roman"/>
              </a:rPr>
              <a:t>quả</a:t>
            </a:r>
            <a:r>
              <a:rPr lang="en-US" sz="1100" dirty="0">
                <a:solidFill>
                  <a:srgbClr val="434343"/>
                </a:solidFill>
                <a:highlight>
                  <a:srgbClr val="FFFFFF"/>
                </a:highlight>
                <a:latin typeface="Times New Roman"/>
                <a:ea typeface="Times New Roman"/>
                <a:cs typeface="Times New Roman"/>
                <a:sym typeface="Times New Roman"/>
              </a:rPr>
              <a:t>,...</a:t>
            </a:r>
            <a:endParaRPr sz="1100" dirty="0">
              <a:solidFill>
                <a:srgbClr val="434343"/>
              </a:solidFill>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sz="1100" dirty="0" err="1">
                <a:latin typeface="Times New Roman"/>
                <a:ea typeface="Times New Roman"/>
                <a:cs typeface="Times New Roman"/>
                <a:sym typeface="Times New Roman"/>
              </a:rPr>
              <a:t>Funtion</a:t>
            </a:r>
            <a:r>
              <a:rPr lang="en-US" sz="1100" dirty="0">
                <a:latin typeface="Times New Roman"/>
                <a:ea typeface="Times New Roman"/>
                <a:cs typeface="Times New Roman"/>
                <a:sym typeface="Times New Roman"/>
              </a:rPr>
              <a:t>-chart (</a:t>
            </a:r>
            <a:r>
              <a:rPr lang="en-US" sz="1100" dirty="0" err="1">
                <a:latin typeface="Times New Roman"/>
                <a:ea typeface="Times New Roman"/>
                <a:cs typeface="Times New Roman"/>
                <a:sym typeface="Times New Roman"/>
              </a:rPr>
              <a:t>Sơ</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đồ</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chức</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năng</a:t>
            </a:r>
            <a:r>
              <a:rPr lang="en-US" sz="1100" dirty="0">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không</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phải</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là</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một</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ngôn</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ngữ</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mà</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là</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một</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phương</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tiện</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đồ</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họa</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nhằm</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phân</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vùng</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mã</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và</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hiển</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thị</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trạng</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thái</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hoặc</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chế</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độ</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hoạt</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động</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một</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cách</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trực</a:t>
            </a:r>
            <a:r>
              <a:rPr lang="en-US" sz="1100" dirty="0">
                <a:solidFill>
                  <a:srgbClr val="050505"/>
                </a:solidFill>
                <a:highlight>
                  <a:srgbClr val="FFFFFF"/>
                </a:highlight>
                <a:latin typeface="Times New Roman"/>
                <a:ea typeface="Times New Roman"/>
                <a:cs typeface="Times New Roman"/>
                <a:sym typeface="Times New Roman"/>
              </a:rPr>
              <a:t> </a:t>
            </a:r>
            <a:r>
              <a:rPr lang="en-US" sz="1100" dirty="0" err="1">
                <a:solidFill>
                  <a:srgbClr val="050505"/>
                </a:solidFill>
                <a:highlight>
                  <a:srgbClr val="FFFFFF"/>
                </a:highlight>
                <a:latin typeface="Times New Roman"/>
                <a:ea typeface="Times New Roman"/>
                <a:cs typeface="Times New Roman"/>
                <a:sym typeface="Times New Roman"/>
              </a:rPr>
              <a:t>quan</a:t>
            </a:r>
            <a:endParaRPr sz="1100" dirty="0">
              <a:solidFill>
                <a:srgbClr val="434343"/>
              </a:solidFill>
              <a:highlight>
                <a:srgbClr val="FFFFFF"/>
              </a:highlight>
              <a:latin typeface="Times New Roman"/>
              <a:ea typeface="Times New Roman"/>
              <a:cs typeface="Times New Roman"/>
              <a:sym typeface="Times New Roman"/>
            </a:endParaRPr>
          </a:p>
        </p:txBody>
      </p:sp>
      <p:sp>
        <p:nvSpPr>
          <p:cNvPr id="546" name="Google Shape;5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0870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1" name="Google Shape;56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7" name="Google Shape;5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4" name="Google Shape;59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1" name="Google Shape;61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8" name="Google Shape;628;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29" name="Google Shape;629;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a:solidFill>
                  <a:srgbClr val="FFFFFF"/>
                </a:solidFill>
                <a:latin typeface="Times New Roman"/>
                <a:ea typeface="Times New Roman"/>
                <a:cs typeface="Times New Roman"/>
                <a:sym typeface="Times New Roman"/>
              </a:rPr>
              <a:t>18</a:t>
            </a:fld>
            <a:endParaRPr sz="1200" b="0">
              <a:solidFill>
                <a:srgbClr val="FFFFFF"/>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4" name="Google Shape;63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3" name="Google Shape;64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0" name="Google Shape;66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u="sng">
                <a:solidFill>
                  <a:schemeClr val="hlink"/>
                </a:solidFill>
                <a:hlinkClick r:id="rId3"/>
              </a:rPr>
              <a:t>https://abientan.com/lap-trinh-dieu-khien-vi-tri-dong-co-servo-tren-plc-siemens-s7-1200/</a:t>
            </a:r>
            <a:endParaRPr/>
          </a:p>
          <a:p>
            <a:pPr marL="0" lvl="0" indent="0" algn="l" rtl="0">
              <a:spcBef>
                <a:spcPts val="360"/>
              </a:spcBef>
              <a:spcAft>
                <a:spcPts val="0"/>
              </a:spcAft>
              <a:buNone/>
            </a:pPr>
            <a:r>
              <a:rPr lang="en-US"/>
              <a:t>https://mesidas.com/pwm-pto-la-gi/</a:t>
            </a:r>
            <a:endParaRPr/>
          </a:p>
        </p:txBody>
      </p:sp>
      <p:sp>
        <p:nvSpPr>
          <p:cNvPr id="677" name="Google Shape;67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94" name="Google Shape;694;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1" name="Google Shape;71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712" name="Google Shape;712;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a:solidFill>
                  <a:srgbClr val="FFFFFF"/>
                </a:solidFill>
                <a:latin typeface="Times New Roman"/>
                <a:ea typeface="Times New Roman"/>
                <a:cs typeface="Times New Roman"/>
                <a:sym typeface="Times New Roman"/>
              </a:rPr>
              <a:t>24</a:t>
            </a:fld>
            <a:endParaRPr sz="1200" b="0">
              <a:solidFill>
                <a:srgbClr val="FFFFFF"/>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17" name="Google Shape;71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26" name="Google Shape;72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43" name="Google Shape;74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58" name="Google Shape;75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81" name="Google Shape;78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99" name="Google Shape;79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15" name="Google Shape;81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31" name="Google Shape;83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7" name="Google Shape;847;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848" name="Google Shape;848;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a:solidFill>
                  <a:srgbClr val="FFFFFF"/>
                </a:solidFill>
                <a:latin typeface="Times New Roman"/>
                <a:ea typeface="Times New Roman"/>
                <a:cs typeface="Times New Roman"/>
                <a:sym typeface="Times New Roman"/>
              </a:rPr>
              <a:t>33</a:t>
            </a:fld>
            <a:endParaRPr sz="1200" b="0">
              <a:solidFill>
                <a:srgbClr val="FFFFFF"/>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53" name="Google Shape;853;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2" name="Google Shape;86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79" name="Google Shape;87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95" name="Google Shape;89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10" name="Google Shape;9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25" name="Google Shape;925;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40" name="Google Shape;940;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5" name="Google Shape;9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0" name="Google Shape;970;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solidFill>
                <a:srgbClr val="000000"/>
              </a:solidFill>
              <a:latin typeface="Arial"/>
              <a:ea typeface="Arial"/>
              <a:cs typeface="Arial"/>
              <a:sym typeface="Arial"/>
            </a:endParaRPr>
          </a:p>
        </p:txBody>
      </p:sp>
      <p:sp>
        <p:nvSpPr>
          <p:cNvPr id="971" name="Google Shape;971;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a:solidFill>
                  <a:srgbClr val="000000"/>
                </a:solidFill>
                <a:latin typeface="Times New Roman"/>
                <a:ea typeface="Times New Roman"/>
                <a:cs typeface="Times New Roman"/>
                <a:sym typeface="Times New Roman"/>
              </a:rPr>
              <a:t>42</a:t>
            </a:fld>
            <a:endParaRPr sz="1200" b="0">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4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1"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1"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1"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1"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1"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1"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1"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1"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6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7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7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7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7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7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7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7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7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76"/>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68" name="Google Shape;68;p7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7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7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7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4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4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i="0" u="none" strike="noStrike" cap="none">
                <a:solidFill>
                  <a:srgbClr val="898989"/>
                </a:solidFill>
                <a:latin typeface="Arial"/>
                <a:ea typeface="Arial"/>
                <a:cs typeface="Arial"/>
                <a:sym typeface="Arial"/>
              </a:defRPr>
            </a:lvl1pPr>
            <a:lvl2pPr marL="0" marR="0" lvl="1" indent="0" algn="r">
              <a:spcBef>
                <a:spcPts val="0"/>
              </a:spcBef>
              <a:spcAft>
                <a:spcPts val="0"/>
              </a:spcAft>
              <a:buNone/>
              <a:defRPr sz="1200" b="1" i="0" u="none" strike="noStrike" cap="none">
                <a:solidFill>
                  <a:srgbClr val="898989"/>
                </a:solidFill>
                <a:latin typeface="Arial"/>
                <a:ea typeface="Arial"/>
                <a:cs typeface="Arial"/>
                <a:sym typeface="Arial"/>
              </a:defRPr>
            </a:lvl2pPr>
            <a:lvl3pPr marL="0" marR="0" lvl="2" indent="0" algn="r">
              <a:spcBef>
                <a:spcPts val="0"/>
              </a:spcBef>
              <a:spcAft>
                <a:spcPts val="0"/>
              </a:spcAft>
              <a:buNone/>
              <a:defRPr sz="1200" b="1" i="0" u="none" strike="noStrike" cap="none">
                <a:solidFill>
                  <a:srgbClr val="898989"/>
                </a:solidFill>
                <a:latin typeface="Arial"/>
                <a:ea typeface="Arial"/>
                <a:cs typeface="Arial"/>
                <a:sym typeface="Arial"/>
              </a:defRPr>
            </a:lvl3pPr>
            <a:lvl4pPr marL="0" marR="0" lvl="3" indent="0" algn="r">
              <a:spcBef>
                <a:spcPts val="0"/>
              </a:spcBef>
              <a:spcAft>
                <a:spcPts val="0"/>
              </a:spcAft>
              <a:buNone/>
              <a:defRPr sz="1200" b="1" i="0" u="none" strike="noStrike" cap="none">
                <a:solidFill>
                  <a:srgbClr val="898989"/>
                </a:solidFill>
                <a:latin typeface="Arial"/>
                <a:ea typeface="Arial"/>
                <a:cs typeface="Arial"/>
                <a:sym typeface="Arial"/>
              </a:defRPr>
            </a:lvl4pPr>
            <a:lvl5pPr marL="0" marR="0" lvl="4" indent="0" algn="r">
              <a:spcBef>
                <a:spcPts val="0"/>
              </a:spcBef>
              <a:spcAft>
                <a:spcPts val="0"/>
              </a:spcAft>
              <a:buNone/>
              <a:defRPr sz="1200" b="1" i="0" u="none" strike="noStrike" cap="none">
                <a:solidFill>
                  <a:srgbClr val="898989"/>
                </a:solidFill>
                <a:latin typeface="Arial"/>
                <a:ea typeface="Arial"/>
                <a:cs typeface="Arial"/>
                <a:sym typeface="Arial"/>
              </a:defRPr>
            </a:lvl5pPr>
            <a:lvl6pPr marL="0" marR="0" lvl="5" indent="0" algn="r">
              <a:spcBef>
                <a:spcPts val="0"/>
              </a:spcBef>
              <a:spcAft>
                <a:spcPts val="0"/>
              </a:spcAft>
              <a:buNone/>
              <a:defRPr sz="1200" b="1" i="0" u="none" strike="noStrike" cap="none">
                <a:solidFill>
                  <a:srgbClr val="898989"/>
                </a:solidFill>
                <a:latin typeface="Arial"/>
                <a:ea typeface="Arial"/>
                <a:cs typeface="Arial"/>
                <a:sym typeface="Arial"/>
              </a:defRPr>
            </a:lvl6pPr>
            <a:lvl7pPr marL="0" marR="0" lvl="6" indent="0" algn="r">
              <a:spcBef>
                <a:spcPts val="0"/>
              </a:spcBef>
              <a:spcAft>
                <a:spcPts val="0"/>
              </a:spcAft>
              <a:buNone/>
              <a:defRPr sz="1200" b="1" i="0" u="none" strike="noStrike" cap="none">
                <a:solidFill>
                  <a:srgbClr val="898989"/>
                </a:solidFill>
                <a:latin typeface="Arial"/>
                <a:ea typeface="Arial"/>
                <a:cs typeface="Arial"/>
                <a:sym typeface="Arial"/>
              </a:defRPr>
            </a:lvl7pPr>
            <a:lvl8pPr marL="0" marR="0" lvl="7" indent="0" algn="r">
              <a:spcBef>
                <a:spcPts val="0"/>
              </a:spcBef>
              <a:spcAft>
                <a:spcPts val="0"/>
              </a:spcAft>
              <a:buNone/>
              <a:defRPr sz="1200" b="1" i="0" u="none" strike="noStrike" cap="none">
                <a:solidFill>
                  <a:srgbClr val="898989"/>
                </a:solidFill>
                <a:latin typeface="Arial"/>
                <a:ea typeface="Arial"/>
                <a:cs typeface="Arial"/>
                <a:sym typeface="Arial"/>
              </a:defRPr>
            </a:lvl8pPr>
            <a:lvl9pPr marL="0" marR="0" lvl="8" indent="0" algn="r">
              <a:spcBef>
                <a:spcPts val="0"/>
              </a:spcBef>
              <a:spcAft>
                <a:spcPts val="0"/>
              </a:spcAft>
              <a:buNone/>
              <a:defRPr sz="1200" b="1"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7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7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8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8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p8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8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8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8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8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3"/>
        <p:cNvGrpSpPr/>
        <p:nvPr/>
      </p:nvGrpSpPr>
      <p:grpSpPr>
        <a:xfrm>
          <a:off x="0" y="0"/>
          <a:ext cx="0" cy="0"/>
          <a:chOff x="0" y="0"/>
          <a:chExt cx="0" cy="0"/>
        </a:xfrm>
      </p:grpSpPr>
      <p:sp>
        <p:nvSpPr>
          <p:cNvPr id="134" name="Google Shape;134;p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8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8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0"/>
        <p:cNvGrpSpPr/>
        <p:nvPr/>
      </p:nvGrpSpPr>
      <p:grpSpPr>
        <a:xfrm>
          <a:off x="0" y="0"/>
          <a:ext cx="0" cy="0"/>
          <a:chOff x="0" y="0"/>
          <a:chExt cx="0" cy="0"/>
        </a:xfrm>
      </p:grpSpPr>
      <p:sp>
        <p:nvSpPr>
          <p:cNvPr id="141" name="Google Shape;141;p8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85"/>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143" name="Google Shape;143;p8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7"/>
        <p:cNvGrpSpPr/>
        <p:nvPr/>
      </p:nvGrpSpPr>
      <p:grpSpPr>
        <a:xfrm>
          <a:off x="0" y="0"/>
          <a:ext cx="0" cy="0"/>
          <a:chOff x="0" y="0"/>
          <a:chExt cx="0" cy="0"/>
        </a:xfrm>
      </p:grpSpPr>
      <p:sp>
        <p:nvSpPr>
          <p:cNvPr id="148" name="Google Shape;148;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8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3"/>
        <p:cNvGrpSpPr/>
        <p:nvPr/>
      </p:nvGrpSpPr>
      <p:grpSpPr>
        <a:xfrm>
          <a:off x="0" y="0"/>
          <a:ext cx="0" cy="0"/>
          <a:chOff x="0" y="0"/>
          <a:chExt cx="0" cy="0"/>
        </a:xfrm>
      </p:grpSpPr>
      <p:sp>
        <p:nvSpPr>
          <p:cNvPr id="154" name="Google Shape;154;p8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8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5"/>
        <p:cNvGrpSpPr/>
        <p:nvPr/>
      </p:nvGrpSpPr>
      <p:grpSpPr>
        <a:xfrm>
          <a:off x="0" y="0"/>
          <a:ext cx="0" cy="0"/>
          <a:chOff x="0" y="0"/>
          <a:chExt cx="0" cy="0"/>
        </a:xfrm>
      </p:grpSpPr>
      <p:sp>
        <p:nvSpPr>
          <p:cNvPr id="166" name="Google Shape;166;p4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47"/>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imes New Roman"/>
              <a:buChar char="•"/>
              <a:defRPr>
                <a:latin typeface="Times New Roman"/>
                <a:ea typeface="Times New Roman"/>
                <a:cs typeface="Times New Roman"/>
                <a:sym typeface="Times New Roman"/>
              </a:defRPr>
            </a:lvl1pPr>
            <a:lvl2pPr marL="914400" lvl="1" indent="-406400" algn="l">
              <a:spcBef>
                <a:spcPts val="560"/>
              </a:spcBef>
              <a:spcAft>
                <a:spcPts val="0"/>
              </a:spcAft>
              <a:buClr>
                <a:schemeClr val="dk1"/>
              </a:buClr>
              <a:buSzPts val="2800"/>
              <a:buFont typeface="Times New Roman"/>
              <a:buChar char="–"/>
              <a:defRPr>
                <a:latin typeface="Times New Roman"/>
                <a:ea typeface="Times New Roman"/>
                <a:cs typeface="Times New Roman"/>
                <a:sym typeface="Times New Roman"/>
              </a:defRPr>
            </a:lvl2pPr>
            <a:lvl3pPr marL="1371600" lvl="2" indent="-381000" algn="l">
              <a:spcBef>
                <a:spcPts val="480"/>
              </a:spcBef>
              <a:spcAft>
                <a:spcPts val="0"/>
              </a:spcAft>
              <a:buClr>
                <a:schemeClr val="dk1"/>
              </a:buClr>
              <a:buSzPts val="2400"/>
              <a:buFont typeface="Times New Roman"/>
              <a:buChar char="•"/>
              <a:defRPr>
                <a:latin typeface="Times New Roman"/>
                <a:ea typeface="Times New Roman"/>
                <a:cs typeface="Times New Roman"/>
                <a:sym typeface="Times New Roman"/>
              </a:defRPr>
            </a:lvl3pPr>
            <a:lvl4pPr marL="1828800" lvl="3" indent="-355600" algn="l">
              <a:spcBef>
                <a:spcPts val="400"/>
              </a:spcBef>
              <a:spcAft>
                <a:spcPts val="0"/>
              </a:spcAft>
              <a:buClr>
                <a:schemeClr val="dk1"/>
              </a:buClr>
              <a:buSzPts val="2000"/>
              <a:buFont typeface="Times New Roman"/>
              <a:buChar char="–"/>
              <a:defRPr>
                <a:latin typeface="Times New Roman"/>
                <a:ea typeface="Times New Roman"/>
                <a:cs typeface="Times New Roman"/>
                <a:sym typeface="Times New Roman"/>
              </a:defRPr>
            </a:lvl4pPr>
            <a:lvl5pPr marL="2286000" lvl="4" indent="-355600" algn="l">
              <a:spcBef>
                <a:spcPts val="400"/>
              </a:spcBef>
              <a:spcAft>
                <a:spcPts val="0"/>
              </a:spcAft>
              <a:buClr>
                <a:schemeClr val="dk1"/>
              </a:buClr>
              <a:buSzPts val="2000"/>
              <a:buFont typeface="Times New Roman"/>
              <a:buChar char="»"/>
              <a:defRPr>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8" name="Google Shape;168;p4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4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47"/>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1"/>
        <p:cNvGrpSpPr/>
        <p:nvPr/>
      </p:nvGrpSpPr>
      <p:grpSpPr>
        <a:xfrm>
          <a:off x="0" y="0"/>
          <a:ext cx="0" cy="0"/>
          <a:chOff x="0" y="0"/>
          <a:chExt cx="0" cy="0"/>
        </a:xfrm>
      </p:grpSpPr>
      <p:sp>
        <p:nvSpPr>
          <p:cNvPr id="172" name="Google Shape;172;p59"/>
          <p:cNvSpPr txBox="1">
            <a:spLocks noGrp="1"/>
          </p:cNvSpPr>
          <p:nvPr>
            <p:ph type="ctrTitle"/>
          </p:nvPr>
        </p:nvSpPr>
        <p:spPr>
          <a:xfrm>
            <a:off x="914400" y="2130450"/>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3" name="Google Shape;173;p59"/>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Times New Roman"/>
              <a:buNone/>
              <a:defRPr>
                <a:latin typeface="Times New Roman"/>
                <a:ea typeface="Times New Roman"/>
                <a:cs typeface="Times New Roman"/>
                <a:sym typeface="Times New Roman"/>
              </a:defRPr>
            </a:lvl1pPr>
            <a:lvl2pPr lvl="1" algn="ctr">
              <a:spcBef>
                <a:spcPts val="560"/>
              </a:spcBef>
              <a:spcAft>
                <a:spcPts val="0"/>
              </a:spcAft>
              <a:buClr>
                <a:schemeClr val="dk1"/>
              </a:buClr>
              <a:buSzPts val="2800"/>
              <a:buFont typeface="Times New Roman"/>
              <a:buNone/>
              <a:defRPr/>
            </a:lvl2pPr>
            <a:lvl3pPr lvl="2" algn="ctr">
              <a:spcBef>
                <a:spcPts val="480"/>
              </a:spcBef>
              <a:spcAft>
                <a:spcPts val="0"/>
              </a:spcAft>
              <a:buClr>
                <a:schemeClr val="dk1"/>
              </a:buClr>
              <a:buSzPts val="2400"/>
              <a:buFont typeface="Times New Roman"/>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a:endParaRPr/>
          </a:p>
        </p:txBody>
      </p:sp>
      <p:sp>
        <p:nvSpPr>
          <p:cNvPr id="174" name="Google Shape;174;p59"/>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5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59"/>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p60"/>
          <p:cNvSpPr txBox="1">
            <a:spLocks noGrp="1"/>
          </p:cNvSpPr>
          <p:nvPr>
            <p:ph type="title"/>
          </p:nvPr>
        </p:nvSpPr>
        <p:spPr>
          <a:xfrm>
            <a:off x="963084" y="4406925"/>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9" name="Google Shape;179;p60"/>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Times New Roman"/>
              <a:buNone/>
              <a:defRPr sz="2000">
                <a:latin typeface="Times New Roman"/>
                <a:ea typeface="Times New Roman"/>
                <a:cs typeface="Times New Roman"/>
                <a:sym typeface="Times New Roman"/>
              </a:defRPr>
            </a:lvl1pPr>
            <a:lvl2pPr marL="914400" lvl="1" indent="-228600" algn="l">
              <a:spcBef>
                <a:spcPts val="360"/>
              </a:spcBef>
              <a:spcAft>
                <a:spcPts val="0"/>
              </a:spcAft>
              <a:buClr>
                <a:schemeClr val="dk1"/>
              </a:buClr>
              <a:buSzPts val="1800"/>
              <a:buFont typeface="Times New Roman"/>
              <a:buNone/>
              <a:defRPr sz="1800"/>
            </a:lvl2pPr>
            <a:lvl3pPr marL="1371600" lvl="2" indent="-228600" algn="l">
              <a:spcBef>
                <a:spcPts val="320"/>
              </a:spcBef>
              <a:spcAft>
                <a:spcPts val="0"/>
              </a:spcAft>
              <a:buClr>
                <a:schemeClr val="dk1"/>
              </a:buClr>
              <a:buSzPts val="1600"/>
              <a:buFont typeface="Times New Roman"/>
              <a:buNone/>
              <a:defRPr sz="1600"/>
            </a:lvl3pPr>
            <a:lvl4pPr marL="1828800" lvl="3" indent="-228600" algn="l">
              <a:spcBef>
                <a:spcPts val="280"/>
              </a:spcBef>
              <a:spcAft>
                <a:spcPts val="0"/>
              </a:spcAft>
              <a:buClr>
                <a:schemeClr val="dk1"/>
              </a:buClr>
              <a:buSzPts val="1400"/>
              <a:buFont typeface="Times New Roman"/>
              <a:buNone/>
              <a:defRPr sz="1400"/>
            </a:lvl4pPr>
            <a:lvl5pPr marL="2286000" lvl="4" indent="-228600" algn="l">
              <a:spcBef>
                <a:spcPts val="280"/>
              </a:spcBef>
              <a:spcAft>
                <a:spcPts val="0"/>
              </a:spcAft>
              <a:buClr>
                <a:schemeClr val="dk1"/>
              </a:buClr>
              <a:buSzPts val="1400"/>
              <a:buFont typeface="Times New Roman"/>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180" name="Google Shape;180;p60"/>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6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p60"/>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3"/>
        <p:cNvGrpSpPr/>
        <p:nvPr/>
      </p:nvGrpSpPr>
      <p:grpSpPr>
        <a:xfrm>
          <a:off x="0" y="0"/>
          <a:ext cx="0" cy="0"/>
          <a:chOff x="0" y="0"/>
          <a:chExt cx="0" cy="0"/>
        </a:xfrm>
      </p:grpSpPr>
      <p:sp>
        <p:nvSpPr>
          <p:cNvPr id="184" name="Google Shape;184;p6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5" name="Google Shape;185;p61"/>
          <p:cNvSpPr txBox="1">
            <a:spLocks noGrp="1"/>
          </p:cNvSpPr>
          <p:nvPr>
            <p:ph type="body" idx="1"/>
          </p:nvPr>
        </p:nvSpPr>
        <p:spPr>
          <a:xfrm>
            <a:off x="609600" y="1600206"/>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Times New Roman"/>
              <a:buChar char="•"/>
              <a:defRPr sz="2800">
                <a:latin typeface="Times New Roman"/>
                <a:ea typeface="Times New Roman"/>
                <a:cs typeface="Times New Roman"/>
                <a:sym typeface="Times New Roman"/>
              </a:defRPr>
            </a:lvl1pPr>
            <a:lvl2pPr marL="914400" lvl="1" indent="-381000" algn="l">
              <a:spcBef>
                <a:spcPts val="480"/>
              </a:spcBef>
              <a:spcAft>
                <a:spcPts val="0"/>
              </a:spcAft>
              <a:buClr>
                <a:schemeClr val="dk1"/>
              </a:buClr>
              <a:buSzPts val="2400"/>
              <a:buFont typeface="Times New Roman"/>
              <a:buChar char="–"/>
              <a:defRPr sz="2400">
                <a:latin typeface="Times New Roman"/>
                <a:ea typeface="Times New Roman"/>
                <a:cs typeface="Times New Roman"/>
                <a:sym typeface="Times New Roman"/>
              </a:defRPr>
            </a:lvl2pPr>
            <a:lvl3pPr marL="1371600" lvl="2" indent="-355600" algn="l">
              <a:spcBef>
                <a:spcPts val="400"/>
              </a:spcBef>
              <a:spcAft>
                <a:spcPts val="0"/>
              </a:spcAft>
              <a:buClr>
                <a:schemeClr val="dk1"/>
              </a:buClr>
              <a:buSzPts val="2000"/>
              <a:buFont typeface="Times New Roman"/>
              <a:buChar char="•"/>
              <a:defRPr sz="2000">
                <a:latin typeface="Times New Roman"/>
                <a:ea typeface="Times New Roman"/>
                <a:cs typeface="Times New Roman"/>
                <a:sym typeface="Times New Roman"/>
              </a:defRPr>
            </a:lvl3pPr>
            <a:lvl4pPr marL="1828800" lvl="3" indent="-342900" algn="l">
              <a:spcBef>
                <a:spcPts val="360"/>
              </a:spcBef>
              <a:spcAft>
                <a:spcPts val="0"/>
              </a:spcAft>
              <a:buClr>
                <a:schemeClr val="dk1"/>
              </a:buClr>
              <a:buSzPts val="1800"/>
              <a:buFont typeface="Times New Roman"/>
              <a:buChar char="–"/>
              <a:defRPr sz="1800">
                <a:latin typeface="Times New Roman"/>
                <a:ea typeface="Times New Roman"/>
                <a:cs typeface="Times New Roman"/>
                <a:sym typeface="Times New Roman"/>
              </a:defRPr>
            </a:lvl4pPr>
            <a:lvl5pPr marL="2286000" lvl="4" indent="-342900" algn="l">
              <a:spcBef>
                <a:spcPts val="360"/>
              </a:spcBef>
              <a:spcAft>
                <a:spcPts val="0"/>
              </a:spcAft>
              <a:buClr>
                <a:schemeClr val="dk1"/>
              </a:buClr>
              <a:buSzPts val="1800"/>
              <a:buFont typeface="Times New Roman"/>
              <a:buChar char="»"/>
              <a:defRPr sz="18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86" name="Google Shape;186;p61"/>
          <p:cNvSpPr txBox="1">
            <a:spLocks noGrp="1"/>
          </p:cNvSpPr>
          <p:nvPr>
            <p:ph type="body" idx="2"/>
          </p:nvPr>
        </p:nvSpPr>
        <p:spPr>
          <a:xfrm>
            <a:off x="6197600" y="1600206"/>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Times New Roman"/>
              <a:buChar char="•"/>
              <a:defRPr sz="2800">
                <a:latin typeface="Times New Roman"/>
                <a:ea typeface="Times New Roman"/>
                <a:cs typeface="Times New Roman"/>
                <a:sym typeface="Times New Roman"/>
              </a:defRPr>
            </a:lvl1pPr>
            <a:lvl2pPr marL="914400" lvl="1" indent="-381000" algn="l">
              <a:spcBef>
                <a:spcPts val="480"/>
              </a:spcBef>
              <a:spcAft>
                <a:spcPts val="0"/>
              </a:spcAft>
              <a:buClr>
                <a:schemeClr val="dk1"/>
              </a:buClr>
              <a:buSzPts val="2400"/>
              <a:buFont typeface="Times New Roman"/>
              <a:buChar char="–"/>
              <a:defRPr sz="2400">
                <a:latin typeface="Times New Roman"/>
                <a:ea typeface="Times New Roman"/>
                <a:cs typeface="Times New Roman"/>
                <a:sym typeface="Times New Roman"/>
              </a:defRPr>
            </a:lvl2pPr>
            <a:lvl3pPr marL="1371600" lvl="2" indent="-355600" algn="l">
              <a:spcBef>
                <a:spcPts val="400"/>
              </a:spcBef>
              <a:spcAft>
                <a:spcPts val="0"/>
              </a:spcAft>
              <a:buClr>
                <a:schemeClr val="dk1"/>
              </a:buClr>
              <a:buSzPts val="2000"/>
              <a:buFont typeface="Times New Roman"/>
              <a:buChar char="•"/>
              <a:defRPr sz="2000">
                <a:latin typeface="Times New Roman"/>
                <a:ea typeface="Times New Roman"/>
                <a:cs typeface="Times New Roman"/>
                <a:sym typeface="Times New Roman"/>
              </a:defRPr>
            </a:lvl3pPr>
            <a:lvl4pPr marL="1828800" lvl="3" indent="-342900" algn="l">
              <a:spcBef>
                <a:spcPts val="360"/>
              </a:spcBef>
              <a:spcAft>
                <a:spcPts val="0"/>
              </a:spcAft>
              <a:buClr>
                <a:schemeClr val="dk1"/>
              </a:buClr>
              <a:buSzPts val="1800"/>
              <a:buFont typeface="Times New Roman"/>
              <a:buChar char="–"/>
              <a:defRPr sz="1800">
                <a:latin typeface="Times New Roman"/>
                <a:ea typeface="Times New Roman"/>
                <a:cs typeface="Times New Roman"/>
                <a:sym typeface="Times New Roman"/>
              </a:defRPr>
            </a:lvl4pPr>
            <a:lvl5pPr marL="2286000" lvl="4" indent="-342900" algn="l">
              <a:spcBef>
                <a:spcPts val="360"/>
              </a:spcBef>
              <a:spcAft>
                <a:spcPts val="0"/>
              </a:spcAft>
              <a:buClr>
                <a:schemeClr val="dk1"/>
              </a:buClr>
              <a:buSzPts val="1800"/>
              <a:buFont typeface="Times New Roman"/>
              <a:buChar char="»"/>
              <a:defRPr sz="18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187" name="Google Shape;187;p61"/>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6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61"/>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0"/>
        <p:cNvGrpSpPr/>
        <p:nvPr/>
      </p:nvGrpSpPr>
      <p:grpSpPr>
        <a:xfrm>
          <a:off x="0" y="0"/>
          <a:ext cx="0" cy="0"/>
          <a:chOff x="0" y="0"/>
          <a:chExt cx="0" cy="0"/>
        </a:xfrm>
      </p:grpSpPr>
      <p:sp>
        <p:nvSpPr>
          <p:cNvPr id="191" name="Google Shape;191;p6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2" name="Google Shape;192;p62"/>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imes New Roman"/>
              <a:buNone/>
              <a:defRPr sz="2400" b="1">
                <a:latin typeface="Times New Roman"/>
                <a:ea typeface="Times New Roman"/>
                <a:cs typeface="Times New Roman"/>
                <a:sym typeface="Times New Roman"/>
              </a:defRPr>
            </a:lvl1pPr>
            <a:lvl2pPr marL="914400" lvl="1" indent="-228600" algn="l">
              <a:spcBef>
                <a:spcPts val="400"/>
              </a:spcBef>
              <a:spcAft>
                <a:spcPts val="0"/>
              </a:spcAft>
              <a:buClr>
                <a:schemeClr val="dk1"/>
              </a:buClr>
              <a:buSzPts val="2000"/>
              <a:buFont typeface="Times New Roman"/>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93" name="Google Shape;193;p62"/>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Times New Roman"/>
              <a:buChar char="•"/>
              <a:defRPr sz="2400">
                <a:latin typeface="Times New Roman"/>
                <a:ea typeface="Times New Roman"/>
                <a:cs typeface="Times New Roman"/>
                <a:sym typeface="Times New Roman"/>
              </a:defRPr>
            </a:lvl1pPr>
            <a:lvl2pPr marL="914400" lvl="1" indent="-355600" algn="l">
              <a:spcBef>
                <a:spcPts val="400"/>
              </a:spcBef>
              <a:spcAft>
                <a:spcPts val="0"/>
              </a:spcAft>
              <a:buClr>
                <a:schemeClr val="dk1"/>
              </a:buClr>
              <a:buSzPts val="2000"/>
              <a:buFont typeface="Times New Roman"/>
              <a:buChar char="–"/>
              <a:defRPr sz="2000">
                <a:latin typeface="Times New Roman"/>
                <a:ea typeface="Times New Roman"/>
                <a:cs typeface="Times New Roman"/>
                <a:sym typeface="Times New Roman"/>
              </a:defRPr>
            </a:lvl2pPr>
            <a:lvl3pPr marL="1371600" lvl="2" indent="-342900" algn="l">
              <a:spcBef>
                <a:spcPts val="360"/>
              </a:spcBef>
              <a:spcAft>
                <a:spcPts val="0"/>
              </a:spcAft>
              <a:buClr>
                <a:schemeClr val="dk1"/>
              </a:buClr>
              <a:buSzPts val="1800"/>
              <a:buFont typeface="Times New Roman"/>
              <a:buChar char="•"/>
              <a:defRPr sz="1800">
                <a:latin typeface="Times New Roman"/>
                <a:ea typeface="Times New Roman"/>
                <a:cs typeface="Times New Roman"/>
                <a:sym typeface="Times New Roman"/>
              </a:defRPr>
            </a:lvl3pPr>
            <a:lvl4pPr marL="1828800" lvl="3" indent="-330200" algn="l">
              <a:spcBef>
                <a:spcPts val="320"/>
              </a:spcBef>
              <a:spcAft>
                <a:spcPts val="0"/>
              </a:spcAft>
              <a:buClr>
                <a:schemeClr val="dk1"/>
              </a:buClr>
              <a:buSzPts val="1600"/>
              <a:buFont typeface="Times New Roman"/>
              <a:buChar char="–"/>
              <a:defRPr sz="1600">
                <a:latin typeface="Times New Roman"/>
                <a:ea typeface="Times New Roman"/>
                <a:cs typeface="Times New Roman"/>
                <a:sym typeface="Times New Roman"/>
              </a:defRPr>
            </a:lvl4pPr>
            <a:lvl5pPr marL="2286000" lvl="4" indent="-330200" algn="l">
              <a:spcBef>
                <a:spcPts val="320"/>
              </a:spcBef>
              <a:spcAft>
                <a:spcPts val="0"/>
              </a:spcAft>
              <a:buClr>
                <a:schemeClr val="dk1"/>
              </a:buClr>
              <a:buSzPts val="1600"/>
              <a:buFont typeface="Times New Roman"/>
              <a:buChar char="»"/>
              <a:defRPr sz="1600">
                <a:latin typeface="Times New Roman"/>
                <a:ea typeface="Times New Roman"/>
                <a:cs typeface="Times New Roman"/>
                <a:sym typeface="Times New Roman"/>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94" name="Google Shape;194;p62"/>
          <p:cNvSpPr txBox="1">
            <a:spLocks noGrp="1"/>
          </p:cNvSpPr>
          <p:nvPr>
            <p:ph type="body" idx="3"/>
          </p:nvPr>
        </p:nvSpPr>
        <p:spPr>
          <a:xfrm>
            <a:off x="6193384"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imes New Roman"/>
              <a:buNone/>
              <a:defRPr sz="2400" b="1">
                <a:latin typeface="Times New Roman"/>
                <a:ea typeface="Times New Roman"/>
                <a:cs typeface="Times New Roman"/>
                <a:sym typeface="Times New Roman"/>
              </a:defRPr>
            </a:lvl1pPr>
            <a:lvl2pPr marL="914400" lvl="1" indent="-228600" algn="l">
              <a:spcBef>
                <a:spcPts val="400"/>
              </a:spcBef>
              <a:spcAft>
                <a:spcPts val="0"/>
              </a:spcAft>
              <a:buClr>
                <a:schemeClr val="dk1"/>
              </a:buClr>
              <a:buSzPts val="2000"/>
              <a:buFont typeface="Times New Roman"/>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195" name="Google Shape;195;p62"/>
          <p:cNvSpPr txBox="1">
            <a:spLocks noGrp="1"/>
          </p:cNvSpPr>
          <p:nvPr>
            <p:ph type="body" idx="4"/>
          </p:nvPr>
        </p:nvSpPr>
        <p:spPr>
          <a:xfrm>
            <a:off x="6193384"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Times New Roman"/>
              <a:buChar char="•"/>
              <a:defRPr sz="2400">
                <a:latin typeface="Times New Roman"/>
                <a:ea typeface="Times New Roman"/>
                <a:cs typeface="Times New Roman"/>
                <a:sym typeface="Times New Roman"/>
              </a:defRPr>
            </a:lvl1pPr>
            <a:lvl2pPr marL="914400" lvl="1" indent="-355600" algn="l">
              <a:spcBef>
                <a:spcPts val="400"/>
              </a:spcBef>
              <a:spcAft>
                <a:spcPts val="0"/>
              </a:spcAft>
              <a:buClr>
                <a:schemeClr val="dk1"/>
              </a:buClr>
              <a:buSzPts val="2000"/>
              <a:buFont typeface="Times New Roman"/>
              <a:buChar char="–"/>
              <a:defRPr sz="2000">
                <a:latin typeface="Times New Roman"/>
                <a:ea typeface="Times New Roman"/>
                <a:cs typeface="Times New Roman"/>
                <a:sym typeface="Times New Roman"/>
              </a:defRPr>
            </a:lvl2pPr>
            <a:lvl3pPr marL="1371600" lvl="2" indent="-342900" algn="l">
              <a:spcBef>
                <a:spcPts val="360"/>
              </a:spcBef>
              <a:spcAft>
                <a:spcPts val="0"/>
              </a:spcAft>
              <a:buClr>
                <a:schemeClr val="dk1"/>
              </a:buClr>
              <a:buSzPts val="1800"/>
              <a:buFont typeface="Times New Roman"/>
              <a:buChar char="•"/>
              <a:defRPr sz="1800">
                <a:latin typeface="Times New Roman"/>
                <a:ea typeface="Times New Roman"/>
                <a:cs typeface="Times New Roman"/>
                <a:sym typeface="Times New Roman"/>
              </a:defRPr>
            </a:lvl3pPr>
            <a:lvl4pPr marL="1828800" lvl="3" indent="-330200" algn="l">
              <a:spcBef>
                <a:spcPts val="320"/>
              </a:spcBef>
              <a:spcAft>
                <a:spcPts val="0"/>
              </a:spcAft>
              <a:buClr>
                <a:schemeClr val="dk1"/>
              </a:buClr>
              <a:buSzPts val="1600"/>
              <a:buFont typeface="Times New Roman"/>
              <a:buChar char="–"/>
              <a:defRPr sz="1600">
                <a:latin typeface="Times New Roman"/>
                <a:ea typeface="Times New Roman"/>
                <a:cs typeface="Times New Roman"/>
                <a:sym typeface="Times New Roman"/>
              </a:defRPr>
            </a:lvl4pPr>
            <a:lvl5pPr marL="2286000" lvl="4" indent="-330200" algn="l">
              <a:spcBef>
                <a:spcPts val="320"/>
              </a:spcBef>
              <a:spcAft>
                <a:spcPts val="0"/>
              </a:spcAft>
              <a:buClr>
                <a:schemeClr val="dk1"/>
              </a:buClr>
              <a:buSzPts val="1600"/>
              <a:buFont typeface="Times New Roman"/>
              <a:buChar char="»"/>
              <a:defRPr sz="1600">
                <a:latin typeface="Times New Roman"/>
                <a:ea typeface="Times New Roman"/>
                <a:cs typeface="Times New Roman"/>
                <a:sym typeface="Times New Roman"/>
              </a:defRPr>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96" name="Google Shape;196;p62"/>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p6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62"/>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9"/>
        <p:cNvGrpSpPr/>
        <p:nvPr/>
      </p:nvGrpSpPr>
      <p:grpSpPr>
        <a:xfrm>
          <a:off x="0" y="0"/>
          <a:ext cx="0" cy="0"/>
          <a:chOff x="0" y="0"/>
          <a:chExt cx="0" cy="0"/>
        </a:xfrm>
      </p:grpSpPr>
      <p:sp>
        <p:nvSpPr>
          <p:cNvPr id="200" name="Google Shape;200;p6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1" name="Google Shape;201;p63"/>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6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63"/>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4"/>
        <p:cNvGrpSpPr/>
        <p:nvPr/>
      </p:nvGrpSpPr>
      <p:grpSpPr>
        <a:xfrm>
          <a:off x="0" y="0"/>
          <a:ext cx="0" cy="0"/>
          <a:chOff x="0" y="0"/>
          <a:chExt cx="0" cy="0"/>
        </a:xfrm>
      </p:grpSpPr>
      <p:sp>
        <p:nvSpPr>
          <p:cNvPr id="205" name="Google Shape;205;p64"/>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6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64"/>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8"/>
        <p:cNvGrpSpPr/>
        <p:nvPr/>
      </p:nvGrpSpPr>
      <p:grpSpPr>
        <a:xfrm>
          <a:off x="0" y="0"/>
          <a:ext cx="0" cy="0"/>
          <a:chOff x="0" y="0"/>
          <a:chExt cx="0" cy="0"/>
        </a:xfrm>
      </p:grpSpPr>
      <p:sp>
        <p:nvSpPr>
          <p:cNvPr id="209" name="Google Shape;209;p65"/>
          <p:cNvSpPr txBox="1">
            <a:spLocks noGrp="1"/>
          </p:cNvSpPr>
          <p:nvPr>
            <p:ph type="title"/>
          </p:nvPr>
        </p:nvSpPr>
        <p:spPr>
          <a:xfrm>
            <a:off x="609603"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0" name="Google Shape;210;p65"/>
          <p:cNvSpPr txBox="1">
            <a:spLocks noGrp="1"/>
          </p:cNvSpPr>
          <p:nvPr>
            <p:ph type="body" idx="1"/>
          </p:nvPr>
        </p:nvSpPr>
        <p:spPr>
          <a:xfrm>
            <a:off x="4766733" y="273075"/>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imes New Roman"/>
              <a:buChar char="•"/>
              <a:defRPr sz="3200">
                <a:latin typeface="Times New Roman"/>
                <a:ea typeface="Times New Roman"/>
                <a:cs typeface="Times New Roman"/>
                <a:sym typeface="Times New Roman"/>
              </a:defRPr>
            </a:lvl1pPr>
            <a:lvl2pPr marL="914400" lvl="1" indent="-406400" algn="l">
              <a:spcBef>
                <a:spcPts val="560"/>
              </a:spcBef>
              <a:spcAft>
                <a:spcPts val="0"/>
              </a:spcAft>
              <a:buClr>
                <a:schemeClr val="dk1"/>
              </a:buClr>
              <a:buSzPts val="2800"/>
              <a:buFont typeface="Times New Roman"/>
              <a:buChar char="–"/>
              <a:defRPr sz="2800">
                <a:latin typeface="Times New Roman"/>
                <a:ea typeface="Times New Roman"/>
                <a:cs typeface="Times New Roman"/>
                <a:sym typeface="Times New Roman"/>
              </a:defRPr>
            </a:lvl2pPr>
            <a:lvl3pPr marL="1371600" lvl="2" indent="-381000" algn="l">
              <a:spcBef>
                <a:spcPts val="480"/>
              </a:spcBef>
              <a:spcAft>
                <a:spcPts val="0"/>
              </a:spcAft>
              <a:buClr>
                <a:schemeClr val="dk1"/>
              </a:buClr>
              <a:buSzPts val="2400"/>
              <a:buFont typeface="Times New Roman"/>
              <a:buChar char="•"/>
              <a:defRPr sz="2400">
                <a:latin typeface="Times New Roman"/>
                <a:ea typeface="Times New Roman"/>
                <a:cs typeface="Times New Roman"/>
                <a:sym typeface="Times New Roman"/>
              </a:defRPr>
            </a:lvl3pPr>
            <a:lvl4pPr marL="1828800" lvl="3" indent="-355600" algn="l">
              <a:spcBef>
                <a:spcPts val="400"/>
              </a:spcBef>
              <a:spcAft>
                <a:spcPts val="0"/>
              </a:spcAft>
              <a:buClr>
                <a:schemeClr val="dk1"/>
              </a:buClr>
              <a:buSzPts val="2000"/>
              <a:buFont typeface="Times New Roman"/>
              <a:buChar char="–"/>
              <a:defRPr sz="2000">
                <a:latin typeface="Times New Roman"/>
                <a:ea typeface="Times New Roman"/>
                <a:cs typeface="Times New Roman"/>
                <a:sym typeface="Times New Roman"/>
              </a:defRPr>
            </a:lvl4pPr>
            <a:lvl5pPr marL="2286000" lvl="4" indent="-355600" algn="l">
              <a:spcBef>
                <a:spcPts val="400"/>
              </a:spcBef>
              <a:spcAft>
                <a:spcPts val="0"/>
              </a:spcAft>
              <a:buClr>
                <a:schemeClr val="dk1"/>
              </a:buClr>
              <a:buSzPts val="2000"/>
              <a:buFont typeface="Times New Roman"/>
              <a:buChar char="»"/>
              <a:defRPr sz="2000">
                <a:latin typeface="Times New Roman"/>
                <a:ea typeface="Times New Roman"/>
                <a:cs typeface="Times New Roman"/>
                <a:sym typeface="Times New Roman"/>
              </a:defRPr>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211" name="Google Shape;211;p65"/>
          <p:cNvSpPr txBox="1">
            <a:spLocks noGrp="1"/>
          </p:cNvSpPr>
          <p:nvPr>
            <p:ph type="body" idx="2"/>
          </p:nvPr>
        </p:nvSpPr>
        <p:spPr>
          <a:xfrm>
            <a:off x="609603" y="1435103"/>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Times New Roman"/>
              <a:buNone/>
              <a:defRPr sz="1400">
                <a:latin typeface="Times New Roman"/>
                <a:ea typeface="Times New Roman"/>
                <a:cs typeface="Times New Roman"/>
                <a:sym typeface="Times New Roman"/>
              </a:defRPr>
            </a:lvl1pPr>
            <a:lvl2pPr marL="914400" lvl="1" indent="-228600" algn="l">
              <a:spcBef>
                <a:spcPts val="240"/>
              </a:spcBef>
              <a:spcAft>
                <a:spcPts val="0"/>
              </a:spcAft>
              <a:buClr>
                <a:schemeClr val="dk1"/>
              </a:buClr>
              <a:buSzPts val="1200"/>
              <a:buFont typeface="Times New Roman"/>
              <a:buNone/>
              <a:defRPr sz="1200"/>
            </a:lvl2pPr>
            <a:lvl3pPr marL="1371600" lvl="2" indent="-228600" algn="l">
              <a:spcBef>
                <a:spcPts val="200"/>
              </a:spcBef>
              <a:spcAft>
                <a:spcPts val="0"/>
              </a:spcAft>
              <a:buClr>
                <a:schemeClr val="dk1"/>
              </a:buClr>
              <a:buSzPts val="1000"/>
              <a:buFont typeface="Times New Roman"/>
              <a:buNone/>
              <a:defRPr sz="1000"/>
            </a:lvl3pPr>
            <a:lvl4pPr marL="1828800" lvl="3" indent="-228600" algn="l">
              <a:spcBef>
                <a:spcPts val="180"/>
              </a:spcBef>
              <a:spcAft>
                <a:spcPts val="0"/>
              </a:spcAft>
              <a:buClr>
                <a:schemeClr val="dk1"/>
              </a:buClr>
              <a:buSzPts val="900"/>
              <a:buFont typeface="Times New Roman"/>
              <a:buNone/>
              <a:defRPr sz="900"/>
            </a:lvl4pPr>
            <a:lvl5pPr marL="2286000" lvl="4" indent="-228600" algn="l">
              <a:spcBef>
                <a:spcPts val="180"/>
              </a:spcBef>
              <a:spcAft>
                <a:spcPts val="0"/>
              </a:spcAft>
              <a:buClr>
                <a:schemeClr val="dk1"/>
              </a:buClr>
              <a:buSzPts val="900"/>
              <a:buFont typeface="Times New Roman"/>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212" name="Google Shape;212;p6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6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65"/>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5"/>
        <p:cNvGrpSpPr/>
        <p:nvPr/>
      </p:nvGrpSpPr>
      <p:grpSpPr>
        <a:xfrm>
          <a:off x="0" y="0"/>
          <a:ext cx="0" cy="0"/>
          <a:chOff x="0" y="0"/>
          <a:chExt cx="0" cy="0"/>
        </a:xfrm>
      </p:grpSpPr>
      <p:sp>
        <p:nvSpPr>
          <p:cNvPr id="216" name="Google Shape;216;p66"/>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7" name="Google Shape;217;p66"/>
          <p:cNvSpPr>
            <a:spLocks noGrp="1"/>
          </p:cNvSpPr>
          <p:nvPr>
            <p:ph type="pic" idx="2"/>
          </p:nvPr>
        </p:nvSpPr>
        <p:spPr>
          <a:xfrm>
            <a:off x="2389717" y="612775"/>
            <a:ext cx="73152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Times New Roman"/>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218" name="Google Shape;218;p66"/>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Times New Roman"/>
              <a:buNone/>
              <a:defRPr sz="1400">
                <a:latin typeface="Times New Roman"/>
                <a:ea typeface="Times New Roman"/>
                <a:cs typeface="Times New Roman"/>
                <a:sym typeface="Times New Roman"/>
              </a:defRPr>
            </a:lvl1pPr>
            <a:lvl2pPr marL="914400" lvl="1" indent="-228600" algn="l">
              <a:spcBef>
                <a:spcPts val="240"/>
              </a:spcBef>
              <a:spcAft>
                <a:spcPts val="0"/>
              </a:spcAft>
              <a:buClr>
                <a:schemeClr val="dk1"/>
              </a:buClr>
              <a:buSzPts val="1200"/>
              <a:buFont typeface="Times New Roman"/>
              <a:buNone/>
              <a:defRPr sz="1200"/>
            </a:lvl2pPr>
            <a:lvl3pPr marL="1371600" lvl="2" indent="-228600" algn="l">
              <a:spcBef>
                <a:spcPts val="200"/>
              </a:spcBef>
              <a:spcAft>
                <a:spcPts val="0"/>
              </a:spcAft>
              <a:buClr>
                <a:schemeClr val="dk1"/>
              </a:buClr>
              <a:buSzPts val="1000"/>
              <a:buFont typeface="Times New Roman"/>
              <a:buNone/>
              <a:defRPr sz="1000"/>
            </a:lvl3pPr>
            <a:lvl4pPr marL="1828800" lvl="3" indent="-228600" algn="l">
              <a:spcBef>
                <a:spcPts val="180"/>
              </a:spcBef>
              <a:spcAft>
                <a:spcPts val="0"/>
              </a:spcAft>
              <a:buClr>
                <a:schemeClr val="dk1"/>
              </a:buClr>
              <a:buSzPts val="900"/>
              <a:buFont typeface="Times New Roman"/>
              <a:buNone/>
              <a:defRPr sz="900"/>
            </a:lvl4pPr>
            <a:lvl5pPr marL="2286000" lvl="4" indent="-228600" algn="l">
              <a:spcBef>
                <a:spcPts val="180"/>
              </a:spcBef>
              <a:spcAft>
                <a:spcPts val="0"/>
              </a:spcAft>
              <a:buClr>
                <a:schemeClr val="dk1"/>
              </a:buClr>
              <a:buSzPts val="900"/>
              <a:buFont typeface="Times New Roman"/>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219" name="Google Shape;219;p6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6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66"/>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2"/>
        <p:cNvGrpSpPr/>
        <p:nvPr/>
      </p:nvGrpSpPr>
      <p:grpSpPr>
        <a:xfrm>
          <a:off x="0" y="0"/>
          <a:ext cx="0" cy="0"/>
          <a:chOff x="0" y="0"/>
          <a:chExt cx="0" cy="0"/>
        </a:xfrm>
      </p:grpSpPr>
      <p:sp>
        <p:nvSpPr>
          <p:cNvPr id="223" name="Google Shape;223;p6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4" name="Google Shape;224;p67"/>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imes New Roman"/>
              <a:buChar char="•"/>
              <a:defRPr>
                <a:latin typeface="Times New Roman"/>
                <a:ea typeface="Times New Roman"/>
                <a:cs typeface="Times New Roman"/>
                <a:sym typeface="Times New Roman"/>
              </a:defRPr>
            </a:lvl1pPr>
            <a:lvl2pPr marL="914400" lvl="1" indent="-406400" algn="l">
              <a:spcBef>
                <a:spcPts val="560"/>
              </a:spcBef>
              <a:spcAft>
                <a:spcPts val="0"/>
              </a:spcAft>
              <a:buClr>
                <a:schemeClr val="dk1"/>
              </a:buClr>
              <a:buSzPts val="2800"/>
              <a:buFont typeface="Times New Roman"/>
              <a:buChar char="–"/>
              <a:defRPr>
                <a:latin typeface="Times New Roman"/>
                <a:ea typeface="Times New Roman"/>
                <a:cs typeface="Times New Roman"/>
                <a:sym typeface="Times New Roman"/>
              </a:defRPr>
            </a:lvl2pPr>
            <a:lvl3pPr marL="1371600" lvl="2" indent="-381000" algn="l">
              <a:spcBef>
                <a:spcPts val="480"/>
              </a:spcBef>
              <a:spcAft>
                <a:spcPts val="0"/>
              </a:spcAft>
              <a:buClr>
                <a:schemeClr val="dk1"/>
              </a:buClr>
              <a:buSzPts val="2400"/>
              <a:buFont typeface="Times New Roman"/>
              <a:buChar char="•"/>
              <a:defRPr>
                <a:latin typeface="Times New Roman"/>
                <a:ea typeface="Times New Roman"/>
                <a:cs typeface="Times New Roman"/>
                <a:sym typeface="Times New Roman"/>
              </a:defRPr>
            </a:lvl3pPr>
            <a:lvl4pPr marL="1828800" lvl="3" indent="-355600" algn="l">
              <a:spcBef>
                <a:spcPts val="400"/>
              </a:spcBef>
              <a:spcAft>
                <a:spcPts val="0"/>
              </a:spcAft>
              <a:buClr>
                <a:schemeClr val="dk1"/>
              </a:buClr>
              <a:buSzPts val="2000"/>
              <a:buFont typeface="Times New Roman"/>
              <a:buChar char="–"/>
              <a:defRPr>
                <a:latin typeface="Times New Roman"/>
                <a:ea typeface="Times New Roman"/>
                <a:cs typeface="Times New Roman"/>
                <a:sym typeface="Times New Roman"/>
              </a:defRPr>
            </a:lvl4pPr>
            <a:lvl5pPr marL="2286000" lvl="4" indent="-355600" algn="l">
              <a:spcBef>
                <a:spcPts val="400"/>
              </a:spcBef>
              <a:spcAft>
                <a:spcPts val="0"/>
              </a:spcAft>
              <a:buClr>
                <a:schemeClr val="dk1"/>
              </a:buClr>
              <a:buSzPts val="2000"/>
              <a:buFont typeface="Times New Roman"/>
              <a:buChar char="»"/>
              <a:defRPr>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5" name="Google Shape;225;p6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6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67"/>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8"/>
        <p:cNvGrpSpPr/>
        <p:nvPr/>
      </p:nvGrpSpPr>
      <p:grpSpPr>
        <a:xfrm>
          <a:off x="0" y="0"/>
          <a:ext cx="0" cy="0"/>
          <a:chOff x="0" y="0"/>
          <a:chExt cx="0" cy="0"/>
        </a:xfrm>
      </p:grpSpPr>
      <p:sp>
        <p:nvSpPr>
          <p:cNvPr id="229" name="Google Shape;229;p68"/>
          <p:cNvSpPr txBox="1">
            <a:spLocks noGrp="1"/>
          </p:cNvSpPr>
          <p:nvPr>
            <p:ph type="title"/>
          </p:nvPr>
        </p:nvSpPr>
        <p:spPr>
          <a:xfrm rot="5400000">
            <a:off x="7285037" y="1828826"/>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0" name="Google Shape;230;p68"/>
          <p:cNvSpPr txBox="1">
            <a:spLocks noGrp="1"/>
          </p:cNvSpPr>
          <p:nvPr>
            <p:ph type="body" idx="1"/>
          </p:nvPr>
        </p:nvSpPr>
        <p:spPr>
          <a:xfrm rot="5400000">
            <a:off x="1697037" y="-812775"/>
            <a:ext cx="5851525" cy="8026400"/>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imes New Roman"/>
              <a:buChar char="•"/>
              <a:defRPr>
                <a:latin typeface="Times New Roman"/>
                <a:ea typeface="Times New Roman"/>
                <a:cs typeface="Times New Roman"/>
                <a:sym typeface="Times New Roman"/>
              </a:defRPr>
            </a:lvl1pPr>
            <a:lvl2pPr marL="914400" lvl="1" indent="-406400" algn="l">
              <a:spcBef>
                <a:spcPts val="560"/>
              </a:spcBef>
              <a:spcAft>
                <a:spcPts val="0"/>
              </a:spcAft>
              <a:buClr>
                <a:schemeClr val="dk1"/>
              </a:buClr>
              <a:buSzPts val="2800"/>
              <a:buFont typeface="Times New Roman"/>
              <a:buChar char="–"/>
              <a:defRPr>
                <a:latin typeface="Times New Roman"/>
                <a:ea typeface="Times New Roman"/>
                <a:cs typeface="Times New Roman"/>
                <a:sym typeface="Times New Roman"/>
              </a:defRPr>
            </a:lvl2pPr>
            <a:lvl3pPr marL="1371600" lvl="2" indent="-381000" algn="l">
              <a:spcBef>
                <a:spcPts val="480"/>
              </a:spcBef>
              <a:spcAft>
                <a:spcPts val="0"/>
              </a:spcAft>
              <a:buClr>
                <a:schemeClr val="dk1"/>
              </a:buClr>
              <a:buSzPts val="2400"/>
              <a:buFont typeface="Times New Roman"/>
              <a:buChar char="•"/>
              <a:defRPr>
                <a:latin typeface="Times New Roman"/>
                <a:ea typeface="Times New Roman"/>
                <a:cs typeface="Times New Roman"/>
                <a:sym typeface="Times New Roman"/>
              </a:defRPr>
            </a:lvl3pPr>
            <a:lvl4pPr marL="1828800" lvl="3" indent="-355600" algn="l">
              <a:spcBef>
                <a:spcPts val="400"/>
              </a:spcBef>
              <a:spcAft>
                <a:spcPts val="0"/>
              </a:spcAft>
              <a:buClr>
                <a:schemeClr val="dk1"/>
              </a:buClr>
              <a:buSzPts val="2000"/>
              <a:buFont typeface="Times New Roman"/>
              <a:buChar char="–"/>
              <a:defRPr>
                <a:latin typeface="Times New Roman"/>
                <a:ea typeface="Times New Roman"/>
                <a:cs typeface="Times New Roman"/>
                <a:sym typeface="Times New Roman"/>
              </a:defRPr>
            </a:lvl4pPr>
            <a:lvl5pPr marL="2286000" lvl="4" indent="-355600" algn="l">
              <a:spcBef>
                <a:spcPts val="400"/>
              </a:spcBef>
              <a:spcAft>
                <a:spcPts val="0"/>
              </a:spcAft>
              <a:buClr>
                <a:schemeClr val="dk1"/>
              </a:buClr>
              <a:buSzPts val="2000"/>
              <a:buFont typeface="Times New Roman"/>
              <a:buChar char="»"/>
              <a:defRPr>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1" name="Google Shape;231;p68"/>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6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68"/>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1">
                <a:solidFill>
                  <a:srgbClr val="000000"/>
                </a:solidFill>
                <a:latin typeface="Times New Roman"/>
                <a:ea typeface="Times New Roman"/>
                <a:cs typeface="Times New Roman"/>
                <a:sym typeface="Times New Roman"/>
              </a:defRPr>
            </a:lvl1pPr>
            <a:lvl2pPr marL="0" marR="0" lvl="1" indent="0" algn="r">
              <a:spcBef>
                <a:spcPts val="0"/>
              </a:spcBef>
              <a:spcAft>
                <a:spcPts val="0"/>
              </a:spcAft>
              <a:buNone/>
              <a:defRPr sz="1400" b="1">
                <a:solidFill>
                  <a:srgbClr val="000000"/>
                </a:solidFill>
                <a:latin typeface="Times New Roman"/>
                <a:ea typeface="Times New Roman"/>
                <a:cs typeface="Times New Roman"/>
                <a:sym typeface="Times New Roman"/>
              </a:defRPr>
            </a:lvl2pPr>
            <a:lvl3pPr marL="0" marR="0" lvl="2" indent="0" algn="r">
              <a:spcBef>
                <a:spcPts val="0"/>
              </a:spcBef>
              <a:spcAft>
                <a:spcPts val="0"/>
              </a:spcAft>
              <a:buNone/>
              <a:defRPr sz="1400" b="1">
                <a:solidFill>
                  <a:srgbClr val="000000"/>
                </a:solidFill>
                <a:latin typeface="Times New Roman"/>
                <a:ea typeface="Times New Roman"/>
                <a:cs typeface="Times New Roman"/>
                <a:sym typeface="Times New Roman"/>
              </a:defRPr>
            </a:lvl3pPr>
            <a:lvl4pPr marL="0" marR="0" lvl="3" indent="0" algn="r">
              <a:spcBef>
                <a:spcPts val="0"/>
              </a:spcBef>
              <a:spcAft>
                <a:spcPts val="0"/>
              </a:spcAft>
              <a:buNone/>
              <a:defRPr sz="1400" b="1">
                <a:solidFill>
                  <a:srgbClr val="000000"/>
                </a:solidFill>
                <a:latin typeface="Times New Roman"/>
                <a:ea typeface="Times New Roman"/>
                <a:cs typeface="Times New Roman"/>
                <a:sym typeface="Times New Roman"/>
              </a:defRPr>
            </a:lvl4pPr>
            <a:lvl5pPr marL="0" marR="0" lvl="4" indent="0" algn="r">
              <a:spcBef>
                <a:spcPts val="0"/>
              </a:spcBef>
              <a:spcAft>
                <a:spcPts val="0"/>
              </a:spcAft>
              <a:buNone/>
              <a:defRPr sz="1400" b="1">
                <a:solidFill>
                  <a:srgbClr val="000000"/>
                </a:solidFill>
                <a:latin typeface="Times New Roman"/>
                <a:ea typeface="Times New Roman"/>
                <a:cs typeface="Times New Roman"/>
                <a:sym typeface="Times New Roman"/>
              </a:defRPr>
            </a:lvl5pPr>
            <a:lvl6pPr marL="0" marR="0" lvl="5" indent="0" algn="r">
              <a:spcBef>
                <a:spcPts val="0"/>
              </a:spcBef>
              <a:spcAft>
                <a:spcPts val="0"/>
              </a:spcAft>
              <a:buNone/>
              <a:defRPr sz="1400" b="1">
                <a:solidFill>
                  <a:srgbClr val="000000"/>
                </a:solidFill>
                <a:latin typeface="Times New Roman"/>
                <a:ea typeface="Times New Roman"/>
                <a:cs typeface="Times New Roman"/>
                <a:sym typeface="Times New Roman"/>
              </a:defRPr>
            </a:lvl6pPr>
            <a:lvl7pPr marL="0" marR="0" lvl="6" indent="0" algn="r">
              <a:spcBef>
                <a:spcPts val="0"/>
              </a:spcBef>
              <a:spcAft>
                <a:spcPts val="0"/>
              </a:spcAft>
              <a:buNone/>
              <a:defRPr sz="1400" b="1">
                <a:solidFill>
                  <a:srgbClr val="000000"/>
                </a:solidFill>
                <a:latin typeface="Times New Roman"/>
                <a:ea typeface="Times New Roman"/>
                <a:cs typeface="Times New Roman"/>
                <a:sym typeface="Times New Roman"/>
              </a:defRPr>
            </a:lvl7pPr>
            <a:lvl8pPr marL="0" marR="0" lvl="7" indent="0" algn="r">
              <a:spcBef>
                <a:spcPts val="0"/>
              </a:spcBef>
              <a:spcAft>
                <a:spcPts val="0"/>
              </a:spcAft>
              <a:buNone/>
              <a:defRPr sz="1400" b="1">
                <a:solidFill>
                  <a:srgbClr val="000000"/>
                </a:solidFill>
                <a:latin typeface="Times New Roman"/>
                <a:ea typeface="Times New Roman"/>
                <a:cs typeface="Times New Roman"/>
                <a:sym typeface="Times New Roman"/>
              </a:defRPr>
            </a:lvl8pPr>
            <a:lvl9pPr marL="0" marR="0" lvl="8" indent="0" algn="r">
              <a:spcBef>
                <a:spcPts val="0"/>
              </a:spcBef>
              <a:spcAft>
                <a:spcPts val="0"/>
              </a:spcAft>
              <a:buNone/>
              <a:defRPr sz="1400" b="1">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0"/>
        <p:cNvGrpSpPr/>
        <p:nvPr/>
      </p:nvGrpSpPr>
      <p:grpSpPr>
        <a:xfrm>
          <a:off x="0" y="0"/>
          <a:ext cx="0" cy="0"/>
          <a:chOff x="0" y="0"/>
          <a:chExt cx="0" cy="0"/>
        </a:xfrm>
      </p:grpSpPr>
      <p:sp>
        <p:nvSpPr>
          <p:cNvPr id="241" name="Google Shape;241;p5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2" name="Google Shape;242;p5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3" name="Google Shape;243;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6"/>
        <p:cNvGrpSpPr/>
        <p:nvPr/>
      </p:nvGrpSpPr>
      <p:grpSpPr>
        <a:xfrm>
          <a:off x="0" y="0"/>
          <a:ext cx="0" cy="0"/>
          <a:chOff x="0" y="0"/>
          <a:chExt cx="0" cy="0"/>
        </a:xfrm>
      </p:grpSpPr>
      <p:sp>
        <p:nvSpPr>
          <p:cNvPr id="247" name="Google Shape;247;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8" name="Google Shape;248;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2"/>
        <p:cNvGrpSpPr/>
        <p:nvPr/>
      </p:nvGrpSpPr>
      <p:grpSpPr>
        <a:xfrm>
          <a:off x="0" y="0"/>
          <a:ext cx="0" cy="0"/>
          <a:chOff x="0" y="0"/>
          <a:chExt cx="0" cy="0"/>
        </a:xfrm>
      </p:grpSpPr>
      <p:sp>
        <p:nvSpPr>
          <p:cNvPr id="253" name="Google Shape;253;p8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4" name="Google Shape;254;p8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55" name="Google Shape;255;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6" name="Google Shape;256;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8"/>
        <p:cNvGrpSpPr/>
        <p:nvPr/>
      </p:nvGrpSpPr>
      <p:grpSpPr>
        <a:xfrm>
          <a:off x="0" y="0"/>
          <a:ext cx="0" cy="0"/>
          <a:chOff x="0" y="0"/>
          <a:chExt cx="0" cy="0"/>
        </a:xfrm>
      </p:grpSpPr>
      <p:sp>
        <p:nvSpPr>
          <p:cNvPr id="259" name="Google Shape;259;p8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60" name="Google Shape;260;p8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1" name="Google Shape;261;p8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3" name="Google Shape;263;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4" name="Google Shape;264;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65"/>
        <p:cNvGrpSpPr/>
        <p:nvPr/>
      </p:nvGrpSpPr>
      <p:grpSpPr>
        <a:xfrm>
          <a:off x="0" y="0"/>
          <a:ext cx="0" cy="0"/>
          <a:chOff x="0" y="0"/>
          <a:chExt cx="0" cy="0"/>
        </a:xfrm>
      </p:grpSpPr>
      <p:sp>
        <p:nvSpPr>
          <p:cNvPr id="266" name="Google Shape;266;p9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67" name="Google Shape;267;p9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68" name="Google Shape;268;p9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9" name="Google Shape;269;p9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70" name="Google Shape;270;p9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1" name="Google Shape;271;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2" name="Google Shape;272;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3" name="Google Shape;273;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4"/>
        <p:cNvGrpSpPr/>
        <p:nvPr/>
      </p:nvGrpSpPr>
      <p:grpSpPr>
        <a:xfrm>
          <a:off x="0" y="0"/>
          <a:ext cx="0" cy="0"/>
          <a:chOff x="0" y="0"/>
          <a:chExt cx="0" cy="0"/>
        </a:xfrm>
      </p:grpSpPr>
      <p:sp>
        <p:nvSpPr>
          <p:cNvPr id="275" name="Google Shape;275;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76" name="Google Shape;276;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7" name="Google Shape;277;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8" name="Google Shape;278;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9"/>
        <p:cNvGrpSpPr/>
        <p:nvPr/>
      </p:nvGrpSpPr>
      <p:grpSpPr>
        <a:xfrm>
          <a:off x="0" y="0"/>
          <a:ext cx="0" cy="0"/>
          <a:chOff x="0" y="0"/>
          <a:chExt cx="0" cy="0"/>
        </a:xfrm>
      </p:grpSpPr>
      <p:sp>
        <p:nvSpPr>
          <p:cNvPr id="280" name="Google Shape;280;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2" name="Google Shape;282;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83"/>
        <p:cNvGrpSpPr/>
        <p:nvPr/>
      </p:nvGrpSpPr>
      <p:grpSpPr>
        <a:xfrm>
          <a:off x="0" y="0"/>
          <a:ext cx="0" cy="0"/>
          <a:chOff x="0" y="0"/>
          <a:chExt cx="0" cy="0"/>
        </a:xfrm>
      </p:grpSpPr>
      <p:sp>
        <p:nvSpPr>
          <p:cNvPr id="284" name="Google Shape;284;p9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5" name="Google Shape;285;p9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86" name="Google Shape;286;p9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87" name="Google Shape;287;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90"/>
        <p:cNvGrpSpPr/>
        <p:nvPr/>
      </p:nvGrpSpPr>
      <p:grpSpPr>
        <a:xfrm>
          <a:off x="0" y="0"/>
          <a:ext cx="0" cy="0"/>
          <a:chOff x="0" y="0"/>
          <a:chExt cx="0" cy="0"/>
        </a:xfrm>
      </p:grpSpPr>
      <p:sp>
        <p:nvSpPr>
          <p:cNvPr id="291" name="Google Shape;291;p9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2" name="Google Shape;292;p94"/>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293" name="Google Shape;293;p9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94" name="Google Shape;294;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6" name="Google Shape;296;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97"/>
        <p:cNvGrpSpPr/>
        <p:nvPr/>
      </p:nvGrpSpPr>
      <p:grpSpPr>
        <a:xfrm>
          <a:off x="0" y="0"/>
          <a:ext cx="0" cy="0"/>
          <a:chOff x="0" y="0"/>
          <a:chExt cx="0" cy="0"/>
        </a:xfrm>
      </p:grpSpPr>
      <p:sp>
        <p:nvSpPr>
          <p:cNvPr id="298" name="Google Shape;298;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9" name="Google Shape;299;p9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0" name="Google Shape;300;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1" name="Google Shape;301;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3"/>
        <p:cNvGrpSpPr/>
        <p:nvPr/>
      </p:nvGrpSpPr>
      <p:grpSpPr>
        <a:xfrm>
          <a:off x="0" y="0"/>
          <a:ext cx="0" cy="0"/>
          <a:chOff x="0" y="0"/>
          <a:chExt cx="0" cy="0"/>
        </a:xfrm>
      </p:grpSpPr>
      <p:sp>
        <p:nvSpPr>
          <p:cNvPr id="304" name="Google Shape;304;p9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5" name="Google Shape;305;p9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6" name="Google Shape;306;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15"/>
        <p:cNvGrpSpPr/>
        <p:nvPr/>
      </p:nvGrpSpPr>
      <p:grpSpPr>
        <a:xfrm>
          <a:off x="0" y="0"/>
          <a:ext cx="0" cy="0"/>
          <a:chOff x="0" y="0"/>
          <a:chExt cx="0" cy="0"/>
        </a:xfrm>
      </p:grpSpPr>
      <p:sp>
        <p:nvSpPr>
          <p:cNvPr id="316" name="Google Shape;316;p5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17" name="Google Shape;317;p5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8" name="Google Shape;318;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0" name="Google Shape;320;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1"/>
        <p:cNvGrpSpPr/>
        <p:nvPr/>
      </p:nvGrpSpPr>
      <p:grpSpPr>
        <a:xfrm>
          <a:off x="0" y="0"/>
          <a:ext cx="0" cy="0"/>
          <a:chOff x="0" y="0"/>
          <a:chExt cx="0" cy="0"/>
        </a:xfrm>
      </p:grpSpPr>
      <p:sp>
        <p:nvSpPr>
          <p:cNvPr id="322" name="Google Shape;322;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23" name="Google Shape;323;p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4" name="Google Shape;324;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6" name="Google Shape;326;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7"/>
        <p:cNvGrpSpPr/>
        <p:nvPr/>
      </p:nvGrpSpPr>
      <p:grpSpPr>
        <a:xfrm>
          <a:off x="0" y="0"/>
          <a:ext cx="0" cy="0"/>
          <a:chOff x="0" y="0"/>
          <a:chExt cx="0" cy="0"/>
        </a:xfrm>
      </p:grpSpPr>
      <p:sp>
        <p:nvSpPr>
          <p:cNvPr id="328" name="Google Shape;328;p9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29" name="Google Shape;329;p9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0" name="Google Shape;330;p9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9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3"/>
        <p:cNvGrpSpPr/>
        <p:nvPr/>
      </p:nvGrpSpPr>
      <p:grpSpPr>
        <a:xfrm>
          <a:off x="0" y="0"/>
          <a:ext cx="0" cy="0"/>
          <a:chOff x="0" y="0"/>
          <a:chExt cx="0" cy="0"/>
        </a:xfrm>
      </p:grpSpPr>
      <p:sp>
        <p:nvSpPr>
          <p:cNvPr id="334" name="Google Shape;334;p9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35" name="Google Shape;335;p9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6" name="Google Shape;336;p9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7" name="Google Shape;337;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9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9" name="Google Shape;339;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0"/>
        <p:cNvGrpSpPr/>
        <p:nvPr/>
      </p:nvGrpSpPr>
      <p:grpSpPr>
        <a:xfrm>
          <a:off x="0" y="0"/>
          <a:ext cx="0" cy="0"/>
          <a:chOff x="0" y="0"/>
          <a:chExt cx="0" cy="0"/>
        </a:xfrm>
      </p:grpSpPr>
      <p:sp>
        <p:nvSpPr>
          <p:cNvPr id="341" name="Google Shape;341;p10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42" name="Google Shape;342;p10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3" name="Google Shape;343;p10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4" name="Google Shape;344;p10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45" name="Google Shape;345;p10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6" name="Google Shape;346;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7" name="Google Shape;347;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8" name="Google Shape;348;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9"/>
        <p:cNvGrpSpPr/>
        <p:nvPr/>
      </p:nvGrpSpPr>
      <p:grpSpPr>
        <a:xfrm>
          <a:off x="0" y="0"/>
          <a:ext cx="0" cy="0"/>
          <a:chOff x="0" y="0"/>
          <a:chExt cx="0" cy="0"/>
        </a:xfrm>
      </p:grpSpPr>
      <p:sp>
        <p:nvSpPr>
          <p:cNvPr id="350" name="Google Shape;350;p10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1" name="Google Shape;351;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2" name="Google Shape;352;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3" name="Google Shape;353;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4"/>
        <p:cNvGrpSpPr/>
        <p:nvPr/>
      </p:nvGrpSpPr>
      <p:grpSpPr>
        <a:xfrm>
          <a:off x="0" y="0"/>
          <a:ext cx="0" cy="0"/>
          <a:chOff x="0" y="0"/>
          <a:chExt cx="0" cy="0"/>
        </a:xfrm>
      </p:grpSpPr>
      <p:sp>
        <p:nvSpPr>
          <p:cNvPr id="355" name="Google Shape;355;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6" name="Google Shape;356;p10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7" name="Google Shape;357;p10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58"/>
        <p:cNvGrpSpPr/>
        <p:nvPr/>
      </p:nvGrpSpPr>
      <p:grpSpPr>
        <a:xfrm>
          <a:off x="0" y="0"/>
          <a:ext cx="0" cy="0"/>
          <a:chOff x="0" y="0"/>
          <a:chExt cx="0" cy="0"/>
        </a:xfrm>
      </p:grpSpPr>
      <p:sp>
        <p:nvSpPr>
          <p:cNvPr id="359" name="Google Shape;359;p10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60" name="Google Shape;360;p10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61" name="Google Shape;361;p10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62" name="Google Shape;362;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3" name="Google Shape;363;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4" name="Google Shape;364;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65"/>
        <p:cNvGrpSpPr/>
        <p:nvPr/>
      </p:nvGrpSpPr>
      <p:grpSpPr>
        <a:xfrm>
          <a:off x="0" y="0"/>
          <a:ext cx="0" cy="0"/>
          <a:chOff x="0" y="0"/>
          <a:chExt cx="0" cy="0"/>
        </a:xfrm>
      </p:grpSpPr>
      <p:sp>
        <p:nvSpPr>
          <p:cNvPr id="366" name="Google Shape;366;p10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67" name="Google Shape;367;p104"/>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368" name="Google Shape;368;p10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69" name="Google Shape;369;p10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0" name="Google Shape;370;p10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1" name="Google Shape;371;p10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2"/>
        <p:cNvGrpSpPr/>
        <p:nvPr/>
      </p:nvGrpSpPr>
      <p:grpSpPr>
        <a:xfrm>
          <a:off x="0" y="0"/>
          <a:ext cx="0" cy="0"/>
          <a:chOff x="0" y="0"/>
          <a:chExt cx="0" cy="0"/>
        </a:xfrm>
      </p:grpSpPr>
      <p:sp>
        <p:nvSpPr>
          <p:cNvPr id="373" name="Google Shape;373;p10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74" name="Google Shape;374;p10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5" name="Google Shape;375;p10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6" name="Google Shape;376;p10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7" name="Google Shape;377;p10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78"/>
        <p:cNvGrpSpPr/>
        <p:nvPr/>
      </p:nvGrpSpPr>
      <p:grpSpPr>
        <a:xfrm>
          <a:off x="0" y="0"/>
          <a:ext cx="0" cy="0"/>
          <a:chOff x="0" y="0"/>
          <a:chExt cx="0" cy="0"/>
        </a:xfrm>
      </p:grpSpPr>
      <p:sp>
        <p:nvSpPr>
          <p:cNvPr id="379" name="Google Shape;379;p10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0" name="Google Shape;380;p10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1" name="Google Shape;381;p10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2" name="Google Shape;382;p10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898989"/>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3" name="Google Shape;383;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98989"/>
                </a:solidFill>
                <a:latin typeface="Arial"/>
                <a:ea typeface="Arial"/>
                <a:cs typeface="Arial"/>
                <a:sym typeface="Arial"/>
              </a:defRPr>
            </a:lvl1pPr>
            <a:lvl2pPr marL="0" marR="0" lvl="1" indent="0" algn="r">
              <a:spcBef>
                <a:spcPts val="0"/>
              </a:spcBef>
              <a:spcAft>
                <a:spcPts val="0"/>
              </a:spcAft>
              <a:buNone/>
              <a:defRPr sz="1200" b="1">
                <a:solidFill>
                  <a:srgbClr val="898989"/>
                </a:solidFill>
                <a:latin typeface="Arial"/>
                <a:ea typeface="Arial"/>
                <a:cs typeface="Arial"/>
                <a:sym typeface="Arial"/>
              </a:defRPr>
            </a:lvl2pPr>
            <a:lvl3pPr marL="0" marR="0" lvl="2" indent="0" algn="r">
              <a:spcBef>
                <a:spcPts val="0"/>
              </a:spcBef>
              <a:spcAft>
                <a:spcPts val="0"/>
              </a:spcAft>
              <a:buNone/>
              <a:defRPr sz="1200" b="1">
                <a:solidFill>
                  <a:srgbClr val="898989"/>
                </a:solidFill>
                <a:latin typeface="Arial"/>
                <a:ea typeface="Arial"/>
                <a:cs typeface="Arial"/>
                <a:sym typeface="Arial"/>
              </a:defRPr>
            </a:lvl3pPr>
            <a:lvl4pPr marL="0" marR="0" lvl="3" indent="0" algn="r">
              <a:spcBef>
                <a:spcPts val="0"/>
              </a:spcBef>
              <a:spcAft>
                <a:spcPts val="0"/>
              </a:spcAft>
              <a:buNone/>
              <a:defRPr sz="1200" b="1">
                <a:solidFill>
                  <a:srgbClr val="898989"/>
                </a:solidFill>
                <a:latin typeface="Arial"/>
                <a:ea typeface="Arial"/>
                <a:cs typeface="Arial"/>
                <a:sym typeface="Arial"/>
              </a:defRPr>
            </a:lvl4pPr>
            <a:lvl5pPr marL="0" marR="0" lvl="4" indent="0" algn="r">
              <a:spcBef>
                <a:spcPts val="0"/>
              </a:spcBef>
              <a:spcAft>
                <a:spcPts val="0"/>
              </a:spcAft>
              <a:buNone/>
              <a:defRPr sz="1200" b="1">
                <a:solidFill>
                  <a:srgbClr val="898989"/>
                </a:solidFill>
                <a:latin typeface="Arial"/>
                <a:ea typeface="Arial"/>
                <a:cs typeface="Arial"/>
                <a:sym typeface="Arial"/>
              </a:defRPr>
            </a:lvl5pPr>
            <a:lvl6pPr marL="0" marR="0" lvl="5" indent="0" algn="r">
              <a:spcBef>
                <a:spcPts val="0"/>
              </a:spcBef>
              <a:spcAft>
                <a:spcPts val="0"/>
              </a:spcAft>
              <a:buNone/>
              <a:defRPr sz="1200" b="1">
                <a:solidFill>
                  <a:srgbClr val="898989"/>
                </a:solidFill>
                <a:latin typeface="Arial"/>
                <a:ea typeface="Arial"/>
                <a:cs typeface="Arial"/>
                <a:sym typeface="Arial"/>
              </a:defRPr>
            </a:lvl6pPr>
            <a:lvl7pPr marL="0" marR="0" lvl="6" indent="0" algn="r">
              <a:spcBef>
                <a:spcPts val="0"/>
              </a:spcBef>
              <a:spcAft>
                <a:spcPts val="0"/>
              </a:spcAft>
              <a:buNone/>
              <a:defRPr sz="1200" b="1">
                <a:solidFill>
                  <a:srgbClr val="898989"/>
                </a:solidFill>
                <a:latin typeface="Arial"/>
                <a:ea typeface="Arial"/>
                <a:cs typeface="Arial"/>
                <a:sym typeface="Arial"/>
              </a:defRPr>
            </a:lvl7pPr>
            <a:lvl8pPr marL="0" marR="0" lvl="7" indent="0" algn="r">
              <a:spcBef>
                <a:spcPts val="0"/>
              </a:spcBef>
              <a:spcAft>
                <a:spcPts val="0"/>
              </a:spcAft>
              <a:buNone/>
              <a:defRPr sz="1200" b="1">
                <a:solidFill>
                  <a:srgbClr val="898989"/>
                </a:solidFill>
                <a:latin typeface="Arial"/>
                <a:ea typeface="Arial"/>
                <a:cs typeface="Arial"/>
                <a:sym typeface="Arial"/>
              </a:defRPr>
            </a:lvl8pPr>
            <a:lvl9pPr marL="0" marR="0" lvl="8" indent="0" algn="r">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92"/>
        <p:cNvGrpSpPr/>
        <p:nvPr/>
      </p:nvGrpSpPr>
      <p:grpSpPr>
        <a:xfrm>
          <a:off x="0" y="0"/>
          <a:ext cx="0" cy="0"/>
          <a:chOff x="0" y="0"/>
          <a:chExt cx="0" cy="0"/>
        </a:xfrm>
      </p:grpSpPr>
      <p:sp>
        <p:nvSpPr>
          <p:cNvPr id="393" name="Google Shape;393;p55"/>
          <p:cNvSpPr/>
          <p:nvPr/>
        </p:nvSpPr>
        <p:spPr>
          <a:xfrm>
            <a:off x="255588" y="265113"/>
            <a:ext cx="11684000" cy="6332537"/>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lnSpc>
                <a:spcPct val="80000"/>
              </a:lnSpc>
              <a:spcBef>
                <a:spcPts val="0"/>
              </a:spcBef>
              <a:spcAft>
                <a:spcPts val="0"/>
              </a:spcAft>
              <a:buClr>
                <a:schemeClr val="lt1"/>
              </a:buClr>
              <a:buSzPts val="1300"/>
              <a:buFont typeface="Arial"/>
              <a:buNone/>
            </a:pPr>
            <a:endParaRPr sz="1300" b="1">
              <a:solidFill>
                <a:srgbClr val="FFFFFF"/>
              </a:solidFill>
              <a:latin typeface="Times New Roman"/>
              <a:ea typeface="Times New Roman"/>
              <a:cs typeface="Times New Roman"/>
              <a:sym typeface="Times New Roman"/>
            </a:endParaRPr>
          </a:p>
        </p:txBody>
      </p:sp>
      <p:cxnSp>
        <p:nvCxnSpPr>
          <p:cNvPr id="394" name="Google Shape;394;p55"/>
          <p:cNvCxnSpPr/>
          <p:nvPr/>
        </p:nvCxnSpPr>
        <p:spPr>
          <a:xfrm>
            <a:off x="604838" y="1196975"/>
            <a:ext cx="10982325" cy="0"/>
          </a:xfrm>
          <a:prstGeom prst="straightConnector1">
            <a:avLst/>
          </a:prstGeom>
          <a:noFill/>
          <a:ln w="25400" cap="flat" cmpd="sng">
            <a:solidFill>
              <a:srgbClr val="D24726"/>
            </a:solidFill>
            <a:prstDash val="solid"/>
            <a:miter lim="800000"/>
            <a:headEnd type="none" w="sm" len="sm"/>
            <a:tailEnd type="none" w="sm" len="sm"/>
          </a:ln>
        </p:spPr>
      </p:cxnSp>
      <p:sp>
        <p:nvSpPr>
          <p:cNvPr id="395" name="Google Shape;395;p55"/>
          <p:cNvSpPr txBox="1">
            <a:spLocks noGrp="1"/>
          </p:cNvSpPr>
          <p:nvPr>
            <p:ph type="title"/>
          </p:nvPr>
        </p:nvSpPr>
        <p:spPr>
          <a:xfrm>
            <a:off x="521211" y="448056"/>
            <a:ext cx="6877120" cy="64008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2400">
                <a:solidFill>
                  <a:srgbClr val="3A383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6" name="Google Shape;396;p55"/>
          <p:cNvSpPr txBox="1">
            <a:spLocks noGrp="1"/>
          </p:cNvSpPr>
          <p:nvPr>
            <p:ph type="body" idx="1"/>
          </p:nvPr>
        </p:nvSpPr>
        <p:spPr>
          <a:xfrm>
            <a:off x="539499" y="1435608"/>
            <a:ext cx="4416552" cy="397764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750"/>
              </a:spcBef>
              <a:spcAft>
                <a:spcPts val="0"/>
              </a:spcAft>
              <a:buSzPts val="1400"/>
              <a:buNone/>
              <a:defRPr sz="1200">
                <a:solidFill>
                  <a:srgbClr val="3F3F3F"/>
                </a:solidFill>
              </a:defRPr>
            </a:lvl1pPr>
            <a:lvl2pPr marL="914400" lvl="1" indent="-304800" algn="l">
              <a:lnSpc>
                <a:spcPct val="150000"/>
              </a:lnSpc>
              <a:spcBef>
                <a:spcPts val="900"/>
              </a:spcBef>
              <a:spcAft>
                <a:spcPts val="0"/>
              </a:spcAft>
              <a:buClr>
                <a:srgbClr val="3F3F3F"/>
              </a:buClr>
              <a:buSzPts val="1200"/>
              <a:buChar char="•"/>
              <a:defRPr sz="1200">
                <a:solidFill>
                  <a:srgbClr val="3F3F3F"/>
                </a:solidFill>
              </a:defRPr>
            </a:lvl2pPr>
            <a:lvl3pPr marL="1371600" lvl="2" indent="-304800" algn="l">
              <a:lnSpc>
                <a:spcPct val="150000"/>
              </a:lnSpc>
              <a:spcBef>
                <a:spcPts val="900"/>
              </a:spcBef>
              <a:spcAft>
                <a:spcPts val="0"/>
              </a:spcAft>
              <a:buClr>
                <a:srgbClr val="3F3F3F"/>
              </a:buClr>
              <a:buSzPts val="1200"/>
              <a:buChar char="•"/>
              <a:defRPr sz="1200">
                <a:solidFill>
                  <a:srgbClr val="3F3F3F"/>
                </a:solidFill>
              </a:defRPr>
            </a:lvl3pPr>
            <a:lvl4pPr marL="1828800" lvl="3" indent="-304800" algn="l">
              <a:lnSpc>
                <a:spcPct val="150000"/>
              </a:lnSpc>
              <a:spcBef>
                <a:spcPts val="900"/>
              </a:spcBef>
              <a:spcAft>
                <a:spcPts val="0"/>
              </a:spcAft>
              <a:buClr>
                <a:srgbClr val="3F3F3F"/>
              </a:buClr>
              <a:buSzPts val="1200"/>
              <a:buChar char="•"/>
              <a:defRPr sz="1200">
                <a:solidFill>
                  <a:srgbClr val="3F3F3F"/>
                </a:solidFill>
              </a:defRPr>
            </a:lvl4pPr>
            <a:lvl5pPr marL="2286000" lvl="4" indent="-304800" algn="l">
              <a:lnSpc>
                <a:spcPct val="150000"/>
              </a:lnSpc>
              <a:spcBef>
                <a:spcPts val="900"/>
              </a:spcBef>
              <a:spcAft>
                <a:spcPts val="0"/>
              </a:spcAft>
              <a:buClr>
                <a:srgbClr val="3F3F3F"/>
              </a:buClr>
              <a:buSzPts val="1200"/>
              <a:buChar char="•"/>
              <a:defRPr sz="1200">
                <a:solidFill>
                  <a:srgbClr val="3F3F3F"/>
                </a:solidFill>
              </a:defRPr>
            </a:lvl5pPr>
            <a:lvl6pPr marL="2743200" lvl="5" indent="-342900" algn="l">
              <a:lnSpc>
                <a:spcPct val="150000"/>
              </a:lnSpc>
              <a:spcBef>
                <a:spcPts val="900"/>
              </a:spcBef>
              <a:spcAft>
                <a:spcPts val="0"/>
              </a:spcAft>
              <a:buClr>
                <a:schemeClr val="dk1"/>
              </a:buClr>
              <a:buSzPts val="1800"/>
              <a:buChar char="•"/>
              <a:defRPr/>
            </a:lvl6pPr>
            <a:lvl7pPr marL="3200400" lvl="6" indent="-342900" algn="l">
              <a:lnSpc>
                <a:spcPct val="150000"/>
              </a:lnSpc>
              <a:spcBef>
                <a:spcPts val="899"/>
              </a:spcBef>
              <a:spcAft>
                <a:spcPts val="0"/>
              </a:spcAft>
              <a:buClr>
                <a:schemeClr val="dk1"/>
              </a:buClr>
              <a:buSzPts val="1800"/>
              <a:buChar char="•"/>
              <a:defRPr/>
            </a:lvl7pPr>
            <a:lvl8pPr marL="3657600" lvl="7" indent="-342900" algn="l">
              <a:lnSpc>
                <a:spcPct val="150000"/>
              </a:lnSpc>
              <a:spcBef>
                <a:spcPts val="899"/>
              </a:spcBef>
              <a:spcAft>
                <a:spcPts val="0"/>
              </a:spcAft>
              <a:buClr>
                <a:schemeClr val="dk1"/>
              </a:buClr>
              <a:buSzPts val="1800"/>
              <a:buChar char="•"/>
              <a:defRPr/>
            </a:lvl8pPr>
            <a:lvl9pPr marL="4114800" lvl="8" indent="-228600" algn="l">
              <a:lnSpc>
                <a:spcPct val="90000"/>
              </a:lnSpc>
              <a:spcBef>
                <a:spcPts val="899"/>
              </a:spcBef>
              <a:spcAft>
                <a:spcPts val="0"/>
              </a:spcAft>
              <a:buClr>
                <a:schemeClr val="dk1"/>
              </a:buClr>
              <a:buSzPts val="1800"/>
              <a:buNone/>
              <a:defRPr/>
            </a:lvl9pPr>
          </a:lstStyle>
          <a:p>
            <a:endParaRPr/>
          </a:p>
        </p:txBody>
      </p:sp>
      <p:sp>
        <p:nvSpPr>
          <p:cNvPr id="397" name="Google Shape;397;p55"/>
          <p:cNvSpPr txBox="1">
            <a:spLocks noGrp="1"/>
          </p:cNvSpPr>
          <p:nvPr>
            <p:ph type="dt" idx="10"/>
          </p:nvPr>
        </p:nvSpPr>
        <p:spPr>
          <a:xfrm>
            <a:off x="539750" y="6203950"/>
            <a:ext cx="3276600" cy="365125"/>
          </a:xfrm>
          <a:prstGeom prst="rect">
            <a:avLst/>
          </a:prstGeom>
          <a:noFill/>
          <a:ln>
            <a:noFill/>
          </a:ln>
        </p:spPr>
        <p:txBody>
          <a:bodyPr spcFirstLastPara="1" wrap="square" lIns="91425" tIns="45700" rIns="91425" bIns="45700" anchor="ctr" anchorCtr="0">
            <a:noAutofit/>
          </a:bodyPr>
          <a:lstStyle>
            <a:lvl1pPr lvl="0" algn="l">
              <a:lnSpc>
                <a:spcPct val="80000"/>
              </a:lnSpc>
              <a:spcBef>
                <a:spcPts val="160"/>
              </a:spcBef>
              <a:spcAft>
                <a:spcPts val="0"/>
              </a:spcAft>
              <a:buClr>
                <a:srgbClr val="595959"/>
              </a:buClr>
              <a:buSzPts val="800"/>
              <a:buFont typeface="Times New Roman"/>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8" name="Google Shape;398;p55"/>
          <p:cNvSpPr txBox="1">
            <a:spLocks noGrp="1"/>
          </p:cNvSpPr>
          <p:nvPr>
            <p:ph type="ftr" idx="11"/>
          </p:nvPr>
        </p:nvSpPr>
        <p:spPr>
          <a:xfrm>
            <a:off x="4648200" y="6203950"/>
            <a:ext cx="2895600" cy="365125"/>
          </a:xfrm>
          <a:prstGeom prst="rect">
            <a:avLst/>
          </a:prstGeom>
          <a:noFill/>
          <a:ln>
            <a:noFill/>
          </a:ln>
        </p:spPr>
        <p:txBody>
          <a:bodyPr spcFirstLastPara="1" wrap="square" lIns="91425" tIns="45700" rIns="91425" bIns="45700" anchor="ctr" anchorCtr="0">
            <a:noAutofit/>
          </a:bodyPr>
          <a:lstStyle>
            <a:lvl1pPr lvl="0" algn="ctr">
              <a:lnSpc>
                <a:spcPct val="80000"/>
              </a:lnSpc>
              <a:spcBef>
                <a:spcPts val="160"/>
              </a:spcBef>
              <a:spcAft>
                <a:spcPts val="0"/>
              </a:spcAft>
              <a:buClr>
                <a:srgbClr val="595959"/>
              </a:buClr>
              <a:buSzPts val="800"/>
              <a:buFont typeface="Times New Roman"/>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9" name="Google Shape;399;p55"/>
          <p:cNvSpPr txBox="1">
            <a:spLocks noGrp="1"/>
          </p:cNvSpPr>
          <p:nvPr>
            <p:ph type="sldNum" idx="12"/>
          </p:nvPr>
        </p:nvSpPr>
        <p:spPr>
          <a:xfrm>
            <a:off x="8370888" y="6203950"/>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1pPr>
            <a:lvl2pPr marL="0" marR="0" lvl="1"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2pPr>
            <a:lvl3pPr marL="0" marR="0" lvl="2"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3pPr>
            <a:lvl4pPr marL="0" marR="0" lvl="3"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4pPr>
            <a:lvl5pPr marL="0" marR="0" lvl="4"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5pPr>
            <a:lvl6pPr marL="0" marR="0" lvl="5"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6pPr>
            <a:lvl7pPr marL="0" marR="0" lvl="6"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7pPr>
            <a:lvl8pPr marL="0" marR="0" lvl="7"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8pPr>
            <a:lvl9pPr marL="0" marR="0" lvl="8"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9pPr>
          </a:lstStyle>
          <a:p>
            <a:pPr marL="0" lvl="0" indent="-50800" algn="r" rtl="0">
              <a:spcBef>
                <a:spcPts val="0"/>
              </a:spcBef>
              <a:spcAft>
                <a:spcPts val="0"/>
              </a:spcAft>
              <a:buClr>
                <a:srgbClr val="595959"/>
              </a:buClr>
              <a:buSzPts val="800"/>
              <a:buFont typeface="Times New Roman"/>
              <a:buChar char="•"/>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00"/>
        <p:cNvGrpSpPr/>
        <p:nvPr/>
      </p:nvGrpSpPr>
      <p:grpSpPr>
        <a:xfrm>
          <a:off x="0" y="0"/>
          <a:ext cx="0" cy="0"/>
          <a:chOff x="0" y="0"/>
          <a:chExt cx="0" cy="0"/>
        </a:xfrm>
      </p:grpSpPr>
      <p:sp>
        <p:nvSpPr>
          <p:cNvPr id="401" name="Google Shape;401;p56"/>
          <p:cNvSpPr/>
          <p:nvPr/>
        </p:nvSpPr>
        <p:spPr>
          <a:xfrm>
            <a:off x="254000" y="263525"/>
            <a:ext cx="11684000" cy="6330950"/>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Clr>
                <a:schemeClr val="lt1"/>
              </a:buClr>
              <a:buSzPts val="1300"/>
              <a:buFont typeface="Arial"/>
              <a:buNone/>
            </a:pPr>
            <a:endParaRPr sz="1300" b="1">
              <a:solidFill>
                <a:srgbClr val="FFFFFF"/>
              </a:solidFill>
              <a:latin typeface="Times New Roman"/>
              <a:ea typeface="Times New Roman"/>
              <a:cs typeface="Times New Roman"/>
              <a:sym typeface="Times New Roman"/>
            </a:endParaRPr>
          </a:p>
        </p:txBody>
      </p:sp>
      <p:sp>
        <p:nvSpPr>
          <p:cNvPr id="402" name="Google Shape;402;p56"/>
          <p:cNvSpPr txBox="1">
            <a:spLocks noGrp="1"/>
          </p:cNvSpPr>
          <p:nvPr>
            <p:ph type="title"/>
          </p:nvPr>
        </p:nvSpPr>
        <p:spPr>
          <a:xfrm>
            <a:off x="520700" y="447675"/>
            <a:ext cx="6877050" cy="639763"/>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03"/>
        <p:cNvGrpSpPr/>
        <p:nvPr/>
      </p:nvGrpSpPr>
      <p:grpSpPr>
        <a:xfrm>
          <a:off x="0" y="0"/>
          <a:ext cx="0" cy="0"/>
          <a:chOff x="0" y="0"/>
          <a:chExt cx="0" cy="0"/>
        </a:xfrm>
      </p:grpSpPr>
      <p:sp>
        <p:nvSpPr>
          <p:cNvPr id="404" name="Google Shape;404;p57"/>
          <p:cNvSpPr/>
          <p:nvPr/>
        </p:nvSpPr>
        <p:spPr>
          <a:xfrm>
            <a:off x="254000" y="263525"/>
            <a:ext cx="11684000" cy="6330950"/>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Clr>
                <a:schemeClr val="lt1"/>
              </a:buClr>
              <a:buSzPts val="1300"/>
              <a:buFont typeface="Arial"/>
              <a:buNone/>
            </a:pPr>
            <a:endParaRPr sz="1300" b="1">
              <a:solidFill>
                <a:srgbClr val="FFFFFF"/>
              </a:solidFill>
              <a:latin typeface="Times New Roman"/>
              <a:ea typeface="Times New Roman"/>
              <a:cs typeface="Times New Roman"/>
              <a:sym typeface="Times New Roman"/>
            </a:endParaRPr>
          </a:p>
        </p:txBody>
      </p:sp>
      <p:sp>
        <p:nvSpPr>
          <p:cNvPr id="405" name="Google Shape;405;p57"/>
          <p:cNvSpPr/>
          <p:nvPr/>
        </p:nvSpPr>
        <p:spPr>
          <a:xfrm>
            <a:off x="254000" y="263525"/>
            <a:ext cx="11684000" cy="2071688"/>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lnSpc>
                <a:spcPct val="80000"/>
              </a:lnSpc>
              <a:spcBef>
                <a:spcPts val="0"/>
              </a:spcBef>
              <a:spcAft>
                <a:spcPts val="0"/>
              </a:spcAft>
              <a:buClr>
                <a:schemeClr val="lt1"/>
              </a:buClr>
              <a:buSzPts val="1300"/>
              <a:buFont typeface="Arial"/>
              <a:buNone/>
            </a:pPr>
            <a:endParaRPr sz="1300" b="1">
              <a:solidFill>
                <a:srgbClr val="FFFFFF"/>
              </a:solidFill>
              <a:latin typeface="Times New Roman"/>
              <a:ea typeface="Times New Roman"/>
              <a:cs typeface="Times New Roman"/>
              <a:sym typeface="Times New Roman"/>
            </a:endParaRPr>
          </a:p>
        </p:txBody>
      </p:sp>
      <p:sp>
        <p:nvSpPr>
          <p:cNvPr id="406" name="Google Shape;406;p57"/>
          <p:cNvSpPr txBox="1">
            <a:spLocks noGrp="1"/>
          </p:cNvSpPr>
          <p:nvPr>
            <p:ph type="title"/>
          </p:nvPr>
        </p:nvSpPr>
        <p:spPr>
          <a:xfrm>
            <a:off x="521209" y="1536192"/>
            <a:ext cx="6876288" cy="64008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2701">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7" name="Google Shape;407;p57"/>
          <p:cNvSpPr txBox="1">
            <a:spLocks noGrp="1"/>
          </p:cNvSpPr>
          <p:nvPr>
            <p:ph type="body" idx="1"/>
          </p:nvPr>
        </p:nvSpPr>
        <p:spPr>
          <a:xfrm>
            <a:off x="539498" y="2560320"/>
            <a:ext cx="9445753" cy="3977640"/>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750"/>
              </a:spcBef>
              <a:spcAft>
                <a:spcPts val="0"/>
              </a:spcAft>
              <a:buSzPts val="1400"/>
              <a:buNone/>
              <a:defRPr sz="1200">
                <a:solidFill>
                  <a:srgbClr val="3F3F3F"/>
                </a:solidFill>
                <a:latin typeface="Times New Roman"/>
                <a:ea typeface="Times New Roman"/>
                <a:cs typeface="Times New Roman"/>
                <a:sym typeface="Times New Roman"/>
              </a:defRPr>
            </a:lvl1pPr>
            <a:lvl2pPr marL="914400" lvl="1" indent="-304800" algn="l">
              <a:lnSpc>
                <a:spcPct val="150000"/>
              </a:lnSpc>
              <a:spcBef>
                <a:spcPts val="900"/>
              </a:spcBef>
              <a:spcAft>
                <a:spcPts val="0"/>
              </a:spcAft>
              <a:buClr>
                <a:srgbClr val="3F3F3F"/>
              </a:buClr>
              <a:buSzPts val="1200"/>
              <a:buChar char="•"/>
              <a:defRPr sz="1200">
                <a:solidFill>
                  <a:srgbClr val="3F3F3F"/>
                </a:solidFill>
              </a:defRPr>
            </a:lvl2pPr>
            <a:lvl3pPr marL="1371600" lvl="2" indent="-304800" algn="l">
              <a:lnSpc>
                <a:spcPct val="150000"/>
              </a:lnSpc>
              <a:spcBef>
                <a:spcPts val="900"/>
              </a:spcBef>
              <a:spcAft>
                <a:spcPts val="0"/>
              </a:spcAft>
              <a:buClr>
                <a:srgbClr val="3F3F3F"/>
              </a:buClr>
              <a:buSzPts val="1200"/>
              <a:buChar char="•"/>
              <a:defRPr sz="1200">
                <a:solidFill>
                  <a:srgbClr val="3F3F3F"/>
                </a:solidFill>
              </a:defRPr>
            </a:lvl3pPr>
            <a:lvl4pPr marL="1828800" lvl="3" indent="-304800" algn="l">
              <a:lnSpc>
                <a:spcPct val="150000"/>
              </a:lnSpc>
              <a:spcBef>
                <a:spcPts val="900"/>
              </a:spcBef>
              <a:spcAft>
                <a:spcPts val="0"/>
              </a:spcAft>
              <a:buClr>
                <a:srgbClr val="3F3F3F"/>
              </a:buClr>
              <a:buSzPts val="1200"/>
              <a:buChar char="•"/>
              <a:defRPr sz="1200">
                <a:solidFill>
                  <a:srgbClr val="3F3F3F"/>
                </a:solidFill>
              </a:defRPr>
            </a:lvl4pPr>
            <a:lvl5pPr marL="2286000" lvl="4" indent="-304800" algn="l">
              <a:lnSpc>
                <a:spcPct val="150000"/>
              </a:lnSpc>
              <a:spcBef>
                <a:spcPts val="900"/>
              </a:spcBef>
              <a:spcAft>
                <a:spcPts val="0"/>
              </a:spcAft>
              <a:buClr>
                <a:srgbClr val="3F3F3F"/>
              </a:buClr>
              <a:buSzPts val="1200"/>
              <a:buChar char="•"/>
              <a:defRPr sz="1200">
                <a:solidFill>
                  <a:srgbClr val="3F3F3F"/>
                </a:solidFill>
              </a:defRPr>
            </a:lvl5pPr>
            <a:lvl6pPr marL="2743200" lvl="5" indent="-342900" algn="l">
              <a:lnSpc>
                <a:spcPct val="150000"/>
              </a:lnSpc>
              <a:spcBef>
                <a:spcPts val="900"/>
              </a:spcBef>
              <a:spcAft>
                <a:spcPts val="0"/>
              </a:spcAft>
              <a:buClr>
                <a:schemeClr val="dk1"/>
              </a:buClr>
              <a:buSzPts val="1800"/>
              <a:buChar char="•"/>
              <a:defRPr/>
            </a:lvl6pPr>
            <a:lvl7pPr marL="3200400" lvl="6" indent="-342900" algn="l">
              <a:lnSpc>
                <a:spcPct val="150000"/>
              </a:lnSpc>
              <a:spcBef>
                <a:spcPts val="899"/>
              </a:spcBef>
              <a:spcAft>
                <a:spcPts val="0"/>
              </a:spcAft>
              <a:buClr>
                <a:schemeClr val="dk1"/>
              </a:buClr>
              <a:buSzPts val="1800"/>
              <a:buChar char="•"/>
              <a:defRPr/>
            </a:lvl7pPr>
            <a:lvl8pPr marL="3657600" lvl="7" indent="-342900" algn="l">
              <a:lnSpc>
                <a:spcPct val="150000"/>
              </a:lnSpc>
              <a:spcBef>
                <a:spcPts val="899"/>
              </a:spcBef>
              <a:spcAft>
                <a:spcPts val="0"/>
              </a:spcAft>
              <a:buClr>
                <a:schemeClr val="dk1"/>
              </a:buClr>
              <a:buSzPts val="1800"/>
              <a:buChar char="•"/>
              <a:defRPr/>
            </a:lvl8pPr>
            <a:lvl9pPr marL="4114800" lvl="8" indent="-228600" algn="l">
              <a:lnSpc>
                <a:spcPct val="90000"/>
              </a:lnSpc>
              <a:spcBef>
                <a:spcPts val="899"/>
              </a:spcBef>
              <a:spcAft>
                <a:spcPts val="0"/>
              </a:spcAft>
              <a:buClr>
                <a:schemeClr val="dk1"/>
              </a:buClr>
              <a:buSzPts val="18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8"/>
        <p:cNvGrpSpPr/>
        <p:nvPr/>
      </p:nvGrpSpPr>
      <p:grpSpPr>
        <a:xfrm>
          <a:off x="0" y="0"/>
          <a:ext cx="0" cy="0"/>
          <a:chOff x="0" y="0"/>
          <a:chExt cx="0" cy="0"/>
        </a:xfrm>
      </p:grpSpPr>
      <p:sp>
        <p:nvSpPr>
          <p:cNvPr id="409" name="Google Shape;409;p58"/>
          <p:cNvSpPr txBox="1">
            <a:spLocks noGrp="1"/>
          </p:cNvSpPr>
          <p:nvPr>
            <p:ph type="dt" idx="10"/>
          </p:nvPr>
        </p:nvSpPr>
        <p:spPr>
          <a:xfrm>
            <a:off x="539750" y="6203950"/>
            <a:ext cx="3276600" cy="365125"/>
          </a:xfrm>
          <a:prstGeom prst="rect">
            <a:avLst/>
          </a:prstGeom>
          <a:noFill/>
          <a:ln>
            <a:noFill/>
          </a:ln>
        </p:spPr>
        <p:txBody>
          <a:bodyPr spcFirstLastPara="1" wrap="square" lIns="91425" tIns="45700" rIns="91425" bIns="45700" anchor="ctr" anchorCtr="0">
            <a:noAutofit/>
          </a:bodyPr>
          <a:lstStyle>
            <a:lvl1pPr lvl="0" algn="l">
              <a:lnSpc>
                <a:spcPct val="80000"/>
              </a:lnSpc>
              <a:spcBef>
                <a:spcPts val="160"/>
              </a:spcBef>
              <a:spcAft>
                <a:spcPts val="0"/>
              </a:spcAft>
              <a:buClr>
                <a:srgbClr val="595959"/>
              </a:buClr>
              <a:buSzPts val="800"/>
              <a:buFont typeface="Times New Roman"/>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0" name="Google Shape;410;p58"/>
          <p:cNvSpPr txBox="1">
            <a:spLocks noGrp="1"/>
          </p:cNvSpPr>
          <p:nvPr>
            <p:ph type="ftr" idx="11"/>
          </p:nvPr>
        </p:nvSpPr>
        <p:spPr>
          <a:xfrm>
            <a:off x="4648200" y="6203950"/>
            <a:ext cx="2895600" cy="365125"/>
          </a:xfrm>
          <a:prstGeom prst="rect">
            <a:avLst/>
          </a:prstGeom>
          <a:noFill/>
          <a:ln>
            <a:noFill/>
          </a:ln>
        </p:spPr>
        <p:txBody>
          <a:bodyPr spcFirstLastPara="1" wrap="square" lIns="91425" tIns="45700" rIns="91425" bIns="45700" anchor="ctr" anchorCtr="0">
            <a:noAutofit/>
          </a:bodyPr>
          <a:lstStyle>
            <a:lvl1pPr lvl="0" algn="ctr">
              <a:lnSpc>
                <a:spcPct val="80000"/>
              </a:lnSpc>
              <a:spcBef>
                <a:spcPts val="160"/>
              </a:spcBef>
              <a:spcAft>
                <a:spcPts val="0"/>
              </a:spcAft>
              <a:buClr>
                <a:srgbClr val="595959"/>
              </a:buClr>
              <a:buSzPts val="800"/>
              <a:buFont typeface="Times New Roman"/>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1" name="Google Shape;411;p58"/>
          <p:cNvSpPr txBox="1">
            <a:spLocks noGrp="1"/>
          </p:cNvSpPr>
          <p:nvPr>
            <p:ph type="sldNum" idx="12"/>
          </p:nvPr>
        </p:nvSpPr>
        <p:spPr>
          <a:xfrm>
            <a:off x="8375650" y="6203950"/>
            <a:ext cx="3276600" cy="365125"/>
          </a:xfrm>
          <a:prstGeom prst="rect">
            <a:avLst/>
          </a:prstGeom>
          <a:noFill/>
          <a:ln>
            <a:noFill/>
          </a:ln>
        </p:spPr>
        <p:txBody>
          <a:bodyPr spcFirstLastPara="1" wrap="square" lIns="91425" tIns="45700" rIns="91425" bIns="45700" anchor="ctr" anchorCtr="0">
            <a:noAutofit/>
          </a:bodyPr>
          <a:lstStyle>
            <a:lvl1pPr marL="0" marR="0" lvl="0"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1pPr>
            <a:lvl2pPr marL="0" marR="0" lvl="1"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2pPr>
            <a:lvl3pPr marL="0" marR="0" lvl="2"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3pPr>
            <a:lvl4pPr marL="0" marR="0" lvl="3"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4pPr>
            <a:lvl5pPr marL="0" marR="0" lvl="4"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5pPr>
            <a:lvl6pPr marL="0" marR="0" lvl="5"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6pPr>
            <a:lvl7pPr marL="0" marR="0" lvl="6"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7pPr>
            <a:lvl8pPr marL="0" marR="0" lvl="7"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8pPr>
            <a:lvl9pPr marL="0" marR="0" lvl="8" indent="0" algn="r">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9pPr>
          </a:lstStyle>
          <a:p>
            <a:pPr marL="0" lvl="0" indent="-50800" algn="r" rtl="0">
              <a:spcBef>
                <a:spcPts val="0"/>
              </a:spcBef>
              <a:spcAft>
                <a:spcPts val="0"/>
              </a:spcAft>
              <a:buClr>
                <a:srgbClr val="595959"/>
              </a:buClr>
              <a:buSzPts val="800"/>
              <a:buFont typeface="Times New Roman"/>
              <a:buChar char="•"/>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slideLayout" Target="../slideLayouts/slideLayout57.xml"/><Relationship Id="rId1" Type="http://schemas.openxmlformats.org/officeDocument/2006/relationships/slideLayout" Target="../slideLayouts/slideLayout56.xml"/><Relationship Id="rId5" Type="http://schemas.openxmlformats.org/officeDocument/2006/relationships/theme" Target="../theme/theme6.xml"/><Relationship Id="rId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9pPr>
          </a:lstStyle>
          <a:p>
            <a:endParaRPr/>
          </a:p>
        </p:txBody>
      </p:sp>
      <p:sp>
        <p:nvSpPr>
          <p:cNvPr id="11" name="Google Shape;11;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98989"/>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13" name="Google Shape;13;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898989"/>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14" name="Google Shape;1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i="0" u="none" strike="noStrike" cap="none">
                <a:solidFill>
                  <a:srgbClr val="898989"/>
                </a:solidFill>
                <a:latin typeface="Arial"/>
                <a:ea typeface="Arial"/>
                <a:cs typeface="Arial"/>
                <a:sym typeface="Arial"/>
              </a:defRPr>
            </a:lvl1pPr>
            <a:lvl2pPr marL="0" marR="0" lvl="1" indent="0" algn="r" rtl="0">
              <a:spcBef>
                <a:spcPts val="0"/>
              </a:spcBef>
              <a:spcAft>
                <a:spcPts val="0"/>
              </a:spcAft>
              <a:buNone/>
              <a:defRPr sz="1200" b="1" i="0" u="none" strike="noStrike" cap="none">
                <a:solidFill>
                  <a:srgbClr val="898989"/>
                </a:solidFill>
                <a:latin typeface="Arial"/>
                <a:ea typeface="Arial"/>
                <a:cs typeface="Arial"/>
                <a:sym typeface="Arial"/>
              </a:defRPr>
            </a:lvl2pPr>
            <a:lvl3pPr marL="0" marR="0" lvl="2" indent="0" algn="r" rtl="0">
              <a:spcBef>
                <a:spcPts val="0"/>
              </a:spcBef>
              <a:spcAft>
                <a:spcPts val="0"/>
              </a:spcAft>
              <a:buNone/>
              <a:defRPr sz="1200" b="1" i="0" u="none" strike="noStrike" cap="none">
                <a:solidFill>
                  <a:srgbClr val="898989"/>
                </a:solidFill>
                <a:latin typeface="Arial"/>
                <a:ea typeface="Arial"/>
                <a:cs typeface="Arial"/>
                <a:sym typeface="Arial"/>
              </a:defRPr>
            </a:lvl3pPr>
            <a:lvl4pPr marL="0" marR="0" lvl="3" indent="0" algn="r" rtl="0">
              <a:spcBef>
                <a:spcPts val="0"/>
              </a:spcBef>
              <a:spcAft>
                <a:spcPts val="0"/>
              </a:spcAft>
              <a:buNone/>
              <a:defRPr sz="1200" b="1" i="0" u="none" strike="noStrike" cap="none">
                <a:solidFill>
                  <a:srgbClr val="898989"/>
                </a:solidFill>
                <a:latin typeface="Arial"/>
                <a:ea typeface="Arial"/>
                <a:cs typeface="Arial"/>
                <a:sym typeface="Arial"/>
              </a:defRPr>
            </a:lvl4pPr>
            <a:lvl5pPr marL="0" marR="0" lvl="4" indent="0" algn="r" rtl="0">
              <a:spcBef>
                <a:spcPts val="0"/>
              </a:spcBef>
              <a:spcAft>
                <a:spcPts val="0"/>
              </a:spcAft>
              <a:buNone/>
              <a:defRPr sz="1200" b="1" i="0" u="none" strike="noStrike" cap="none">
                <a:solidFill>
                  <a:srgbClr val="898989"/>
                </a:solidFill>
                <a:latin typeface="Arial"/>
                <a:ea typeface="Arial"/>
                <a:cs typeface="Arial"/>
                <a:sym typeface="Arial"/>
              </a:defRPr>
            </a:lvl5pPr>
            <a:lvl6pPr marL="0" marR="0" lvl="5" indent="0" algn="r" rtl="0">
              <a:spcBef>
                <a:spcPts val="0"/>
              </a:spcBef>
              <a:spcAft>
                <a:spcPts val="0"/>
              </a:spcAft>
              <a:buNone/>
              <a:defRPr sz="1200" b="1" i="0" u="none" strike="noStrike" cap="none">
                <a:solidFill>
                  <a:srgbClr val="898989"/>
                </a:solidFill>
                <a:latin typeface="Arial"/>
                <a:ea typeface="Arial"/>
                <a:cs typeface="Arial"/>
                <a:sym typeface="Arial"/>
              </a:defRPr>
            </a:lvl6pPr>
            <a:lvl7pPr marL="0" marR="0" lvl="6" indent="0" algn="r" rtl="0">
              <a:spcBef>
                <a:spcPts val="0"/>
              </a:spcBef>
              <a:spcAft>
                <a:spcPts val="0"/>
              </a:spcAft>
              <a:buNone/>
              <a:defRPr sz="1200" b="1" i="0" u="none" strike="noStrike" cap="none">
                <a:solidFill>
                  <a:srgbClr val="898989"/>
                </a:solidFill>
                <a:latin typeface="Arial"/>
                <a:ea typeface="Arial"/>
                <a:cs typeface="Arial"/>
                <a:sym typeface="Arial"/>
              </a:defRPr>
            </a:lvl7pPr>
            <a:lvl8pPr marL="0" marR="0" lvl="7" indent="0" algn="r" rtl="0">
              <a:spcBef>
                <a:spcPts val="0"/>
              </a:spcBef>
              <a:spcAft>
                <a:spcPts val="0"/>
              </a:spcAft>
              <a:buNone/>
              <a:defRPr sz="1200" b="1" i="0" u="none" strike="noStrike" cap="none">
                <a:solidFill>
                  <a:srgbClr val="898989"/>
                </a:solidFill>
                <a:latin typeface="Arial"/>
                <a:ea typeface="Arial"/>
                <a:cs typeface="Arial"/>
                <a:sym typeface="Arial"/>
              </a:defRPr>
            </a:lvl8pPr>
            <a:lvl9pPr marL="0" marR="0" lvl="8" indent="0" algn="r" rtl="0">
              <a:spcBef>
                <a:spcPts val="0"/>
              </a:spcBef>
              <a:spcAft>
                <a:spcPts val="0"/>
              </a:spcAft>
              <a:buNone/>
              <a:defRPr sz="1200" b="1"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9pPr>
          </a:lstStyle>
          <a:p>
            <a:endParaRPr/>
          </a:p>
        </p:txBody>
      </p:sp>
      <p:sp>
        <p:nvSpPr>
          <p:cNvPr id="86" name="Google Shape;86;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7" name="Google Shape;87;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98989"/>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88" name="Google Shape;88;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898989"/>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89" name="Google Shape;89;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i="0" u="none" strike="noStrike" cap="none">
                <a:solidFill>
                  <a:srgbClr val="898989"/>
                </a:solidFill>
                <a:latin typeface="Arial"/>
                <a:ea typeface="Arial"/>
                <a:cs typeface="Arial"/>
                <a:sym typeface="Arial"/>
              </a:defRPr>
            </a:lvl1pPr>
            <a:lvl2pPr marL="0" marR="0" lvl="1" indent="0" algn="r" rtl="0">
              <a:spcBef>
                <a:spcPts val="0"/>
              </a:spcBef>
              <a:spcAft>
                <a:spcPts val="0"/>
              </a:spcAft>
              <a:buNone/>
              <a:defRPr sz="1200" b="1" i="0" u="none" strike="noStrike" cap="none">
                <a:solidFill>
                  <a:srgbClr val="898989"/>
                </a:solidFill>
                <a:latin typeface="Arial"/>
                <a:ea typeface="Arial"/>
                <a:cs typeface="Arial"/>
                <a:sym typeface="Arial"/>
              </a:defRPr>
            </a:lvl2pPr>
            <a:lvl3pPr marL="0" marR="0" lvl="2" indent="0" algn="r" rtl="0">
              <a:spcBef>
                <a:spcPts val="0"/>
              </a:spcBef>
              <a:spcAft>
                <a:spcPts val="0"/>
              </a:spcAft>
              <a:buNone/>
              <a:defRPr sz="1200" b="1" i="0" u="none" strike="noStrike" cap="none">
                <a:solidFill>
                  <a:srgbClr val="898989"/>
                </a:solidFill>
                <a:latin typeface="Arial"/>
                <a:ea typeface="Arial"/>
                <a:cs typeface="Arial"/>
                <a:sym typeface="Arial"/>
              </a:defRPr>
            </a:lvl3pPr>
            <a:lvl4pPr marL="0" marR="0" lvl="3" indent="0" algn="r" rtl="0">
              <a:spcBef>
                <a:spcPts val="0"/>
              </a:spcBef>
              <a:spcAft>
                <a:spcPts val="0"/>
              </a:spcAft>
              <a:buNone/>
              <a:defRPr sz="1200" b="1" i="0" u="none" strike="noStrike" cap="none">
                <a:solidFill>
                  <a:srgbClr val="898989"/>
                </a:solidFill>
                <a:latin typeface="Arial"/>
                <a:ea typeface="Arial"/>
                <a:cs typeface="Arial"/>
                <a:sym typeface="Arial"/>
              </a:defRPr>
            </a:lvl4pPr>
            <a:lvl5pPr marL="0" marR="0" lvl="4" indent="0" algn="r" rtl="0">
              <a:spcBef>
                <a:spcPts val="0"/>
              </a:spcBef>
              <a:spcAft>
                <a:spcPts val="0"/>
              </a:spcAft>
              <a:buNone/>
              <a:defRPr sz="1200" b="1" i="0" u="none" strike="noStrike" cap="none">
                <a:solidFill>
                  <a:srgbClr val="898989"/>
                </a:solidFill>
                <a:latin typeface="Arial"/>
                <a:ea typeface="Arial"/>
                <a:cs typeface="Arial"/>
                <a:sym typeface="Arial"/>
              </a:defRPr>
            </a:lvl5pPr>
            <a:lvl6pPr marL="0" marR="0" lvl="5" indent="0" algn="r" rtl="0">
              <a:spcBef>
                <a:spcPts val="0"/>
              </a:spcBef>
              <a:spcAft>
                <a:spcPts val="0"/>
              </a:spcAft>
              <a:buNone/>
              <a:defRPr sz="1200" b="1" i="0" u="none" strike="noStrike" cap="none">
                <a:solidFill>
                  <a:srgbClr val="898989"/>
                </a:solidFill>
                <a:latin typeface="Arial"/>
                <a:ea typeface="Arial"/>
                <a:cs typeface="Arial"/>
                <a:sym typeface="Arial"/>
              </a:defRPr>
            </a:lvl6pPr>
            <a:lvl7pPr marL="0" marR="0" lvl="6" indent="0" algn="r" rtl="0">
              <a:spcBef>
                <a:spcPts val="0"/>
              </a:spcBef>
              <a:spcAft>
                <a:spcPts val="0"/>
              </a:spcAft>
              <a:buNone/>
              <a:defRPr sz="1200" b="1" i="0" u="none" strike="noStrike" cap="none">
                <a:solidFill>
                  <a:srgbClr val="898989"/>
                </a:solidFill>
                <a:latin typeface="Arial"/>
                <a:ea typeface="Arial"/>
                <a:cs typeface="Arial"/>
                <a:sym typeface="Arial"/>
              </a:defRPr>
            </a:lvl7pPr>
            <a:lvl8pPr marL="0" marR="0" lvl="7" indent="0" algn="r" rtl="0">
              <a:spcBef>
                <a:spcPts val="0"/>
              </a:spcBef>
              <a:spcAft>
                <a:spcPts val="0"/>
              </a:spcAft>
              <a:buNone/>
              <a:defRPr sz="1200" b="1" i="0" u="none" strike="noStrike" cap="none">
                <a:solidFill>
                  <a:srgbClr val="898989"/>
                </a:solidFill>
                <a:latin typeface="Arial"/>
                <a:ea typeface="Arial"/>
                <a:cs typeface="Arial"/>
                <a:sym typeface="Arial"/>
              </a:defRPr>
            </a:lvl8pPr>
            <a:lvl9pPr marL="0" marR="0" lvl="8" indent="0" algn="r" rtl="0">
              <a:spcBef>
                <a:spcPts val="0"/>
              </a:spcBef>
              <a:spcAft>
                <a:spcPts val="0"/>
              </a:spcAft>
              <a:buNone/>
              <a:defRPr sz="1200" b="1"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9"/>
        <p:cNvGrpSpPr/>
        <p:nvPr/>
      </p:nvGrpSpPr>
      <p:grpSpPr>
        <a:xfrm>
          <a:off x="0" y="0"/>
          <a:ext cx="0" cy="0"/>
          <a:chOff x="0" y="0"/>
          <a:chExt cx="0" cy="0"/>
        </a:xfrm>
      </p:grpSpPr>
      <p:sp>
        <p:nvSpPr>
          <p:cNvPr id="160" name="Google Shape;160;p4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1pPr>
            <a:lvl2pPr marR="0" lvl="1"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2pPr>
            <a:lvl3pPr marR="0" lvl="2"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3pPr>
            <a:lvl4pPr marR="0" lvl="3"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4pPr>
            <a:lvl5pPr marR="0" lvl="4" algn="ctr" rtl="0">
              <a:spcBef>
                <a:spcPts val="0"/>
              </a:spcBef>
              <a:spcAft>
                <a:spcPts val="0"/>
              </a:spcAft>
              <a:buSzPts val="1400"/>
              <a:buNone/>
              <a:defRPr sz="4400" b="0" i="0" u="none" strike="noStrike" cap="none">
                <a:solidFill>
                  <a:schemeClr val="dk2"/>
                </a:solidFill>
                <a:latin typeface="Times New Roman"/>
                <a:ea typeface="Times New Roman"/>
                <a:cs typeface="Times New Roman"/>
                <a:sym typeface="Times New Roman"/>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161" name="Google Shape;161;p46"/>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62" name="Google Shape;162;p4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163" name="Google Shape;163;p4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164" name="Google Shape;164;p46"/>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1pPr>
            <a:lvl2pPr marL="0" marR="0" lvl="1"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2pPr>
            <a:lvl3pPr marL="0" marR="0" lvl="2"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3pPr>
            <a:lvl4pPr marL="0" marR="0" lvl="3"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4pPr>
            <a:lvl5pPr marL="0" marR="0" lvl="4"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5pPr>
            <a:lvl6pPr marL="0" marR="0" lvl="5"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6pPr>
            <a:lvl7pPr marL="0" marR="0" lvl="6"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7pPr>
            <a:lvl8pPr marL="0" marR="0" lvl="7"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8pPr>
            <a:lvl9pPr marL="0" marR="0" lvl="8" indent="0" algn="r" rtl="0">
              <a:spcBef>
                <a:spcPts val="0"/>
              </a:spcBef>
              <a:spcAft>
                <a:spcPts val="0"/>
              </a:spcAft>
              <a:buNone/>
              <a:defRPr sz="14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4"/>
        <p:cNvGrpSpPr/>
        <p:nvPr/>
      </p:nvGrpSpPr>
      <p:grpSpPr>
        <a:xfrm>
          <a:off x="0" y="0"/>
          <a:ext cx="0" cy="0"/>
          <a:chOff x="0" y="0"/>
          <a:chExt cx="0" cy="0"/>
        </a:xfrm>
      </p:grpSpPr>
      <p:sp>
        <p:nvSpPr>
          <p:cNvPr id="235" name="Google Shape;235;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9pPr>
          </a:lstStyle>
          <a:p>
            <a:endParaRPr/>
          </a:p>
        </p:txBody>
      </p:sp>
      <p:sp>
        <p:nvSpPr>
          <p:cNvPr id="236" name="Google Shape;236;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37" name="Google Shape;237;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a:solidFill>
                  <a:srgbClr val="898989"/>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238" name="Google Shape;238;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a:solidFill>
                  <a:srgbClr val="888888"/>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239" name="Google Shape;239;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a:solidFill>
                  <a:srgbClr val="898989"/>
                </a:solidFill>
                <a:latin typeface="Arial"/>
                <a:ea typeface="Arial"/>
                <a:cs typeface="Arial"/>
                <a:sym typeface="Arial"/>
              </a:defRPr>
            </a:lvl1pPr>
            <a:lvl2pPr marL="0" marR="0" lvl="1" indent="0" algn="r" rtl="0">
              <a:spcBef>
                <a:spcPts val="0"/>
              </a:spcBef>
              <a:spcAft>
                <a:spcPts val="0"/>
              </a:spcAft>
              <a:buNone/>
              <a:defRPr sz="1200" b="1">
                <a:solidFill>
                  <a:srgbClr val="898989"/>
                </a:solidFill>
                <a:latin typeface="Arial"/>
                <a:ea typeface="Arial"/>
                <a:cs typeface="Arial"/>
                <a:sym typeface="Arial"/>
              </a:defRPr>
            </a:lvl2pPr>
            <a:lvl3pPr marL="0" marR="0" lvl="2" indent="0" algn="r" rtl="0">
              <a:spcBef>
                <a:spcPts val="0"/>
              </a:spcBef>
              <a:spcAft>
                <a:spcPts val="0"/>
              </a:spcAft>
              <a:buNone/>
              <a:defRPr sz="1200" b="1">
                <a:solidFill>
                  <a:srgbClr val="898989"/>
                </a:solidFill>
                <a:latin typeface="Arial"/>
                <a:ea typeface="Arial"/>
                <a:cs typeface="Arial"/>
                <a:sym typeface="Arial"/>
              </a:defRPr>
            </a:lvl3pPr>
            <a:lvl4pPr marL="0" marR="0" lvl="3" indent="0" algn="r" rtl="0">
              <a:spcBef>
                <a:spcPts val="0"/>
              </a:spcBef>
              <a:spcAft>
                <a:spcPts val="0"/>
              </a:spcAft>
              <a:buNone/>
              <a:defRPr sz="1200" b="1">
                <a:solidFill>
                  <a:srgbClr val="898989"/>
                </a:solidFill>
                <a:latin typeface="Arial"/>
                <a:ea typeface="Arial"/>
                <a:cs typeface="Arial"/>
                <a:sym typeface="Arial"/>
              </a:defRPr>
            </a:lvl4pPr>
            <a:lvl5pPr marL="0" marR="0" lvl="4" indent="0" algn="r" rtl="0">
              <a:spcBef>
                <a:spcPts val="0"/>
              </a:spcBef>
              <a:spcAft>
                <a:spcPts val="0"/>
              </a:spcAft>
              <a:buNone/>
              <a:defRPr sz="1200" b="1">
                <a:solidFill>
                  <a:srgbClr val="898989"/>
                </a:solidFill>
                <a:latin typeface="Arial"/>
                <a:ea typeface="Arial"/>
                <a:cs typeface="Arial"/>
                <a:sym typeface="Arial"/>
              </a:defRPr>
            </a:lvl5pPr>
            <a:lvl6pPr marL="0" marR="0" lvl="5" indent="0" algn="r" rtl="0">
              <a:spcBef>
                <a:spcPts val="0"/>
              </a:spcBef>
              <a:spcAft>
                <a:spcPts val="0"/>
              </a:spcAft>
              <a:buNone/>
              <a:defRPr sz="1200" b="1">
                <a:solidFill>
                  <a:srgbClr val="898989"/>
                </a:solidFill>
                <a:latin typeface="Arial"/>
                <a:ea typeface="Arial"/>
                <a:cs typeface="Arial"/>
                <a:sym typeface="Arial"/>
              </a:defRPr>
            </a:lvl6pPr>
            <a:lvl7pPr marL="0" marR="0" lvl="6" indent="0" algn="r" rtl="0">
              <a:spcBef>
                <a:spcPts val="0"/>
              </a:spcBef>
              <a:spcAft>
                <a:spcPts val="0"/>
              </a:spcAft>
              <a:buNone/>
              <a:defRPr sz="1200" b="1">
                <a:solidFill>
                  <a:srgbClr val="898989"/>
                </a:solidFill>
                <a:latin typeface="Arial"/>
                <a:ea typeface="Arial"/>
                <a:cs typeface="Arial"/>
                <a:sym typeface="Arial"/>
              </a:defRPr>
            </a:lvl7pPr>
            <a:lvl8pPr marL="0" marR="0" lvl="7" indent="0" algn="r" rtl="0">
              <a:spcBef>
                <a:spcPts val="0"/>
              </a:spcBef>
              <a:spcAft>
                <a:spcPts val="0"/>
              </a:spcAft>
              <a:buNone/>
              <a:defRPr sz="1200" b="1">
                <a:solidFill>
                  <a:srgbClr val="898989"/>
                </a:solidFill>
                <a:latin typeface="Arial"/>
                <a:ea typeface="Arial"/>
                <a:cs typeface="Arial"/>
                <a:sym typeface="Arial"/>
              </a:defRPr>
            </a:lvl8pPr>
            <a:lvl9pPr marL="0" marR="0" lvl="8" indent="0" algn="r" rtl="0">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9"/>
        <p:cNvGrpSpPr/>
        <p:nvPr/>
      </p:nvGrpSpPr>
      <p:grpSpPr>
        <a:xfrm>
          <a:off x="0" y="0"/>
          <a:ext cx="0" cy="0"/>
          <a:chOff x="0" y="0"/>
          <a:chExt cx="0" cy="0"/>
        </a:xfrm>
      </p:grpSpPr>
      <p:sp>
        <p:nvSpPr>
          <p:cNvPr id="310" name="Google Shape;310;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2pPr>
            <a:lvl3pPr marR="0" lvl="2"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3pPr>
            <a:lvl4pPr marR="0" lvl="3"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4pPr>
            <a:lvl5pPr marR="0" lvl="4"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5pPr>
            <a:lvl6pPr marR="0" lvl="5"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6pPr>
            <a:lvl7pPr marR="0" lvl="6"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7pPr>
            <a:lvl8pPr marR="0" lvl="7"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8pPr>
            <a:lvl9pPr marR="0" lvl="8" algn="l" rtl="0">
              <a:lnSpc>
                <a:spcPct val="90000"/>
              </a:lnSpc>
              <a:spcBef>
                <a:spcPts val="0"/>
              </a:spcBef>
              <a:spcAft>
                <a:spcPts val="0"/>
              </a:spcAft>
              <a:buSzPts val="1400"/>
              <a:buNone/>
              <a:defRPr sz="4400" b="0" i="0" u="none" strike="noStrike" cap="none">
                <a:solidFill>
                  <a:schemeClr val="dk1"/>
                </a:solidFill>
                <a:latin typeface="Arial"/>
                <a:ea typeface="Arial"/>
                <a:cs typeface="Arial"/>
                <a:sym typeface="Arial"/>
              </a:defRPr>
            </a:lvl9pPr>
          </a:lstStyle>
          <a:p>
            <a:endParaRPr/>
          </a:p>
        </p:txBody>
      </p:sp>
      <p:sp>
        <p:nvSpPr>
          <p:cNvPr id="311" name="Google Shape;311;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2" name="Google Shape;312;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a:solidFill>
                  <a:srgbClr val="898989"/>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313" name="Google Shape;313;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a:solidFill>
                  <a:srgbClr val="888888"/>
                </a:solidFill>
                <a:latin typeface="Arial"/>
                <a:ea typeface="Arial"/>
                <a:cs typeface="Arial"/>
                <a:sym typeface="Arial"/>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314" name="Google Shape;314;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a:solidFill>
                  <a:srgbClr val="898989"/>
                </a:solidFill>
                <a:latin typeface="Arial"/>
                <a:ea typeface="Arial"/>
                <a:cs typeface="Arial"/>
                <a:sym typeface="Arial"/>
              </a:defRPr>
            </a:lvl1pPr>
            <a:lvl2pPr marL="0" marR="0" lvl="1" indent="0" algn="r" rtl="0">
              <a:spcBef>
                <a:spcPts val="0"/>
              </a:spcBef>
              <a:spcAft>
                <a:spcPts val="0"/>
              </a:spcAft>
              <a:buNone/>
              <a:defRPr sz="1200" b="1">
                <a:solidFill>
                  <a:srgbClr val="898989"/>
                </a:solidFill>
                <a:latin typeface="Arial"/>
                <a:ea typeface="Arial"/>
                <a:cs typeface="Arial"/>
                <a:sym typeface="Arial"/>
              </a:defRPr>
            </a:lvl2pPr>
            <a:lvl3pPr marL="0" marR="0" lvl="2" indent="0" algn="r" rtl="0">
              <a:spcBef>
                <a:spcPts val="0"/>
              </a:spcBef>
              <a:spcAft>
                <a:spcPts val="0"/>
              </a:spcAft>
              <a:buNone/>
              <a:defRPr sz="1200" b="1">
                <a:solidFill>
                  <a:srgbClr val="898989"/>
                </a:solidFill>
                <a:latin typeface="Arial"/>
                <a:ea typeface="Arial"/>
                <a:cs typeface="Arial"/>
                <a:sym typeface="Arial"/>
              </a:defRPr>
            </a:lvl3pPr>
            <a:lvl4pPr marL="0" marR="0" lvl="3" indent="0" algn="r" rtl="0">
              <a:spcBef>
                <a:spcPts val="0"/>
              </a:spcBef>
              <a:spcAft>
                <a:spcPts val="0"/>
              </a:spcAft>
              <a:buNone/>
              <a:defRPr sz="1200" b="1">
                <a:solidFill>
                  <a:srgbClr val="898989"/>
                </a:solidFill>
                <a:latin typeface="Arial"/>
                <a:ea typeface="Arial"/>
                <a:cs typeface="Arial"/>
                <a:sym typeface="Arial"/>
              </a:defRPr>
            </a:lvl4pPr>
            <a:lvl5pPr marL="0" marR="0" lvl="4" indent="0" algn="r" rtl="0">
              <a:spcBef>
                <a:spcPts val="0"/>
              </a:spcBef>
              <a:spcAft>
                <a:spcPts val="0"/>
              </a:spcAft>
              <a:buNone/>
              <a:defRPr sz="1200" b="1">
                <a:solidFill>
                  <a:srgbClr val="898989"/>
                </a:solidFill>
                <a:latin typeface="Arial"/>
                <a:ea typeface="Arial"/>
                <a:cs typeface="Arial"/>
                <a:sym typeface="Arial"/>
              </a:defRPr>
            </a:lvl5pPr>
            <a:lvl6pPr marL="0" marR="0" lvl="5" indent="0" algn="r" rtl="0">
              <a:spcBef>
                <a:spcPts val="0"/>
              </a:spcBef>
              <a:spcAft>
                <a:spcPts val="0"/>
              </a:spcAft>
              <a:buNone/>
              <a:defRPr sz="1200" b="1">
                <a:solidFill>
                  <a:srgbClr val="898989"/>
                </a:solidFill>
                <a:latin typeface="Arial"/>
                <a:ea typeface="Arial"/>
                <a:cs typeface="Arial"/>
                <a:sym typeface="Arial"/>
              </a:defRPr>
            </a:lvl6pPr>
            <a:lvl7pPr marL="0" marR="0" lvl="6" indent="0" algn="r" rtl="0">
              <a:spcBef>
                <a:spcPts val="0"/>
              </a:spcBef>
              <a:spcAft>
                <a:spcPts val="0"/>
              </a:spcAft>
              <a:buNone/>
              <a:defRPr sz="1200" b="1">
                <a:solidFill>
                  <a:srgbClr val="898989"/>
                </a:solidFill>
                <a:latin typeface="Arial"/>
                <a:ea typeface="Arial"/>
                <a:cs typeface="Arial"/>
                <a:sym typeface="Arial"/>
              </a:defRPr>
            </a:lvl7pPr>
            <a:lvl8pPr marL="0" marR="0" lvl="7" indent="0" algn="r" rtl="0">
              <a:spcBef>
                <a:spcPts val="0"/>
              </a:spcBef>
              <a:spcAft>
                <a:spcPts val="0"/>
              </a:spcAft>
              <a:buNone/>
              <a:defRPr sz="1200" b="1">
                <a:solidFill>
                  <a:srgbClr val="898989"/>
                </a:solidFill>
                <a:latin typeface="Arial"/>
                <a:ea typeface="Arial"/>
                <a:cs typeface="Arial"/>
                <a:sym typeface="Arial"/>
              </a:defRPr>
            </a:lvl8pPr>
            <a:lvl9pPr marL="0" marR="0" lvl="8" indent="0" algn="r" rtl="0">
              <a:spcBef>
                <a:spcPts val="0"/>
              </a:spcBef>
              <a:spcAft>
                <a:spcPts val="0"/>
              </a:spcAft>
              <a:buNone/>
              <a:defRPr sz="1200" b="1">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4"/>
        <p:cNvGrpSpPr/>
        <p:nvPr/>
      </p:nvGrpSpPr>
      <p:grpSpPr>
        <a:xfrm>
          <a:off x="0" y="0"/>
          <a:ext cx="0" cy="0"/>
          <a:chOff x="0" y="0"/>
          <a:chExt cx="0" cy="0"/>
        </a:xfrm>
      </p:grpSpPr>
      <p:sp>
        <p:nvSpPr>
          <p:cNvPr id="385" name="Google Shape;385;p54"/>
          <p:cNvSpPr/>
          <p:nvPr/>
        </p:nvSpPr>
        <p:spPr>
          <a:xfrm>
            <a:off x="255588" y="265113"/>
            <a:ext cx="11684000" cy="6332537"/>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lnSpc>
                <a:spcPct val="80000"/>
              </a:lnSpc>
              <a:spcBef>
                <a:spcPts val="0"/>
              </a:spcBef>
              <a:spcAft>
                <a:spcPts val="0"/>
              </a:spcAft>
              <a:buClr>
                <a:schemeClr val="lt1"/>
              </a:buClr>
              <a:buSzPts val="1300"/>
              <a:buFont typeface="Arial"/>
              <a:buNone/>
            </a:pPr>
            <a:endParaRPr sz="1300" b="1">
              <a:solidFill>
                <a:srgbClr val="FFFFFF"/>
              </a:solidFill>
              <a:latin typeface="Times New Roman"/>
              <a:ea typeface="Times New Roman"/>
              <a:cs typeface="Times New Roman"/>
              <a:sym typeface="Times New Roman"/>
            </a:endParaRPr>
          </a:p>
        </p:txBody>
      </p:sp>
      <p:sp>
        <p:nvSpPr>
          <p:cNvPr id="386" name="Google Shape;386;p54"/>
          <p:cNvSpPr txBox="1">
            <a:spLocks noGrp="1"/>
          </p:cNvSpPr>
          <p:nvPr>
            <p:ph type="title"/>
          </p:nvPr>
        </p:nvSpPr>
        <p:spPr>
          <a:xfrm>
            <a:off x="520700" y="447675"/>
            <a:ext cx="6877050" cy="63976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387" name="Google Shape;387;p54"/>
          <p:cNvSpPr txBox="1">
            <a:spLocks noGrp="1"/>
          </p:cNvSpPr>
          <p:nvPr>
            <p:ph type="body" idx="1"/>
          </p:nvPr>
        </p:nvSpPr>
        <p:spPr>
          <a:xfrm>
            <a:off x="539750" y="1435100"/>
            <a:ext cx="4414838" cy="39782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50000"/>
              </a:lnSpc>
              <a:spcBef>
                <a:spcPts val="75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304800" algn="l" rtl="0">
              <a:lnSpc>
                <a:spcPct val="150000"/>
              </a:lnSpc>
              <a:spcBef>
                <a:spcPts val="900"/>
              </a:spcBef>
              <a:spcAft>
                <a:spcPts val="0"/>
              </a:spcAft>
              <a:buClr>
                <a:schemeClr val="dk1"/>
              </a:buClr>
              <a:buSzPts val="1200"/>
              <a:buFont typeface="Arial"/>
              <a:buChar char="•"/>
              <a:defRPr sz="1200" b="0" i="0" u="none" strike="noStrike" cap="none">
                <a:solidFill>
                  <a:schemeClr val="dk1"/>
                </a:solidFill>
                <a:latin typeface="Times New Roman"/>
                <a:ea typeface="Times New Roman"/>
                <a:cs typeface="Times New Roman"/>
                <a:sym typeface="Times New Roman"/>
              </a:defRPr>
            </a:lvl2pPr>
            <a:lvl3pPr marL="1371600" marR="0" lvl="2" indent="-304800" algn="l" rtl="0">
              <a:lnSpc>
                <a:spcPct val="150000"/>
              </a:lnSpc>
              <a:spcBef>
                <a:spcPts val="900"/>
              </a:spcBef>
              <a:spcAft>
                <a:spcPts val="0"/>
              </a:spcAft>
              <a:buClr>
                <a:schemeClr val="dk1"/>
              </a:buClr>
              <a:buSzPts val="1200"/>
              <a:buFont typeface="Arial"/>
              <a:buChar char="•"/>
              <a:defRPr sz="1200" b="0" i="0" u="none" strike="noStrike" cap="none">
                <a:solidFill>
                  <a:schemeClr val="dk1"/>
                </a:solidFill>
                <a:latin typeface="Times New Roman"/>
                <a:ea typeface="Times New Roman"/>
                <a:cs typeface="Times New Roman"/>
                <a:sym typeface="Times New Roman"/>
              </a:defRPr>
            </a:lvl3pPr>
            <a:lvl4pPr marL="1828800" marR="0" lvl="3" indent="-304800" algn="l" rtl="0">
              <a:lnSpc>
                <a:spcPct val="150000"/>
              </a:lnSpc>
              <a:spcBef>
                <a:spcPts val="900"/>
              </a:spcBef>
              <a:spcAft>
                <a:spcPts val="0"/>
              </a:spcAft>
              <a:buClr>
                <a:schemeClr val="dk1"/>
              </a:buClr>
              <a:buSzPts val="1200"/>
              <a:buFont typeface="Arial"/>
              <a:buChar char="•"/>
              <a:defRPr sz="1200" b="0" i="0" u="none" strike="noStrike" cap="none">
                <a:solidFill>
                  <a:schemeClr val="dk1"/>
                </a:solidFill>
                <a:latin typeface="Times New Roman"/>
                <a:ea typeface="Times New Roman"/>
                <a:cs typeface="Times New Roman"/>
                <a:sym typeface="Times New Roman"/>
              </a:defRPr>
            </a:lvl4pPr>
            <a:lvl5pPr marL="2286000" marR="0" lvl="4" indent="-304800" algn="l" rtl="0">
              <a:lnSpc>
                <a:spcPct val="150000"/>
              </a:lnSpc>
              <a:spcBef>
                <a:spcPts val="900"/>
              </a:spcBef>
              <a:spcAft>
                <a:spcPts val="0"/>
              </a:spcAft>
              <a:buClr>
                <a:schemeClr val="dk1"/>
              </a:buClr>
              <a:buSzPts val="1200"/>
              <a:buFont typeface="Arial"/>
              <a:buChar char="•"/>
              <a:defRPr sz="1200" b="0" i="0" u="none" strike="noStrike" cap="none">
                <a:solidFill>
                  <a:schemeClr val="dk1"/>
                </a:solidFill>
                <a:latin typeface="Times New Roman"/>
                <a:ea typeface="Times New Roman"/>
                <a:cs typeface="Times New Roman"/>
                <a:sym typeface="Times New Roman"/>
              </a:defRPr>
            </a:lvl5pPr>
            <a:lvl6pPr marL="2743200" marR="0" lvl="5" indent="-285686" algn="l" rtl="0">
              <a:lnSpc>
                <a:spcPct val="150000"/>
              </a:lnSpc>
              <a:spcBef>
                <a:spcPts val="900"/>
              </a:spcBef>
              <a:spcAft>
                <a:spcPts val="0"/>
              </a:spcAft>
              <a:buClr>
                <a:schemeClr val="dk1"/>
              </a:buClr>
              <a:buSzPts val="899"/>
              <a:buFont typeface="Arial"/>
              <a:buChar char="•"/>
              <a:defRPr sz="899" b="0" i="0" u="none" strike="noStrike" cap="none">
                <a:solidFill>
                  <a:schemeClr val="dk1"/>
                </a:solidFill>
                <a:latin typeface="Quattrocento Sans"/>
                <a:ea typeface="Quattrocento Sans"/>
                <a:cs typeface="Quattrocento Sans"/>
                <a:sym typeface="Quattrocento Sans"/>
              </a:defRPr>
            </a:lvl6pPr>
            <a:lvl7pPr marL="3200400" marR="0" lvl="6" indent="-285686" algn="l" rtl="0">
              <a:lnSpc>
                <a:spcPct val="150000"/>
              </a:lnSpc>
              <a:spcBef>
                <a:spcPts val="899"/>
              </a:spcBef>
              <a:spcAft>
                <a:spcPts val="0"/>
              </a:spcAft>
              <a:buClr>
                <a:schemeClr val="dk1"/>
              </a:buClr>
              <a:buSzPts val="899"/>
              <a:buFont typeface="Arial"/>
              <a:buChar char="•"/>
              <a:defRPr sz="899" b="0" i="0" u="none" strike="noStrike" cap="none">
                <a:solidFill>
                  <a:schemeClr val="dk1"/>
                </a:solidFill>
                <a:latin typeface="Quattrocento Sans"/>
                <a:ea typeface="Quattrocento Sans"/>
                <a:cs typeface="Quattrocento Sans"/>
                <a:sym typeface="Quattrocento Sans"/>
              </a:defRPr>
            </a:lvl7pPr>
            <a:lvl8pPr marL="3657600" marR="0" lvl="7" indent="-285686" algn="l" rtl="0">
              <a:lnSpc>
                <a:spcPct val="150000"/>
              </a:lnSpc>
              <a:spcBef>
                <a:spcPts val="899"/>
              </a:spcBef>
              <a:spcAft>
                <a:spcPts val="0"/>
              </a:spcAft>
              <a:buClr>
                <a:schemeClr val="dk1"/>
              </a:buClr>
              <a:buSzPts val="899"/>
              <a:buFont typeface="Arial"/>
              <a:buChar char="•"/>
              <a:defRPr sz="899" b="0" i="0" u="none" strike="noStrike" cap="none">
                <a:solidFill>
                  <a:schemeClr val="dk1"/>
                </a:solidFill>
                <a:latin typeface="Quattrocento Sans"/>
                <a:ea typeface="Quattrocento Sans"/>
                <a:cs typeface="Quattrocento Sans"/>
                <a:sym typeface="Quattrocento Sans"/>
              </a:defRPr>
            </a:lvl8pPr>
            <a:lvl9pPr marL="4114800" marR="0" lvl="8" indent="-228600" algn="l" rtl="0">
              <a:lnSpc>
                <a:spcPct val="90000"/>
              </a:lnSpc>
              <a:spcBef>
                <a:spcPts val="899"/>
              </a:spcBef>
              <a:spcAft>
                <a:spcPts val="0"/>
              </a:spcAft>
              <a:buClr>
                <a:schemeClr val="dk1"/>
              </a:buClr>
              <a:buSzPts val="899"/>
              <a:buFont typeface="Arial"/>
              <a:buNone/>
              <a:defRPr sz="899" b="0" i="0" u="none" strike="noStrike" cap="none">
                <a:solidFill>
                  <a:schemeClr val="dk1"/>
                </a:solidFill>
                <a:latin typeface="Quattrocento Sans"/>
                <a:ea typeface="Quattrocento Sans"/>
                <a:cs typeface="Quattrocento Sans"/>
                <a:sym typeface="Quattrocento Sans"/>
              </a:defRPr>
            </a:lvl9pPr>
          </a:lstStyle>
          <a:p>
            <a:endParaRPr/>
          </a:p>
        </p:txBody>
      </p:sp>
      <p:sp>
        <p:nvSpPr>
          <p:cNvPr id="388" name="Google Shape;388;p54"/>
          <p:cNvSpPr txBox="1">
            <a:spLocks noGrp="1"/>
          </p:cNvSpPr>
          <p:nvPr>
            <p:ph type="dt" idx="10"/>
          </p:nvPr>
        </p:nvSpPr>
        <p:spPr>
          <a:xfrm>
            <a:off x="539750" y="6203950"/>
            <a:ext cx="3276600" cy="365125"/>
          </a:xfrm>
          <a:prstGeom prst="rect">
            <a:avLst/>
          </a:prstGeom>
          <a:noFill/>
          <a:ln>
            <a:noFill/>
          </a:ln>
        </p:spPr>
        <p:txBody>
          <a:bodyPr spcFirstLastPara="1" wrap="square" lIns="91425" tIns="45700" rIns="91425" bIns="45700" anchor="ctr" anchorCtr="0">
            <a:noAutofit/>
          </a:bodyPr>
          <a:lstStyle>
            <a:lvl1pPr marR="0" lvl="0" algn="l" rtl="0">
              <a:lnSpc>
                <a:spcPct val="80000"/>
              </a:lnSpc>
              <a:spcBef>
                <a:spcPts val="160"/>
              </a:spcBef>
              <a:spcAft>
                <a:spcPts val="0"/>
              </a:spcAft>
              <a:buClr>
                <a:srgbClr val="595959"/>
              </a:buClr>
              <a:buSzPts val="800"/>
              <a:buFont typeface="Times New Roman"/>
              <a:buChar char="•"/>
              <a:defRPr sz="800" b="1">
                <a:solidFill>
                  <a:srgbClr val="595959"/>
                </a:solidFill>
                <a:latin typeface="Times New Roman"/>
                <a:ea typeface="Times New Roman"/>
                <a:cs typeface="Times New Roman"/>
                <a:sym typeface="Times New Roman"/>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389" name="Google Shape;389;p54"/>
          <p:cNvSpPr txBox="1">
            <a:spLocks noGrp="1"/>
          </p:cNvSpPr>
          <p:nvPr>
            <p:ph type="ftr" idx="11"/>
          </p:nvPr>
        </p:nvSpPr>
        <p:spPr>
          <a:xfrm>
            <a:off x="4648200" y="62039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80000"/>
              </a:lnSpc>
              <a:spcBef>
                <a:spcPts val="160"/>
              </a:spcBef>
              <a:spcAft>
                <a:spcPts val="0"/>
              </a:spcAft>
              <a:buClr>
                <a:srgbClr val="595959"/>
              </a:buClr>
              <a:buSzPts val="800"/>
              <a:buFont typeface="Times New Roman"/>
              <a:buChar char="•"/>
              <a:defRPr sz="800" b="1">
                <a:solidFill>
                  <a:srgbClr val="595959"/>
                </a:solidFill>
                <a:latin typeface="Times New Roman"/>
                <a:ea typeface="Times New Roman"/>
                <a:cs typeface="Times New Roman"/>
                <a:sym typeface="Times New Roman"/>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sp>
        <p:nvSpPr>
          <p:cNvPr id="390" name="Google Shape;390;p54"/>
          <p:cNvSpPr txBox="1">
            <a:spLocks noGrp="1"/>
          </p:cNvSpPr>
          <p:nvPr>
            <p:ph type="sldNum" idx="12"/>
          </p:nvPr>
        </p:nvSpPr>
        <p:spPr>
          <a:xfrm>
            <a:off x="8375650" y="6203950"/>
            <a:ext cx="3276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1pPr>
            <a:lvl2pPr marL="0" marR="0" lvl="1"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2pPr>
            <a:lvl3pPr marL="0" marR="0" lvl="2"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3pPr>
            <a:lvl4pPr marL="0" marR="0" lvl="3"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4pPr>
            <a:lvl5pPr marL="0" marR="0" lvl="4"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5pPr>
            <a:lvl6pPr marL="0" marR="0" lvl="5"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6pPr>
            <a:lvl7pPr marL="0" marR="0" lvl="6"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7pPr>
            <a:lvl8pPr marL="0" marR="0" lvl="7"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8pPr>
            <a:lvl9pPr marL="0" marR="0" lvl="8" indent="0" algn="r" rtl="0">
              <a:lnSpc>
                <a:spcPct val="80000"/>
              </a:lnSpc>
              <a:spcBef>
                <a:spcPts val="0"/>
              </a:spcBef>
              <a:spcAft>
                <a:spcPts val="0"/>
              </a:spcAft>
              <a:buClr>
                <a:srgbClr val="595959"/>
              </a:buClr>
              <a:buSzPts val="800"/>
              <a:buFont typeface="Times New Roman"/>
              <a:buNone/>
              <a:defRPr sz="800" b="1">
                <a:solidFill>
                  <a:srgbClr val="595959"/>
                </a:solidFill>
                <a:latin typeface="Times New Roman"/>
                <a:ea typeface="Times New Roman"/>
                <a:cs typeface="Times New Roman"/>
                <a:sym typeface="Times New Roman"/>
              </a:defRPr>
            </a:lvl9pPr>
          </a:lstStyle>
          <a:p>
            <a:pPr marL="0" lvl="0" indent="-50800" algn="r" rtl="0">
              <a:spcBef>
                <a:spcPts val="0"/>
              </a:spcBef>
              <a:spcAft>
                <a:spcPts val="0"/>
              </a:spcAft>
              <a:buClr>
                <a:srgbClr val="595959"/>
              </a:buClr>
              <a:buSzPts val="800"/>
              <a:buFont typeface="Times New Roman"/>
              <a:buChar char="•"/>
            </a:pPr>
            <a:fld id="{00000000-1234-1234-1234-123412341234}" type="slidenum">
              <a:rPr lang="en-US"/>
              <a:t>‹#›</a:t>
            </a:fld>
            <a:endParaRPr/>
          </a:p>
        </p:txBody>
      </p:sp>
      <p:cxnSp>
        <p:nvCxnSpPr>
          <p:cNvPr id="391" name="Google Shape;391;p54"/>
          <p:cNvCxnSpPr/>
          <p:nvPr/>
        </p:nvCxnSpPr>
        <p:spPr>
          <a:xfrm>
            <a:off x="604838" y="1196975"/>
            <a:ext cx="10982325"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gi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gi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gi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gif"/></Relationships>
</file>

<file path=ppt/slides/_rels/slide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4.xm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5.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9.gif"/></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0.gif"/></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21.gif"/></Relationships>
</file>

<file path=ppt/slides/_rels/slide2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5.xml"/><Relationship Id="rId4" Type="http://schemas.openxmlformats.org/officeDocument/2006/relationships/image" Target="../media/image17.jp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31.gif"/><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gif"/></Relationships>
</file>

<file path=ppt/slides/_rels/slide33.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4.xml"/><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34.jp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36.gif"/></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56.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D462F"/>
        </a:solidFill>
        <a:effectLst/>
      </p:bgPr>
    </p:bg>
    <p:spTree>
      <p:nvGrpSpPr>
        <p:cNvPr id="1" name="Shape 415"/>
        <p:cNvGrpSpPr/>
        <p:nvPr/>
      </p:nvGrpSpPr>
      <p:grpSpPr>
        <a:xfrm>
          <a:off x="0" y="0"/>
          <a:ext cx="0" cy="0"/>
          <a:chOff x="0" y="0"/>
          <a:chExt cx="0" cy="0"/>
        </a:xfrm>
      </p:grpSpPr>
      <p:sp>
        <p:nvSpPr>
          <p:cNvPr id="416" name="Google Shape;416;p1"/>
          <p:cNvSpPr/>
          <p:nvPr/>
        </p:nvSpPr>
        <p:spPr>
          <a:xfrm>
            <a:off x="1524000" y="3573463"/>
            <a:ext cx="9144000" cy="28797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00" b="1" i="0" u="none" strike="noStrike" cap="none">
              <a:solidFill>
                <a:srgbClr val="FFFFFF"/>
              </a:solidFill>
              <a:latin typeface="Times New Roman"/>
              <a:ea typeface="Times New Roman"/>
              <a:cs typeface="Times New Roman"/>
              <a:sym typeface="Times New Roman"/>
            </a:endParaRPr>
          </a:p>
        </p:txBody>
      </p:sp>
      <p:sp>
        <p:nvSpPr>
          <p:cNvPr id="417" name="Google Shape;417;p1"/>
          <p:cNvSpPr txBox="1">
            <a:spLocks noGrp="1"/>
          </p:cNvSpPr>
          <p:nvPr>
            <p:ph type="ctrTitle"/>
          </p:nvPr>
        </p:nvSpPr>
        <p:spPr>
          <a:xfrm>
            <a:off x="1524000" y="1368425"/>
            <a:ext cx="9144000" cy="11969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2000" b="1">
                <a:solidFill>
                  <a:schemeClr val="lt1"/>
                </a:solidFill>
                <a:latin typeface="Times New Roman"/>
                <a:ea typeface="Times New Roman"/>
                <a:cs typeface="Times New Roman"/>
                <a:sym typeface="Times New Roman"/>
              </a:rPr>
              <a:t>Bài 6:</a:t>
            </a:r>
            <a:br>
              <a:rPr lang="en-US" sz="2000" b="1">
                <a:solidFill>
                  <a:schemeClr val="lt1"/>
                </a:solidFill>
                <a:latin typeface="Times New Roman"/>
                <a:ea typeface="Times New Roman"/>
                <a:cs typeface="Times New Roman"/>
                <a:sym typeface="Times New Roman"/>
              </a:rPr>
            </a:br>
            <a:r>
              <a:rPr lang="en-US" sz="3200" b="1">
                <a:solidFill>
                  <a:schemeClr val="lt1"/>
                </a:solidFill>
                <a:latin typeface="Times New Roman"/>
                <a:ea typeface="Times New Roman"/>
                <a:cs typeface="Times New Roman"/>
                <a:sym typeface="Times New Roman"/>
              </a:rPr>
              <a:t>THIẾT KẾ ỨNG DỤNG MÔ HÌNH ĐIỀU KHIỂN BẰNG PLC</a:t>
            </a:r>
            <a:endParaRPr/>
          </a:p>
        </p:txBody>
      </p:sp>
      <p:pic>
        <p:nvPicPr>
          <p:cNvPr id="418" name="Google Shape;418;p1"/>
          <p:cNvPicPr preferRelativeResize="0"/>
          <p:nvPr/>
        </p:nvPicPr>
        <p:blipFill rotWithShape="1">
          <a:blip r:embed="rId3">
            <a:alphaModFix/>
          </a:blip>
          <a:srcRect/>
          <a:stretch/>
        </p:blipFill>
        <p:spPr>
          <a:xfrm>
            <a:off x="1882775" y="482600"/>
            <a:ext cx="1733550" cy="609600"/>
          </a:xfrm>
          <a:prstGeom prst="rect">
            <a:avLst/>
          </a:prstGeom>
          <a:noFill/>
          <a:ln>
            <a:noFill/>
          </a:ln>
        </p:spPr>
      </p:pic>
      <p:pic>
        <p:nvPicPr>
          <p:cNvPr id="419" name="Google Shape;419;p1" descr="C:\Users\nbcha\Documents\RTU-remote-locations.png"/>
          <p:cNvPicPr preferRelativeResize="0"/>
          <p:nvPr/>
        </p:nvPicPr>
        <p:blipFill rotWithShape="1">
          <a:blip r:embed="rId4">
            <a:alphaModFix/>
          </a:blip>
          <a:srcRect b="13576"/>
          <a:stretch/>
        </p:blipFill>
        <p:spPr>
          <a:xfrm>
            <a:off x="3230563" y="3617913"/>
            <a:ext cx="5730875" cy="2790825"/>
          </a:xfrm>
          <a:prstGeom prst="rect">
            <a:avLst/>
          </a:prstGeom>
          <a:noFill/>
          <a:ln>
            <a:noFill/>
          </a:ln>
        </p:spPr>
      </p:pic>
      <p:sp>
        <p:nvSpPr>
          <p:cNvPr id="420" name="Google Shape;420;p1"/>
          <p:cNvSpPr/>
          <p:nvPr/>
        </p:nvSpPr>
        <p:spPr>
          <a:xfrm>
            <a:off x="1524000" y="2951163"/>
            <a:ext cx="9144000" cy="40163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chemeClr val="lt1"/>
                </a:solidFill>
                <a:latin typeface="Times New Roman"/>
                <a:ea typeface="Times New Roman"/>
                <a:cs typeface="Times New Roman"/>
                <a:sym typeface="Times New Roman"/>
              </a:rPr>
              <a:t>6.1 PHÂN TÍCH, CHỌN LỰA DANH MỤC THIẾT BỊ TỪ YÊU CẦU THỰC TẾ</a:t>
            </a:r>
            <a:endParaRPr sz="2000" b="1"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17"/>
                                        </p:tgtEl>
                                        <p:attrNameLst>
                                          <p:attrName>style.visibility</p:attrName>
                                        </p:attrNameLst>
                                      </p:cBhvr>
                                      <p:to>
                                        <p:strVal val="visible"/>
                                      </p:to>
                                    </p:set>
                                  </p:childTnLst>
                                </p:cTn>
                              </p:par>
                            </p:childTnLst>
                          </p:cTn>
                        </p:par>
                        <p:par>
                          <p:cTn id="7" fill="hold">
                            <p:stCondLst>
                              <p:cond delay="1"/>
                            </p:stCondLst>
                            <p:childTnLst>
                              <p:par>
                                <p:cTn id="8" presetID="2" presetClass="entr" presetSubtype="4" fill="hold" nodeType="afterEffect">
                                  <p:stCondLst>
                                    <p:cond delay="0"/>
                                  </p:stCondLst>
                                  <p:childTnLst>
                                    <p:set>
                                      <p:cBhvr>
                                        <p:cTn id="9" dur="1" fill="hold">
                                          <p:stCondLst>
                                            <p:cond delay="0"/>
                                          </p:stCondLst>
                                        </p:cTn>
                                        <p:tgtEl>
                                          <p:spTgt spid="420"/>
                                        </p:tgtEl>
                                        <p:attrNameLst>
                                          <p:attrName>style.visibility</p:attrName>
                                        </p:attrNameLst>
                                      </p:cBhvr>
                                      <p:to>
                                        <p:strVal val="visible"/>
                                      </p:to>
                                    </p:set>
                                    <p:anim calcmode="lin" valueType="num">
                                      <p:cBhvr additive="base">
                                        <p:cTn id="10" dur="500"/>
                                        <p:tgtEl>
                                          <p:spTgt spid="4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4"/>
        <p:cNvGrpSpPr/>
        <p:nvPr/>
      </p:nvGrpSpPr>
      <p:grpSpPr>
        <a:xfrm>
          <a:off x="0" y="0"/>
          <a:ext cx="0" cy="0"/>
          <a:chOff x="0" y="0"/>
          <a:chExt cx="0" cy="0"/>
        </a:xfrm>
      </p:grpSpPr>
      <p:sp>
        <p:nvSpPr>
          <p:cNvPr id="425" name="Google Shape;425;p2"/>
          <p:cNvSpPr txBox="1"/>
          <p:nvPr/>
        </p:nvSpPr>
        <p:spPr>
          <a:xfrm>
            <a:off x="2012950" y="931863"/>
            <a:ext cx="6767513"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chemeClr val="dk1"/>
                </a:solidFill>
                <a:latin typeface="Times New Roman"/>
                <a:ea typeface="Times New Roman"/>
                <a:cs typeface="Times New Roman"/>
                <a:sym typeface="Times New Roman"/>
              </a:rPr>
              <a:t>Sau khi học xong bài này, người học có khả năng:</a:t>
            </a:r>
            <a:endParaRPr sz="2400" b="0" i="0" u="none" strike="noStrike" cap="none">
              <a:solidFill>
                <a:schemeClr val="dk1"/>
              </a:solidFill>
              <a:latin typeface="Times New Roman"/>
              <a:ea typeface="Times New Roman"/>
              <a:cs typeface="Times New Roman"/>
              <a:sym typeface="Times New Roman"/>
            </a:endParaRPr>
          </a:p>
        </p:txBody>
      </p:sp>
      <p:sp>
        <p:nvSpPr>
          <p:cNvPr id="426" name="Google Shape;426;p2"/>
          <p:cNvSpPr txBox="1"/>
          <p:nvPr/>
        </p:nvSpPr>
        <p:spPr>
          <a:xfrm>
            <a:off x="1979613" y="2133600"/>
            <a:ext cx="8231187" cy="83026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Phân tích, thiết kế được sơ đồ nguyên lý, sơ đồ khối của các loại PLC khác.</a:t>
            </a:r>
            <a:endParaRPr/>
          </a:p>
        </p:txBody>
      </p:sp>
      <p:sp>
        <p:nvSpPr>
          <p:cNvPr id="427" name="Google Shape;427;p2"/>
          <p:cNvSpPr txBox="1"/>
          <p:nvPr/>
        </p:nvSpPr>
        <p:spPr>
          <a:xfrm>
            <a:off x="1965325" y="1562100"/>
            <a:ext cx="8201025" cy="46196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Phân tích, chọn lựa danh mục thiết bị từ yêu cầu thực tế</a:t>
            </a:r>
            <a:endParaRPr/>
          </a:p>
        </p:txBody>
      </p:sp>
      <p:sp>
        <p:nvSpPr>
          <p:cNvPr id="428" name="Google Shape;428;p2"/>
          <p:cNvSpPr txBox="1"/>
          <p:nvPr/>
        </p:nvSpPr>
        <p:spPr>
          <a:xfrm>
            <a:off x="1965325" y="2997200"/>
            <a:ext cx="8201025" cy="83026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i="0" u="none" strike="noStrike" cap="none">
                <a:solidFill>
                  <a:schemeClr val="dk1"/>
                </a:solidFill>
                <a:latin typeface="Times New Roman"/>
                <a:ea typeface="Times New Roman"/>
                <a:cs typeface="Times New Roman"/>
                <a:sym typeface="Times New Roman"/>
              </a:rPr>
              <a:t>Lập trình, mô phỏng bằng phần mềm các ứng dụng của PLC trong thực tế.</a:t>
            </a:r>
            <a:endParaRPr sz="2400" b="1" i="0" u="none" strike="noStrike" cap="none">
              <a:solidFill>
                <a:schemeClr val="dk1"/>
              </a:solidFill>
              <a:latin typeface="Times New Roman"/>
              <a:ea typeface="Times New Roman"/>
              <a:cs typeface="Times New Roman"/>
              <a:sym typeface="Times New Roman"/>
            </a:endParaRPr>
          </a:p>
        </p:txBody>
      </p:sp>
      <p:cxnSp>
        <p:nvCxnSpPr>
          <p:cNvPr id="429" name="Google Shape;429;p2"/>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430" name="Google Shape;430;p2"/>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431" name="Google Shape;431;p2"/>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432" name="Google Shape;432;p2"/>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i="0" u="none" strike="noStrike" cap="none">
                <a:solidFill>
                  <a:srgbClr val="FF5A33"/>
                </a:solidFill>
                <a:latin typeface="Times New Roman"/>
                <a:ea typeface="Times New Roman"/>
                <a:cs typeface="Times New Roman"/>
                <a:sym typeface="Times New Roman"/>
              </a:rPr>
              <a:t>6.1 PHÂN TÍCH, CHỌN LỰA DANH MỤC THIẾT BỊ TỪ YÊU CẦU THỰC TẾ</a:t>
            </a:r>
            <a:endParaRPr/>
          </a:p>
        </p:txBody>
      </p:sp>
      <p:sp>
        <p:nvSpPr>
          <p:cNvPr id="433" name="Google Shape;433;p2"/>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i="0" u="none" strike="noStrike" cap="none">
                <a:solidFill>
                  <a:srgbClr val="2D2D8A"/>
                </a:solidFill>
                <a:latin typeface="Times New Roman"/>
                <a:ea typeface="Times New Roman"/>
                <a:cs typeface="Times New Roman"/>
                <a:sym typeface="Times New Roman"/>
              </a:rPr>
              <a:t>AUT206 - PLC CƠ BẢN</a:t>
            </a:r>
            <a:endParaRPr sz="1200" b="1" i="0" u="none" strike="noStrike" cap="none">
              <a:solidFill>
                <a:srgbClr val="2D2D8A"/>
              </a:solidFill>
              <a:latin typeface="Times New Roman"/>
              <a:ea typeface="Times New Roman"/>
              <a:cs typeface="Times New Roman"/>
              <a:sym typeface="Times New Roman"/>
            </a:endParaRPr>
          </a:p>
        </p:txBody>
      </p:sp>
      <p:pic>
        <p:nvPicPr>
          <p:cNvPr id="434" name="Google Shape;434;p2" descr="C:\Users\nbcha\Documents\Emergency-Stop-Application-Example.gif"/>
          <p:cNvPicPr preferRelativeResize="0"/>
          <p:nvPr/>
        </p:nvPicPr>
        <p:blipFill rotWithShape="1">
          <a:blip r:embed="rId4">
            <a:alphaModFix/>
          </a:blip>
          <a:srcRect/>
          <a:stretch/>
        </p:blipFill>
        <p:spPr>
          <a:xfrm>
            <a:off x="4008438" y="3933825"/>
            <a:ext cx="3981450" cy="2241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25"/>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427"/>
                                        </p:tgtEl>
                                        <p:attrNameLst>
                                          <p:attrName>style.visibility</p:attrName>
                                        </p:attrNameLst>
                                      </p:cBhvr>
                                      <p:to>
                                        <p:strVal val="visible"/>
                                      </p:to>
                                    </p:set>
                                  </p:childTnLst>
                                </p:cTn>
                              </p:par>
                            </p:childTnLst>
                          </p:cTn>
                        </p:par>
                        <p:par>
                          <p:cTn id="10" fill="hold">
                            <p:stCondLst>
                              <p:cond delay="2"/>
                            </p:stCondLst>
                            <p:childTnLst>
                              <p:par>
                                <p:cTn id="11" presetID="1" presetClass="entr" presetSubtype="0" fill="hold" nodeType="afterEffect">
                                  <p:stCondLst>
                                    <p:cond delay="0"/>
                                  </p:stCondLst>
                                  <p:childTnLst>
                                    <p:set>
                                      <p:cBhvr>
                                        <p:cTn id="12" dur="1" fill="hold">
                                          <p:stCondLst>
                                            <p:cond delay="0"/>
                                          </p:stCondLst>
                                        </p:cTn>
                                        <p:tgtEl>
                                          <p:spTgt spid="426"/>
                                        </p:tgtEl>
                                        <p:attrNameLst>
                                          <p:attrName>style.visibility</p:attrName>
                                        </p:attrNameLst>
                                      </p:cBhvr>
                                      <p:to>
                                        <p:strVal val="visible"/>
                                      </p:to>
                                    </p:set>
                                  </p:childTnLst>
                                </p:cTn>
                              </p:par>
                            </p:childTnLst>
                          </p:cTn>
                        </p:par>
                        <p:par>
                          <p:cTn id="13" fill="hold">
                            <p:stCondLst>
                              <p:cond delay="3"/>
                            </p:stCondLst>
                            <p:childTnLst>
                              <p:par>
                                <p:cTn id="14" presetID="1" presetClass="entr" presetSubtype="0" fill="hold" nodeType="afterEffect">
                                  <p:stCondLst>
                                    <p:cond delay="0"/>
                                  </p:stCondLst>
                                  <p:childTnLst>
                                    <p:set>
                                      <p:cBhvr>
                                        <p:cTn id="15"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8"/>
        <p:cNvGrpSpPr/>
        <p:nvPr/>
      </p:nvGrpSpPr>
      <p:grpSpPr>
        <a:xfrm>
          <a:off x="0" y="0"/>
          <a:ext cx="0" cy="0"/>
          <a:chOff x="0" y="0"/>
          <a:chExt cx="0" cy="0"/>
        </a:xfrm>
      </p:grpSpPr>
      <p:sp>
        <p:nvSpPr>
          <p:cNvPr id="439" name="Google Shape;439;p3"/>
          <p:cNvSpPr txBox="1"/>
          <p:nvPr/>
        </p:nvSpPr>
        <p:spPr>
          <a:xfrm>
            <a:off x="2012950" y="931863"/>
            <a:ext cx="6767513"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Times New Roman"/>
              <a:buNone/>
            </a:pPr>
            <a:r>
              <a:rPr lang="en-US" sz="2400" b="1" i="0" u="none" strike="noStrike" cap="none">
                <a:solidFill>
                  <a:srgbClr val="000000"/>
                </a:solidFill>
                <a:latin typeface="Times New Roman"/>
                <a:ea typeface="Times New Roman"/>
                <a:cs typeface="Times New Roman"/>
                <a:sym typeface="Times New Roman"/>
              </a:rPr>
              <a:t>CÁC BƯỚC THỰC HIỆN:</a:t>
            </a:r>
            <a:endParaRPr sz="2400" b="0" i="0" u="none" strike="noStrike" cap="none">
              <a:solidFill>
                <a:srgbClr val="000000"/>
              </a:solidFill>
              <a:latin typeface="Times New Roman"/>
              <a:ea typeface="Times New Roman"/>
              <a:cs typeface="Times New Roman"/>
              <a:sym typeface="Times New Roman"/>
            </a:endParaRPr>
          </a:p>
        </p:txBody>
      </p:sp>
      <p:sp>
        <p:nvSpPr>
          <p:cNvPr id="440" name="Google Shape;440;p3"/>
          <p:cNvSpPr txBox="1"/>
          <p:nvPr/>
        </p:nvSpPr>
        <p:spPr>
          <a:xfrm>
            <a:off x="8232331" y="1772816"/>
            <a:ext cx="3096345" cy="18158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rgbClr val="000000"/>
                </a:solidFill>
                <a:latin typeface="Times New Roman"/>
                <a:ea typeface="Times New Roman"/>
                <a:cs typeface="Times New Roman"/>
                <a:sym typeface="Times New Roman"/>
              </a:rPr>
              <a:t>Bước 3: </a:t>
            </a:r>
            <a:endParaRPr sz="2800" b="0"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0" i="0" u="none" strike="noStrike" cap="none">
                <a:solidFill>
                  <a:srgbClr val="000000"/>
                </a:solidFill>
                <a:latin typeface="Times New Roman"/>
                <a:ea typeface="Times New Roman"/>
                <a:cs typeface="Times New Roman"/>
                <a:sym typeface="Times New Roman"/>
              </a:rPr>
              <a:t>Phân tích các lỗi hệ thống khi chọn sai thiết bị</a:t>
            </a:r>
            <a:endParaRPr/>
          </a:p>
        </p:txBody>
      </p:sp>
      <p:cxnSp>
        <p:nvCxnSpPr>
          <p:cNvPr id="441" name="Google Shape;441;p3"/>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442" name="Google Shape;442;p3"/>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443" name="Google Shape;443;p3"/>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444" name="Google Shape;444;p3"/>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F5A33"/>
              </a:buClr>
              <a:buSzPts val="2000"/>
              <a:buFont typeface="Times New Roman"/>
              <a:buNone/>
            </a:pPr>
            <a:r>
              <a:rPr lang="en-US" sz="2000" b="1" i="0" u="none" strike="noStrike" cap="none">
                <a:solidFill>
                  <a:srgbClr val="FF5A33"/>
                </a:solidFill>
                <a:latin typeface="Times New Roman"/>
                <a:ea typeface="Times New Roman"/>
                <a:cs typeface="Times New Roman"/>
                <a:sym typeface="Times New Roman"/>
              </a:rPr>
              <a:t>6.1 PHÂN TÍCH, CHỌN LỰA DANH MỤC THIẾT BỊ TỪ YÊU CẦU THỰC TẾ</a:t>
            </a:r>
            <a:endParaRPr/>
          </a:p>
        </p:txBody>
      </p:sp>
      <p:sp>
        <p:nvSpPr>
          <p:cNvPr id="445" name="Google Shape;445;p3"/>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2D2D8A"/>
              </a:buClr>
              <a:buSzPts val="1200"/>
              <a:buFont typeface="Times New Roman"/>
              <a:buNone/>
            </a:pPr>
            <a:r>
              <a:rPr lang="en-US" sz="1200" b="1" i="0" u="none" strike="noStrike" cap="none">
                <a:solidFill>
                  <a:srgbClr val="2D2D8A"/>
                </a:solidFill>
                <a:latin typeface="Times New Roman"/>
                <a:ea typeface="Times New Roman"/>
                <a:cs typeface="Times New Roman"/>
                <a:sym typeface="Times New Roman"/>
              </a:rPr>
              <a:t>AUT206 - PLC CƠ BẢN</a:t>
            </a:r>
            <a:endParaRPr sz="1200" b="1" i="0" u="none" strike="noStrike" cap="none">
              <a:solidFill>
                <a:srgbClr val="2D2D8A"/>
              </a:solidFill>
              <a:latin typeface="Times New Roman"/>
              <a:ea typeface="Times New Roman"/>
              <a:cs typeface="Times New Roman"/>
              <a:sym typeface="Times New Roman"/>
            </a:endParaRPr>
          </a:p>
        </p:txBody>
      </p:sp>
      <p:pic>
        <p:nvPicPr>
          <p:cNvPr id="446" name="Google Shape;446;p3" descr="Hệ thống HVAC là gì? Sơ đồ nguyên lý, tài liệu về HVAC trong GMP"/>
          <p:cNvPicPr preferRelativeResize="0"/>
          <p:nvPr/>
        </p:nvPicPr>
        <p:blipFill rotWithShape="1">
          <a:blip r:embed="rId4">
            <a:alphaModFix/>
          </a:blip>
          <a:srcRect l="4935" t="19179" r="6225" b="9638"/>
          <a:stretch/>
        </p:blipFill>
        <p:spPr>
          <a:xfrm>
            <a:off x="863324" y="3839364"/>
            <a:ext cx="2992540" cy="1800200"/>
          </a:xfrm>
          <a:prstGeom prst="rect">
            <a:avLst/>
          </a:prstGeom>
          <a:noFill/>
          <a:ln>
            <a:noFill/>
          </a:ln>
        </p:spPr>
      </p:pic>
      <p:pic>
        <p:nvPicPr>
          <p:cNvPr id="447" name="Google Shape;447;p3" descr="Hướng dẫn tìm kiếm tranzitor và mofet thay thế tương đương bằng datasheet  Điện tử tuyên quang"/>
          <p:cNvPicPr preferRelativeResize="0"/>
          <p:nvPr/>
        </p:nvPicPr>
        <p:blipFill rotWithShape="1">
          <a:blip r:embed="rId5">
            <a:alphaModFix/>
          </a:blip>
          <a:srcRect/>
          <a:stretch/>
        </p:blipFill>
        <p:spPr>
          <a:xfrm>
            <a:off x="4823764" y="3804689"/>
            <a:ext cx="2554707" cy="1869550"/>
          </a:xfrm>
          <a:prstGeom prst="rect">
            <a:avLst/>
          </a:prstGeom>
          <a:noFill/>
          <a:ln>
            <a:noFill/>
          </a:ln>
        </p:spPr>
      </p:pic>
      <p:pic>
        <p:nvPicPr>
          <p:cNvPr id="448" name="Google Shape;448;p3" descr="Phân Tích Mã Lỗi P1640 Trên Hyundai D6CA - Trang Tin Tức, Công Nghệ Và Kỹ  Thuật Ô Tô"/>
          <p:cNvPicPr preferRelativeResize="0"/>
          <p:nvPr/>
        </p:nvPicPr>
        <p:blipFill rotWithShape="1">
          <a:blip r:embed="rId6">
            <a:alphaModFix/>
          </a:blip>
          <a:srcRect t="20660"/>
          <a:stretch/>
        </p:blipFill>
        <p:spPr>
          <a:xfrm>
            <a:off x="8424164" y="3743033"/>
            <a:ext cx="2904512" cy="1944354"/>
          </a:xfrm>
          <a:prstGeom prst="rect">
            <a:avLst/>
          </a:prstGeom>
          <a:noFill/>
          <a:ln>
            <a:noFill/>
          </a:ln>
        </p:spPr>
      </p:pic>
      <p:sp>
        <p:nvSpPr>
          <p:cNvPr id="449" name="Google Shape;449;p3"/>
          <p:cNvSpPr/>
          <p:nvPr/>
        </p:nvSpPr>
        <p:spPr>
          <a:xfrm>
            <a:off x="499482" y="1772816"/>
            <a:ext cx="3528392" cy="13849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rgbClr val="000000"/>
                </a:solidFill>
                <a:latin typeface="Times New Roman"/>
                <a:ea typeface="Times New Roman"/>
                <a:cs typeface="Times New Roman"/>
                <a:sym typeface="Times New Roman"/>
              </a:rPr>
              <a:t>Bước 1: </a:t>
            </a:r>
            <a:endParaRPr sz="2800" b="0"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0" i="0" u="none" strike="noStrike" cap="none">
                <a:solidFill>
                  <a:srgbClr val="000000"/>
                </a:solidFill>
                <a:latin typeface="Times New Roman"/>
                <a:ea typeface="Times New Roman"/>
                <a:cs typeface="Times New Roman"/>
                <a:sym typeface="Times New Roman"/>
              </a:rPr>
              <a:t>Phân tích nguyên lý hoạt động của hệ thống</a:t>
            </a:r>
            <a:endParaRPr sz="2800" b="0" i="0" u="none" strike="noStrike" cap="none">
              <a:solidFill>
                <a:srgbClr val="000000"/>
              </a:solidFill>
              <a:latin typeface="Times New Roman"/>
              <a:ea typeface="Times New Roman"/>
              <a:cs typeface="Times New Roman"/>
              <a:sym typeface="Times New Roman"/>
            </a:endParaRPr>
          </a:p>
        </p:txBody>
      </p:sp>
      <p:sp>
        <p:nvSpPr>
          <p:cNvPr id="450" name="Google Shape;450;p3"/>
          <p:cNvSpPr/>
          <p:nvPr/>
        </p:nvSpPr>
        <p:spPr>
          <a:xfrm>
            <a:off x="4345892" y="1772816"/>
            <a:ext cx="3500215" cy="181588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a:solidFill>
                  <a:srgbClr val="000000"/>
                </a:solidFill>
                <a:latin typeface="Times New Roman"/>
                <a:ea typeface="Times New Roman"/>
                <a:cs typeface="Times New Roman"/>
                <a:sym typeface="Times New Roman"/>
              </a:rPr>
              <a:t>Bước 2: </a:t>
            </a:r>
            <a:endParaRPr sz="2800" b="0"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800" b="0" i="0" u="none" strike="noStrike" cap="none">
                <a:solidFill>
                  <a:srgbClr val="000000"/>
                </a:solidFill>
                <a:latin typeface="Times New Roman"/>
                <a:ea typeface="Times New Roman"/>
                <a:cs typeface="Times New Roman"/>
                <a:sym typeface="Times New Roman"/>
              </a:rPr>
              <a:t>Chọn thiết bị (tra bảng thông số và giải thích nguyên nhân chọn)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40"/>
                                        </p:tgtEl>
                                        <p:attrNameLst>
                                          <p:attrName>style.visibility</p:attrName>
                                        </p:attrNameLst>
                                      </p:cBhvr>
                                      <p:to>
                                        <p:strVal val="visible"/>
                                      </p:to>
                                    </p:set>
                                    <p:animEffect transition="in" filter="fade">
                                      <p:cBhvr>
                                        <p:cTn id="11" dur="500"/>
                                        <p:tgtEl>
                                          <p:spTgt spid="44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46"/>
                                        </p:tgtEl>
                                        <p:attrNameLst>
                                          <p:attrName>style.visibility</p:attrName>
                                        </p:attrNameLst>
                                      </p:cBhvr>
                                      <p:to>
                                        <p:strVal val="visible"/>
                                      </p:to>
                                    </p:set>
                                    <p:animEffect transition="in" filter="fade">
                                      <p:cBhvr>
                                        <p:cTn id="16" dur="500"/>
                                        <p:tgtEl>
                                          <p:spTgt spid="446"/>
                                        </p:tgtEl>
                                      </p:cBhvr>
                                    </p:animEffect>
                                  </p:childTnLst>
                                </p:cTn>
                              </p:par>
                              <p:par>
                                <p:cTn id="17" presetID="10" presetClass="entr" presetSubtype="0" fill="hold" nodeType="withEffect">
                                  <p:stCondLst>
                                    <p:cond delay="0"/>
                                  </p:stCondLst>
                                  <p:childTnLst>
                                    <p:set>
                                      <p:cBhvr>
                                        <p:cTn id="18" dur="1" fill="hold">
                                          <p:stCondLst>
                                            <p:cond delay="0"/>
                                          </p:stCondLst>
                                        </p:cTn>
                                        <p:tgtEl>
                                          <p:spTgt spid="449"/>
                                        </p:tgtEl>
                                        <p:attrNameLst>
                                          <p:attrName>style.visibility</p:attrName>
                                        </p:attrNameLst>
                                      </p:cBhvr>
                                      <p:to>
                                        <p:strVal val="visible"/>
                                      </p:to>
                                    </p:set>
                                    <p:animEffect transition="in" filter="fade">
                                      <p:cBhvr>
                                        <p:cTn id="19" dur="500"/>
                                        <p:tgtEl>
                                          <p:spTgt spid="44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50"/>
                                        </p:tgtEl>
                                        <p:attrNameLst>
                                          <p:attrName>style.visibility</p:attrName>
                                        </p:attrNameLst>
                                      </p:cBhvr>
                                      <p:to>
                                        <p:strVal val="visible"/>
                                      </p:to>
                                    </p:set>
                                    <p:animEffect transition="in" filter="fade">
                                      <p:cBhvr>
                                        <p:cTn id="24" dur="500"/>
                                        <p:tgtEl>
                                          <p:spTgt spid="450"/>
                                        </p:tgtEl>
                                      </p:cBhvr>
                                    </p:animEffect>
                                  </p:childTnLst>
                                </p:cTn>
                              </p:par>
                              <p:par>
                                <p:cTn id="25" presetID="10" presetClass="entr" presetSubtype="0" fill="hold" nodeType="withEffect">
                                  <p:stCondLst>
                                    <p:cond delay="0"/>
                                  </p:stCondLst>
                                  <p:childTnLst>
                                    <p:set>
                                      <p:cBhvr>
                                        <p:cTn id="26" dur="1" fill="hold">
                                          <p:stCondLst>
                                            <p:cond delay="0"/>
                                          </p:stCondLst>
                                        </p:cTn>
                                        <p:tgtEl>
                                          <p:spTgt spid="447"/>
                                        </p:tgtEl>
                                        <p:attrNameLst>
                                          <p:attrName>style.visibility</p:attrName>
                                        </p:attrNameLst>
                                      </p:cBhvr>
                                      <p:to>
                                        <p:strVal val="visible"/>
                                      </p:to>
                                    </p:set>
                                    <p:animEffect transition="in" filter="fade">
                                      <p:cBhvr>
                                        <p:cTn id="27" dur="500"/>
                                        <p:tgtEl>
                                          <p:spTgt spid="447"/>
                                        </p:tgtEl>
                                      </p:cBhvr>
                                    </p:animEffect>
                                  </p:childTnLst>
                                </p:cTn>
                              </p:par>
                              <p:par>
                                <p:cTn id="28" presetID="10" presetClass="entr" presetSubtype="0" fill="hold" nodeType="withEffect">
                                  <p:stCondLst>
                                    <p:cond delay="0"/>
                                  </p:stCondLst>
                                  <p:childTnLst>
                                    <p:set>
                                      <p:cBhvr>
                                        <p:cTn id="29" dur="1" fill="hold">
                                          <p:stCondLst>
                                            <p:cond delay="0"/>
                                          </p:stCondLst>
                                        </p:cTn>
                                        <p:tgtEl>
                                          <p:spTgt spid="448"/>
                                        </p:tgtEl>
                                        <p:attrNameLst>
                                          <p:attrName>style.visibility</p:attrName>
                                        </p:attrNameLst>
                                      </p:cBhvr>
                                      <p:to>
                                        <p:strVal val="visible"/>
                                      </p:to>
                                    </p:set>
                                    <p:animEffect transition="in" filter="fade">
                                      <p:cBhvr>
                                        <p:cTn id="30" dur="500"/>
                                        <p:tgtEl>
                                          <p:spTgt spid="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5"/>
        <p:cNvGrpSpPr/>
        <p:nvPr/>
      </p:nvGrpSpPr>
      <p:grpSpPr>
        <a:xfrm>
          <a:off x="0" y="0"/>
          <a:ext cx="0" cy="0"/>
          <a:chOff x="0" y="0"/>
          <a:chExt cx="0" cy="0"/>
        </a:xfrm>
      </p:grpSpPr>
      <p:sp>
        <p:nvSpPr>
          <p:cNvPr id="456" name="Google Shape;456;p4"/>
          <p:cNvSpPr txBox="1"/>
          <p:nvPr/>
        </p:nvSpPr>
        <p:spPr>
          <a:xfrm>
            <a:off x="623888" y="836613"/>
            <a:ext cx="6767512"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70C0"/>
                </a:solidFill>
                <a:latin typeface="Times New Roman"/>
                <a:ea typeface="Times New Roman"/>
                <a:cs typeface="Times New Roman"/>
                <a:sym typeface="Times New Roman"/>
              </a:rPr>
              <a:t>PHÂN TÍCH ỨNG DỤNG 1</a:t>
            </a:r>
            <a:endParaRPr sz="2400" b="0" i="0" u="none" strike="noStrike" cap="none">
              <a:solidFill>
                <a:srgbClr val="0070C0"/>
              </a:solidFill>
              <a:latin typeface="Times New Roman"/>
              <a:ea typeface="Times New Roman"/>
              <a:cs typeface="Times New Roman"/>
              <a:sym typeface="Times New Roman"/>
            </a:endParaRPr>
          </a:p>
        </p:txBody>
      </p:sp>
      <p:sp>
        <p:nvSpPr>
          <p:cNvPr id="457" name="Google Shape;457;p4"/>
          <p:cNvSpPr txBox="1"/>
          <p:nvPr/>
        </p:nvSpPr>
        <p:spPr>
          <a:xfrm>
            <a:off x="623888" y="1423988"/>
            <a:ext cx="1871662" cy="1939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Từ hệ thống thực tế</a:t>
            </a:r>
            <a:r>
              <a:rPr lang="en-US" sz="2400" b="0" i="0" u="none" strike="noStrike" cap="none">
                <a:solidFill>
                  <a:srgbClr val="000000"/>
                </a:solidFill>
                <a:latin typeface="Times New Roman"/>
                <a:ea typeface="Times New Roman"/>
                <a:cs typeface="Times New Roman"/>
                <a:sym typeface="Times New Roman"/>
              </a:rPr>
              <a:t>: Phân tích, chọn lựa danh mục thiết bị</a:t>
            </a:r>
            <a:endParaRPr/>
          </a:p>
        </p:txBody>
      </p:sp>
      <p:cxnSp>
        <p:nvCxnSpPr>
          <p:cNvPr id="458" name="Google Shape;458;p4"/>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459" name="Google Shape;459;p4"/>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460" name="Google Shape;460;p4"/>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461" name="Google Shape;461;p4"/>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i="0" u="none" strike="noStrike" cap="none">
                <a:solidFill>
                  <a:srgbClr val="2D2D8A"/>
                </a:solidFill>
                <a:latin typeface="Times New Roman"/>
                <a:ea typeface="Times New Roman"/>
                <a:cs typeface="Times New Roman"/>
                <a:sym typeface="Times New Roman"/>
              </a:rPr>
              <a:t>AUT206 - PLC CƠ BẢN</a:t>
            </a:r>
            <a:endParaRPr sz="1200" b="1" i="0" u="none" strike="noStrike" cap="none">
              <a:solidFill>
                <a:srgbClr val="2D2D8A"/>
              </a:solidFill>
              <a:latin typeface="Times New Roman"/>
              <a:ea typeface="Times New Roman"/>
              <a:cs typeface="Times New Roman"/>
              <a:sym typeface="Times New Roman"/>
            </a:endParaRPr>
          </a:p>
        </p:txBody>
      </p:sp>
      <p:pic>
        <p:nvPicPr>
          <p:cNvPr id="462" name="Google Shape;462;p4" descr="C:\Users\nbcha\Documents\fc401496f1516ad464a9b4af170d391a.png"/>
          <p:cNvPicPr preferRelativeResize="0"/>
          <p:nvPr/>
        </p:nvPicPr>
        <p:blipFill rotWithShape="1">
          <a:blip r:embed="rId4">
            <a:alphaModFix/>
          </a:blip>
          <a:srcRect/>
          <a:stretch/>
        </p:blipFill>
        <p:spPr>
          <a:xfrm>
            <a:off x="2927350" y="1550988"/>
            <a:ext cx="8626475" cy="4827587"/>
          </a:xfrm>
          <a:prstGeom prst="rect">
            <a:avLst/>
          </a:prstGeom>
          <a:noFill/>
          <a:ln>
            <a:noFill/>
          </a:ln>
        </p:spPr>
      </p:pic>
      <p:sp>
        <p:nvSpPr>
          <p:cNvPr id="463" name="Google Shape;463;p4"/>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i="0" u="none" strike="noStrike" cap="none">
                <a:solidFill>
                  <a:srgbClr val="FF5A33"/>
                </a:solidFill>
                <a:latin typeface="Times New Roman"/>
                <a:ea typeface="Times New Roman"/>
                <a:cs typeface="Times New Roman"/>
                <a:sym typeface="Times New Roman"/>
              </a:rPr>
              <a:t>6.1 PHÂN TÍCH, CHỌN LỰA DANH MỤC THIẾT BỊ TỪ YÊU CẦU THỰC TẾ</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56"/>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4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8"/>
        <p:cNvGrpSpPr/>
        <p:nvPr/>
      </p:nvGrpSpPr>
      <p:grpSpPr>
        <a:xfrm>
          <a:off x="0" y="0"/>
          <a:ext cx="0" cy="0"/>
          <a:chOff x="0" y="0"/>
          <a:chExt cx="0" cy="0"/>
        </a:xfrm>
      </p:grpSpPr>
      <p:sp>
        <p:nvSpPr>
          <p:cNvPr id="469" name="Google Shape;469;p5"/>
          <p:cNvSpPr txBox="1"/>
          <p:nvPr/>
        </p:nvSpPr>
        <p:spPr>
          <a:xfrm>
            <a:off x="623888" y="836613"/>
            <a:ext cx="6767512"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70C0"/>
                </a:solidFill>
                <a:latin typeface="Times New Roman"/>
                <a:ea typeface="Times New Roman"/>
                <a:cs typeface="Times New Roman"/>
                <a:sym typeface="Times New Roman"/>
              </a:rPr>
              <a:t>PHÂN TÍCH ỨNG DỤNG 2</a:t>
            </a:r>
            <a:endParaRPr sz="2400" b="0" i="0" u="none" strike="noStrike" cap="none">
              <a:solidFill>
                <a:srgbClr val="0070C0"/>
              </a:solidFill>
              <a:latin typeface="Times New Roman"/>
              <a:ea typeface="Times New Roman"/>
              <a:cs typeface="Times New Roman"/>
              <a:sym typeface="Times New Roman"/>
            </a:endParaRPr>
          </a:p>
        </p:txBody>
      </p:sp>
      <p:sp>
        <p:nvSpPr>
          <p:cNvPr id="470" name="Google Shape;470;p5"/>
          <p:cNvSpPr txBox="1"/>
          <p:nvPr/>
        </p:nvSpPr>
        <p:spPr>
          <a:xfrm>
            <a:off x="623888" y="1423988"/>
            <a:ext cx="1871662" cy="1939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Từ hệ thống thực tế</a:t>
            </a:r>
            <a:r>
              <a:rPr lang="en-US" sz="2400" b="0" i="0" u="none" strike="noStrike" cap="none">
                <a:solidFill>
                  <a:srgbClr val="000000"/>
                </a:solidFill>
                <a:latin typeface="Times New Roman"/>
                <a:ea typeface="Times New Roman"/>
                <a:cs typeface="Times New Roman"/>
                <a:sym typeface="Times New Roman"/>
              </a:rPr>
              <a:t>: Phân tích, chọn lựa danh mục thiết bị</a:t>
            </a:r>
            <a:endParaRPr/>
          </a:p>
        </p:txBody>
      </p:sp>
      <p:cxnSp>
        <p:nvCxnSpPr>
          <p:cNvPr id="471" name="Google Shape;471;p5"/>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472" name="Google Shape;472;p5"/>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473" name="Google Shape;473;p5"/>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474" name="Google Shape;474;p5"/>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i="0" u="none" strike="noStrike" cap="none">
                <a:solidFill>
                  <a:srgbClr val="2D2D8A"/>
                </a:solidFill>
                <a:latin typeface="Times New Roman"/>
                <a:ea typeface="Times New Roman"/>
                <a:cs typeface="Times New Roman"/>
                <a:sym typeface="Times New Roman"/>
              </a:rPr>
              <a:t>AUT206 - PLC CƠ BẢN</a:t>
            </a:r>
            <a:endParaRPr sz="1200" b="1" i="0" u="none" strike="noStrike" cap="none">
              <a:solidFill>
                <a:srgbClr val="2D2D8A"/>
              </a:solidFill>
              <a:latin typeface="Times New Roman"/>
              <a:ea typeface="Times New Roman"/>
              <a:cs typeface="Times New Roman"/>
              <a:sym typeface="Times New Roman"/>
            </a:endParaRPr>
          </a:p>
        </p:txBody>
      </p:sp>
      <p:pic>
        <p:nvPicPr>
          <p:cNvPr id="475" name="Google Shape;475;p5" descr="C:\Users\nbcha\Documents\SIMATIC-TDC-Clock-Cycle.gif"/>
          <p:cNvPicPr preferRelativeResize="0"/>
          <p:nvPr/>
        </p:nvPicPr>
        <p:blipFill rotWithShape="1">
          <a:blip r:embed="rId4">
            <a:alphaModFix/>
          </a:blip>
          <a:srcRect/>
          <a:stretch/>
        </p:blipFill>
        <p:spPr>
          <a:xfrm>
            <a:off x="2579688" y="1393825"/>
            <a:ext cx="8963025" cy="5043488"/>
          </a:xfrm>
          <a:prstGeom prst="rect">
            <a:avLst/>
          </a:prstGeom>
          <a:noFill/>
          <a:ln>
            <a:noFill/>
          </a:ln>
        </p:spPr>
      </p:pic>
      <p:sp>
        <p:nvSpPr>
          <p:cNvPr id="476" name="Google Shape;476;p5"/>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i="0" u="none" strike="noStrike" cap="none">
                <a:solidFill>
                  <a:srgbClr val="FF5A33"/>
                </a:solidFill>
                <a:latin typeface="Times New Roman"/>
                <a:ea typeface="Times New Roman"/>
                <a:cs typeface="Times New Roman"/>
                <a:sym typeface="Times New Roman"/>
              </a:rPr>
              <a:t>6.1 PHÂN TÍCH, CHỌN LỰA DANH MỤC THIẾT BỊ TỪ YÊU CẦU THỰC TẾ</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69"/>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4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
          <p:cNvSpPr txBox="1"/>
          <p:nvPr/>
        </p:nvSpPr>
        <p:spPr>
          <a:xfrm>
            <a:off x="623888" y="836613"/>
            <a:ext cx="6767512"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70C0"/>
                </a:solidFill>
                <a:latin typeface="Times New Roman"/>
                <a:ea typeface="Times New Roman"/>
                <a:cs typeface="Times New Roman"/>
                <a:sym typeface="Times New Roman"/>
              </a:rPr>
              <a:t>PHÂN TÍCH ỨNG DỤNG 3</a:t>
            </a:r>
            <a:endParaRPr sz="2400" b="0" i="0" u="none" strike="noStrike" cap="none">
              <a:solidFill>
                <a:srgbClr val="0070C0"/>
              </a:solidFill>
              <a:latin typeface="Times New Roman"/>
              <a:ea typeface="Times New Roman"/>
              <a:cs typeface="Times New Roman"/>
              <a:sym typeface="Times New Roman"/>
            </a:endParaRPr>
          </a:p>
        </p:txBody>
      </p:sp>
      <p:sp>
        <p:nvSpPr>
          <p:cNvPr id="483" name="Google Shape;483;p6"/>
          <p:cNvSpPr txBox="1"/>
          <p:nvPr/>
        </p:nvSpPr>
        <p:spPr>
          <a:xfrm>
            <a:off x="623888" y="1423988"/>
            <a:ext cx="1871662" cy="1939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Từ hệ thống thực tế</a:t>
            </a:r>
            <a:r>
              <a:rPr lang="en-US" sz="2400" b="0" i="0" u="none" strike="noStrike" cap="none">
                <a:solidFill>
                  <a:srgbClr val="000000"/>
                </a:solidFill>
                <a:latin typeface="Times New Roman"/>
                <a:ea typeface="Times New Roman"/>
                <a:cs typeface="Times New Roman"/>
                <a:sym typeface="Times New Roman"/>
              </a:rPr>
              <a:t>: Phân tích, chọn lựa danh mục thiết bị</a:t>
            </a:r>
            <a:endParaRPr/>
          </a:p>
        </p:txBody>
      </p:sp>
      <p:cxnSp>
        <p:nvCxnSpPr>
          <p:cNvPr id="484" name="Google Shape;484;p6"/>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485" name="Google Shape;485;p6"/>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486" name="Google Shape;486;p6"/>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487" name="Google Shape;487;p6"/>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i="0" u="none" strike="noStrike" cap="none">
                <a:solidFill>
                  <a:srgbClr val="2D2D8A"/>
                </a:solidFill>
                <a:latin typeface="Times New Roman"/>
                <a:ea typeface="Times New Roman"/>
                <a:cs typeface="Times New Roman"/>
                <a:sym typeface="Times New Roman"/>
              </a:rPr>
              <a:t>AUT206 - PLC CƠ BẢN</a:t>
            </a:r>
            <a:endParaRPr sz="1200" b="1" i="0" u="none" strike="noStrike" cap="none">
              <a:solidFill>
                <a:srgbClr val="2D2D8A"/>
              </a:solidFill>
              <a:latin typeface="Times New Roman"/>
              <a:ea typeface="Times New Roman"/>
              <a:cs typeface="Times New Roman"/>
              <a:sym typeface="Times New Roman"/>
            </a:endParaRPr>
          </a:p>
        </p:txBody>
      </p:sp>
      <p:pic>
        <p:nvPicPr>
          <p:cNvPr id="488" name="Google Shape;488;p6" descr="C:\Users\nbcha\Documents\Normally-Open-Low-Level-Switch.gif"/>
          <p:cNvPicPr preferRelativeResize="0"/>
          <p:nvPr/>
        </p:nvPicPr>
        <p:blipFill rotWithShape="1">
          <a:blip r:embed="rId4">
            <a:alphaModFix/>
          </a:blip>
          <a:srcRect/>
          <a:stretch/>
        </p:blipFill>
        <p:spPr>
          <a:xfrm>
            <a:off x="2927350" y="1566863"/>
            <a:ext cx="8496300" cy="4779962"/>
          </a:xfrm>
          <a:prstGeom prst="rect">
            <a:avLst/>
          </a:prstGeom>
          <a:noFill/>
          <a:ln>
            <a:noFill/>
          </a:ln>
        </p:spPr>
      </p:pic>
      <p:sp>
        <p:nvSpPr>
          <p:cNvPr id="489" name="Google Shape;489;p6"/>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i="0" u="none" strike="noStrike" cap="none">
                <a:solidFill>
                  <a:srgbClr val="FF5A33"/>
                </a:solidFill>
                <a:latin typeface="Times New Roman"/>
                <a:ea typeface="Times New Roman"/>
                <a:cs typeface="Times New Roman"/>
                <a:sym typeface="Times New Roman"/>
              </a:rPr>
              <a:t>6.1 PHÂN TÍCH, CHỌN LỰA DANH MỤC THIẾT BỊ TỪ YÊU CẦU THỰC TẾ</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82"/>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
          <p:cNvSpPr txBox="1"/>
          <p:nvPr/>
        </p:nvSpPr>
        <p:spPr>
          <a:xfrm>
            <a:off x="623888" y="836613"/>
            <a:ext cx="6767512"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70C0"/>
                </a:solidFill>
                <a:latin typeface="Times New Roman"/>
                <a:ea typeface="Times New Roman"/>
                <a:cs typeface="Times New Roman"/>
                <a:sym typeface="Times New Roman"/>
              </a:rPr>
              <a:t>PHÂN TÍCH ỨNG DỤNG 4</a:t>
            </a:r>
            <a:endParaRPr sz="2400" b="0" i="0" u="none" strike="noStrike" cap="none">
              <a:solidFill>
                <a:srgbClr val="0070C0"/>
              </a:solidFill>
              <a:latin typeface="Times New Roman"/>
              <a:ea typeface="Times New Roman"/>
              <a:cs typeface="Times New Roman"/>
              <a:sym typeface="Times New Roman"/>
            </a:endParaRPr>
          </a:p>
        </p:txBody>
      </p:sp>
      <p:sp>
        <p:nvSpPr>
          <p:cNvPr id="496" name="Google Shape;496;p7"/>
          <p:cNvSpPr txBox="1"/>
          <p:nvPr/>
        </p:nvSpPr>
        <p:spPr>
          <a:xfrm>
            <a:off x="623888" y="1423988"/>
            <a:ext cx="1871662" cy="1939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Từ hệ thống thực tế</a:t>
            </a:r>
            <a:r>
              <a:rPr lang="en-US" sz="2400" b="0" i="0" u="none" strike="noStrike" cap="none">
                <a:solidFill>
                  <a:srgbClr val="000000"/>
                </a:solidFill>
                <a:latin typeface="Times New Roman"/>
                <a:ea typeface="Times New Roman"/>
                <a:cs typeface="Times New Roman"/>
                <a:sym typeface="Times New Roman"/>
              </a:rPr>
              <a:t>: Phân tích, chọn lựa danh mục thiết bị</a:t>
            </a:r>
            <a:endParaRPr/>
          </a:p>
        </p:txBody>
      </p:sp>
      <p:cxnSp>
        <p:nvCxnSpPr>
          <p:cNvPr id="497" name="Google Shape;497;p7"/>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498" name="Google Shape;498;p7"/>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499" name="Google Shape;499;p7"/>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500" name="Google Shape;500;p7"/>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i="0" u="none" strike="noStrike" cap="none">
                <a:solidFill>
                  <a:srgbClr val="2D2D8A"/>
                </a:solidFill>
                <a:latin typeface="Times New Roman"/>
                <a:ea typeface="Times New Roman"/>
                <a:cs typeface="Times New Roman"/>
                <a:sym typeface="Times New Roman"/>
              </a:rPr>
              <a:t>AUT206 - PLC CƠ BẢN</a:t>
            </a:r>
            <a:endParaRPr sz="1200" b="1" i="0" u="none" strike="noStrike" cap="none">
              <a:solidFill>
                <a:srgbClr val="2D2D8A"/>
              </a:solidFill>
              <a:latin typeface="Times New Roman"/>
              <a:ea typeface="Times New Roman"/>
              <a:cs typeface="Times New Roman"/>
              <a:sym typeface="Times New Roman"/>
            </a:endParaRPr>
          </a:p>
        </p:txBody>
      </p:sp>
      <p:pic>
        <p:nvPicPr>
          <p:cNvPr id="501" name="Google Shape;501;p7" descr="C:\Users\nbcha\Documents\Encoder-in-Measuring-Processes.gif"/>
          <p:cNvPicPr preferRelativeResize="0"/>
          <p:nvPr/>
        </p:nvPicPr>
        <p:blipFill rotWithShape="1">
          <a:blip r:embed="rId4">
            <a:alphaModFix/>
          </a:blip>
          <a:srcRect/>
          <a:stretch/>
        </p:blipFill>
        <p:spPr>
          <a:xfrm>
            <a:off x="2728913" y="1557338"/>
            <a:ext cx="8839200" cy="4872037"/>
          </a:xfrm>
          <a:prstGeom prst="rect">
            <a:avLst/>
          </a:prstGeom>
          <a:noFill/>
          <a:ln>
            <a:noFill/>
          </a:ln>
        </p:spPr>
      </p:pic>
      <p:sp>
        <p:nvSpPr>
          <p:cNvPr id="502" name="Google Shape;502;p7"/>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i="0" u="none" strike="noStrike" cap="none">
                <a:solidFill>
                  <a:srgbClr val="FF5A33"/>
                </a:solidFill>
                <a:latin typeface="Times New Roman"/>
                <a:ea typeface="Times New Roman"/>
                <a:cs typeface="Times New Roman"/>
                <a:sym typeface="Times New Roman"/>
              </a:rPr>
              <a:t>6.1 PHÂN TÍCH, CHỌN LỰA DANH MỤC THIẾT BỊ TỪ YÊU CẦU THỰC TẾ</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95"/>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4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8"/>
          <p:cNvSpPr txBox="1"/>
          <p:nvPr/>
        </p:nvSpPr>
        <p:spPr>
          <a:xfrm>
            <a:off x="623888" y="836613"/>
            <a:ext cx="6767512"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0070C0"/>
                </a:solidFill>
                <a:latin typeface="Times New Roman"/>
                <a:ea typeface="Times New Roman"/>
                <a:cs typeface="Times New Roman"/>
                <a:sym typeface="Times New Roman"/>
              </a:rPr>
              <a:t>PHÂN TÍCH ỨNG DỤNG 5</a:t>
            </a:r>
            <a:endParaRPr sz="2400" b="0" i="0" u="none" strike="noStrike" cap="none">
              <a:solidFill>
                <a:srgbClr val="0070C0"/>
              </a:solidFill>
              <a:latin typeface="Times New Roman"/>
              <a:ea typeface="Times New Roman"/>
              <a:cs typeface="Times New Roman"/>
              <a:sym typeface="Times New Roman"/>
            </a:endParaRPr>
          </a:p>
        </p:txBody>
      </p:sp>
      <p:sp>
        <p:nvSpPr>
          <p:cNvPr id="509" name="Google Shape;509;p8"/>
          <p:cNvSpPr txBox="1"/>
          <p:nvPr/>
        </p:nvSpPr>
        <p:spPr>
          <a:xfrm>
            <a:off x="623888" y="1423988"/>
            <a:ext cx="1871662" cy="1939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Từ hệ thống thực tế</a:t>
            </a:r>
            <a:r>
              <a:rPr lang="en-US" sz="2400" b="0" i="0" u="none" strike="noStrike" cap="none">
                <a:solidFill>
                  <a:srgbClr val="000000"/>
                </a:solidFill>
                <a:latin typeface="Times New Roman"/>
                <a:ea typeface="Times New Roman"/>
                <a:cs typeface="Times New Roman"/>
                <a:sym typeface="Times New Roman"/>
              </a:rPr>
              <a:t>: Phân tích, chọn lựa danh mục thiết bị</a:t>
            </a:r>
            <a:endParaRPr/>
          </a:p>
        </p:txBody>
      </p:sp>
      <p:cxnSp>
        <p:nvCxnSpPr>
          <p:cNvPr id="510" name="Google Shape;510;p8"/>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511" name="Google Shape;511;p8"/>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512" name="Google Shape;512;p8"/>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513" name="Google Shape;513;p8"/>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i="0" u="none" strike="noStrike" cap="none">
                <a:solidFill>
                  <a:srgbClr val="2D2D8A"/>
                </a:solidFill>
                <a:latin typeface="Times New Roman"/>
                <a:ea typeface="Times New Roman"/>
                <a:cs typeface="Times New Roman"/>
                <a:sym typeface="Times New Roman"/>
              </a:rPr>
              <a:t>AUT206 - PLC CƠ BẢN</a:t>
            </a:r>
            <a:endParaRPr sz="1200" b="1" i="0" u="none" strike="noStrike" cap="none">
              <a:solidFill>
                <a:srgbClr val="2D2D8A"/>
              </a:solidFill>
              <a:latin typeface="Times New Roman"/>
              <a:ea typeface="Times New Roman"/>
              <a:cs typeface="Times New Roman"/>
              <a:sym typeface="Times New Roman"/>
            </a:endParaRPr>
          </a:p>
        </p:txBody>
      </p:sp>
      <p:pic>
        <p:nvPicPr>
          <p:cNvPr id="514" name="Google Shape;514;p8" descr="C:\Users\nbcha\Documents\Emergency-Stop-Application-Example.gif"/>
          <p:cNvPicPr preferRelativeResize="0"/>
          <p:nvPr/>
        </p:nvPicPr>
        <p:blipFill rotWithShape="1">
          <a:blip r:embed="rId4">
            <a:alphaModFix/>
          </a:blip>
          <a:srcRect/>
          <a:stretch/>
        </p:blipFill>
        <p:spPr>
          <a:xfrm>
            <a:off x="2640013" y="1412875"/>
            <a:ext cx="8878887" cy="4997450"/>
          </a:xfrm>
          <a:prstGeom prst="rect">
            <a:avLst/>
          </a:prstGeom>
          <a:noFill/>
          <a:ln>
            <a:noFill/>
          </a:ln>
        </p:spPr>
      </p:pic>
      <p:sp>
        <p:nvSpPr>
          <p:cNvPr id="515" name="Google Shape;515;p8"/>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i="0" u="none" strike="noStrike" cap="none">
                <a:solidFill>
                  <a:srgbClr val="FF5A33"/>
                </a:solidFill>
                <a:latin typeface="Times New Roman"/>
                <a:ea typeface="Times New Roman"/>
                <a:cs typeface="Times New Roman"/>
                <a:sym typeface="Times New Roman"/>
              </a:rPr>
              <a:t>6.1 PHÂN TÍCH, CHỌN LỰA DANH MỤC THIẾT BỊ TỪ YÊU CẦU THỰC TẾ</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08"/>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E7D9"/>
        </a:solidFill>
        <a:effectLst/>
      </p:bgPr>
    </p:bg>
    <p:spTree>
      <p:nvGrpSpPr>
        <p:cNvPr id="1" name="Shape 520"/>
        <p:cNvGrpSpPr/>
        <p:nvPr/>
      </p:nvGrpSpPr>
      <p:grpSpPr>
        <a:xfrm>
          <a:off x="0" y="0"/>
          <a:ext cx="0" cy="0"/>
          <a:chOff x="0" y="0"/>
          <a:chExt cx="0" cy="0"/>
        </a:xfrm>
      </p:grpSpPr>
      <p:pic>
        <p:nvPicPr>
          <p:cNvPr id="521" name="Google Shape;521;p9"/>
          <p:cNvPicPr preferRelativeResize="0"/>
          <p:nvPr/>
        </p:nvPicPr>
        <p:blipFill rotWithShape="1">
          <a:blip r:embed="rId3">
            <a:alphaModFix/>
          </a:blip>
          <a:srcRect/>
          <a:stretch/>
        </p:blipFill>
        <p:spPr>
          <a:xfrm>
            <a:off x="1535113" y="0"/>
            <a:ext cx="9132887" cy="6848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D462F"/>
        </a:solidFill>
        <a:effectLst/>
      </p:bgPr>
    </p:bg>
    <p:spTree>
      <p:nvGrpSpPr>
        <p:cNvPr id="1" name="Shape 525"/>
        <p:cNvGrpSpPr/>
        <p:nvPr/>
      </p:nvGrpSpPr>
      <p:grpSpPr>
        <a:xfrm>
          <a:off x="0" y="0"/>
          <a:ext cx="0" cy="0"/>
          <a:chOff x="0" y="0"/>
          <a:chExt cx="0" cy="0"/>
        </a:xfrm>
      </p:grpSpPr>
      <p:sp>
        <p:nvSpPr>
          <p:cNvPr id="526" name="Google Shape;526;p10"/>
          <p:cNvSpPr/>
          <p:nvPr/>
        </p:nvSpPr>
        <p:spPr>
          <a:xfrm>
            <a:off x="1524000" y="3573463"/>
            <a:ext cx="9144000" cy="28797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00" b="1" i="0" u="none" strike="noStrike" cap="none">
              <a:solidFill>
                <a:srgbClr val="FFFFFF"/>
              </a:solidFill>
              <a:latin typeface="Times New Roman"/>
              <a:ea typeface="Times New Roman"/>
              <a:cs typeface="Times New Roman"/>
              <a:sym typeface="Times New Roman"/>
            </a:endParaRPr>
          </a:p>
        </p:txBody>
      </p:sp>
      <p:sp>
        <p:nvSpPr>
          <p:cNvPr id="527" name="Google Shape;527;p10"/>
          <p:cNvSpPr txBox="1">
            <a:spLocks noGrp="1"/>
          </p:cNvSpPr>
          <p:nvPr>
            <p:ph type="ctrTitle"/>
          </p:nvPr>
        </p:nvSpPr>
        <p:spPr>
          <a:xfrm>
            <a:off x="1524000" y="1368425"/>
            <a:ext cx="9144000" cy="11969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2000" b="1">
                <a:solidFill>
                  <a:schemeClr val="lt1"/>
                </a:solidFill>
                <a:latin typeface="Times New Roman"/>
                <a:ea typeface="Times New Roman"/>
                <a:cs typeface="Times New Roman"/>
                <a:sym typeface="Times New Roman"/>
              </a:rPr>
              <a:t>Bài 6:</a:t>
            </a:r>
            <a:br>
              <a:rPr lang="en-US" sz="2000" b="1">
                <a:solidFill>
                  <a:schemeClr val="lt1"/>
                </a:solidFill>
                <a:latin typeface="Times New Roman"/>
                <a:ea typeface="Times New Roman"/>
                <a:cs typeface="Times New Roman"/>
                <a:sym typeface="Times New Roman"/>
              </a:rPr>
            </a:br>
            <a:r>
              <a:rPr lang="en-US" sz="3200" b="1">
                <a:solidFill>
                  <a:schemeClr val="lt1"/>
                </a:solidFill>
                <a:latin typeface="Times New Roman"/>
                <a:ea typeface="Times New Roman"/>
                <a:cs typeface="Times New Roman"/>
                <a:sym typeface="Times New Roman"/>
              </a:rPr>
              <a:t>THIẾT KẾ ỨNG DỤNG MÔ HÌNH ĐIỀU KHIỂN BẰNG PLC</a:t>
            </a:r>
            <a:endParaRPr/>
          </a:p>
        </p:txBody>
      </p:sp>
      <p:pic>
        <p:nvPicPr>
          <p:cNvPr id="528" name="Google Shape;528;p10"/>
          <p:cNvPicPr preferRelativeResize="0"/>
          <p:nvPr/>
        </p:nvPicPr>
        <p:blipFill rotWithShape="1">
          <a:blip r:embed="rId3">
            <a:alphaModFix/>
          </a:blip>
          <a:srcRect/>
          <a:stretch/>
        </p:blipFill>
        <p:spPr>
          <a:xfrm>
            <a:off x="1882775" y="482600"/>
            <a:ext cx="1733550" cy="609600"/>
          </a:xfrm>
          <a:prstGeom prst="rect">
            <a:avLst/>
          </a:prstGeom>
          <a:noFill/>
          <a:ln>
            <a:noFill/>
          </a:ln>
        </p:spPr>
      </p:pic>
      <p:pic>
        <p:nvPicPr>
          <p:cNvPr id="529" name="Google Shape;529;p10" descr="C:\Users\nbcha\Documents\RTU-remote-locations.png"/>
          <p:cNvPicPr preferRelativeResize="0"/>
          <p:nvPr/>
        </p:nvPicPr>
        <p:blipFill rotWithShape="1">
          <a:blip r:embed="rId4">
            <a:alphaModFix/>
          </a:blip>
          <a:srcRect b="13576"/>
          <a:stretch/>
        </p:blipFill>
        <p:spPr>
          <a:xfrm>
            <a:off x="3230563" y="3617913"/>
            <a:ext cx="5730875" cy="2790825"/>
          </a:xfrm>
          <a:prstGeom prst="rect">
            <a:avLst/>
          </a:prstGeom>
          <a:noFill/>
          <a:ln>
            <a:noFill/>
          </a:ln>
        </p:spPr>
      </p:pic>
      <p:sp>
        <p:nvSpPr>
          <p:cNvPr id="530" name="Google Shape;530;p10"/>
          <p:cNvSpPr/>
          <p:nvPr/>
        </p:nvSpPr>
        <p:spPr>
          <a:xfrm>
            <a:off x="1524000" y="2951163"/>
            <a:ext cx="9144000" cy="4016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chemeClr val="lt1"/>
                </a:solidFill>
                <a:latin typeface="Times New Roman"/>
                <a:ea typeface="Times New Roman"/>
                <a:cs typeface="Times New Roman"/>
                <a:sym typeface="Times New Roman"/>
              </a:rPr>
              <a:t>6.2 THIẾT KẾ, LẬP TRÌNH ĐIỀU KHIỂN HỆ THỐNG</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27"/>
                                        </p:tgtEl>
                                        <p:attrNameLst>
                                          <p:attrName>style.visibility</p:attrName>
                                        </p:attrNameLst>
                                      </p:cBhvr>
                                      <p:to>
                                        <p:strVal val="visible"/>
                                      </p:to>
                                    </p:set>
                                  </p:childTnLst>
                                </p:cTn>
                              </p:par>
                            </p:childTnLst>
                          </p:cTn>
                        </p:par>
                        <p:par>
                          <p:cTn id="7" fill="hold">
                            <p:stCondLst>
                              <p:cond delay="1"/>
                            </p:stCondLst>
                            <p:childTnLst>
                              <p:par>
                                <p:cTn id="8" presetID="10" presetClass="entr" presetSubtype="0" fill="hold" nodeType="afterEffect">
                                  <p:stCondLst>
                                    <p:cond delay="0"/>
                                  </p:stCondLst>
                                  <p:childTnLst>
                                    <p:set>
                                      <p:cBhvr>
                                        <p:cTn id="9" dur="1" fill="hold">
                                          <p:stCondLst>
                                            <p:cond delay="0"/>
                                          </p:stCondLst>
                                        </p:cTn>
                                        <p:tgtEl>
                                          <p:spTgt spid="530"/>
                                        </p:tgtEl>
                                        <p:attrNameLst>
                                          <p:attrName>style.visibility</p:attrName>
                                        </p:attrNameLst>
                                      </p:cBhvr>
                                      <p:to>
                                        <p:strVal val="visible"/>
                                      </p:to>
                                    </p:set>
                                    <p:animEffect transition="in" filter="fade">
                                      <p:cBhvr>
                                        <p:cTn id="10" dur="2000"/>
                                        <p:tgtEl>
                                          <p:spTgt spid="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11"/>
          <p:cNvSpPr txBox="1"/>
          <p:nvPr/>
        </p:nvSpPr>
        <p:spPr>
          <a:xfrm>
            <a:off x="2012950" y="931863"/>
            <a:ext cx="6767513"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Sau khi học xong bài này, người học có khả năng:</a:t>
            </a:r>
            <a:endParaRPr sz="2400" b="0">
              <a:solidFill>
                <a:schemeClr val="dk1"/>
              </a:solidFill>
              <a:latin typeface="Times New Roman"/>
              <a:ea typeface="Times New Roman"/>
              <a:cs typeface="Times New Roman"/>
              <a:sym typeface="Times New Roman"/>
            </a:endParaRPr>
          </a:p>
        </p:txBody>
      </p:sp>
      <p:sp>
        <p:nvSpPr>
          <p:cNvPr id="536" name="Google Shape;536;p11"/>
          <p:cNvSpPr txBox="1"/>
          <p:nvPr/>
        </p:nvSpPr>
        <p:spPr>
          <a:xfrm>
            <a:off x="1979613" y="1628800"/>
            <a:ext cx="8231187" cy="83099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a:solidFill>
                  <a:schemeClr val="dk1"/>
                </a:solidFill>
                <a:latin typeface="Times New Roman"/>
                <a:ea typeface="Times New Roman"/>
                <a:cs typeface="Times New Roman"/>
                <a:sym typeface="Times New Roman"/>
              </a:rPr>
              <a:t>Thiết kế sơ đồ nguyên lý, sơ đồ động lực học, quy trình công nghệ.</a:t>
            </a:r>
            <a:endParaRPr sz="2400" b="0">
              <a:solidFill>
                <a:schemeClr val="dk1"/>
              </a:solidFill>
              <a:latin typeface="Times New Roman"/>
              <a:ea typeface="Times New Roman"/>
              <a:cs typeface="Times New Roman"/>
              <a:sym typeface="Times New Roman"/>
            </a:endParaRPr>
          </a:p>
        </p:txBody>
      </p:sp>
      <p:sp>
        <p:nvSpPr>
          <p:cNvPr id="537" name="Google Shape;537;p11"/>
          <p:cNvSpPr txBox="1"/>
          <p:nvPr/>
        </p:nvSpPr>
        <p:spPr>
          <a:xfrm>
            <a:off x="1965325" y="2492400"/>
            <a:ext cx="8201025" cy="83026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a:solidFill>
                  <a:schemeClr val="dk1"/>
                </a:solidFill>
                <a:latin typeface="Times New Roman"/>
                <a:ea typeface="Times New Roman"/>
                <a:cs typeface="Times New Roman"/>
                <a:sym typeface="Times New Roman"/>
              </a:rPr>
              <a:t>Lập trình, mô phỏng bằng phần mềm các ứng dụng của PLC trong thực tế.</a:t>
            </a:r>
            <a:endParaRPr sz="2400" b="1">
              <a:solidFill>
                <a:schemeClr val="dk1"/>
              </a:solidFill>
              <a:latin typeface="Times New Roman"/>
              <a:ea typeface="Times New Roman"/>
              <a:cs typeface="Times New Roman"/>
              <a:sym typeface="Times New Roman"/>
            </a:endParaRPr>
          </a:p>
        </p:txBody>
      </p:sp>
      <p:cxnSp>
        <p:nvCxnSpPr>
          <p:cNvPr id="538" name="Google Shape;538;p11"/>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539" name="Google Shape;539;p11"/>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540" name="Google Shape;540;p11"/>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541" name="Google Shape;541;p11"/>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pic>
        <p:nvPicPr>
          <p:cNvPr id="542" name="Google Shape;542;p11" descr="C:\Users\nbcha\Documents\Emergency-Stop-Application-Example.gif"/>
          <p:cNvPicPr preferRelativeResize="0"/>
          <p:nvPr/>
        </p:nvPicPr>
        <p:blipFill rotWithShape="1">
          <a:blip r:embed="rId4">
            <a:alphaModFix/>
          </a:blip>
          <a:srcRect/>
          <a:stretch/>
        </p:blipFill>
        <p:spPr>
          <a:xfrm>
            <a:off x="4008438" y="3933825"/>
            <a:ext cx="3981450" cy="2241550"/>
          </a:xfrm>
          <a:prstGeom prst="rect">
            <a:avLst/>
          </a:prstGeom>
          <a:noFill/>
          <a:ln>
            <a:noFill/>
          </a:ln>
        </p:spPr>
      </p:pic>
      <p:sp>
        <p:nvSpPr>
          <p:cNvPr id="543" name="Google Shape;543;p11"/>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6.2 THIẾT KẾ, LẬP TRÌNH ĐIỀU KHIỂN HỆ THỐNG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35"/>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536"/>
                                        </p:tgtEl>
                                        <p:attrNameLst>
                                          <p:attrName>style.visibility</p:attrName>
                                        </p:attrNameLst>
                                      </p:cBhvr>
                                      <p:to>
                                        <p:strVal val="visible"/>
                                      </p:to>
                                    </p:set>
                                  </p:childTnLst>
                                </p:cTn>
                              </p:par>
                            </p:childTnLst>
                          </p:cTn>
                        </p:par>
                        <p:par>
                          <p:cTn id="10" fill="hold">
                            <p:stCondLst>
                              <p:cond delay="2"/>
                            </p:stCondLst>
                            <p:childTnLst>
                              <p:par>
                                <p:cTn id="11" presetID="1" presetClass="entr" presetSubtype="0" fill="hold" nodeType="afterEffect">
                                  <p:stCondLst>
                                    <p:cond delay="0"/>
                                  </p:stCondLst>
                                  <p:childTnLst>
                                    <p:set>
                                      <p:cBhvr>
                                        <p:cTn id="12" dur="1" fill="hold">
                                          <p:stCondLst>
                                            <p:cond delay="0"/>
                                          </p:stCondLst>
                                        </p:cTn>
                                        <p:tgtEl>
                                          <p:spTgt spid="5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2"/>
          <p:cNvSpPr txBox="1"/>
          <p:nvPr/>
        </p:nvSpPr>
        <p:spPr>
          <a:xfrm>
            <a:off x="623888" y="931863"/>
            <a:ext cx="1094422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CÁC BƯỚC THỰC HIỆN THIẾT KẾ, LẬP TRÌNH ĐIỀU KHIỂN HỆ THỐNG</a:t>
            </a:r>
            <a:endParaRPr sz="2400" b="0">
              <a:solidFill>
                <a:schemeClr val="dk1"/>
              </a:solidFill>
              <a:latin typeface="Times New Roman"/>
              <a:ea typeface="Times New Roman"/>
              <a:cs typeface="Times New Roman"/>
              <a:sym typeface="Times New Roman"/>
            </a:endParaRPr>
          </a:p>
        </p:txBody>
      </p:sp>
      <p:sp>
        <p:nvSpPr>
          <p:cNvPr id="549" name="Google Shape;549;p12"/>
          <p:cNvSpPr txBox="1"/>
          <p:nvPr/>
        </p:nvSpPr>
        <p:spPr>
          <a:xfrm>
            <a:off x="1055440" y="1661899"/>
            <a:ext cx="9865096" cy="830997"/>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400"/>
              <a:buFont typeface="Times New Roman"/>
              <a:buChar char="•"/>
            </a:pPr>
            <a:r>
              <a:rPr lang="en-US" sz="2400" b="0">
                <a:solidFill>
                  <a:schemeClr val="dk1"/>
                </a:solidFill>
                <a:latin typeface="Times New Roman"/>
                <a:ea typeface="Times New Roman"/>
                <a:cs typeface="Times New Roman"/>
                <a:sym typeface="Times New Roman"/>
              </a:rPr>
              <a:t>BƯỚC 1: Thiết kế sơ đồ khối theo điều khiển tuần tự dạng Lưu đồ (Flowchart) hoặc Sơ đồ chức năng (Funtion-chart)</a:t>
            </a:r>
            <a:endParaRPr sz="2400" b="0">
              <a:solidFill>
                <a:schemeClr val="dk1"/>
              </a:solidFill>
              <a:latin typeface="Times New Roman"/>
              <a:ea typeface="Times New Roman"/>
              <a:cs typeface="Times New Roman"/>
              <a:sym typeface="Times New Roman"/>
            </a:endParaRPr>
          </a:p>
        </p:txBody>
      </p:sp>
      <p:sp>
        <p:nvSpPr>
          <p:cNvPr id="550" name="Google Shape;550;p12"/>
          <p:cNvSpPr txBox="1"/>
          <p:nvPr/>
        </p:nvSpPr>
        <p:spPr>
          <a:xfrm>
            <a:off x="1055440" y="2780928"/>
            <a:ext cx="9828947" cy="83099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a:solidFill>
                  <a:schemeClr val="dk1"/>
                </a:solidFill>
                <a:latin typeface="Times New Roman"/>
                <a:ea typeface="Times New Roman"/>
                <a:cs typeface="Times New Roman"/>
                <a:sym typeface="Times New Roman"/>
              </a:rPr>
              <a:t>BƯỚC 2: Thiết kế sơ đồ mạch phần cứng sơ đồ mạch điện động lực (theo sơ đồ Flowchart hoặc Funtion-chart)</a:t>
            </a:r>
            <a:endParaRPr sz="2400" b="0">
              <a:solidFill>
                <a:schemeClr val="dk1"/>
              </a:solidFill>
              <a:latin typeface="Times New Roman"/>
              <a:ea typeface="Times New Roman"/>
              <a:cs typeface="Times New Roman"/>
              <a:sym typeface="Times New Roman"/>
            </a:endParaRPr>
          </a:p>
        </p:txBody>
      </p:sp>
      <p:cxnSp>
        <p:nvCxnSpPr>
          <p:cNvPr id="551" name="Google Shape;551;p12"/>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552" name="Google Shape;552;p12"/>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553" name="Google Shape;553;p12"/>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554" name="Google Shape;554;p12"/>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555" name="Google Shape;555;p12"/>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6.2 THIẾT KẾ, LẬP TRÌNH ĐIỀU KHIỂN HỆ THỐNG</a:t>
            </a:r>
            <a:endParaRPr/>
          </a:p>
        </p:txBody>
      </p:sp>
      <p:sp>
        <p:nvSpPr>
          <p:cNvPr id="556" name="Google Shape;556;p12"/>
          <p:cNvSpPr txBox="1"/>
          <p:nvPr/>
        </p:nvSpPr>
        <p:spPr>
          <a:xfrm>
            <a:off x="1055440" y="3861048"/>
            <a:ext cx="9828947" cy="46166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a:solidFill>
                  <a:schemeClr val="dk1"/>
                </a:solidFill>
                <a:latin typeface="Times New Roman"/>
                <a:ea typeface="Times New Roman"/>
                <a:cs typeface="Times New Roman"/>
                <a:sym typeface="Times New Roman"/>
              </a:rPr>
              <a:t>BƯỚC 3: Viết chương trình điều khiển</a:t>
            </a:r>
            <a:endParaRPr sz="2400" b="0">
              <a:solidFill>
                <a:schemeClr val="dk1"/>
              </a:solidFill>
              <a:latin typeface="Times New Roman"/>
              <a:ea typeface="Times New Roman"/>
              <a:cs typeface="Times New Roman"/>
              <a:sym typeface="Times New Roman"/>
            </a:endParaRPr>
          </a:p>
        </p:txBody>
      </p:sp>
      <p:sp>
        <p:nvSpPr>
          <p:cNvPr id="557" name="Google Shape;557;p12"/>
          <p:cNvSpPr txBox="1"/>
          <p:nvPr/>
        </p:nvSpPr>
        <p:spPr>
          <a:xfrm>
            <a:off x="1055440" y="4509120"/>
            <a:ext cx="9828947" cy="83099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a:solidFill>
                  <a:schemeClr val="dk1"/>
                </a:solidFill>
                <a:latin typeface="Times New Roman"/>
                <a:ea typeface="Times New Roman"/>
                <a:cs typeface="Times New Roman"/>
                <a:sym typeface="Times New Roman"/>
              </a:rPr>
              <a:t>BƯỚC 4: Chạy thử và sửa lỗi (Chạy giả lập – Offline và chạy thử từng thiết bị theo sơ đồ Flowchart hoặc Funtion-chart) </a:t>
            </a:r>
            <a:endParaRPr sz="2400" b="0">
              <a:solidFill>
                <a:schemeClr val="dk1"/>
              </a:solidFill>
              <a:latin typeface="Times New Roman"/>
              <a:ea typeface="Times New Roman"/>
              <a:cs typeface="Times New Roman"/>
              <a:sym typeface="Times New Roman"/>
            </a:endParaRPr>
          </a:p>
        </p:txBody>
      </p:sp>
      <p:sp>
        <p:nvSpPr>
          <p:cNvPr id="558" name="Google Shape;558;p12"/>
          <p:cNvSpPr txBox="1"/>
          <p:nvPr/>
        </p:nvSpPr>
        <p:spPr>
          <a:xfrm>
            <a:off x="1055440" y="5631631"/>
            <a:ext cx="9828947" cy="46166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2400"/>
              <a:buFont typeface="Times New Roman"/>
              <a:buChar char="•"/>
            </a:pPr>
            <a:r>
              <a:rPr lang="en-US" sz="2400" b="0">
                <a:solidFill>
                  <a:schemeClr val="dk1"/>
                </a:solidFill>
                <a:latin typeface="Times New Roman"/>
                <a:ea typeface="Times New Roman"/>
                <a:cs typeface="Times New Roman"/>
                <a:sym typeface="Times New Roman"/>
              </a:rPr>
              <a:t>BƯỚC 5: Vận hành và điều khiển (Chạy thực – Online) </a:t>
            </a:r>
            <a:endParaRPr sz="2400" b="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48"/>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549"/>
                                        </p:tgtEl>
                                        <p:attrNameLst>
                                          <p:attrName>style.visibility</p:attrName>
                                        </p:attrNameLst>
                                      </p:cBhvr>
                                      <p:to>
                                        <p:strVal val="visible"/>
                                      </p:to>
                                    </p:set>
                                  </p:childTnLst>
                                </p:cTn>
                              </p:par>
                            </p:childTnLst>
                          </p:cTn>
                        </p:par>
                        <p:par>
                          <p:cTn id="10" fill="hold">
                            <p:stCondLst>
                              <p:cond delay="2"/>
                            </p:stCondLst>
                            <p:childTnLst>
                              <p:par>
                                <p:cTn id="11" presetID="1" presetClass="entr" presetSubtype="0" fill="hold" nodeType="afterEffect">
                                  <p:stCondLst>
                                    <p:cond delay="0"/>
                                  </p:stCondLst>
                                  <p:childTnLst>
                                    <p:set>
                                      <p:cBhvr>
                                        <p:cTn id="12" dur="1" fill="hold">
                                          <p:stCondLst>
                                            <p:cond delay="0"/>
                                          </p:stCondLst>
                                        </p:cTn>
                                        <p:tgtEl>
                                          <p:spTgt spid="550"/>
                                        </p:tgtEl>
                                        <p:attrNameLst>
                                          <p:attrName>style.visibility</p:attrName>
                                        </p:attrNameLst>
                                      </p:cBhvr>
                                      <p:to>
                                        <p:strVal val="visible"/>
                                      </p:to>
                                    </p:set>
                                  </p:childTnLst>
                                </p:cTn>
                              </p:par>
                            </p:childTnLst>
                          </p:cTn>
                        </p:par>
                        <p:par>
                          <p:cTn id="13" fill="hold">
                            <p:stCondLst>
                              <p:cond delay="3"/>
                            </p:stCondLst>
                            <p:childTnLst>
                              <p:par>
                                <p:cTn id="14" presetID="1" presetClass="entr" presetSubtype="0" fill="hold" nodeType="afterEffect">
                                  <p:stCondLst>
                                    <p:cond delay="0"/>
                                  </p:stCondLst>
                                  <p:childTnLst>
                                    <p:set>
                                      <p:cBhvr>
                                        <p:cTn id="15" dur="1" fill="hold">
                                          <p:stCondLst>
                                            <p:cond delay="0"/>
                                          </p:stCondLst>
                                        </p:cTn>
                                        <p:tgtEl>
                                          <p:spTgt spid="556"/>
                                        </p:tgtEl>
                                        <p:attrNameLst>
                                          <p:attrName>style.visibility</p:attrName>
                                        </p:attrNameLst>
                                      </p:cBhvr>
                                      <p:to>
                                        <p:strVal val="visible"/>
                                      </p:to>
                                    </p:set>
                                  </p:childTnLst>
                                </p:cTn>
                              </p:par>
                            </p:childTnLst>
                          </p:cTn>
                        </p:par>
                        <p:par>
                          <p:cTn id="16" fill="hold">
                            <p:stCondLst>
                              <p:cond delay="4"/>
                            </p:stCondLst>
                            <p:childTnLst>
                              <p:par>
                                <p:cTn id="17" presetID="1" presetClass="entr" presetSubtype="0" fill="hold" nodeType="afterEffect">
                                  <p:stCondLst>
                                    <p:cond delay="0"/>
                                  </p:stCondLst>
                                  <p:childTnLst>
                                    <p:set>
                                      <p:cBhvr>
                                        <p:cTn id="18" dur="1" fill="hold">
                                          <p:stCondLst>
                                            <p:cond delay="0"/>
                                          </p:stCondLst>
                                        </p:cTn>
                                        <p:tgtEl>
                                          <p:spTgt spid="557"/>
                                        </p:tgtEl>
                                        <p:attrNameLst>
                                          <p:attrName>style.visibility</p:attrName>
                                        </p:attrNameLst>
                                      </p:cBhvr>
                                      <p:to>
                                        <p:strVal val="visible"/>
                                      </p:to>
                                    </p:set>
                                  </p:childTnLst>
                                </p:cTn>
                              </p:par>
                            </p:childTnLst>
                          </p:cTn>
                        </p:par>
                        <p:par>
                          <p:cTn id="19" fill="hold">
                            <p:stCondLst>
                              <p:cond delay="5"/>
                            </p:stCondLst>
                            <p:childTnLst>
                              <p:par>
                                <p:cTn id="20" presetID="1" presetClass="entr" presetSubtype="0" fill="hold" nodeType="afterEffect">
                                  <p:stCondLst>
                                    <p:cond delay="0"/>
                                  </p:stCondLst>
                                  <p:childTnLst>
                                    <p:set>
                                      <p:cBhvr>
                                        <p:cTn id="21" dur="1" fill="hold">
                                          <p:stCondLst>
                                            <p:cond delay="0"/>
                                          </p:stCondLst>
                                        </p:cTn>
                                        <p:tgtEl>
                                          <p:spTgt spid="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2"/>
          <p:cNvSpPr txBox="1"/>
          <p:nvPr/>
        </p:nvSpPr>
        <p:spPr>
          <a:xfrm>
            <a:off x="623888" y="931863"/>
            <a:ext cx="1094422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CÁC BƯỚC THỰC HIỆN THIẾT KẾ, LẬP TRÌNH ĐIỀU KHIỂN HỆ THỐNG</a:t>
            </a:r>
            <a:endParaRPr sz="2400" b="0">
              <a:solidFill>
                <a:schemeClr val="dk1"/>
              </a:solidFill>
              <a:latin typeface="Times New Roman"/>
              <a:ea typeface="Times New Roman"/>
              <a:cs typeface="Times New Roman"/>
              <a:sym typeface="Times New Roman"/>
            </a:endParaRPr>
          </a:p>
        </p:txBody>
      </p:sp>
      <p:sp>
        <p:nvSpPr>
          <p:cNvPr id="549" name="Google Shape;549;p12"/>
          <p:cNvSpPr txBox="1"/>
          <p:nvPr/>
        </p:nvSpPr>
        <p:spPr>
          <a:xfrm>
            <a:off x="1055440" y="1661899"/>
            <a:ext cx="9865096" cy="156962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400"/>
              <a:buFont typeface="Times New Roman"/>
              <a:buChar char="•"/>
            </a:pPr>
            <a:r>
              <a:rPr lang="en-US" sz="2400" b="0" dirty="0">
                <a:solidFill>
                  <a:schemeClr val="dk1"/>
                </a:solidFill>
                <a:latin typeface="Times New Roman"/>
                <a:ea typeface="Times New Roman"/>
                <a:cs typeface="Times New Roman"/>
                <a:sym typeface="Times New Roman"/>
              </a:rPr>
              <a:t>BƯỚC 1: </a:t>
            </a:r>
            <a:r>
              <a:rPr lang="en-US" sz="2400" b="0" dirty="0" err="1">
                <a:solidFill>
                  <a:schemeClr val="dk1"/>
                </a:solidFill>
                <a:latin typeface="Times New Roman"/>
                <a:ea typeface="Times New Roman"/>
                <a:cs typeface="Times New Roman"/>
                <a:sym typeface="Times New Roman"/>
              </a:rPr>
              <a:t>Thiết</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kế</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sơ</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đồ</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khối</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theo</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điều</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khiển</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tuần</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tự</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dạng</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Lưu</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đồ</a:t>
            </a:r>
            <a:r>
              <a:rPr lang="en-US" sz="2400" b="0" dirty="0">
                <a:solidFill>
                  <a:schemeClr val="dk1"/>
                </a:solidFill>
                <a:latin typeface="Times New Roman"/>
                <a:ea typeface="Times New Roman"/>
                <a:cs typeface="Times New Roman"/>
                <a:sym typeface="Times New Roman"/>
              </a:rPr>
              <a:t> (Flowchart) </a:t>
            </a:r>
            <a:r>
              <a:rPr lang="en-US" sz="2400" b="0" dirty="0" err="1">
                <a:solidFill>
                  <a:schemeClr val="dk1"/>
                </a:solidFill>
                <a:latin typeface="Times New Roman"/>
                <a:ea typeface="Times New Roman"/>
                <a:cs typeface="Times New Roman"/>
                <a:sym typeface="Times New Roman"/>
              </a:rPr>
              <a:t>hoặc</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Sơ</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đồ</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chức</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năng</a:t>
            </a:r>
            <a:r>
              <a:rPr lang="en-US" sz="2400" b="0" dirty="0">
                <a:solidFill>
                  <a:schemeClr val="dk1"/>
                </a:solidFill>
                <a:latin typeface="Times New Roman"/>
                <a:ea typeface="Times New Roman"/>
                <a:cs typeface="Times New Roman"/>
                <a:sym typeface="Times New Roman"/>
              </a:rPr>
              <a:t> (</a:t>
            </a:r>
            <a:r>
              <a:rPr lang="en-US" sz="2400" b="0" dirty="0" err="1">
                <a:solidFill>
                  <a:schemeClr val="dk1"/>
                </a:solidFill>
                <a:latin typeface="Times New Roman"/>
                <a:ea typeface="Times New Roman"/>
                <a:cs typeface="Times New Roman"/>
                <a:sym typeface="Times New Roman"/>
              </a:rPr>
              <a:t>Funtion</a:t>
            </a:r>
            <a:r>
              <a:rPr lang="en-US" sz="2400" b="0" dirty="0">
                <a:solidFill>
                  <a:schemeClr val="dk1"/>
                </a:solidFill>
                <a:latin typeface="Times New Roman"/>
                <a:ea typeface="Times New Roman"/>
                <a:cs typeface="Times New Roman"/>
                <a:sym typeface="Times New Roman"/>
              </a:rPr>
              <a:t>-chart)</a:t>
            </a:r>
            <a:endParaRPr lang="vi-VN" sz="2400" b="0" dirty="0">
              <a:solidFill>
                <a:schemeClr val="dk1"/>
              </a:solidFill>
              <a:latin typeface="Times New Roman"/>
              <a:ea typeface="Times New Roman"/>
              <a:cs typeface="Times New Roman"/>
              <a:sym typeface="Times New Roman"/>
            </a:endParaRPr>
          </a:p>
          <a:p>
            <a:pPr marR="0" lvl="0" algn="just" rtl="0">
              <a:spcBef>
                <a:spcPts val="0"/>
              </a:spcBef>
              <a:spcAft>
                <a:spcPts val="0"/>
              </a:spcAft>
              <a:buClr>
                <a:schemeClr val="dk1"/>
              </a:buClr>
              <a:buSzPts val="2400"/>
            </a:pPr>
            <a:r>
              <a:rPr lang="vi-VN" sz="2400" dirty="0">
                <a:solidFill>
                  <a:schemeClr val="dk1"/>
                </a:solidFill>
                <a:latin typeface="Times New Roman"/>
                <a:ea typeface="Times New Roman"/>
                <a:cs typeface="Times New Roman"/>
                <a:sym typeface="Times New Roman"/>
              </a:rPr>
              <a:t>	Để dễ hiểu hơn về quy trình xử lý, đưa ra dạng lưu đồ để minh họa từng bước quá trình xử lý một vấn đề. (Flowchart)</a:t>
            </a:r>
            <a:endParaRPr sz="2400" b="0" dirty="0">
              <a:solidFill>
                <a:schemeClr val="dk1"/>
              </a:solidFill>
              <a:latin typeface="Times New Roman"/>
              <a:ea typeface="Times New Roman"/>
              <a:cs typeface="Times New Roman"/>
              <a:sym typeface="Times New Roman"/>
            </a:endParaRPr>
          </a:p>
        </p:txBody>
      </p:sp>
      <p:cxnSp>
        <p:nvCxnSpPr>
          <p:cNvPr id="551" name="Google Shape;551;p12"/>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552" name="Google Shape;552;p12"/>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553" name="Google Shape;553;p12"/>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554" name="Google Shape;554;p12"/>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555" name="Google Shape;555;p12"/>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6.2 THIẾT KẾ, LẬP TRÌNH ĐIỀU KHIỂN HỆ THỐNG</a:t>
            </a:r>
            <a:endParaRPr/>
          </a:p>
        </p:txBody>
      </p:sp>
      <p:pic>
        <p:nvPicPr>
          <p:cNvPr id="3" name="Picture 2">
            <a:extLst>
              <a:ext uri="{FF2B5EF4-FFF2-40B4-BE49-F238E27FC236}">
                <a16:creationId xmlns:a16="http://schemas.microsoft.com/office/drawing/2014/main" id="{4C5BB632-DF25-D6B0-1998-F32D1C21113D}"/>
              </a:ext>
            </a:extLst>
          </p:cNvPr>
          <p:cNvPicPr>
            <a:picLocks noChangeAspect="1"/>
          </p:cNvPicPr>
          <p:nvPr/>
        </p:nvPicPr>
        <p:blipFill>
          <a:blip r:embed="rId4"/>
          <a:stretch>
            <a:fillRect/>
          </a:stretch>
        </p:blipFill>
        <p:spPr>
          <a:xfrm>
            <a:off x="4585794" y="681038"/>
            <a:ext cx="6982318" cy="5715974"/>
          </a:xfrm>
          <a:prstGeom prst="rect">
            <a:avLst/>
          </a:prstGeom>
        </p:spPr>
      </p:pic>
    </p:spTree>
    <p:extLst>
      <p:ext uri="{BB962C8B-B14F-4D97-AF65-F5344CB8AC3E}">
        <p14:creationId xmlns:p14="http://schemas.microsoft.com/office/powerpoint/2010/main" val="170128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48"/>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54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xit" presetSubtype="4" fill="hold" nodeType="clickEffect">
                                  <p:stCondLst>
                                    <p:cond delay="0"/>
                                  </p:stCondLst>
                                  <p:childTnLst>
                                    <p:anim calcmode="lin" valueType="num">
                                      <p:cBhvr additive="base">
                                        <p:cTn id="17" dur="500"/>
                                        <p:tgtEl>
                                          <p:spTgt spid="3"/>
                                        </p:tgtEl>
                                        <p:attrNameLst>
                                          <p:attrName>ppt_x</p:attrName>
                                        </p:attrNameLst>
                                      </p:cBhvr>
                                      <p:tavLst>
                                        <p:tav tm="0">
                                          <p:val>
                                            <p:strVal val="ppt_x"/>
                                          </p:val>
                                        </p:tav>
                                        <p:tav tm="100000">
                                          <p:val>
                                            <p:strVal val="ppt_x"/>
                                          </p:val>
                                        </p:tav>
                                      </p:tavLst>
                                    </p:anim>
                                    <p:anim calcmode="lin" valueType="num">
                                      <p:cBhvr additive="base">
                                        <p:cTn id="18" dur="500"/>
                                        <p:tgtEl>
                                          <p:spTgt spid="3"/>
                                        </p:tgtEl>
                                        <p:attrNameLst>
                                          <p:attrName>ppt_y</p:attrName>
                                        </p:attrNameLst>
                                      </p:cBhvr>
                                      <p:tavLst>
                                        <p:tav tm="0">
                                          <p:val>
                                            <p:strVal val="ppt_y"/>
                                          </p:val>
                                        </p:tav>
                                        <p:tav tm="100000">
                                          <p:val>
                                            <p:strVal val="1+ppt_h/2"/>
                                          </p:val>
                                        </p:tav>
                                      </p:tavLst>
                                    </p:anim>
                                    <p:set>
                                      <p:cBhvr>
                                        <p:cTn id="19"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grpSp>
        <p:nvGrpSpPr>
          <p:cNvPr id="563" name="Google Shape;563;p13"/>
          <p:cNvGrpSpPr/>
          <p:nvPr/>
        </p:nvGrpSpPr>
        <p:grpSpPr>
          <a:xfrm>
            <a:off x="11542713" y="6669088"/>
            <a:ext cx="649287" cy="188912"/>
            <a:chOff x="5012" y="4110"/>
            <a:chExt cx="748" cy="210"/>
          </a:xfrm>
        </p:grpSpPr>
        <p:sp>
          <p:nvSpPr>
            <p:cNvPr id="564" name="Google Shape;564;p13">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chemeClr val="dk1"/>
                </a:solidFill>
                <a:latin typeface="Times New Roman"/>
                <a:ea typeface="Times New Roman"/>
                <a:cs typeface="Times New Roman"/>
                <a:sym typeface="Times New Roman"/>
              </a:endParaRPr>
            </a:p>
          </p:txBody>
        </p:sp>
        <p:sp>
          <p:nvSpPr>
            <p:cNvPr id="565" name="Google Shape;565;p13">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chemeClr val="dk1"/>
                </a:solidFill>
                <a:latin typeface="Times New Roman"/>
                <a:ea typeface="Times New Roman"/>
                <a:cs typeface="Times New Roman"/>
                <a:sym typeface="Times New Roman"/>
              </a:endParaRPr>
            </a:p>
          </p:txBody>
        </p:sp>
        <p:sp>
          <p:nvSpPr>
            <p:cNvPr id="566" name="Google Shape;566;p13">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chemeClr val="dk1"/>
                  </a:solidFill>
                  <a:latin typeface="Times New Roman"/>
                  <a:ea typeface="Times New Roman"/>
                  <a:cs typeface="Times New Roman"/>
                  <a:sym typeface="Times New Roman"/>
                </a:rPr>
                <a:t>   </a:t>
              </a:r>
              <a:endParaRPr sz="2800" b="1">
                <a:solidFill>
                  <a:schemeClr val="dk1"/>
                </a:solidFill>
                <a:latin typeface="Times New Roman"/>
                <a:ea typeface="Times New Roman"/>
                <a:cs typeface="Times New Roman"/>
                <a:sym typeface="Times New Roman"/>
              </a:endParaRPr>
            </a:p>
          </p:txBody>
        </p:sp>
      </p:grpSp>
      <p:sp>
        <p:nvSpPr>
          <p:cNvPr id="567" name="Google Shape;567;p13"/>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BÀI TẬP 1: HỆ THỐNG CẤP GẠO</a:t>
            </a:r>
            <a:endParaRPr sz="13300" b="0">
              <a:solidFill>
                <a:srgbClr val="0070C0"/>
              </a:solidFill>
              <a:latin typeface="Arial"/>
              <a:ea typeface="Arial"/>
              <a:cs typeface="Arial"/>
              <a:sym typeface="Arial"/>
            </a:endParaRPr>
          </a:p>
        </p:txBody>
      </p:sp>
      <p:cxnSp>
        <p:nvCxnSpPr>
          <p:cNvPr id="568" name="Google Shape;568;p13"/>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569" name="Google Shape;569;p13"/>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570" name="Google Shape;570;p13"/>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571" name="Google Shape;571;p13"/>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572" name="Google Shape;572;p13"/>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6.2 THIẾT KẾ, LẬP TRÌNH ĐIỀU KHIỂN HỆ THỐNG</a:t>
            </a:r>
            <a:endParaRPr/>
          </a:p>
        </p:txBody>
      </p:sp>
      <p:pic>
        <p:nvPicPr>
          <p:cNvPr id="573" name="Google Shape;573;p13"/>
          <p:cNvPicPr preferRelativeResize="0"/>
          <p:nvPr/>
        </p:nvPicPr>
        <p:blipFill rotWithShape="1">
          <a:blip r:embed="rId4">
            <a:alphaModFix/>
          </a:blip>
          <a:srcRect/>
          <a:stretch/>
        </p:blipFill>
        <p:spPr>
          <a:xfrm>
            <a:off x="7121525" y="1557338"/>
            <a:ext cx="4895850" cy="3990975"/>
          </a:xfrm>
          <a:prstGeom prst="rect">
            <a:avLst/>
          </a:prstGeom>
          <a:noFill/>
          <a:ln>
            <a:noFill/>
          </a:ln>
        </p:spPr>
      </p:pic>
      <p:sp>
        <p:nvSpPr>
          <p:cNvPr id="574" name="Google Shape;574;p13"/>
          <p:cNvSpPr txBox="1"/>
          <p:nvPr/>
        </p:nvSpPr>
        <p:spPr>
          <a:xfrm>
            <a:off x="766763" y="1557338"/>
            <a:ext cx="6342062" cy="360389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dirty="0" err="1">
                <a:solidFill>
                  <a:schemeClr val="dk1"/>
                </a:solidFill>
                <a:latin typeface="Times New Roman"/>
                <a:ea typeface="Times New Roman"/>
                <a:cs typeface="Times New Roman"/>
                <a:sym typeface="Times New Roman"/>
              </a:rPr>
              <a:t>Yêu</a:t>
            </a:r>
            <a:r>
              <a:rPr lang="en-US" sz="1800" b="1" dirty="0">
                <a:solidFill>
                  <a:schemeClr val="dk1"/>
                </a:solidFill>
                <a:latin typeface="Times New Roman"/>
                <a:ea typeface="Times New Roman"/>
                <a:cs typeface="Times New Roman"/>
                <a:sym typeface="Times New Roman"/>
              </a:rPr>
              <a:t> </a:t>
            </a:r>
            <a:r>
              <a:rPr lang="en-US" sz="1800" b="1" dirty="0" err="1">
                <a:solidFill>
                  <a:schemeClr val="dk1"/>
                </a:solidFill>
                <a:latin typeface="Times New Roman"/>
                <a:ea typeface="Times New Roman"/>
                <a:cs typeface="Times New Roman"/>
                <a:sym typeface="Times New Roman"/>
              </a:rPr>
              <a:t>cầu</a:t>
            </a:r>
            <a:r>
              <a:rPr lang="en-US" sz="1800" b="1" dirty="0">
                <a:solidFill>
                  <a:schemeClr val="dk1"/>
                </a:solidFill>
                <a:latin typeface="Times New Roman"/>
                <a:ea typeface="Times New Roman"/>
                <a:cs typeface="Times New Roman"/>
                <a:sym typeface="Times New Roman"/>
              </a:rPr>
              <a:t> </a:t>
            </a:r>
            <a:r>
              <a:rPr lang="en-US" sz="1800" b="1" dirty="0" err="1">
                <a:solidFill>
                  <a:schemeClr val="dk1"/>
                </a:solidFill>
                <a:latin typeface="Times New Roman"/>
                <a:ea typeface="Times New Roman"/>
                <a:cs typeface="Times New Roman"/>
                <a:sym typeface="Times New Roman"/>
              </a:rPr>
              <a:t>bài</a:t>
            </a:r>
            <a:r>
              <a:rPr lang="en-US" sz="1800" b="1" dirty="0">
                <a:solidFill>
                  <a:schemeClr val="dk1"/>
                </a:solidFill>
                <a:latin typeface="Times New Roman"/>
                <a:ea typeface="Times New Roman"/>
                <a:cs typeface="Times New Roman"/>
                <a:sym typeface="Times New Roman"/>
              </a:rPr>
              <a:t> </a:t>
            </a:r>
            <a:r>
              <a:rPr lang="en-US" sz="1800" b="1" dirty="0" err="1">
                <a:solidFill>
                  <a:schemeClr val="dk1"/>
                </a:solidFill>
                <a:latin typeface="Times New Roman"/>
                <a:ea typeface="Times New Roman"/>
                <a:cs typeface="Times New Roman"/>
                <a:sym typeface="Times New Roman"/>
              </a:rPr>
              <a:t>tập</a:t>
            </a:r>
            <a:r>
              <a:rPr lang="en-US" sz="1800" b="1" dirty="0">
                <a:solidFill>
                  <a:schemeClr val="dk1"/>
                </a:solidFill>
                <a:latin typeface="Times New Roman"/>
                <a:ea typeface="Times New Roman"/>
                <a:cs typeface="Times New Roman"/>
                <a:sym typeface="Times New Roman"/>
              </a:rPr>
              <a:t>:</a:t>
            </a:r>
            <a:endParaRPr sz="1800" b="1" dirty="0">
              <a:solidFill>
                <a:schemeClr val="dk1"/>
              </a:solidFill>
              <a:latin typeface="Times New Roman"/>
              <a:ea typeface="Times New Roman"/>
              <a:cs typeface="Times New Roman"/>
              <a:sym typeface="Times New Roman"/>
            </a:endParaRPr>
          </a:p>
          <a:p>
            <a:pPr marL="0" marR="0" lvl="0" indent="-88900" algn="just" rtl="0">
              <a:lnSpc>
                <a:spcPct val="115000"/>
              </a:lnSpc>
              <a:spcBef>
                <a:spcPts val="1225"/>
              </a:spcBef>
              <a:spcAft>
                <a:spcPts val="0"/>
              </a:spcAft>
              <a:buClr>
                <a:schemeClr val="dk1"/>
              </a:buClr>
              <a:buSzPts val="1400"/>
              <a:buFont typeface="Times New Roman"/>
              <a:buChar char="-"/>
            </a:pP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Hệ</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thống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gồm</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xylo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chứa</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các</a:t>
            </a:r>
            <a:r>
              <a:rPr lang="en-US" sz="1800" b="0" dirty="0">
                <a:solidFill>
                  <a:schemeClr val="dk1"/>
                </a:solidFill>
                <a:latin typeface="Times New Roman"/>
                <a:ea typeface="Times New Roman"/>
                <a:cs typeface="Times New Roman"/>
                <a:sym typeface="Times New Roman"/>
              </a:rPr>
              <a:t> bao </a:t>
            </a:r>
            <a:r>
              <a:rPr lang="en-US" sz="1800" b="0" dirty="0" err="1">
                <a:solidFill>
                  <a:schemeClr val="dk1"/>
                </a:solidFill>
                <a:latin typeface="Times New Roman"/>
                <a:ea typeface="Times New Roman"/>
                <a:cs typeface="Times New Roman"/>
                <a:sym typeface="Times New Roman"/>
              </a:rPr>
              <a:t>gạo</a:t>
            </a:r>
            <a:r>
              <a:rPr lang="en-US" sz="1800" b="0" dirty="0">
                <a:solidFill>
                  <a:schemeClr val="dk1"/>
                </a:solidFill>
                <a:latin typeface="Times New Roman"/>
                <a:ea typeface="Times New Roman"/>
                <a:cs typeface="Times New Roman"/>
                <a:sym typeface="Times New Roman"/>
              </a:rPr>
              <a:t>. Bao </a:t>
            </a:r>
            <a:r>
              <a:rPr lang="en-US" sz="1800" b="0" dirty="0" err="1">
                <a:solidFill>
                  <a:schemeClr val="dk1"/>
                </a:solidFill>
                <a:latin typeface="Times New Roman"/>
                <a:ea typeface="Times New Roman"/>
                <a:cs typeface="Times New Roman"/>
                <a:sym typeface="Times New Roman"/>
              </a:rPr>
              <a:t>gạo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xuống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băng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chuyền</a:t>
            </a:r>
            <a:r>
              <a:rPr lang="en-US" sz="1800" b="0" dirty="0">
                <a:solidFill>
                  <a:schemeClr val="dk1"/>
                </a:solidFill>
                <a:latin typeface="Times New Roman"/>
                <a:ea typeface="Times New Roman"/>
                <a:cs typeface="Times New Roman"/>
                <a:sym typeface="Times New Roman"/>
              </a:rPr>
              <a:t> qua </a:t>
            </a:r>
            <a:r>
              <a:rPr lang="en-US" sz="1800" b="0" dirty="0" err="1">
                <a:solidFill>
                  <a:schemeClr val="dk1"/>
                </a:solidFill>
                <a:latin typeface="Times New Roman"/>
                <a:ea typeface="Times New Roman"/>
                <a:cs typeface="Times New Roman"/>
                <a:sym typeface="Times New Roman"/>
              </a:rPr>
              <a:t>cửa</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xylo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Bằng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chuyển</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tải</a:t>
            </a:r>
            <a:r>
              <a:rPr lang="en-US" sz="1800" b="0" dirty="0">
                <a:solidFill>
                  <a:schemeClr val="dk1"/>
                </a:solidFill>
                <a:latin typeface="Times New Roman"/>
                <a:ea typeface="Times New Roman"/>
                <a:cs typeface="Times New Roman"/>
                <a:sym typeface="Times New Roman"/>
              </a:rPr>
              <a:t> bao </a:t>
            </a:r>
            <a:r>
              <a:rPr lang="en-US" sz="1800" b="0" dirty="0" err="1">
                <a:solidFill>
                  <a:schemeClr val="dk1"/>
                </a:solidFill>
                <a:latin typeface="Times New Roman"/>
                <a:ea typeface="Times New Roman"/>
                <a:cs typeface="Times New Roman"/>
                <a:sym typeface="Times New Roman"/>
              </a:rPr>
              <a:t>gạo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và</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xe</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tải</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chở</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gạo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Lượng</a:t>
            </a:r>
            <a:r>
              <a:rPr lang="en-US" sz="1800" b="0" dirty="0">
                <a:solidFill>
                  <a:schemeClr val="dk1"/>
                </a:solidFill>
                <a:latin typeface="Times New Roman"/>
                <a:ea typeface="Times New Roman"/>
                <a:cs typeface="Times New Roman"/>
                <a:sym typeface="Times New Roman"/>
              </a:rPr>
              <a:t> bao </a:t>
            </a:r>
            <a:r>
              <a:rPr lang="en-US" sz="1800" b="0" dirty="0" err="1">
                <a:solidFill>
                  <a:schemeClr val="dk1"/>
                </a:solidFill>
                <a:latin typeface="Times New Roman"/>
                <a:ea typeface="Times New Roman"/>
                <a:cs typeface="Times New Roman"/>
                <a:sym typeface="Times New Roman"/>
              </a:rPr>
              <a:t>gạo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từ</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xylo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xuống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băng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chuyền</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và</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lượng</a:t>
            </a:r>
            <a:r>
              <a:rPr lang="en-US" sz="1800" b="0" dirty="0">
                <a:solidFill>
                  <a:schemeClr val="dk1"/>
                </a:solidFill>
                <a:latin typeface="Times New Roman"/>
                <a:ea typeface="Times New Roman"/>
                <a:cs typeface="Times New Roman"/>
                <a:sym typeface="Times New Roman"/>
              </a:rPr>
              <a:t> bao </a:t>
            </a:r>
            <a:r>
              <a:rPr lang="en-US" sz="1800" b="0" dirty="0" err="1">
                <a:solidFill>
                  <a:schemeClr val="dk1"/>
                </a:solidFill>
                <a:latin typeface="Times New Roman"/>
                <a:ea typeface="Times New Roman"/>
                <a:cs typeface="Times New Roman"/>
                <a:sym typeface="Times New Roman"/>
              </a:rPr>
              <a:t>gạo</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tải</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trên</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băng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chuyền</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đều</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nhau</a:t>
            </a:r>
            <a:r>
              <a:rPr lang="en-US" sz="1800" b="0" dirty="0">
                <a:solidFill>
                  <a:schemeClr val="dk1"/>
                </a:solidFill>
                <a:latin typeface="Times New Roman"/>
                <a:ea typeface="Times New Roman"/>
                <a:cs typeface="Times New Roman"/>
                <a:sym typeface="Times New Roman"/>
              </a:rPr>
              <a:t>.</a:t>
            </a:r>
            <a:endParaRPr sz="1800" b="0" dirty="0">
              <a:solidFill>
                <a:schemeClr val="dk1"/>
              </a:solidFill>
              <a:latin typeface="Times New Roman"/>
              <a:ea typeface="Times New Roman"/>
              <a:cs typeface="Times New Roman"/>
              <a:sym typeface="Times New Roman"/>
            </a:endParaRPr>
          </a:p>
          <a:p>
            <a:pPr marL="742950" marR="0" lvl="1" indent="-196850" algn="just" rtl="0">
              <a:lnSpc>
                <a:spcPct val="95166"/>
              </a:lnSpc>
              <a:spcBef>
                <a:spcPts val="0"/>
              </a:spcBef>
              <a:spcAft>
                <a:spcPts val="0"/>
              </a:spcAft>
              <a:buClr>
                <a:schemeClr val="lt1"/>
              </a:buClr>
              <a:buSzPts val="1400"/>
              <a:buFont typeface="Noto Sans Symbols"/>
              <a:buNone/>
            </a:pPr>
            <a:endParaRPr sz="1800" b="0" i="0" u="none" strike="noStrike" cap="none" dirty="0">
              <a:solidFill>
                <a:schemeClr val="dk1"/>
              </a:solidFill>
              <a:latin typeface="Times New Roman"/>
              <a:ea typeface="Times New Roman"/>
              <a:cs typeface="Times New Roman"/>
              <a:sym typeface="Times New Roman"/>
            </a:endParaRPr>
          </a:p>
          <a:p>
            <a:pPr marL="742950" marR="0" lvl="1" indent="-285750" algn="just" rtl="0">
              <a:lnSpc>
                <a:spcPct val="95166"/>
              </a:lnSpc>
              <a:spcBef>
                <a:spcPts val="0"/>
              </a:spcBef>
              <a:spcAft>
                <a:spcPts val="0"/>
              </a:spcAft>
              <a:buClr>
                <a:schemeClr val="dk1"/>
              </a:buClr>
              <a:buSzPts val="1400"/>
              <a:buFont typeface="Noto Sans Symbols"/>
              <a:buChar char="∙"/>
            </a:pPr>
            <a:r>
              <a:rPr lang="en-US" sz="1800" b="0" i="0" u="none" strike="noStrike" cap="none" dirty="0" err="1">
                <a:solidFill>
                  <a:schemeClr val="dk1"/>
                </a:solidFill>
                <a:latin typeface="Times New Roman"/>
                <a:ea typeface="Times New Roman"/>
                <a:cs typeface="Times New Roman"/>
                <a:sym typeface="Times New Roman"/>
              </a:rPr>
              <a:t>Số</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lượng</a:t>
            </a:r>
            <a:r>
              <a:rPr lang="en-US" sz="1800" b="0" i="0" u="none" strike="noStrike" cap="none" dirty="0">
                <a:solidFill>
                  <a:schemeClr val="dk1"/>
                </a:solidFill>
                <a:latin typeface="Times New Roman"/>
                <a:ea typeface="Times New Roman"/>
                <a:cs typeface="Times New Roman"/>
                <a:sym typeface="Times New Roman"/>
              </a:rPr>
              <a:t> bao </a:t>
            </a:r>
            <a:r>
              <a:rPr lang="en-US" sz="1800" b="0" i="0" u="none" strike="noStrike" cap="none" dirty="0" err="1">
                <a:solidFill>
                  <a:schemeClr val="dk1"/>
                </a:solidFill>
                <a:latin typeface="Times New Roman"/>
                <a:ea typeface="Times New Roman"/>
                <a:cs typeface="Times New Roman"/>
                <a:sym typeface="Times New Roman"/>
              </a:rPr>
              <a:t>gạo</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trên</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xe</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là</a:t>
            </a:r>
            <a:r>
              <a:rPr lang="en-US" sz="1800" b="0" i="0" u="none" strike="noStrike" cap="none" dirty="0">
                <a:solidFill>
                  <a:schemeClr val="dk1"/>
                </a:solidFill>
                <a:latin typeface="Times New Roman"/>
                <a:ea typeface="Times New Roman"/>
                <a:cs typeface="Times New Roman"/>
                <a:sym typeface="Times New Roman"/>
              </a:rPr>
              <a:t> 12 bao.</a:t>
            </a:r>
            <a:endParaRPr sz="1800" b="0" i="0" u="none" strike="noStrike" cap="none" dirty="0">
              <a:solidFill>
                <a:schemeClr val="dk1"/>
              </a:solidFill>
              <a:latin typeface="Times New Roman"/>
              <a:ea typeface="Times New Roman"/>
              <a:cs typeface="Times New Roman"/>
              <a:sym typeface="Times New Roman"/>
            </a:endParaRPr>
          </a:p>
          <a:p>
            <a:pPr marL="742950" marR="0" lvl="1" indent="-285750" algn="just" rtl="0">
              <a:spcBef>
                <a:spcPts val="250"/>
              </a:spcBef>
              <a:spcAft>
                <a:spcPts val="0"/>
              </a:spcAft>
              <a:buClr>
                <a:schemeClr val="dk1"/>
              </a:buClr>
              <a:buSzPts val="1400"/>
              <a:buFont typeface="Noto Sans Symbols"/>
              <a:buChar char="∙"/>
            </a:pPr>
            <a:r>
              <a:rPr lang="en-US" sz="1800" b="0" i="0" u="none" strike="noStrike" cap="none" dirty="0">
                <a:solidFill>
                  <a:schemeClr val="dk1"/>
                </a:solidFill>
                <a:latin typeface="Times New Roman"/>
                <a:ea typeface="Times New Roman"/>
                <a:cs typeface="Times New Roman"/>
                <a:sym typeface="Times New Roman"/>
              </a:rPr>
              <a:t>Khi </a:t>
            </a:r>
            <a:r>
              <a:rPr lang="en-US" sz="1800" b="0" i="0" u="none" strike="noStrike" cap="none" dirty="0" err="1">
                <a:solidFill>
                  <a:schemeClr val="dk1"/>
                </a:solidFill>
                <a:latin typeface="Times New Roman"/>
                <a:ea typeface="Times New Roman"/>
                <a:cs typeface="Times New Roman"/>
                <a:sym typeface="Times New Roman"/>
              </a:rPr>
              <a:t>cấp</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đủ</a:t>
            </a:r>
            <a:r>
              <a:rPr lang="en-US" sz="1800" b="0" i="0" u="none" strike="noStrike" cap="none" dirty="0">
                <a:solidFill>
                  <a:schemeClr val="dk1"/>
                </a:solidFill>
                <a:latin typeface="Times New Roman"/>
                <a:ea typeface="Times New Roman"/>
                <a:cs typeface="Times New Roman"/>
                <a:sym typeface="Times New Roman"/>
              </a:rPr>
              <a:t> bao </a:t>
            </a:r>
            <a:r>
              <a:rPr lang="en-US" sz="1800" b="0" i="0" u="none" strike="noStrike" cap="none" dirty="0" err="1">
                <a:solidFill>
                  <a:schemeClr val="dk1"/>
                </a:solidFill>
                <a:latin typeface="Times New Roman"/>
                <a:ea typeface="Times New Roman"/>
                <a:cs typeface="Times New Roman"/>
                <a:sym typeface="Times New Roman"/>
              </a:rPr>
              <a:t>gạo</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vào</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xe</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tải</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thì</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đèn</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báo</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xe</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đầy</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sáng</a:t>
            </a:r>
            <a:r>
              <a:rPr lang="en-US" sz="1800" b="0" i="0" u="none" strike="noStrike" cap="none" dirty="0">
                <a:solidFill>
                  <a:schemeClr val="dk1"/>
                </a:solidFill>
                <a:latin typeface="Times New Roman"/>
                <a:ea typeface="Times New Roman"/>
                <a:cs typeface="Times New Roman"/>
                <a:sym typeface="Times New Roman"/>
              </a:rPr>
              <a:t>.</a:t>
            </a:r>
            <a:endParaRPr sz="1800" b="0" i="0" u="none" strike="noStrike" cap="none" dirty="0">
              <a:solidFill>
                <a:schemeClr val="dk1"/>
              </a:solidFill>
              <a:latin typeface="Times New Roman"/>
              <a:ea typeface="Times New Roman"/>
              <a:cs typeface="Times New Roman"/>
              <a:sym typeface="Times New Roman"/>
            </a:endParaRPr>
          </a:p>
          <a:p>
            <a:pPr marL="742950" marR="0" lvl="1" indent="-285750" algn="just" rtl="0">
              <a:lnSpc>
                <a:spcPct val="113000"/>
              </a:lnSpc>
              <a:spcBef>
                <a:spcPts val="225"/>
              </a:spcBef>
              <a:spcAft>
                <a:spcPts val="0"/>
              </a:spcAft>
              <a:buClr>
                <a:schemeClr val="dk1"/>
              </a:buClr>
              <a:buSzPts val="1400"/>
              <a:buFont typeface="Noto Sans Symbols"/>
              <a:buChar char="∙"/>
            </a:pPr>
            <a:r>
              <a:rPr lang="en-US" sz="1800" b="0" i="0" u="none" strike="noStrike" cap="none" dirty="0" err="1">
                <a:solidFill>
                  <a:schemeClr val="dk1"/>
                </a:solidFill>
                <a:latin typeface="Times New Roman"/>
                <a:ea typeface="Times New Roman"/>
                <a:cs typeface="Times New Roman"/>
                <a:sym typeface="Times New Roman"/>
              </a:rPr>
              <a:t>Trong</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quá</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trình</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cấp</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gạo</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chưa</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đủ</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số</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lượng</a:t>
            </a:r>
            <a:r>
              <a:rPr lang="en-US" sz="1800" b="0" i="0" u="none" strike="noStrike" cap="none" dirty="0">
                <a:solidFill>
                  <a:schemeClr val="dk1"/>
                </a:solidFill>
                <a:latin typeface="Times New Roman"/>
                <a:ea typeface="Times New Roman"/>
                <a:cs typeface="Times New Roman"/>
                <a:sym typeface="Times New Roman"/>
              </a:rPr>
              <a:t> bao </a:t>
            </a:r>
            <a:r>
              <a:rPr lang="en-US" sz="1800" b="0" i="0" u="none" strike="noStrike" cap="none" dirty="0" err="1">
                <a:solidFill>
                  <a:schemeClr val="dk1"/>
                </a:solidFill>
                <a:latin typeface="Times New Roman"/>
                <a:ea typeface="Times New Roman"/>
                <a:cs typeface="Times New Roman"/>
                <a:sym typeface="Times New Roman"/>
              </a:rPr>
              <a:t>gạo</a:t>
            </a:r>
            <a:r>
              <a:rPr lang="en-US" sz="1800" b="0" i="0" u="none" strike="noStrike" cap="none" dirty="0">
                <a:solidFill>
                  <a:schemeClr val="dk1"/>
                </a:solidFill>
                <a:latin typeface="Times New Roman"/>
                <a:ea typeface="Times New Roman"/>
                <a:cs typeface="Times New Roman"/>
                <a:sym typeface="Times New Roman"/>
              </a:rPr>
              <a:t> </a:t>
            </a:r>
            <a:r>
              <a:rPr lang="en-US" sz="1800" b="0" i="0" u="none" strike="noStrike" cap="none" dirty="0" err="1">
                <a:solidFill>
                  <a:schemeClr val="dk1"/>
                </a:solidFill>
                <a:latin typeface="Times New Roman"/>
                <a:ea typeface="Times New Roman"/>
                <a:cs typeface="Times New Roman"/>
                <a:sym typeface="Times New Roman"/>
              </a:rPr>
              <a:t>nhưng</a:t>
            </a:r>
            <a:r>
              <a:rPr lang="en-US" sz="1800" b="0" i="0" u="none" strike="noStrike" cap="none" dirty="0">
                <a:solidFill>
                  <a:schemeClr val="dk1"/>
                </a:solidFill>
                <a:latin typeface="Times New Roman"/>
                <a:ea typeface="Times New Roman"/>
                <a:cs typeface="Times New Roman"/>
                <a:sym typeface="Times New Roman"/>
              </a:rPr>
              <a:t> </a:t>
            </a:r>
            <a:r>
              <a:rPr lang="vi-VN" sz="1800" b="0" i="0" u="none" strike="noStrike" cap="none" dirty="0">
                <a:solidFill>
                  <a:schemeClr val="dk1"/>
                </a:solidFill>
                <a:latin typeface="Times New Roman"/>
                <a:ea typeface="Times New Roman"/>
                <a:cs typeface="Times New Roman"/>
                <a:sym typeface="Times New Roman"/>
              </a:rPr>
              <a:t>ấn dừng hệ thống, hệ thống sẽ dừng</a:t>
            </a:r>
            <a:r>
              <a:rPr lang="en-US" sz="1800" b="0" i="0" u="none" strike="noStrike" cap="none" dirty="0">
                <a:solidFill>
                  <a:schemeClr val="dk1"/>
                </a:solidFill>
                <a:latin typeface="Times New Roman"/>
                <a:ea typeface="Times New Roman"/>
                <a:cs typeface="Times New Roman"/>
                <a:sym typeface="Times New Roman"/>
              </a:rPr>
              <a:t>.</a:t>
            </a:r>
            <a:r>
              <a:rPr lang="vi-VN" sz="1800" dirty="0">
                <a:solidFill>
                  <a:schemeClr val="dk1"/>
                </a:solidFill>
                <a:latin typeface="Times New Roman"/>
                <a:ea typeface="Times New Roman"/>
                <a:cs typeface="Times New Roman"/>
                <a:sym typeface="Times New Roman"/>
              </a:rPr>
              <a:t> </a:t>
            </a:r>
            <a:r>
              <a:rPr lang="en-US" sz="1800" b="0" dirty="0">
                <a:solidFill>
                  <a:schemeClr val="dk1"/>
                </a:solidFill>
                <a:latin typeface="Times New Roman"/>
                <a:ea typeface="Times New Roman"/>
                <a:cs typeface="Times New Roman"/>
                <a:sym typeface="Times New Roman"/>
              </a:rPr>
              <a:t>Sau </a:t>
            </a:r>
            <a:r>
              <a:rPr lang="vi-VN" sz="1800" b="0" dirty="0">
                <a:solidFill>
                  <a:schemeClr val="dk1"/>
                </a:solidFill>
                <a:latin typeface="Times New Roman"/>
                <a:ea typeface="Times New Roman"/>
                <a:cs typeface="Times New Roman"/>
                <a:sym typeface="Times New Roman"/>
              </a:rPr>
              <a:t>đó ấn start</a:t>
            </a:r>
            <a:r>
              <a:rPr lang="en-US" sz="1800" b="0" dirty="0">
                <a:solidFill>
                  <a:schemeClr val="dk1"/>
                </a:solidFill>
                <a:latin typeface="Times New Roman"/>
                <a:ea typeface="Times New Roman"/>
                <a:cs typeface="Times New Roman"/>
                <a:sym typeface="Times New Roman"/>
              </a:rPr>
              <a:t>, </a:t>
            </a:r>
            <a:r>
              <a:rPr lang="vi-VN" sz="1800" b="0" dirty="0">
                <a:solidFill>
                  <a:schemeClr val="dk1"/>
                </a:solidFill>
                <a:latin typeface="Times New Roman"/>
                <a:ea typeface="Times New Roman"/>
                <a:cs typeface="Times New Roman"/>
                <a:sym typeface="Times New Roman"/>
              </a:rPr>
              <a:t>hệ thống</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làm</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việc</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tiếp</a:t>
            </a:r>
            <a:r>
              <a:rPr lang="en-US" sz="1800" b="0" dirty="0">
                <a:solidFill>
                  <a:schemeClr val="dk1"/>
                </a:solidFill>
                <a:latin typeface="Times New Roman"/>
                <a:ea typeface="Times New Roman"/>
                <a:cs typeface="Times New Roman"/>
                <a:sym typeface="Times New Roman"/>
              </a:rPr>
              <a:t> </a:t>
            </a:r>
            <a:r>
              <a:rPr lang="en-US" sz="1800" b="0" dirty="0" err="1">
                <a:solidFill>
                  <a:schemeClr val="dk1"/>
                </a:solidFill>
                <a:latin typeface="Times New Roman"/>
                <a:ea typeface="Times New Roman"/>
                <a:cs typeface="Times New Roman"/>
                <a:sym typeface="Times New Roman"/>
              </a:rPr>
              <a:t>tục</a:t>
            </a:r>
            <a:r>
              <a:rPr lang="en-US" sz="1800" b="0" dirty="0">
                <a:solidFill>
                  <a:schemeClr val="dk1"/>
                </a:solidFill>
                <a:latin typeface="Times New Roman"/>
                <a:ea typeface="Times New Roman"/>
                <a:cs typeface="Times New Roman"/>
                <a:sym typeface="Times New Roman"/>
              </a:rPr>
              <a:t>.</a:t>
            </a:r>
            <a:endParaRPr sz="1800" b="0" dirty="0">
              <a:solidFill>
                <a:schemeClr val="dk1"/>
              </a:solidFill>
              <a:latin typeface="Arial"/>
              <a:ea typeface="Arial"/>
              <a:cs typeface="Arial"/>
              <a:sym typeface="Arial"/>
            </a:endParaRPr>
          </a:p>
        </p:txBody>
      </p:sp>
      <p:pic>
        <p:nvPicPr>
          <p:cNvPr id="14" name="Picture 13">
            <a:extLst>
              <a:ext uri="{FF2B5EF4-FFF2-40B4-BE49-F238E27FC236}">
                <a16:creationId xmlns:a16="http://schemas.microsoft.com/office/drawing/2014/main" id="{95435072-40D9-46E1-360D-D501CA4D0447}"/>
              </a:ext>
            </a:extLst>
          </p:cNvPr>
          <p:cNvPicPr>
            <a:picLocks noChangeAspect="1"/>
          </p:cNvPicPr>
          <p:nvPr/>
        </p:nvPicPr>
        <p:blipFill>
          <a:blip r:embed="rId5"/>
          <a:stretch>
            <a:fillRect/>
          </a:stretch>
        </p:blipFill>
        <p:spPr>
          <a:xfrm>
            <a:off x="1717435" y="74582"/>
            <a:ext cx="1797290" cy="65694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8"/>
        <p:cNvGrpSpPr/>
        <p:nvPr/>
      </p:nvGrpSpPr>
      <p:grpSpPr>
        <a:xfrm>
          <a:off x="0" y="0"/>
          <a:ext cx="0" cy="0"/>
          <a:chOff x="0" y="0"/>
          <a:chExt cx="0" cy="0"/>
        </a:xfrm>
      </p:grpSpPr>
      <p:grpSp>
        <p:nvGrpSpPr>
          <p:cNvPr id="579" name="Google Shape;579;p14"/>
          <p:cNvGrpSpPr/>
          <p:nvPr/>
        </p:nvGrpSpPr>
        <p:grpSpPr>
          <a:xfrm>
            <a:off x="11542713" y="6669088"/>
            <a:ext cx="649287" cy="188912"/>
            <a:chOff x="5012" y="4110"/>
            <a:chExt cx="748" cy="210"/>
          </a:xfrm>
        </p:grpSpPr>
        <p:sp>
          <p:nvSpPr>
            <p:cNvPr id="580" name="Google Shape;580;p14">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581" name="Google Shape;581;p14">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582" name="Google Shape;582;p14">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583" name="Google Shape;583;p14"/>
          <p:cNvSpPr/>
          <p:nvPr/>
        </p:nvSpPr>
        <p:spPr>
          <a:xfrm>
            <a:off x="508000" y="3481388"/>
            <a:ext cx="6584950" cy="25955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l" rtl="0">
              <a:spcBef>
                <a:spcPts val="0"/>
              </a:spcBef>
              <a:spcAft>
                <a:spcPts val="0"/>
              </a:spcAft>
              <a:buNone/>
            </a:pPr>
            <a:r>
              <a:rPr lang="en-US" sz="1800" b="1">
                <a:solidFill>
                  <a:srgbClr val="000000"/>
                </a:solidFill>
                <a:latin typeface="Times New Roman"/>
                <a:ea typeface="Times New Roman"/>
                <a:cs typeface="Times New Roman"/>
                <a:sym typeface="Times New Roman"/>
              </a:rPr>
              <a:t>Công việc:</a:t>
            </a:r>
            <a:endParaRPr sz="1800" b="1">
              <a:solidFill>
                <a:srgbClr val="000000"/>
              </a:solidFill>
              <a:latin typeface="Times New Roman"/>
              <a:ea typeface="Times New Roman"/>
              <a:cs typeface="Times New Roman"/>
              <a:sym typeface="Times New Roman"/>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1. Tìm hiểu đặc tính kỹ thuật, đấu nối và ứng dụng của công tắc hành trình và các loại cảm biến.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2. Phân biệt các loại ngõ vào và ngõ ra PLC (Relay, Transistor, Sink, Source…)</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3. Đấu dây sink, source, light on, dark on.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4. Đọc và lấy thông tin sản phẩm qua các file hướng dẫn sử dụng.</a:t>
            </a:r>
            <a:endParaRPr sz="13300" b="0">
              <a:solidFill>
                <a:srgbClr val="3778CD"/>
              </a:solidFill>
              <a:latin typeface="Arial"/>
              <a:ea typeface="Arial"/>
              <a:cs typeface="Arial"/>
              <a:sym typeface="Arial"/>
            </a:endParaRPr>
          </a:p>
        </p:txBody>
      </p:sp>
      <p:cxnSp>
        <p:nvCxnSpPr>
          <p:cNvPr id="584" name="Google Shape;584;p14"/>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585" name="Google Shape;585;p14"/>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586" name="Google Shape;586;p14"/>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587" name="Google Shape;587;p14"/>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pic>
        <p:nvPicPr>
          <p:cNvPr id="588" name="Google Shape;588;p14"/>
          <p:cNvPicPr preferRelativeResize="0"/>
          <p:nvPr/>
        </p:nvPicPr>
        <p:blipFill rotWithShape="1">
          <a:blip r:embed="rId4">
            <a:alphaModFix/>
          </a:blip>
          <a:srcRect/>
          <a:stretch/>
        </p:blipFill>
        <p:spPr>
          <a:xfrm>
            <a:off x="7121525" y="1557338"/>
            <a:ext cx="4895850" cy="3990975"/>
          </a:xfrm>
          <a:prstGeom prst="rect">
            <a:avLst/>
          </a:prstGeom>
          <a:noFill/>
          <a:ln>
            <a:noFill/>
          </a:ln>
        </p:spPr>
      </p:pic>
      <p:sp>
        <p:nvSpPr>
          <p:cNvPr id="589" name="Google Shape;589;p14"/>
          <p:cNvSpPr/>
          <p:nvPr/>
        </p:nvSpPr>
        <p:spPr>
          <a:xfrm>
            <a:off x="766763" y="1562100"/>
            <a:ext cx="4846637" cy="1984375"/>
          </a:xfrm>
          <a:prstGeom prst="rect">
            <a:avLst/>
          </a:prstGeom>
          <a:noFill/>
          <a:ln>
            <a:noFill/>
          </a:ln>
        </p:spPr>
        <p:txBody>
          <a:bodyPr spcFirstLastPara="1" wrap="square" lIns="91425" tIns="45700" rIns="91425" bIns="45700" anchor="t" anchorCtr="0">
            <a:spAutoFit/>
          </a:bodyPr>
          <a:lstStyle/>
          <a:p>
            <a:pPr marL="0" marR="0" lvl="0" indent="180975" algn="l" rtl="0">
              <a:spcBef>
                <a:spcPts val="0"/>
              </a:spcBef>
              <a:spcAft>
                <a:spcPts val="0"/>
              </a:spcAft>
              <a:buNone/>
            </a:pPr>
            <a:r>
              <a:rPr lang="en-US" sz="1800" b="1">
                <a:solidFill>
                  <a:srgbClr val="FF0000"/>
                </a:solidFill>
                <a:latin typeface="Times New Roman"/>
                <a:ea typeface="Times New Roman"/>
                <a:cs typeface="Times New Roman"/>
                <a:sym typeface="Times New Roman"/>
              </a:rPr>
              <a:t>Yêu cầu bài tập:</a:t>
            </a:r>
            <a:endParaRPr sz="1800" b="1">
              <a:solidFill>
                <a:srgbClr val="FF0000"/>
              </a:solidFill>
              <a:latin typeface="Times New Roman"/>
              <a:ea typeface="Times New Roman"/>
              <a:cs typeface="Times New Roman"/>
              <a:sym typeface="Times New Roman"/>
            </a:endParaRPr>
          </a:p>
          <a:p>
            <a:pPr marL="180975" marR="0" lvl="0" indent="-180975" algn="l" rtl="0">
              <a:spcBef>
                <a:spcPts val="1225"/>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Đọc file hướng dẫn sử dụng thiết bị: 01 động cơ DC, 02 cảm biến.</a:t>
            </a:r>
            <a:endParaRPr sz="1800" b="0">
              <a:solidFill>
                <a:schemeClr val="dk1"/>
              </a:solidFill>
              <a:latin typeface="Times New Roman"/>
              <a:ea typeface="Times New Roman"/>
              <a:cs typeface="Times New Roman"/>
              <a:sym typeface="Times New Roman"/>
            </a:endParaRPr>
          </a:p>
          <a:p>
            <a:pPr marL="180975" marR="0" lvl="0" indent="-180975" algn="l" rtl="0">
              <a:spcBef>
                <a:spcPts val="238"/>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Thực hiện đấu dây tín hiệu đầu vào với PLC.</a:t>
            </a:r>
            <a:endParaRPr sz="1800" b="0">
              <a:solidFill>
                <a:schemeClr val="dk1"/>
              </a:solidFill>
              <a:latin typeface="Times New Roman"/>
              <a:ea typeface="Times New Roman"/>
              <a:cs typeface="Times New Roman"/>
              <a:sym typeface="Times New Roman"/>
            </a:endParaRPr>
          </a:p>
          <a:p>
            <a:pPr marL="180975" marR="0" lvl="0" indent="-180975" algn="l" rtl="0">
              <a:spcBef>
                <a:spcPts val="238"/>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Thực hiện đấu dây tín hiệu đầu ra với PLC.</a:t>
            </a:r>
            <a:endParaRPr sz="1800" b="0">
              <a:solidFill>
                <a:schemeClr val="dk1"/>
              </a:solidFill>
              <a:latin typeface="Times New Roman"/>
              <a:ea typeface="Times New Roman"/>
              <a:cs typeface="Times New Roman"/>
              <a:sym typeface="Times New Roman"/>
            </a:endParaRPr>
          </a:p>
          <a:p>
            <a:pPr marL="180975" marR="0" lvl="0" indent="-180975" algn="l" rtl="0">
              <a:spcBef>
                <a:spcPts val="238"/>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Thực hiện lập trình điều khiển theo yêu cầu.</a:t>
            </a:r>
            <a:endParaRPr sz="1800" b="1">
              <a:solidFill>
                <a:schemeClr val="dk1"/>
              </a:solidFill>
              <a:latin typeface="Arial"/>
              <a:ea typeface="Arial"/>
              <a:cs typeface="Arial"/>
              <a:sym typeface="Arial"/>
            </a:endParaRPr>
          </a:p>
        </p:txBody>
      </p:sp>
      <p:sp>
        <p:nvSpPr>
          <p:cNvPr id="590" name="Google Shape;590;p14"/>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BÀI TẬP 1: HỆ THỐNG CẤP GẠO</a:t>
            </a:r>
            <a:endParaRPr sz="13300" b="0">
              <a:solidFill>
                <a:srgbClr val="0070C0"/>
              </a:solidFill>
              <a:latin typeface="Arial"/>
              <a:ea typeface="Arial"/>
              <a:cs typeface="Arial"/>
              <a:sym typeface="Arial"/>
            </a:endParaRPr>
          </a:p>
        </p:txBody>
      </p:sp>
      <p:sp>
        <p:nvSpPr>
          <p:cNvPr id="591" name="Google Shape;591;p14"/>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6.2 THIẾT KẾ, LẬP TRÌNH ĐIỀU KHIỂN HỆ THỐNG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5"/>
        <p:cNvGrpSpPr/>
        <p:nvPr/>
      </p:nvGrpSpPr>
      <p:grpSpPr>
        <a:xfrm>
          <a:off x="0" y="0"/>
          <a:ext cx="0" cy="0"/>
          <a:chOff x="0" y="0"/>
          <a:chExt cx="0" cy="0"/>
        </a:xfrm>
      </p:grpSpPr>
      <p:grpSp>
        <p:nvGrpSpPr>
          <p:cNvPr id="596" name="Google Shape;596;p15"/>
          <p:cNvGrpSpPr/>
          <p:nvPr/>
        </p:nvGrpSpPr>
        <p:grpSpPr>
          <a:xfrm>
            <a:off x="11542713" y="6669088"/>
            <a:ext cx="649287" cy="188912"/>
            <a:chOff x="5012" y="4110"/>
            <a:chExt cx="748" cy="210"/>
          </a:xfrm>
        </p:grpSpPr>
        <p:sp>
          <p:nvSpPr>
            <p:cNvPr id="597" name="Google Shape;597;p15">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598" name="Google Shape;598;p15">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599" name="Google Shape;599;p15">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600" name="Google Shape;600;p15"/>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BÀI TẬP 2: BÀN CHỞ THIẾT BỊ (ĐỘNG CƠ KĐB 3 PHA)</a:t>
            </a:r>
            <a:endParaRPr sz="2400" b="1">
              <a:solidFill>
                <a:srgbClr val="0070C0"/>
              </a:solidFill>
              <a:latin typeface="Times New Roman"/>
              <a:ea typeface="Times New Roman"/>
              <a:cs typeface="Times New Roman"/>
              <a:sym typeface="Times New Roman"/>
            </a:endParaRPr>
          </a:p>
        </p:txBody>
      </p:sp>
      <p:cxnSp>
        <p:nvCxnSpPr>
          <p:cNvPr id="601" name="Google Shape;601;p15"/>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602" name="Google Shape;602;p15"/>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603" name="Google Shape;603;p15"/>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604" name="Google Shape;604;p15"/>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605" name="Google Shape;605;p15"/>
          <p:cNvSpPr txBox="1"/>
          <p:nvPr/>
        </p:nvSpPr>
        <p:spPr>
          <a:xfrm>
            <a:off x="623888" y="1435100"/>
            <a:ext cx="7488237" cy="480218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rgbClr val="000000"/>
                </a:solidFill>
                <a:latin typeface="Times New Roman"/>
                <a:ea typeface="Times New Roman"/>
                <a:cs typeface="Times New Roman"/>
                <a:sym typeface="Times New Roman"/>
              </a:rPr>
              <a:t>Yêu cầu bài tập:</a:t>
            </a:r>
            <a:endParaRPr sz="1800" b="1">
              <a:solidFill>
                <a:srgbClr val="000000"/>
              </a:solidFill>
              <a:latin typeface="Times New Roman"/>
              <a:ea typeface="Times New Roman"/>
              <a:cs typeface="Times New Roman"/>
              <a:sym typeface="Times New Roman"/>
            </a:endParaRPr>
          </a:p>
          <a:p>
            <a:pPr marL="0" marR="0" lvl="0" indent="0" algn="just" rtl="0">
              <a:lnSpc>
                <a:spcPct val="115000"/>
              </a:lnSpc>
              <a:spcBef>
                <a:spcPts val="1225"/>
              </a:spcBef>
              <a:spcAft>
                <a:spcPts val="0"/>
              </a:spcAft>
              <a:buNone/>
            </a:pPr>
            <a:r>
              <a:rPr lang="en-US" sz="1800" b="0">
                <a:solidFill>
                  <a:srgbClr val="000000"/>
                </a:solidFill>
                <a:latin typeface="Times New Roman"/>
                <a:ea typeface="Times New Roman"/>
                <a:cs typeface="Times New Roman"/>
                <a:sym typeface="Times New Roman"/>
              </a:rPr>
              <a:t>Hệ thống gồm bộ động cơ không đồng bộ (KĐB) 3 pha thực hiện công việc: di chuyển vật qua lại giúp cho người công nhân thực hiện công việc theo quy trình sau:</a:t>
            </a:r>
            <a:endParaRPr/>
          </a:p>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 </a:t>
            </a:r>
            <a:r>
              <a:rPr lang="en-US" sz="1800" b="1">
                <a:solidFill>
                  <a:srgbClr val="000000"/>
                </a:solidFill>
                <a:latin typeface="Times New Roman"/>
                <a:ea typeface="Times New Roman"/>
                <a:cs typeface="Times New Roman"/>
                <a:sym typeface="Times New Roman"/>
              </a:rPr>
              <a:t>Chế độ AUTO</a:t>
            </a:r>
            <a:r>
              <a:rPr lang="en-US" sz="1800" b="0">
                <a:solidFill>
                  <a:srgbClr val="000000"/>
                </a:solidFill>
                <a:latin typeface="Times New Roman"/>
                <a:ea typeface="Times New Roman"/>
                <a:cs typeface="Times New Roman"/>
                <a:sym typeface="Times New Roman"/>
              </a:rPr>
              <a:t>: đèn AUTO sáng.</a:t>
            </a:r>
            <a:endParaRPr/>
          </a:p>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 </a:t>
            </a:r>
            <a:r>
              <a:rPr lang="en-US" sz="1800" b="1">
                <a:solidFill>
                  <a:srgbClr val="000000"/>
                </a:solidFill>
                <a:latin typeface="Times New Roman"/>
                <a:ea typeface="Times New Roman"/>
                <a:cs typeface="Times New Roman"/>
                <a:sym typeface="Times New Roman"/>
              </a:rPr>
              <a:t>Chu trình 1</a:t>
            </a:r>
            <a:r>
              <a:rPr lang="en-US" sz="1800" b="0">
                <a:solidFill>
                  <a:srgbClr val="000000"/>
                </a:solidFill>
                <a:latin typeface="Times New Roman"/>
                <a:ea typeface="Times New Roman"/>
                <a:cs typeface="Times New Roman"/>
                <a:sym typeface="Times New Roman"/>
              </a:rPr>
              <a:t>: Từ vị trí “Home” bàn chạy đến vị trí “Position 1”. Bàn dừng tại vị trí này 3s, tiếp theo bàn chạy về vị trí “Home” và dừng tại đây trong 4s.</a:t>
            </a:r>
            <a:endParaRPr/>
          </a:p>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 </a:t>
            </a:r>
            <a:r>
              <a:rPr lang="en-US" sz="1800" b="1">
                <a:solidFill>
                  <a:srgbClr val="000000"/>
                </a:solidFill>
                <a:latin typeface="Times New Roman"/>
                <a:ea typeface="Times New Roman"/>
                <a:cs typeface="Times New Roman"/>
                <a:sym typeface="Times New Roman"/>
              </a:rPr>
              <a:t>Chu trình 2</a:t>
            </a:r>
            <a:r>
              <a:rPr lang="en-US" sz="1800" b="0">
                <a:solidFill>
                  <a:srgbClr val="000000"/>
                </a:solidFill>
                <a:latin typeface="Times New Roman"/>
                <a:ea typeface="Times New Roman"/>
                <a:cs typeface="Times New Roman"/>
                <a:sym typeface="Times New Roman"/>
              </a:rPr>
              <a:t>: Từ vị trí “Home” bàn chay đến vị trí “Position 2”, dừng tại vị trí này trong 2s, tiếp theo bàn chạy về vị trí “Home”. Kết thúc chu kỳ và bắt đầu lại chu trình 1.</a:t>
            </a:r>
            <a:endParaRPr/>
          </a:p>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Để chuyển giữa chế độ “Auto” và “Manual” phải nhấn button “Stop”. Không thực hiện đúng qui trình thì dừng hệ thống và đèn báo lỗi nhấp nháy chu kỳ 1s.</a:t>
            </a:r>
            <a:endParaRPr/>
          </a:p>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Motor chạy quá cữ - chạm công tắc hành trình, dừng hệ thống và đèn báo lỗi nhấp nháy chu kỳ 1s. Phản hồi từ relay nhiệt, contactor.</a:t>
            </a:r>
            <a:endParaRPr sz="1800" b="0">
              <a:solidFill>
                <a:srgbClr val="000000"/>
              </a:solidFill>
              <a:latin typeface="Times New Roman"/>
              <a:ea typeface="Times New Roman"/>
              <a:cs typeface="Times New Roman"/>
              <a:sym typeface="Times New Roman"/>
            </a:endParaRPr>
          </a:p>
        </p:txBody>
      </p:sp>
      <p:pic>
        <p:nvPicPr>
          <p:cNvPr id="606" name="Google Shape;606;p15"/>
          <p:cNvPicPr preferRelativeResize="0"/>
          <p:nvPr/>
        </p:nvPicPr>
        <p:blipFill rotWithShape="1">
          <a:blip r:embed="rId4">
            <a:alphaModFix/>
          </a:blip>
          <a:srcRect/>
          <a:stretch/>
        </p:blipFill>
        <p:spPr>
          <a:xfrm>
            <a:off x="7392988" y="1792288"/>
            <a:ext cx="4583112" cy="2919412"/>
          </a:xfrm>
          <a:prstGeom prst="rect">
            <a:avLst/>
          </a:prstGeom>
          <a:noFill/>
          <a:ln>
            <a:noFill/>
          </a:ln>
        </p:spPr>
      </p:pic>
      <p:sp>
        <p:nvSpPr>
          <p:cNvPr id="607" name="Google Shape;607;p15"/>
          <p:cNvSpPr/>
          <p:nvPr/>
        </p:nvSpPr>
        <p:spPr>
          <a:xfrm>
            <a:off x="7918450" y="5229225"/>
            <a:ext cx="3817938" cy="1166813"/>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1600" b="0" i="1" u="none" strike="noStrike" cap="none">
                <a:solidFill>
                  <a:srgbClr val="000000"/>
                </a:solidFill>
                <a:latin typeface="Times New Roman"/>
                <a:ea typeface="Times New Roman"/>
                <a:cs typeface="Times New Roman"/>
                <a:sym typeface="Times New Roman"/>
              </a:rPr>
              <a:t>Hệ thống gồm:</a:t>
            </a:r>
            <a:endParaRPr/>
          </a:p>
          <a:p>
            <a:pPr marL="457200" marR="0" lvl="1" indent="-88900" algn="l" rtl="0">
              <a:spcBef>
                <a:spcPts val="250"/>
              </a:spcBef>
              <a:spcAft>
                <a:spcPts val="0"/>
              </a:spcAft>
              <a:buClr>
                <a:srgbClr val="000000"/>
              </a:buClr>
              <a:buSzPts val="1400"/>
              <a:buFont typeface="Noto Sans Symbols"/>
              <a:buChar char="∙"/>
            </a:pPr>
            <a:r>
              <a:rPr lang="en-US" sz="1600" b="0" i="1" u="none" strike="noStrike" cap="none">
                <a:solidFill>
                  <a:srgbClr val="000000"/>
                </a:solidFill>
                <a:latin typeface="Times New Roman"/>
                <a:ea typeface="Times New Roman"/>
                <a:cs typeface="Times New Roman"/>
                <a:sym typeface="Times New Roman"/>
              </a:rPr>
              <a:t>Bàn dịch chuyển, trục vitme bi.</a:t>
            </a:r>
            <a:endParaRPr sz="1600" b="0" i="1" u="none" strike="noStrike" cap="none">
              <a:solidFill>
                <a:srgbClr val="000000"/>
              </a:solidFill>
              <a:latin typeface="Times New Roman"/>
              <a:ea typeface="Times New Roman"/>
              <a:cs typeface="Times New Roman"/>
              <a:sym typeface="Times New Roman"/>
            </a:endParaRPr>
          </a:p>
          <a:p>
            <a:pPr marL="457200" marR="0" lvl="1" indent="-88900" algn="l" rtl="0">
              <a:spcBef>
                <a:spcPts val="225"/>
              </a:spcBef>
              <a:spcAft>
                <a:spcPts val="0"/>
              </a:spcAft>
              <a:buClr>
                <a:srgbClr val="000000"/>
              </a:buClr>
              <a:buSzPts val="1400"/>
              <a:buFont typeface="Noto Sans Symbols"/>
              <a:buChar char="∙"/>
            </a:pPr>
            <a:r>
              <a:rPr lang="en-US" sz="1600" b="0" i="1" u="none" strike="noStrike" cap="none">
                <a:solidFill>
                  <a:srgbClr val="000000"/>
                </a:solidFill>
                <a:latin typeface="Times New Roman"/>
                <a:ea typeface="Times New Roman"/>
                <a:cs typeface="Times New Roman"/>
                <a:sym typeface="Times New Roman"/>
              </a:rPr>
              <a:t>Motor không đồng bộ 3 pha.</a:t>
            </a:r>
            <a:endParaRPr sz="1600" b="0" i="1" u="none" strike="noStrike" cap="none">
              <a:solidFill>
                <a:srgbClr val="000000"/>
              </a:solidFill>
              <a:latin typeface="Times New Roman"/>
              <a:ea typeface="Times New Roman"/>
              <a:cs typeface="Times New Roman"/>
              <a:sym typeface="Times New Roman"/>
            </a:endParaRPr>
          </a:p>
          <a:p>
            <a:pPr marL="457200" marR="0" lvl="1" indent="-88900" algn="l" rtl="0">
              <a:spcBef>
                <a:spcPts val="225"/>
              </a:spcBef>
              <a:spcAft>
                <a:spcPts val="0"/>
              </a:spcAft>
              <a:buClr>
                <a:srgbClr val="000000"/>
              </a:buClr>
              <a:buSzPts val="1400"/>
              <a:buFont typeface="Noto Sans Symbols"/>
              <a:buChar char="∙"/>
            </a:pPr>
            <a:r>
              <a:rPr lang="en-US" sz="1600" b="0" i="1" u="none" strike="noStrike" cap="none">
                <a:solidFill>
                  <a:srgbClr val="000000"/>
                </a:solidFill>
                <a:latin typeface="Times New Roman"/>
                <a:ea typeface="Times New Roman"/>
                <a:cs typeface="Times New Roman"/>
                <a:sym typeface="Times New Roman"/>
              </a:rPr>
              <a:t>Proximity.</a:t>
            </a:r>
            <a:endParaRPr sz="1600" b="0" i="1" u="none" strike="noStrike" cap="none">
              <a:solidFill>
                <a:srgbClr val="000000"/>
              </a:solidFill>
              <a:latin typeface="Times New Roman"/>
              <a:ea typeface="Times New Roman"/>
              <a:cs typeface="Times New Roman"/>
              <a:sym typeface="Times New Roman"/>
            </a:endParaRPr>
          </a:p>
        </p:txBody>
      </p:sp>
      <p:sp>
        <p:nvSpPr>
          <p:cNvPr id="608" name="Google Shape;608;p15"/>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6.2 THIẾT KẾ, LẬP TRÌNH ĐIỀU KHIỂN HỆ THỐNG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2"/>
        <p:cNvGrpSpPr/>
        <p:nvPr/>
      </p:nvGrpSpPr>
      <p:grpSpPr>
        <a:xfrm>
          <a:off x="0" y="0"/>
          <a:ext cx="0" cy="0"/>
          <a:chOff x="0" y="0"/>
          <a:chExt cx="0" cy="0"/>
        </a:xfrm>
      </p:grpSpPr>
      <p:grpSp>
        <p:nvGrpSpPr>
          <p:cNvPr id="613" name="Google Shape;613;p16"/>
          <p:cNvGrpSpPr/>
          <p:nvPr/>
        </p:nvGrpSpPr>
        <p:grpSpPr>
          <a:xfrm>
            <a:off x="11542713" y="6669088"/>
            <a:ext cx="649287" cy="188912"/>
            <a:chOff x="5012" y="4110"/>
            <a:chExt cx="748" cy="210"/>
          </a:xfrm>
        </p:grpSpPr>
        <p:sp>
          <p:nvSpPr>
            <p:cNvPr id="614" name="Google Shape;614;p16">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15" name="Google Shape;615;p16">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16" name="Google Shape;616;p16">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617" name="Google Shape;617;p16"/>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BÀI TẬP 2: BÀN CHỞ THIẾT BỊ (ĐỘNG CƠ KĐB 3 PHA)</a:t>
            </a:r>
            <a:endParaRPr sz="2400" b="1">
              <a:solidFill>
                <a:srgbClr val="0070C0"/>
              </a:solidFill>
              <a:latin typeface="Times New Roman"/>
              <a:ea typeface="Times New Roman"/>
              <a:cs typeface="Times New Roman"/>
              <a:sym typeface="Times New Roman"/>
            </a:endParaRPr>
          </a:p>
        </p:txBody>
      </p:sp>
      <p:cxnSp>
        <p:nvCxnSpPr>
          <p:cNvPr id="618" name="Google Shape;618;p16"/>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619" name="Google Shape;619;p16"/>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620" name="Google Shape;620;p16"/>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621" name="Google Shape;621;p16"/>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pic>
        <p:nvPicPr>
          <p:cNvPr id="622" name="Google Shape;622;p16"/>
          <p:cNvPicPr preferRelativeResize="0"/>
          <p:nvPr/>
        </p:nvPicPr>
        <p:blipFill rotWithShape="1">
          <a:blip r:embed="rId4">
            <a:alphaModFix/>
          </a:blip>
          <a:srcRect/>
          <a:stretch/>
        </p:blipFill>
        <p:spPr>
          <a:xfrm>
            <a:off x="7392988" y="1792288"/>
            <a:ext cx="4313237" cy="2919412"/>
          </a:xfrm>
          <a:prstGeom prst="rect">
            <a:avLst/>
          </a:prstGeom>
          <a:noFill/>
          <a:ln>
            <a:noFill/>
          </a:ln>
        </p:spPr>
      </p:pic>
      <p:sp>
        <p:nvSpPr>
          <p:cNvPr id="623" name="Google Shape;623;p16"/>
          <p:cNvSpPr/>
          <p:nvPr/>
        </p:nvSpPr>
        <p:spPr>
          <a:xfrm>
            <a:off x="508000" y="3481388"/>
            <a:ext cx="6584950" cy="25955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l" rtl="0">
              <a:spcBef>
                <a:spcPts val="0"/>
              </a:spcBef>
              <a:spcAft>
                <a:spcPts val="0"/>
              </a:spcAft>
              <a:buNone/>
            </a:pPr>
            <a:r>
              <a:rPr lang="en-US" sz="1800" b="1">
                <a:solidFill>
                  <a:srgbClr val="000000"/>
                </a:solidFill>
                <a:latin typeface="Times New Roman"/>
                <a:ea typeface="Times New Roman"/>
                <a:cs typeface="Times New Roman"/>
                <a:sym typeface="Times New Roman"/>
              </a:rPr>
              <a:t>Công việc:</a:t>
            </a:r>
            <a:endParaRPr sz="1800" b="1">
              <a:solidFill>
                <a:srgbClr val="000000"/>
              </a:solidFill>
              <a:latin typeface="Times New Roman"/>
              <a:ea typeface="Times New Roman"/>
              <a:cs typeface="Times New Roman"/>
              <a:sym typeface="Times New Roman"/>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1. Tìm hiểu đặc tính kỹ thuật, đấu nối và ứng dụng của công tắc hành trình và các loại cảm biến.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2. Phân biệt các loại ngõ vào và ngõ ra PLC ( Relay, Transistor, Sink, Source…)</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3. Đấu dây sink, source, light on, dark on.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4. Đọc và lấy thông tin sản phẩm qua các file hướng dẫn sử dụng.</a:t>
            </a:r>
            <a:endParaRPr sz="13300" b="0">
              <a:solidFill>
                <a:srgbClr val="3778CD"/>
              </a:solidFill>
              <a:latin typeface="Arial"/>
              <a:ea typeface="Arial"/>
              <a:cs typeface="Arial"/>
              <a:sym typeface="Arial"/>
            </a:endParaRPr>
          </a:p>
        </p:txBody>
      </p:sp>
      <p:sp>
        <p:nvSpPr>
          <p:cNvPr id="624" name="Google Shape;624;p16"/>
          <p:cNvSpPr/>
          <p:nvPr/>
        </p:nvSpPr>
        <p:spPr>
          <a:xfrm>
            <a:off x="766763" y="1412875"/>
            <a:ext cx="6000750" cy="1984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Times New Roman"/>
                <a:ea typeface="Times New Roman"/>
                <a:cs typeface="Times New Roman"/>
                <a:sym typeface="Times New Roman"/>
              </a:rPr>
              <a:t>Yêu cầu bài tập:</a:t>
            </a:r>
            <a:endParaRPr sz="1800" b="1">
              <a:solidFill>
                <a:srgbClr val="FF0000"/>
              </a:solidFill>
              <a:latin typeface="Times New Roman"/>
              <a:ea typeface="Times New Roman"/>
              <a:cs typeface="Times New Roman"/>
              <a:sym typeface="Times New Roman"/>
            </a:endParaRPr>
          </a:p>
          <a:p>
            <a:pPr marL="0" marR="0" lvl="0" indent="-88900" algn="l" rtl="0">
              <a:spcBef>
                <a:spcPts val="1225"/>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Đọc file hướng dẫn sử dụng thiết bị: 01 động cơ KĐB 3 Pha, 03 cảm biến, 02 công tắc hành trình.</a:t>
            </a:r>
            <a:endParaRPr sz="1800" b="0">
              <a:solidFill>
                <a:schemeClr val="dk1"/>
              </a:solidFill>
              <a:latin typeface="Times New Roman"/>
              <a:ea typeface="Times New Roman"/>
              <a:cs typeface="Times New Roman"/>
              <a:sym typeface="Times New Roman"/>
            </a:endParaRPr>
          </a:p>
          <a:p>
            <a:pPr marL="0" marR="0" lvl="0" indent="-88900" algn="l" rtl="0">
              <a:spcBef>
                <a:spcPts val="238"/>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Thực hiện đấu dây tín hiệu đầu vào với PLC.</a:t>
            </a:r>
            <a:endParaRPr sz="1800" b="0">
              <a:solidFill>
                <a:schemeClr val="dk1"/>
              </a:solidFill>
              <a:latin typeface="Times New Roman"/>
              <a:ea typeface="Times New Roman"/>
              <a:cs typeface="Times New Roman"/>
              <a:sym typeface="Times New Roman"/>
            </a:endParaRPr>
          </a:p>
          <a:p>
            <a:pPr marL="0" marR="0" lvl="0" indent="-88900" algn="l" rtl="0">
              <a:spcBef>
                <a:spcPts val="238"/>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Thực hiện đấu dây tín hiệu đầu ra với PLC.</a:t>
            </a:r>
            <a:endParaRPr sz="1800" b="0">
              <a:solidFill>
                <a:schemeClr val="dk1"/>
              </a:solidFill>
              <a:latin typeface="Times New Roman"/>
              <a:ea typeface="Times New Roman"/>
              <a:cs typeface="Times New Roman"/>
              <a:sym typeface="Times New Roman"/>
            </a:endParaRPr>
          </a:p>
          <a:p>
            <a:pPr marL="0" marR="0" lvl="0" indent="-88900" algn="l" rtl="0">
              <a:spcBef>
                <a:spcPts val="238"/>
              </a:spcBef>
              <a:spcAft>
                <a:spcPts val="0"/>
              </a:spcAft>
              <a:buClr>
                <a:schemeClr val="dk1"/>
              </a:buClr>
              <a:buSzPts val="1400"/>
              <a:buFont typeface="Times New Roman"/>
              <a:buChar char="-"/>
            </a:pPr>
            <a:r>
              <a:rPr lang="en-US" sz="1800" b="0">
                <a:solidFill>
                  <a:schemeClr val="dk1"/>
                </a:solidFill>
                <a:latin typeface="Times New Roman"/>
                <a:ea typeface="Times New Roman"/>
                <a:cs typeface="Times New Roman"/>
                <a:sym typeface="Times New Roman"/>
              </a:rPr>
              <a:t>Thực hiện lập trình điều khiển theo yêu cầu.</a:t>
            </a:r>
            <a:endParaRPr sz="1800" b="1">
              <a:solidFill>
                <a:schemeClr val="dk1"/>
              </a:solidFill>
              <a:latin typeface="Arial"/>
              <a:ea typeface="Arial"/>
              <a:cs typeface="Arial"/>
              <a:sym typeface="Arial"/>
            </a:endParaRPr>
          </a:p>
        </p:txBody>
      </p:sp>
      <p:sp>
        <p:nvSpPr>
          <p:cNvPr id="625" name="Google Shape;625;p16"/>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6.2 THIẾT KẾ, LẬP TRÌNH ĐIỀU KHIỂN HỆ THỐNG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AE7D9"/>
        </a:solidFill>
        <a:effectLst/>
      </p:bgPr>
    </p:bg>
    <p:spTree>
      <p:nvGrpSpPr>
        <p:cNvPr id="1" name="Shape 630"/>
        <p:cNvGrpSpPr/>
        <p:nvPr/>
      </p:nvGrpSpPr>
      <p:grpSpPr>
        <a:xfrm>
          <a:off x="0" y="0"/>
          <a:ext cx="0" cy="0"/>
          <a:chOff x="0" y="0"/>
          <a:chExt cx="0" cy="0"/>
        </a:xfrm>
      </p:grpSpPr>
      <p:pic>
        <p:nvPicPr>
          <p:cNvPr id="631" name="Google Shape;631;p17"/>
          <p:cNvPicPr preferRelativeResize="0"/>
          <p:nvPr/>
        </p:nvPicPr>
        <p:blipFill rotWithShape="1">
          <a:blip r:embed="rId3">
            <a:alphaModFix/>
          </a:blip>
          <a:srcRect/>
          <a:stretch/>
        </p:blipFill>
        <p:spPr>
          <a:xfrm>
            <a:off x="1535113" y="0"/>
            <a:ext cx="9132887" cy="6848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D462F"/>
        </a:solidFill>
        <a:effectLst/>
      </p:bgPr>
    </p:bg>
    <p:spTree>
      <p:nvGrpSpPr>
        <p:cNvPr id="1" name="Shape 635"/>
        <p:cNvGrpSpPr/>
        <p:nvPr/>
      </p:nvGrpSpPr>
      <p:grpSpPr>
        <a:xfrm>
          <a:off x="0" y="0"/>
          <a:ext cx="0" cy="0"/>
          <a:chOff x="0" y="0"/>
          <a:chExt cx="0" cy="0"/>
        </a:xfrm>
      </p:grpSpPr>
      <p:sp>
        <p:nvSpPr>
          <p:cNvPr id="636" name="Google Shape;636;p18"/>
          <p:cNvSpPr/>
          <p:nvPr/>
        </p:nvSpPr>
        <p:spPr>
          <a:xfrm>
            <a:off x="1524000" y="3573463"/>
            <a:ext cx="9144000" cy="28797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00" b="1">
              <a:solidFill>
                <a:srgbClr val="FFFFFF"/>
              </a:solidFill>
              <a:latin typeface="Times New Roman"/>
              <a:ea typeface="Times New Roman"/>
              <a:cs typeface="Times New Roman"/>
              <a:sym typeface="Times New Roman"/>
            </a:endParaRPr>
          </a:p>
        </p:txBody>
      </p:sp>
      <p:pic>
        <p:nvPicPr>
          <p:cNvPr id="637" name="Google Shape;637;p18"/>
          <p:cNvPicPr preferRelativeResize="0"/>
          <p:nvPr/>
        </p:nvPicPr>
        <p:blipFill rotWithShape="1">
          <a:blip r:embed="rId3">
            <a:alphaModFix/>
          </a:blip>
          <a:srcRect/>
          <a:stretch/>
        </p:blipFill>
        <p:spPr>
          <a:xfrm>
            <a:off x="1882775" y="482600"/>
            <a:ext cx="1733550" cy="609600"/>
          </a:xfrm>
          <a:prstGeom prst="rect">
            <a:avLst/>
          </a:prstGeom>
          <a:noFill/>
          <a:ln>
            <a:noFill/>
          </a:ln>
        </p:spPr>
      </p:pic>
      <p:pic>
        <p:nvPicPr>
          <p:cNvPr id="638" name="Google Shape;638;p18" descr="Siemens expande la gama Simatic S7-1200 - infoPLC"/>
          <p:cNvPicPr preferRelativeResize="0"/>
          <p:nvPr/>
        </p:nvPicPr>
        <p:blipFill rotWithShape="1">
          <a:blip r:embed="rId4">
            <a:alphaModFix/>
          </a:blip>
          <a:srcRect/>
          <a:stretch/>
        </p:blipFill>
        <p:spPr>
          <a:xfrm>
            <a:off x="3844925" y="3635375"/>
            <a:ext cx="4502150" cy="2746375"/>
          </a:xfrm>
          <a:prstGeom prst="rect">
            <a:avLst/>
          </a:prstGeom>
          <a:noFill/>
          <a:ln>
            <a:noFill/>
          </a:ln>
        </p:spPr>
      </p:pic>
      <p:sp>
        <p:nvSpPr>
          <p:cNvPr id="639" name="Google Shape;639;p18"/>
          <p:cNvSpPr txBox="1">
            <a:spLocks noGrp="1"/>
          </p:cNvSpPr>
          <p:nvPr>
            <p:ph type="ctrTitle"/>
          </p:nvPr>
        </p:nvSpPr>
        <p:spPr>
          <a:xfrm>
            <a:off x="1524000" y="1368425"/>
            <a:ext cx="9144000" cy="11969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2000" b="1">
                <a:solidFill>
                  <a:schemeClr val="lt1"/>
                </a:solidFill>
                <a:latin typeface="Times New Roman"/>
                <a:ea typeface="Times New Roman"/>
                <a:cs typeface="Times New Roman"/>
                <a:sym typeface="Times New Roman"/>
              </a:rPr>
              <a:t>Bài 6:</a:t>
            </a:r>
            <a:br>
              <a:rPr lang="en-US" sz="2000" b="1">
                <a:solidFill>
                  <a:schemeClr val="lt1"/>
                </a:solidFill>
                <a:latin typeface="Times New Roman"/>
                <a:ea typeface="Times New Roman"/>
                <a:cs typeface="Times New Roman"/>
                <a:sym typeface="Times New Roman"/>
              </a:rPr>
            </a:br>
            <a:r>
              <a:rPr lang="en-US" sz="3200" b="1">
                <a:solidFill>
                  <a:schemeClr val="lt1"/>
                </a:solidFill>
                <a:latin typeface="Times New Roman"/>
                <a:ea typeface="Times New Roman"/>
                <a:cs typeface="Times New Roman"/>
                <a:sym typeface="Times New Roman"/>
              </a:rPr>
              <a:t>THIẾT KẾ ỨNG DỤNG MÔ HÌNH ĐIỀU KHIỂN BẰNG PLC</a:t>
            </a:r>
            <a:endParaRPr/>
          </a:p>
        </p:txBody>
      </p:sp>
      <p:sp>
        <p:nvSpPr>
          <p:cNvPr id="640" name="Google Shape;640;p18"/>
          <p:cNvSpPr/>
          <p:nvPr/>
        </p:nvSpPr>
        <p:spPr>
          <a:xfrm>
            <a:off x="1524000" y="2951163"/>
            <a:ext cx="9144000" cy="4016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Times New Roman"/>
                <a:ea typeface="Times New Roman"/>
                <a:cs typeface="Times New Roman"/>
                <a:sym typeface="Times New Roman"/>
              </a:rPr>
              <a:t>6.3 KẾT NỐI CÁC MODULE MỞ RỘNG VÀO/RA SỐ</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9"/>
                                        </p:tgtEl>
                                        <p:attrNameLst>
                                          <p:attrName>style.visibility</p:attrName>
                                        </p:attrNameLst>
                                      </p:cBhvr>
                                      <p:to>
                                        <p:strVal val="visible"/>
                                      </p:to>
                                    </p:set>
                                  </p:childTnLst>
                                </p:cTn>
                              </p:par>
                            </p:childTnLst>
                          </p:cTn>
                        </p:par>
                        <p:par>
                          <p:cTn id="7" fill="hold">
                            <p:stCondLst>
                              <p:cond delay="1"/>
                            </p:stCondLst>
                            <p:childTnLst>
                              <p:par>
                                <p:cTn id="8" presetID="10" presetClass="entr" presetSubtype="0" fill="hold" nodeType="afterEffect">
                                  <p:stCondLst>
                                    <p:cond delay="0"/>
                                  </p:stCondLst>
                                  <p:childTnLst>
                                    <p:set>
                                      <p:cBhvr>
                                        <p:cTn id="9" dur="1" fill="hold">
                                          <p:stCondLst>
                                            <p:cond delay="0"/>
                                          </p:stCondLst>
                                        </p:cTn>
                                        <p:tgtEl>
                                          <p:spTgt spid="640"/>
                                        </p:tgtEl>
                                        <p:attrNameLst>
                                          <p:attrName>style.visibility</p:attrName>
                                        </p:attrNameLst>
                                      </p:cBhvr>
                                      <p:to>
                                        <p:strVal val="visible"/>
                                      </p:to>
                                    </p:set>
                                    <p:animEffect transition="in" filter="fade">
                                      <p:cBhvr>
                                        <p:cTn id="10" dur="2000"/>
                                        <p:tgtEl>
                                          <p:spTgt spid="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grpSp>
        <p:nvGrpSpPr>
          <p:cNvPr id="645" name="Google Shape;645;p19"/>
          <p:cNvGrpSpPr/>
          <p:nvPr/>
        </p:nvGrpSpPr>
        <p:grpSpPr>
          <a:xfrm>
            <a:off x="11542713" y="6669088"/>
            <a:ext cx="649287" cy="188912"/>
            <a:chOff x="5012" y="4110"/>
            <a:chExt cx="748" cy="210"/>
          </a:xfrm>
        </p:grpSpPr>
        <p:sp>
          <p:nvSpPr>
            <p:cNvPr id="646" name="Google Shape;646;p19">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47" name="Google Shape;647;p19">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48" name="Google Shape;648;p19">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649" name="Google Shape;649;p19"/>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SỐ</a:t>
            </a:r>
            <a:endParaRPr sz="2400" b="1">
              <a:solidFill>
                <a:srgbClr val="0070C0"/>
              </a:solidFill>
              <a:latin typeface="Times New Roman"/>
              <a:ea typeface="Times New Roman"/>
              <a:cs typeface="Times New Roman"/>
              <a:sym typeface="Times New Roman"/>
            </a:endParaRPr>
          </a:p>
        </p:txBody>
      </p:sp>
      <p:cxnSp>
        <p:nvCxnSpPr>
          <p:cNvPr id="650" name="Google Shape;650;p19"/>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651" name="Google Shape;651;p19"/>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652" name="Google Shape;652;p19"/>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653" name="Google Shape;653;p19"/>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654" name="Google Shape;654;p19"/>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6.3 KẾT NỐI CÁC MODULE MỞ RỘNG VÀO/RA SỐ</a:t>
            </a:r>
            <a:endParaRPr/>
          </a:p>
        </p:txBody>
      </p:sp>
      <p:sp>
        <p:nvSpPr>
          <p:cNvPr id="655" name="Google Shape;655;p19"/>
          <p:cNvSpPr/>
          <p:nvPr/>
        </p:nvSpPr>
        <p:spPr>
          <a:xfrm>
            <a:off x="492125" y="1276350"/>
            <a:ext cx="11050588" cy="1341438"/>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Phân biệt với tín hiệu số: tín hiệu số là tín hiện có dạng sóng vuông, tức là ON hay OFF. Còn tín hiệu tương tự chia khoảng ON-OFF ra thành rất nhiều giá trị và mỗi giá trị dùng để đại diện cho một sự thay đổi vật lý nào đó.</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Trong PLC, tín hiệu số thường được hiểu là làm việc qua các chân DI/DO, còn tín hiệu tương tự là làm việc qua các "kênh"</a:t>
            </a:r>
            <a:endParaRPr sz="13300" b="0">
              <a:solidFill>
                <a:srgbClr val="3778CD"/>
              </a:solidFill>
              <a:latin typeface="Arial"/>
              <a:ea typeface="Arial"/>
              <a:cs typeface="Arial"/>
              <a:sym typeface="Arial"/>
            </a:endParaRPr>
          </a:p>
        </p:txBody>
      </p:sp>
      <p:pic>
        <p:nvPicPr>
          <p:cNvPr id="656" name="Google Shape;656;p19"/>
          <p:cNvPicPr preferRelativeResize="0"/>
          <p:nvPr/>
        </p:nvPicPr>
        <p:blipFill rotWithShape="1">
          <a:blip r:embed="rId4">
            <a:alphaModFix/>
          </a:blip>
          <a:srcRect l="32693" t="21381" r="43311" b="20674"/>
          <a:stretch/>
        </p:blipFill>
        <p:spPr>
          <a:xfrm>
            <a:off x="1260475" y="2755900"/>
            <a:ext cx="2522538" cy="3427413"/>
          </a:xfrm>
          <a:prstGeom prst="rect">
            <a:avLst/>
          </a:prstGeom>
          <a:noFill/>
          <a:ln>
            <a:noFill/>
          </a:ln>
        </p:spPr>
      </p:pic>
      <p:sp>
        <p:nvSpPr>
          <p:cNvPr id="657" name="Google Shape;657;p19"/>
          <p:cNvSpPr/>
          <p:nvPr/>
        </p:nvSpPr>
        <p:spPr>
          <a:xfrm>
            <a:off x="4332288" y="2759075"/>
            <a:ext cx="7327900" cy="3290888"/>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1800" b="1" i="1">
                <a:solidFill>
                  <a:srgbClr val="000000"/>
                </a:solidFill>
                <a:latin typeface="Times New Roman"/>
                <a:ea typeface="Times New Roman"/>
                <a:cs typeface="Times New Roman"/>
                <a:sym typeface="Times New Roman"/>
              </a:rPr>
              <a:t>Mô đun vào ra Số PLC S7-1200</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Modun vào/ra số là bổ sung tích hợp vào/ra cho CPU SIMATIC S7-1200</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Các mô đun tín hiệu là các mô đun tách rời; có thể sử dụng với tất cả CPU SIMATIC S7-1200 trừ  CPU 1211C</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Bo mạch tín hiệu là mô đun cắm vào CPU, để sử dụng khi không gian bị hạn chế; có thể sử dụng với tất cả CPU SIMATIC S7-1200</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Để Thích ứng linh hoạt với bộ điều khiển khiển để thực hiện nhiệm vụ liên quan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Để Mở rộng thêm đầu ra/ đầu vào cho hệ thống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1"/>
        <p:cNvGrpSpPr/>
        <p:nvPr/>
      </p:nvGrpSpPr>
      <p:grpSpPr>
        <a:xfrm>
          <a:off x="0" y="0"/>
          <a:ext cx="0" cy="0"/>
          <a:chOff x="0" y="0"/>
          <a:chExt cx="0" cy="0"/>
        </a:xfrm>
      </p:grpSpPr>
      <p:grpSp>
        <p:nvGrpSpPr>
          <p:cNvPr id="662" name="Google Shape;662;p20"/>
          <p:cNvGrpSpPr/>
          <p:nvPr/>
        </p:nvGrpSpPr>
        <p:grpSpPr>
          <a:xfrm>
            <a:off x="11542713" y="6669088"/>
            <a:ext cx="649287" cy="188912"/>
            <a:chOff x="5012" y="4110"/>
            <a:chExt cx="748" cy="210"/>
          </a:xfrm>
        </p:grpSpPr>
        <p:sp>
          <p:nvSpPr>
            <p:cNvPr id="663" name="Google Shape;663;p20">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64" name="Google Shape;664;p20">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65" name="Google Shape;665;p20">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666" name="Google Shape;666;p20"/>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ĐIỀU KHIỂN ĐỘNG CƠ CHO HỆ THỐNG BĂNG TẢI</a:t>
            </a:r>
            <a:endParaRPr sz="2400" b="1">
              <a:solidFill>
                <a:srgbClr val="0070C0"/>
              </a:solidFill>
              <a:latin typeface="Times New Roman"/>
              <a:ea typeface="Times New Roman"/>
              <a:cs typeface="Times New Roman"/>
              <a:sym typeface="Times New Roman"/>
            </a:endParaRPr>
          </a:p>
        </p:txBody>
      </p:sp>
      <p:cxnSp>
        <p:nvCxnSpPr>
          <p:cNvPr id="667" name="Google Shape;667;p20"/>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668" name="Google Shape;668;p20"/>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669" name="Google Shape;669;p20"/>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670" name="Google Shape;670;p20"/>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671" name="Google Shape;671;p20"/>
          <p:cNvSpPr/>
          <p:nvPr/>
        </p:nvSpPr>
        <p:spPr>
          <a:xfrm>
            <a:off x="508000" y="3205163"/>
            <a:ext cx="4292600" cy="3149600"/>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l" rtl="0">
              <a:spcBef>
                <a:spcPts val="0"/>
              </a:spcBef>
              <a:spcAft>
                <a:spcPts val="0"/>
              </a:spcAft>
              <a:buNone/>
            </a:pPr>
            <a:r>
              <a:rPr lang="en-US" sz="1800" b="1">
                <a:solidFill>
                  <a:srgbClr val="000000"/>
                </a:solidFill>
                <a:latin typeface="Times New Roman"/>
                <a:ea typeface="Times New Roman"/>
                <a:cs typeface="Times New Roman"/>
                <a:sym typeface="Times New Roman"/>
              </a:rPr>
              <a:t>Công việc:</a:t>
            </a:r>
            <a:endParaRPr sz="1800" b="1">
              <a:solidFill>
                <a:srgbClr val="000000"/>
              </a:solidFill>
              <a:latin typeface="Times New Roman"/>
              <a:ea typeface="Times New Roman"/>
              <a:cs typeface="Times New Roman"/>
              <a:sym typeface="Times New Roman"/>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1. Tìm hiểu đặc tính kỹ thuật, đấu nối và ứng dụng của công tắc hành trình và các loại cảm biến.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2. Phân biệt các loại ngõ vào và ngõ ra PLC ( Relay, Transistor, Sink, Source…)</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3. Đấu dây sink, source, light on, dark on.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4. Đọc và lấy thông tin sản phẩm qua các file hướng dẫn sử dụng.</a:t>
            </a:r>
            <a:endParaRPr sz="13300" b="0">
              <a:solidFill>
                <a:srgbClr val="3778CD"/>
              </a:solidFill>
              <a:latin typeface="Arial"/>
              <a:ea typeface="Arial"/>
              <a:cs typeface="Arial"/>
              <a:sym typeface="Arial"/>
            </a:endParaRPr>
          </a:p>
        </p:txBody>
      </p:sp>
      <p:sp>
        <p:nvSpPr>
          <p:cNvPr id="672" name="Google Shape;672;p20"/>
          <p:cNvSpPr/>
          <p:nvPr/>
        </p:nvSpPr>
        <p:spPr>
          <a:xfrm>
            <a:off x="0" y="1412875"/>
            <a:ext cx="4727700" cy="1379400"/>
          </a:xfrm>
          <a:prstGeom prst="rect">
            <a:avLst/>
          </a:prstGeom>
          <a:noFill/>
          <a:ln>
            <a:noFill/>
          </a:ln>
        </p:spPr>
        <p:txBody>
          <a:bodyPr spcFirstLastPara="1" wrap="square" lIns="91425" tIns="45700" rIns="91425" bIns="45700" anchor="t" anchorCtr="0">
            <a:spAutoFit/>
          </a:bodyPr>
          <a:lstStyle/>
          <a:p>
            <a:pPr marL="912813" marR="0" lvl="0" indent="0" algn="l" rtl="0">
              <a:spcBef>
                <a:spcPts val="0"/>
              </a:spcBef>
              <a:spcAft>
                <a:spcPts val="0"/>
              </a:spcAft>
              <a:buNone/>
            </a:pPr>
            <a:r>
              <a:rPr lang="en-US" sz="1800" b="1">
                <a:solidFill>
                  <a:srgbClr val="FF0000"/>
                </a:solidFill>
                <a:latin typeface="Times New Roman"/>
                <a:ea typeface="Times New Roman"/>
                <a:cs typeface="Times New Roman"/>
                <a:sym typeface="Times New Roman"/>
              </a:rPr>
              <a:t>Yêu cầu bài tập:</a:t>
            </a:r>
            <a:endParaRPr sz="1800" b="1">
              <a:solidFill>
                <a:srgbClr val="FF0000"/>
              </a:solidFill>
              <a:latin typeface="Times New Roman"/>
              <a:ea typeface="Times New Roman"/>
              <a:cs typeface="Times New Roman"/>
              <a:sym typeface="Times New Roman"/>
            </a:endParaRPr>
          </a:p>
          <a:p>
            <a:pPr marL="912813" marR="0" lvl="0" indent="-88900" algn="l" rtl="0">
              <a:spcBef>
                <a:spcPts val="1225"/>
              </a:spcBef>
              <a:spcAft>
                <a:spcPts val="0"/>
              </a:spcAft>
              <a:buClr>
                <a:srgbClr val="000000"/>
              </a:buClr>
              <a:buSzPts val="1400"/>
              <a:buFont typeface="Times New Roman"/>
              <a:buChar char="-"/>
            </a:pPr>
            <a:r>
              <a:rPr lang="en-US" sz="1800" b="0">
                <a:solidFill>
                  <a:srgbClr val="000000"/>
                </a:solidFill>
                <a:latin typeface="Times New Roman"/>
                <a:ea typeface="Times New Roman"/>
                <a:cs typeface="Times New Roman"/>
                <a:sym typeface="Times New Roman"/>
              </a:rPr>
              <a:t>Đọc file hướng dẫn sử dụng thiết bị.</a:t>
            </a:r>
            <a:endParaRPr sz="1800" b="0">
              <a:solidFill>
                <a:srgbClr val="000000"/>
              </a:solidFill>
              <a:latin typeface="Times New Roman"/>
              <a:ea typeface="Times New Roman"/>
              <a:cs typeface="Times New Roman"/>
              <a:sym typeface="Times New Roman"/>
            </a:endParaRPr>
          </a:p>
          <a:p>
            <a:pPr marL="912813" marR="0" lvl="0" indent="-88900" algn="l" rtl="0">
              <a:spcBef>
                <a:spcPts val="238"/>
              </a:spcBef>
              <a:spcAft>
                <a:spcPts val="0"/>
              </a:spcAft>
              <a:buClr>
                <a:srgbClr val="000000"/>
              </a:buClr>
              <a:buSzPts val="1400"/>
              <a:buFont typeface="Times New Roman"/>
              <a:buChar char="-"/>
            </a:pPr>
            <a:r>
              <a:rPr lang="en-US" sz="1800" b="0">
                <a:solidFill>
                  <a:srgbClr val="000000"/>
                </a:solidFill>
                <a:latin typeface="Times New Roman"/>
                <a:ea typeface="Times New Roman"/>
                <a:cs typeface="Times New Roman"/>
                <a:sym typeface="Times New Roman"/>
              </a:rPr>
              <a:t>Phân tích chọn lựa </a:t>
            </a:r>
            <a:r>
              <a:rPr lang="en-US" sz="1800" b="1">
                <a:solidFill>
                  <a:srgbClr val="FF0000"/>
                </a:solidFill>
                <a:latin typeface="Times New Roman"/>
                <a:ea typeface="Times New Roman"/>
                <a:cs typeface="Times New Roman"/>
                <a:sym typeface="Times New Roman"/>
              </a:rPr>
              <a:t>động cơ </a:t>
            </a:r>
            <a:r>
              <a:rPr lang="en-US" sz="1800" b="0">
                <a:solidFill>
                  <a:srgbClr val="000000"/>
                </a:solidFill>
                <a:latin typeface="Times New Roman"/>
                <a:ea typeface="Times New Roman"/>
                <a:cs typeface="Times New Roman"/>
                <a:sym typeface="Times New Roman"/>
              </a:rPr>
              <a:t>phù hợp với đầu vào/ra số của PLC S7-1200.</a:t>
            </a:r>
            <a:endParaRPr sz="1800" b="1">
              <a:solidFill>
                <a:srgbClr val="000000"/>
              </a:solidFill>
              <a:latin typeface="Arial"/>
              <a:ea typeface="Arial"/>
              <a:cs typeface="Arial"/>
              <a:sym typeface="Arial"/>
            </a:endParaRPr>
          </a:p>
        </p:txBody>
      </p:sp>
      <p:pic>
        <p:nvPicPr>
          <p:cNvPr id="673" name="Google Shape;673;p20" descr="C:\Users\nbcha\Documents\Soft-Starter-Application-in-Conveyor-Systems.gif"/>
          <p:cNvPicPr preferRelativeResize="0"/>
          <p:nvPr/>
        </p:nvPicPr>
        <p:blipFill rotWithShape="1">
          <a:blip r:embed="rId4">
            <a:alphaModFix/>
          </a:blip>
          <a:srcRect/>
          <a:stretch/>
        </p:blipFill>
        <p:spPr>
          <a:xfrm>
            <a:off x="4943475" y="1878013"/>
            <a:ext cx="6599238" cy="3711575"/>
          </a:xfrm>
          <a:prstGeom prst="rect">
            <a:avLst/>
          </a:prstGeom>
          <a:noFill/>
          <a:ln>
            <a:noFill/>
          </a:ln>
        </p:spPr>
      </p:pic>
      <p:sp>
        <p:nvSpPr>
          <p:cNvPr id="674" name="Google Shape;674;p20"/>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6.3 KẾT NỐI CÁC MODULE MỞ RỘNG VÀO/RA SỐ</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8"/>
        <p:cNvGrpSpPr/>
        <p:nvPr/>
      </p:nvGrpSpPr>
      <p:grpSpPr>
        <a:xfrm>
          <a:off x="0" y="0"/>
          <a:ext cx="0" cy="0"/>
          <a:chOff x="0" y="0"/>
          <a:chExt cx="0" cy="0"/>
        </a:xfrm>
      </p:grpSpPr>
      <p:grpSp>
        <p:nvGrpSpPr>
          <p:cNvPr id="679" name="Google Shape;679;p21"/>
          <p:cNvGrpSpPr/>
          <p:nvPr/>
        </p:nvGrpSpPr>
        <p:grpSpPr>
          <a:xfrm>
            <a:off x="11542713" y="6669088"/>
            <a:ext cx="649287" cy="188912"/>
            <a:chOff x="5012" y="4110"/>
            <a:chExt cx="748" cy="210"/>
          </a:xfrm>
        </p:grpSpPr>
        <p:sp>
          <p:nvSpPr>
            <p:cNvPr id="680" name="Google Shape;680;p21">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81" name="Google Shape;681;p21">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82" name="Google Shape;682;p21">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683" name="Google Shape;683;p21"/>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ĐIỀU KHIỂN ĐỘNG CƠ CHO HỆ THỐNG BĂNG TẢI</a:t>
            </a:r>
            <a:endParaRPr sz="2400" b="1">
              <a:solidFill>
                <a:srgbClr val="0070C0"/>
              </a:solidFill>
              <a:latin typeface="Times New Roman"/>
              <a:ea typeface="Times New Roman"/>
              <a:cs typeface="Times New Roman"/>
              <a:sym typeface="Times New Roman"/>
            </a:endParaRPr>
          </a:p>
        </p:txBody>
      </p:sp>
      <p:cxnSp>
        <p:nvCxnSpPr>
          <p:cNvPr id="684" name="Google Shape;684;p21"/>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685" name="Google Shape;685;p21"/>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686" name="Google Shape;686;p21"/>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687" name="Google Shape;687;p21"/>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688" name="Google Shape;688;p21"/>
          <p:cNvSpPr/>
          <p:nvPr/>
        </p:nvSpPr>
        <p:spPr>
          <a:xfrm>
            <a:off x="508000" y="3205163"/>
            <a:ext cx="4292600" cy="3149600"/>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l" rtl="0">
              <a:spcBef>
                <a:spcPts val="0"/>
              </a:spcBef>
              <a:spcAft>
                <a:spcPts val="0"/>
              </a:spcAft>
              <a:buNone/>
            </a:pPr>
            <a:r>
              <a:rPr lang="en-US" sz="1800" b="1">
                <a:solidFill>
                  <a:srgbClr val="000000"/>
                </a:solidFill>
                <a:latin typeface="Times New Roman"/>
                <a:ea typeface="Times New Roman"/>
                <a:cs typeface="Times New Roman"/>
                <a:sym typeface="Times New Roman"/>
              </a:rPr>
              <a:t>Công việc:</a:t>
            </a:r>
            <a:endParaRPr sz="1800" b="1">
              <a:solidFill>
                <a:srgbClr val="000000"/>
              </a:solidFill>
              <a:latin typeface="Times New Roman"/>
              <a:ea typeface="Times New Roman"/>
              <a:cs typeface="Times New Roman"/>
              <a:sym typeface="Times New Roman"/>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1. Tìm hiểu đặc tính kỹ thuật, đấu nối và ứng dụng của công tắc hành trình và các loại cảm biến.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2. Phân biệt các loại ngõ vào và ngõ ra PLC ( Relay, Transistor, Sink, Source…)</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3. Đấu dây sink, source, light on, dark on.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4. Đọc và lấy thông tin sản phẩm qua các file hướng dẫn sử dụng.</a:t>
            </a:r>
            <a:endParaRPr sz="13300" b="0">
              <a:solidFill>
                <a:srgbClr val="3778CD"/>
              </a:solidFill>
              <a:latin typeface="Arial"/>
              <a:ea typeface="Arial"/>
              <a:cs typeface="Arial"/>
              <a:sym typeface="Arial"/>
            </a:endParaRPr>
          </a:p>
        </p:txBody>
      </p:sp>
      <p:sp>
        <p:nvSpPr>
          <p:cNvPr id="689" name="Google Shape;689;p21"/>
          <p:cNvSpPr/>
          <p:nvPr/>
        </p:nvSpPr>
        <p:spPr>
          <a:xfrm>
            <a:off x="0" y="1412875"/>
            <a:ext cx="4727700" cy="1657500"/>
          </a:xfrm>
          <a:prstGeom prst="rect">
            <a:avLst/>
          </a:prstGeom>
          <a:noFill/>
          <a:ln>
            <a:noFill/>
          </a:ln>
        </p:spPr>
        <p:txBody>
          <a:bodyPr spcFirstLastPara="1" wrap="square" lIns="91425" tIns="45700" rIns="91425" bIns="45700" anchor="t" anchorCtr="0">
            <a:spAutoFit/>
          </a:bodyPr>
          <a:lstStyle/>
          <a:p>
            <a:pPr marL="912813" marR="0" lvl="0" indent="0" algn="l" rtl="0">
              <a:spcBef>
                <a:spcPts val="0"/>
              </a:spcBef>
              <a:spcAft>
                <a:spcPts val="0"/>
              </a:spcAft>
              <a:buNone/>
            </a:pPr>
            <a:r>
              <a:rPr lang="en-US" sz="1800" b="1">
                <a:solidFill>
                  <a:srgbClr val="FF0000"/>
                </a:solidFill>
                <a:latin typeface="Times New Roman"/>
                <a:ea typeface="Times New Roman"/>
                <a:cs typeface="Times New Roman"/>
                <a:sym typeface="Times New Roman"/>
              </a:rPr>
              <a:t>Yêu cầu bài tập:</a:t>
            </a:r>
            <a:endParaRPr sz="1800" b="1">
              <a:solidFill>
                <a:srgbClr val="FF0000"/>
              </a:solidFill>
              <a:latin typeface="Times New Roman"/>
              <a:ea typeface="Times New Roman"/>
              <a:cs typeface="Times New Roman"/>
              <a:sym typeface="Times New Roman"/>
            </a:endParaRPr>
          </a:p>
          <a:p>
            <a:pPr marL="912813" marR="0" lvl="0" indent="-88900" algn="l" rtl="0">
              <a:spcBef>
                <a:spcPts val="1225"/>
              </a:spcBef>
              <a:spcAft>
                <a:spcPts val="0"/>
              </a:spcAft>
              <a:buClr>
                <a:srgbClr val="000000"/>
              </a:buClr>
              <a:buSzPts val="1400"/>
              <a:buFont typeface="Times New Roman"/>
              <a:buChar char="-"/>
            </a:pPr>
            <a:r>
              <a:rPr lang="en-US" sz="1800" b="0">
                <a:solidFill>
                  <a:srgbClr val="000000"/>
                </a:solidFill>
                <a:latin typeface="Times New Roman"/>
                <a:ea typeface="Times New Roman"/>
                <a:cs typeface="Times New Roman"/>
                <a:sym typeface="Times New Roman"/>
              </a:rPr>
              <a:t>Đọc file hướng dẫn sử dụng thiết bị.</a:t>
            </a:r>
            <a:endParaRPr sz="1800" b="0">
              <a:solidFill>
                <a:srgbClr val="000000"/>
              </a:solidFill>
              <a:latin typeface="Times New Roman"/>
              <a:ea typeface="Times New Roman"/>
              <a:cs typeface="Times New Roman"/>
              <a:sym typeface="Times New Roman"/>
            </a:endParaRPr>
          </a:p>
          <a:p>
            <a:pPr marL="912813" marR="0" lvl="0" indent="-88900" algn="l" rtl="0">
              <a:spcBef>
                <a:spcPts val="238"/>
              </a:spcBef>
              <a:spcAft>
                <a:spcPts val="0"/>
              </a:spcAft>
              <a:buClr>
                <a:srgbClr val="000000"/>
              </a:buClr>
              <a:buSzPts val="1400"/>
              <a:buFont typeface="Times New Roman"/>
              <a:buChar char="-"/>
            </a:pPr>
            <a:r>
              <a:rPr lang="en-US" sz="1800" b="0">
                <a:solidFill>
                  <a:srgbClr val="000000"/>
                </a:solidFill>
                <a:latin typeface="Times New Roman"/>
                <a:ea typeface="Times New Roman"/>
                <a:cs typeface="Times New Roman"/>
                <a:sym typeface="Times New Roman"/>
              </a:rPr>
              <a:t>Phân tích chọn lựa </a:t>
            </a:r>
            <a:r>
              <a:rPr lang="en-US" sz="1800" b="1">
                <a:solidFill>
                  <a:srgbClr val="FF0000"/>
                </a:solidFill>
                <a:latin typeface="Times New Roman"/>
                <a:ea typeface="Times New Roman"/>
                <a:cs typeface="Times New Roman"/>
                <a:sym typeface="Times New Roman"/>
              </a:rPr>
              <a:t>động cơ, encoder </a:t>
            </a:r>
            <a:r>
              <a:rPr lang="en-US" sz="1800" b="0">
                <a:solidFill>
                  <a:srgbClr val="000000"/>
                </a:solidFill>
                <a:latin typeface="Times New Roman"/>
                <a:ea typeface="Times New Roman"/>
                <a:cs typeface="Times New Roman"/>
                <a:sym typeface="Times New Roman"/>
              </a:rPr>
              <a:t>phù hợp với đầu vào/ra số của PLC S7-1200.</a:t>
            </a:r>
            <a:endParaRPr sz="1800" b="1">
              <a:solidFill>
                <a:srgbClr val="000000"/>
              </a:solidFill>
              <a:latin typeface="Arial"/>
              <a:ea typeface="Arial"/>
              <a:cs typeface="Arial"/>
              <a:sym typeface="Arial"/>
            </a:endParaRPr>
          </a:p>
        </p:txBody>
      </p:sp>
      <p:pic>
        <p:nvPicPr>
          <p:cNvPr id="690" name="Google Shape;690;p21" descr="C:\Users\nbcha\Documents\Position-Encoder.gif"/>
          <p:cNvPicPr preferRelativeResize="0"/>
          <p:nvPr/>
        </p:nvPicPr>
        <p:blipFill rotWithShape="1">
          <a:blip r:embed="rId4">
            <a:alphaModFix/>
          </a:blip>
          <a:srcRect/>
          <a:stretch/>
        </p:blipFill>
        <p:spPr>
          <a:xfrm>
            <a:off x="5159375" y="1989138"/>
            <a:ext cx="6394450" cy="3438525"/>
          </a:xfrm>
          <a:prstGeom prst="rect">
            <a:avLst/>
          </a:prstGeom>
          <a:noFill/>
          <a:ln>
            <a:noFill/>
          </a:ln>
        </p:spPr>
      </p:pic>
      <p:sp>
        <p:nvSpPr>
          <p:cNvPr id="691" name="Google Shape;691;p21"/>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6.3 KẾT NỐI CÁC MODULE MỞ RỘNG VÀO/RA SỐ</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grpSp>
        <p:nvGrpSpPr>
          <p:cNvPr id="696" name="Google Shape;696;p22"/>
          <p:cNvGrpSpPr/>
          <p:nvPr/>
        </p:nvGrpSpPr>
        <p:grpSpPr>
          <a:xfrm>
            <a:off x="11542713" y="6669088"/>
            <a:ext cx="649287" cy="188912"/>
            <a:chOff x="5012" y="4110"/>
            <a:chExt cx="748" cy="210"/>
          </a:xfrm>
        </p:grpSpPr>
        <p:sp>
          <p:nvSpPr>
            <p:cNvPr id="697" name="Google Shape;697;p22">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98" name="Google Shape;698;p22">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699" name="Google Shape;699;p22">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700" name="Google Shape;700;p22"/>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ĐIỀU KHIỂN ĐỘNG CƠ CHO HỆ THỐNG BƠM</a:t>
            </a:r>
            <a:endParaRPr sz="2400" b="1">
              <a:solidFill>
                <a:srgbClr val="0070C0"/>
              </a:solidFill>
              <a:latin typeface="Times New Roman"/>
              <a:ea typeface="Times New Roman"/>
              <a:cs typeface="Times New Roman"/>
              <a:sym typeface="Times New Roman"/>
            </a:endParaRPr>
          </a:p>
        </p:txBody>
      </p:sp>
      <p:cxnSp>
        <p:nvCxnSpPr>
          <p:cNvPr id="701" name="Google Shape;701;p22"/>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702" name="Google Shape;702;p22"/>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703" name="Google Shape;703;p22"/>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704" name="Google Shape;704;p22"/>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705" name="Google Shape;705;p22"/>
          <p:cNvSpPr/>
          <p:nvPr/>
        </p:nvSpPr>
        <p:spPr>
          <a:xfrm>
            <a:off x="508000" y="3205163"/>
            <a:ext cx="4292600" cy="3149600"/>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l" rtl="0">
              <a:spcBef>
                <a:spcPts val="0"/>
              </a:spcBef>
              <a:spcAft>
                <a:spcPts val="0"/>
              </a:spcAft>
              <a:buNone/>
            </a:pPr>
            <a:r>
              <a:rPr lang="en-US" sz="1800" b="1">
                <a:solidFill>
                  <a:srgbClr val="000000"/>
                </a:solidFill>
                <a:latin typeface="Times New Roman"/>
                <a:ea typeface="Times New Roman"/>
                <a:cs typeface="Times New Roman"/>
                <a:sym typeface="Times New Roman"/>
              </a:rPr>
              <a:t>Công việc:</a:t>
            </a:r>
            <a:endParaRPr sz="1800" b="1">
              <a:solidFill>
                <a:srgbClr val="000000"/>
              </a:solidFill>
              <a:latin typeface="Times New Roman"/>
              <a:ea typeface="Times New Roman"/>
              <a:cs typeface="Times New Roman"/>
              <a:sym typeface="Times New Roman"/>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1. Tìm hiểu đặc tính kỹ thuật, đấu nối và ứng dụng của công tắc hành trình và các loại cảm biến.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2. Phân biệt các loại ngõ vào và ngõ ra PLC ( Relay, Transistor, Sink, Source…)</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3. Đấu dây sink, source, light on, dark on.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4. Đọc và lấy thông tin sản phẩm qua các file hướng dẫn sử dụng.</a:t>
            </a:r>
            <a:endParaRPr sz="13300" b="0">
              <a:solidFill>
                <a:srgbClr val="3778CD"/>
              </a:solidFill>
              <a:latin typeface="Arial"/>
              <a:ea typeface="Arial"/>
              <a:cs typeface="Arial"/>
              <a:sym typeface="Arial"/>
            </a:endParaRPr>
          </a:p>
        </p:txBody>
      </p:sp>
      <p:pic>
        <p:nvPicPr>
          <p:cNvPr id="706" name="Google Shape;706;p22" descr="C:\Users\nbcha\Documents\Encoder-as-VFD-Speed-Feedback.gif"/>
          <p:cNvPicPr preferRelativeResize="0"/>
          <p:nvPr/>
        </p:nvPicPr>
        <p:blipFill rotWithShape="1">
          <a:blip r:embed="rId4">
            <a:alphaModFix/>
          </a:blip>
          <a:srcRect/>
          <a:stretch/>
        </p:blipFill>
        <p:spPr>
          <a:xfrm>
            <a:off x="4943475" y="1916113"/>
            <a:ext cx="6599238" cy="3713162"/>
          </a:xfrm>
          <a:prstGeom prst="rect">
            <a:avLst/>
          </a:prstGeom>
          <a:noFill/>
          <a:ln>
            <a:noFill/>
          </a:ln>
        </p:spPr>
      </p:pic>
      <p:sp>
        <p:nvSpPr>
          <p:cNvPr id="707" name="Google Shape;707;p22"/>
          <p:cNvSpPr/>
          <p:nvPr/>
        </p:nvSpPr>
        <p:spPr>
          <a:xfrm>
            <a:off x="0" y="1412875"/>
            <a:ext cx="4727400" cy="1657500"/>
          </a:xfrm>
          <a:prstGeom prst="rect">
            <a:avLst/>
          </a:prstGeom>
          <a:noFill/>
          <a:ln>
            <a:noFill/>
          </a:ln>
        </p:spPr>
        <p:txBody>
          <a:bodyPr spcFirstLastPara="1" wrap="square" lIns="91425" tIns="45700" rIns="91425" bIns="45700" anchor="t" anchorCtr="0">
            <a:spAutoFit/>
          </a:bodyPr>
          <a:lstStyle/>
          <a:p>
            <a:pPr marL="912813" marR="0" lvl="0" indent="0" algn="l" rtl="0">
              <a:spcBef>
                <a:spcPts val="0"/>
              </a:spcBef>
              <a:spcAft>
                <a:spcPts val="0"/>
              </a:spcAft>
              <a:buNone/>
            </a:pPr>
            <a:r>
              <a:rPr lang="en-US" sz="1800" b="1">
                <a:solidFill>
                  <a:srgbClr val="FF0000"/>
                </a:solidFill>
                <a:latin typeface="Times New Roman"/>
                <a:ea typeface="Times New Roman"/>
                <a:cs typeface="Times New Roman"/>
                <a:sym typeface="Times New Roman"/>
              </a:rPr>
              <a:t>Yêu cầu bài tập:</a:t>
            </a:r>
            <a:endParaRPr sz="1800" b="1">
              <a:solidFill>
                <a:srgbClr val="FF0000"/>
              </a:solidFill>
              <a:latin typeface="Times New Roman"/>
              <a:ea typeface="Times New Roman"/>
              <a:cs typeface="Times New Roman"/>
              <a:sym typeface="Times New Roman"/>
            </a:endParaRPr>
          </a:p>
          <a:p>
            <a:pPr marL="912813" marR="0" lvl="0" indent="-88900" algn="l" rtl="0">
              <a:spcBef>
                <a:spcPts val="1225"/>
              </a:spcBef>
              <a:spcAft>
                <a:spcPts val="0"/>
              </a:spcAft>
              <a:buClr>
                <a:srgbClr val="000000"/>
              </a:buClr>
              <a:buSzPts val="1400"/>
              <a:buFont typeface="Times New Roman"/>
              <a:buChar char="-"/>
            </a:pPr>
            <a:r>
              <a:rPr lang="en-US" sz="1800" b="0">
                <a:solidFill>
                  <a:srgbClr val="000000"/>
                </a:solidFill>
                <a:latin typeface="Times New Roman"/>
                <a:ea typeface="Times New Roman"/>
                <a:cs typeface="Times New Roman"/>
                <a:sym typeface="Times New Roman"/>
              </a:rPr>
              <a:t>Đọc file hướng dẫn sử dụng thiết bị.</a:t>
            </a:r>
            <a:endParaRPr sz="1800" b="0">
              <a:solidFill>
                <a:srgbClr val="000000"/>
              </a:solidFill>
              <a:latin typeface="Times New Roman"/>
              <a:ea typeface="Times New Roman"/>
              <a:cs typeface="Times New Roman"/>
              <a:sym typeface="Times New Roman"/>
            </a:endParaRPr>
          </a:p>
          <a:p>
            <a:pPr marL="912813" marR="0" lvl="0" indent="-88900" algn="l" rtl="0">
              <a:spcBef>
                <a:spcPts val="238"/>
              </a:spcBef>
              <a:spcAft>
                <a:spcPts val="0"/>
              </a:spcAft>
              <a:buClr>
                <a:srgbClr val="000000"/>
              </a:buClr>
              <a:buSzPts val="1400"/>
              <a:buFont typeface="Times New Roman"/>
              <a:buChar char="-"/>
            </a:pPr>
            <a:r>
              <a:rPr lang="en-US" sz="1800" b="0">
                <a:solidFill>
                  <a:srgbClr val="000000"/>
                </a:solidFill>
                <a:latin typeface="Times New Roman"/>
                <a:ea typeface="Times New Roman"/>
                <a:cs typeface="Times New Roman"/>
                <a:sym typeface="Times New Roman"/>
              </a:rPr>
              <a:t>Phân tích chọn lựa </a:t>
            </a:r>
            <a:r>
              <a:rPr lang="en-US" sz="1800" b="1">
                <a:solidFill>
                  <a:srgbClr val="FF0000"/>
                </a:solidFill>
                <a:latin typeface="Times New Roman"/>
                <a:ea typeface="Times New Roman"/>
                <a:cs typeface="Times New Roman"/>
                <a:sym typeface="Times New Roman"/>
              </a:rPr>
              <a:t>động cơ, valve, HMI, encoder </a:t>
            </a:r>
            <a:r>
              <a:rPr lang="en-US" sz="1800" b="0">
                <a:solidFill>
                  <a:srgbClr val="000000"/>
                </a:solidFill>
                <a:latin typeface="Times New Roman"/>
                <a:ea typeface="Times New Roman"/>
                <a:cs typeface="Times New Roman"/>
                <a:sym typeface="Times New Roman"/>
              </a:rPr>
              <a:t>phù hợp với đầu vào/ra số của PLC S7-1200.</a:t>
            </a:r>
            <a:endParaRPr sz="1800" b="1">
              <a:solidFill>
                <a:srgbClr val="000000"/>
              </a:solidFill>
              <a:latin typeface="Arial"/>
              <a:ea typeface="Arial"/>
              <a:cs typeface="Arial"/>
              <a:sym typeface="Arial"/>
            </a:endParaRPr>
          </a:p>
        </p:txBody>
      </p:sp>
      <p:sp>
        <p:nvSpPr>
          <p:cNvPr id="708" name="Google Shape;708;p22"/>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6.3 KẾT NỐI CÁC MODULE MỞ RỘNG VÀO/RA SỐ</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AE7D9"/>
        </a:solidFill>
        <a:effectLst/>
      </p:bgPr>
    </p:bg>
    <p:spTree>
      <p:nvGrpSpPr>
        <p:cNvPr id="1" name="Shape 713"/>
        <p:cNvGrpSpPr/>
        <p:nvPr/>
      </p:nvGrpSpPr>
      <p:grpSpPr>
        <a:xfrm>
          <a:off x="0" y="0"/>
          <a:ext cx="0" cy="0"/>
          <a:chOff x="0" y="0"/>
          <a:chExt cx="0" cy="0"/>
        </a:xfrm>
      </p:grpSpPr>
      <p:pic>
        <p:nvPicPr>
          <p:cNvPr id="714" name="Google Shape;714;p23"/>
          <p:cNvPicPr preferRelativeResize="0"/>
          <p:nvPr/>
        </p:nvPicPr>
        <p:blipFill rotWithShape="1">
          <a:blip r:embed="rId3">
            <a:alphaModFix/>
          </a:blip>
          <a:srcRect/>
          <a:stretch/>
        </p:blipFill>
        <p:spPr>
          <a:xfrm>
            <a:off x="1535113" y="0"/>
            <a:ext cx="9132887" cy="6848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D462F"/>
        </a:solidFill>
        <a:effectLst/>
      </p:bgPr>
    </p:bg>
    <p:spTree>
      <p:nvGrpSpPr>
        <p:cNvPr id="1" name="Shape 718"/>
        <p:cNvGrpSpPr/>
        <p:nvPr/>
      </p:nvGrpSpPr>
      <p:grpSpPr>
        <a:xfrm>
          <a:off x="0" y="0"/>
          <a:ext cx="0" cy="0"/>
          <a:chOff x="0" y="0"/>
          <a:chExt cx="0" cy="0"/>
        </a:xfrm>
      </p:grpSpPr>
      <p:sp>
        <p:nvSpPr>
          <p:cNvPr id="719" name="Google Shape;719;p24"/>
          <p:cNvSpPr/>
          <p:nvPr/>
        </p:nvSpPr>
        <p:spPr>
          <a:xfrm>
            <a:off x="1524000" y="3573463"/>
            <a:ext cx="9144000" cy="28797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00" b="1">
              <a:solidFill>
                <a:srgbClr val="FFFFFF"/>
              </a:solidFill>
              <a:latin typeface="Times New Roman"/>
              <a:ea typeface="Times New Roman"/>
              <a:cs typeface="Times New Roman"/>
              <a:sym typeface="Times New Roman"/>
            </a:endParaRPr>
          </a:p>
        </p:txBody>
      </p:sp>
      <p:pic>
        <p:nvPicPr>
          <p:cNvPr id="720" name="Google Shape;720;p24"/>
          <p:cNvPicPr preferRelativeResize="0"/>
          <p:nvPr/>
        </p:nvPicPr>
        <p:blipFill rotWithShape="1">
          <a:blip r:embed="rId3">
            <a:alphaModFix/>
          </a:blip>
          <a:srcRect/>
          <a:stretch/>
        </p:blipFill>
        <p:spPr>
          <a:xfrm>
            <a:off x="1882775" y="482600"/>
            <a:ext cx="1733550" cy="609600"/>
          </a:xfrm>
          <a:prstGeom prst="rect">
            <a:avLst/>
          </a:prstGeom>
          <a:noFill/>
          <a:ln>
            <a:noFill/>
          </a:ln>
        </p:spPr>
      </p:pic>
      <p:pic>
        <p:nvPicPr>
          <p:cNvPr id="721" name="Google Shape;721;p24" descr="Siemens expande la gama Simatic S7-1200 - infoPLC"/>
          <p:cNvPicPr preferRelativeResize="0"/>
          <p:nvPr/>
        </p:nvPicPr>
        <p:blipFill rotWithShape="1">
          <a:blip r:embed="rId4">
            <a:alphaModFix/>
          </a:blip>
          <a:srcRect/>
          <a:stretch/>
        </p:blipFill>
        <p:spPr>
          <a:xfrm>
            <a:off x="3844925" y="3635375"/>
            <a:ext cx="4502150" cy="2746375"/>
          </a:xfrm>
          <a:prstGeom prst="rect">
            <a:avLst/>
          </a:prstGeom>
          <a:noFill/>
          <a:ln>
            <a:noFill/>
          </a:ln>
        </p:spPr>
      </p:pic>
      <p:sp>
        <p:nvSpPr>
          <p:cNvPr id="722" name="Google Shape;722;p24"/>
          <p:cNvSpPr txBox="1">
            <a:spLocks noGrp="1"/>
          </p:cNvSpPr>
          <p:nvPr>
            <p:ph type="ctrTitle"/>
          </p:nvPr>
        </p:nvSpPr>
        <p:spPr>
          <a:xfrm>
            <a:off x="1524000" y="1368425"/>
            <a:ext cx="9144000" cy="11969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2000" b="1">
                <a:solidFill>
                  <a:schemeClr val="lt1"/>
                </a:solidFill>
                <a:latin typeface="Times New Roman"/>
                <a:ea typeface="Times New Roman"/>
                <a:cs typeface="Times New Roman"/>
                <a:sym typeface="Times New Roman"/>
              </a:rPr>
              <a:t>Bài 6:</a:t>
            </a:r>
            <a:br>
              <a:rPr lang="en-US" sz="2000" b="1">
                <a:solidFill>
                  <a:schemeClr val="lt1"/>
                </a:solidFill>
                <a:latin typeface="Times New Roman"/>
                <a:ea typeface="Times New Roman"/>
                <a:cs typeface="Times New Roman"/>
                <a:sym typeface="Times New Roman"/>
              </a:rPr>
            </a:br>
            <a:r>
              <a:rPr lang="en-US" sz="3200" b="1">
                <a:solidFill>
                  <a:schemeClr val="lt1"/>
                </a:solidFill>
                <a:latin typeface="Times New Roman"/>
                <a:ea typeface="Times New Roman"/>
                <a:cs typeface="Times New Roman"/>
                <a:sym typeface="Times New Roman"/>
              </a:rPr>
              <a:t>THIẾT KẾ ỨNG DỤNG MÔ HÌNH ĐIỀU KHIỂN BẰNG PLC</a:t>
            </a:r>
            <a:endParaRPr/>
          </a:p>
        </p:txBody>
      </p:sp>
      <p:sp>
        <p:nvSpPr>
          <p:cNvPr id="723" name="Google Shape;723;p24"/>
          <p:cNvSpPr/>
          <p:nvPr/>
        </p:nvSpPr>
        <p:spPr>
          <a:xfrm>
            <a:off x="1524000" y="2951163"/>
            <a:ext cx="9144000" cy="4016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Times New Roman"/>
                <a:ea typeface="Times New Roman"/>
                <a:cs typeface="Times New Roman"/>
                <a:sym typeface="Times New Roman"/>
              </a:rPr>
              <a:t>6.4 KẾT NỐI CÁC MODULE MỞ RỘNG VÀO/RA TƯƠNG TỰ</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22"/>
                                        </p:tgtEl>
                                        <p:attrNameLst>
                                          <p:attrName>style.visibility</p:attrName>
                                        </p:attrNameLst>
                                      </p:cBhvr>
                                      <p:to>
                                        <p:strVal val="visible"/>
                                      </p:to>
                                    </p:set>
                                  </p:childTnLst>
                                </p:cTn>
                              </p:par>
                            </p:childTnLst>
                          </p:cTn>
                        </p:par>
                        <p:par>
                          <p:cTn id="7" fill="hold">
                            <p:stCondLst>
                              <p:cond delay="1"/>
                            </p:stCondLst>
                            <p:childTnLst>
                              <p:par>
                                <p:cTn id="8" presetID="10" presetClass="entr" presetSubtype="0" fill="hold" nodeType="afterEffect">
                                  <p:stCondLst>
                                    <p:cond delay="0"/>
                                  </p:stCondLst>
                                  <p:childTnLst>
                                    <p:set>
                                      <p:cBhvr>
                                        <p:cTn id="9" dur="1" fill="hold">
                                          <p:stCondLst>
                                            <p:cond delay="0"/>
                                          </p:stCondLst>
                                        </p:cTn>
                                        <p:tgtEl>
                                          <p:spTgt spid="723"/>
                                        </p:tgtEl>
                                        <p:attrNameLst>
                                          <p:attrName>style.visibility</p:attrName>
                                        </p:attrNameLst>
                                      </p:cBhvr>
                                      <p:to>
                                        <p:strVal val="visible"/>
                                      </p:to>
                                    </p:set>
                                    <p:animEffect transition="in" filter="fade">
                                      <p:cBhvr>
                                        <p:cTn id="10" dur="2000"/>
                                        <p:tgtEl>
                                          <p:spTgt spid="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7"/>
        <p:cNvGrpSpPr/>
        <p:nvPr/>
      </p:nvGrpSpPr>
      <p:grpSpPr>
        <a:xfrm>
          <a:off x="0" y="0"/>
          <a:ext cx="0" cy="0"/>
          <a:chOff x="0" y="0"/>
          <a:chExt cx="0" cy="0"/>
        </a:xfrm>
      </p:grpSpPr>
      <p:grpSp>
        <p:nvGrpSpPr>
          <p:cNvPr id="728" name="Google Shape;728;p25"/>
          <p:cNvGrpSpPr/>
          <p:nvPr/>
        </p:nvGrpSpPr>
        <p:grpSpPr>
          <a:xfrm>
            <a:off x="11542713" y="6669088"/>
            <a:ext cx="649287" cy="188912"/>
            <a:chOff x="5012" y="4110"/>
            <a:chExt cx="748" cy="210"/>
          </a:xfrm>
        </p:grpSpPr>
        <p:sp>
          <p:nvSpPr>
            <p:cNvPr id="729" name="Google Shape;729;p25">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30" name="Google Shape;730;p25">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31" name="Google Shape;731;p25">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732" name="Google Shape;732;p25"/>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TƯƠNG TỰ</a:t>
            </a:r>
            <a:endParaRPr sz="2400" b="1">
              <a:solidFill>
                <a:srgbClr val="0070C0"/>
              </a:solidFill>
              <a:latin typeface="Times New Roman"/>
              <a:ea typeface="Times New Roman"/>
              <a:cs typeface="Times New Roman"/>
              <a:sym typeface="Times New Roman"/>
            </a:endParaRPr>
          </a:p>
        </p:txBody>
      </p:sp>
      <p:cxnSp>
        <p:nvCxnSpPr>
          <p:cNvPr id="733" name="Google Shape;733;p25"/>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734" name="Google Shape;734;p25"/>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735" name="Google Shape;735;p25"/>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736" name="Google Shape;736;p25"/>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737" name="Google Shape;737;p25"/>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6.4 KẾT NỐI CÁC MODULE MỞ RỘNG VÀO/RA TƯƠNG TỰ</a:t>
            </a:r>
            <a:endParaRPr/>
          </a:p>
        </p:txBody>
      </p:sp>
      <p:pic>
        <p:nvPicPr>
          <p:cNvPr id="738" name="Google Shape;738;p25" descr="https://1.bp.blogspot.com/-QFx68uXgIkk/XpQP4kLJtCI/AAAAAAAAIWk/rrLNJ6J1oeIJxpEI1aRCu3g-4MevIrq_QCLcBGAsYHQ/s400/analog%2Bwiring.PNG"/>
          <p:cNvPicPr preferRelativeResize="0"/>
          <p:nvPr/>
        </p:nvPicPr>
        <p:blipFill rotWithShape="1">
          <a:blip r:embed="rId4">
            <a:alphaModFix/>
          </a:blip>
          <a:srcRect/>
          <a:stretch/>
        </p:blipFill>
        <p:spPr>
          <a:xfrm>
            <a:off x="2589213" y="2649538"/>
            <a:ext cx="2867025" cy="3810000"/>
          </a:xfrm>
          <a:prstGeom prst="rect">
            <a:avLst/>
          </a:prstGeom>
          <a:noFill/>
          <a:ln>
            <a:noFill/>
          </a:ln>
        </p:spPr>
      </p:pic>
      <p:sp>
        <p:nvSpPr>
          <p:cNvPr id="739" name="Google Shape;739;p25"/>
          <p:cNvSpPr/>
          <p:nvPr/>
        </p:nvSpPr>
        <p:spPr>
          <a:xfrm>
            <a:off x="492125" y="1484313"/>
            <a:ext cx="11050588" cy="923925"/>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Còn gọi là tín hiệu tương tự, hay tín hiệu liên tục, được truyền đi dưới dạng tín hiệu dòng điện (mA) hay điện áp (mV). Dùng nhiều trong các thiết bị đo lường như cảm biến nhiệt độ, cảm biến áp suất, v.v.... hay sử dụng điều khiển các thiết bị như van tỉ lệ, biến tần, v.v...phổ biến nhất là 4-20mA</a:t>
            </a:r>
            <a:endParaRPr sz="13300" b="0">
              <a:solidFill>
                <a:srgbClr val="3778CD"/>
              </a:solidFill>
              <a:latin typeface="Arial"/>
              <a:ea typeface="Arial"/>
              <a:cs typeface="Arial"/>
              <a:sym typeface="Arial"/>
            </a:endParaRPr>
          </a:p>
        </p:txBody>
      </p:sp>
      <p:pic>
        <p:nvPicPr>
          <p:cNvPr id="740" name="Google Shape;740;p25" descr="https://1.bp.blogspot.com/--bhXEdqQ55M/XpMYfOEr6gI/AAAAAAAAIUg/W6zV5tZ1Bg4yR0pFOiigp0KWl1XtnZ9ygCLcBGAsYHQ/s400/AI.PNG"/>
          <p:cNvPicPr preferRelativeResize="0"/>
          <p:nvPr/>
        </p:nvPicPr>
        <p:blipFill rotWithShape="1">
          <a:blip r:embed="rId5">
            <a:alphaModFix/>
          </a:blip>
          <a:srcRect/>
          <a:stretch/>
        </p:blipFill>
        <p:spPr>
          <a:xfrm>
            <a:off x="6600825" y="2725738"/>
            <a:ext cx="2609850" cy="36591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grpSp>
        <p:nvGrpSpPr>
          <p:cNvPr id="745" name="Google Shape;745;p26"/>
          <p:cNvGrpSpPr/>
          <p:nvPr/>
        </p:nvGrpSpPr>
        <p:grpSpPr>
          <a:xfrm>
            <a:off x="11542713" y="6669088"/>
            <a:ext cx="649287" cy="188912"/>
            <a:chOff x="5012" y="4110"/>
            <a:chExt cx="748" cy="210"/>
          </a:xfrm>
        </p:grpSpPr>
        <p:sp>
          <p:nvSpPr>
            <p:cNvPr id="746" name="Google Shape;746;p26">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47" name="Google Shape;747;p26">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48" name="Google Shape;748;p26">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749" name="Google Shape;749;p26"/>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TƯƠNG TỰ</a:t>
            </a:r>
            <a:endParaRPr sz="2400" b="1">
              <a:solidFill>
                <a:srgbClr val="0070C0"/>
              </a:solidFill>
              <a:latin typeface="Times New Roman"/>
              <a:ea typeface="Times New Roman"/>
              <a:cs typeface="Times New Roman"/>
              <a:sym typeface="Times New Roman"/>
            </a:endParaRPr>
          </a:p>
        </p:txBody>
      </p:sp>
      <p:cxnSp>
        <p:nvCxnSpPr>
          <p:cNvPr id="750" name="Google Shape;750;p26"/>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751" name="Google Shape;751;p26"/>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752" name="Google Shape;752;p26"/>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753" name="Google Shape;753;p26"/>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754" name="Google Shape;754;p26"/>
          <p:cNvSpPr/>
          <p:nvPr/>
        </p:nvSpPr>
        <p:spPr>
          <a:xfrm>
            <a:off x="492125" y="1498600"/>
            <a:ext cx="11050588" cy="31543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1" i="1">
                <a:solidFill>
                  <a:srgbClr val="000000"/>
                </a:solidFill>
                <a:latin typeface="Times New Roman"/>
                <a:ea typeface="Times New Roman"/>
                <a:cs typeface="Times New Roman"/>
                <a:sym typeface="Times New Roman"/>
              </a:rPr>
              <a:t> Mô đun vào ra Tương tự PLC S7-1200</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Đầu vào đầu ra tương tự cho SIMATIC S7-1200</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Các Mô đun tín hiệu là các mô đun riêng biệt; có thể sử dụng với tất cả CPU SIMATIC S7-1200 trừ  CPU 1211C</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Bo mạch tín hiệu là mô đun cắm vào CPU, để sử dụng khi không gian bị hạn chế; có thể sử dụng với tất cả CPU SIMATIC S7-1200</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Với thời gian chuyển đổi rất ngắn</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Để kết nối cơ cấu chấp hành tương tương tự và các bộ cảm biến tương tự không cần thêm khuếch đại.</a:t>
            </a:r>
            <a:endParaRPr sz="1800" b="0">
              <a:solidFill>
                <a:srgbClr val="000000"/>
              </a:solidFill>
              <a:latin typeface="Times New Roman"/>
              <a:ea typeface="Times New Roman"/>
              <a:cs typeface="Times New Roman"/>
              <a:sym typeface="Times New Roman"/>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Để giải quyết các nhiệm vụ phức tạp của tự động hóa.</a:t>
            </a:r>
            <a:endParaRPr sz="13300" b="0">
              <a:solidFill>
                <a:srgbClr val="3778CD"/>
              </a:solidFill>
              <a:latin typeface="Arial"/>
              <a:ea typeface="Arial"/>
              <a:cs typeface="Arial"/>
              <a:sym typeface="Arial"/>
            </a:endParaRPr>
          </a:p>
        </p:txBody>
      </p:sp>
      <p:sp>
        <p:nvSpPr>
          <p:cNvPr id="755" name="Google Shape;755;p26"/>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6.4 KẾT NỐI CÁC MODULE MỞ RỘNG VÀO/RA TƯƠNG TỰ</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grpSp>
        <p:nvGrpSpPr>
          <p:cNvPr id="760" name="Google Shape;760;p27"/>
          <p:cNvGrpSpPr/>
          <p:nvPr/>
        </p:nvGrpSpPr>
        <p:grpSpPr>
          <a:xfrm>
            <a:off x="11542713" y="6669088"/>
            <a:ext cx="649287" cy="188912"/>
            <a:chOff x="5012" y="4110"/>
            <a:chExt cx="748" cy="210"/>
          </a:xfrm>
        </p:grpSpPr>
        <p:sp>
          <p:nvSpPr>
            <p:cNvPr id="761" name="Google Shape;761;p27">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62" name="Google Shape;762;p27">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63" name="Google Shape;763;p27">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764" name="Google Shape;764;p27"/>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TƯƠNG TỰ</a:t>
            </a:r>
            <a:endParaRPr sz="2400" b="1">
              <a:solidFill>
                <a:srgbClr val="0070C0"/>
              </a:solidFill>
              <a:latin typeface="Times New Roman"/>
              <a:ea typeface="Times New Roman"/>
              <a:cs typeface="Times New Roman"/>
              <a:sym typeface="Times New Roman"/>
            </a:endParaRPr>
          </a:p>
        </p:txBody>
      </p:sp>
      <p:cxnSp>
        <p:nvCxnSpPr>
          <p:cNvPr id="765" name="Google Shape;765;p27"/>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766" name="Google Shape;766;p27"/>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767" name="Google Shape;767;p27"/>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768" name="Google Shape;768;p27"/>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769" name="Google Shape;769;p27"/>
          <p:cNvSpPr/>
          <p:nvPr/>
        </p:nvSpPr>
        <p:spPr>
          <a:xfrm>
            <a:off x="766763" y="1371600"/>
            <a:ext cx="8613775" cy="431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chemeClr val="dk1"/>
                </a:solidFill>
                <a:latin typeface="Times New Roman"/>
                <a:ea typeface="Times New Roman"/>
                <a:cs typeface="Times New Roman"/>
                <a:sym typeface="Times New Roman"/>
              </a:rPr>
              <a:t>Bước 1: </a:t>
            </a:r>
            <a:r>
              <a:rPr lang="en-US" sz="2200" b="1">
                <a:solidFill>
                  <a:schemeClr val="dk1"/>
                </a:solidFill>
                <a:latin typeface="Arial"/>
                <a:ea typeface="Arial"/>
                <a:cs typeface="Arial"/>
                <a:sym typeface="Arial"/>
              </a:rPr>
              <a:t>Cấu hình phần cứng trên TIA PORTAL</a:t>
            </a:r>
            <a:endParaRPr/>
          </a:p>
        </p:txBody>
      </p:sp>
      <p:pic>
        <p:nvPicPr>
          <p:cNvPr id="770" name="Google Shape;770;p27" descr="https://1.bp.blogspot.com/-vp7lGBofxlg/XpMXuDLyktI/AAAAAAAAIUQ/IgKHYihnV1k4A4RXwpfjP9ilhZRln7MjQCLcBGAsYHQ/s400/device%2Bconfig.PNG"/>
          <p:cNvPicPr preferRelativeResize="0"/>
          <p:nvPr/>
        </p:nvPicPr>
        <p:blipFill rotWithShape="1">
          <a:blip r:embed="rId4">
            <a:alphaModFix/>
          </a:blip>
          <a:srcRect/>
          <a:stretch/>
        </p:blipFill>
        <p:spPr>
          <a:xfrm>
            <a:off x="796925" y="2173288"/>
            <a:ext cx="2239963" cy="2192337"/>
          </a:xfrm>
          <a:prstGeom prst="rect">
            <a:avLst/>
          </a:prstGeom>
          <a:noFill/>
          <a:ln>
            <a:noFill/>
          </a:ln>
        </p:spPr>
      </p:pic>
      <p:sp>
        <p:nvSpPr>
          <p:cNvPr id="771" name="Google Shape;771;p27"/>
          <p:cNvSpPr/>
          <p:nvPr/>
        </p:nvSpPr>
        <p:spPr>
          <a:xfrm>
            <a:off x="3575050" y="4821238"/>
            <a:ext cx="2582863" cy="12001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0">
                <a:solidFill>
                  <a:schemeClr val="dk1"/>
                </a:solidFill>
                <a:latin typeface="Times New Roman"/>
                <a:ea typeface="Times New Roman"/>
                <a:cs typeface="Times New Roman"/>
                <a:sym typeface="Times New Roman"/>
              </a:rPr>
              <a:t>S</a:t>
            </a:r>
            <a:r>
              <a:rPr lang="en-US" sz="1800" b="0">
                <a:solidFill>
                  <a:schemeClr val="dk1"/>
                </a:solidFill>
                <a:latin typeface="Arial"/>
                <a:ea typeface="Arial"/>
                <a:cs typeface="Arial"/>
                <a:sym typeface="Arial"/>
              </a:rPr>
              <a:t>au đó nhấn vào tab Hardware catalog bên tay phải, tìm mục AI hoặc AQ</a:t>
            </a:r>
            <a:endParaRPr sz="1800" b="0">
              <a:solidFill>
                <a:schemeClr val="dk1"/>
              </a:solidFill>
              <a:latin typeface="Arial"/>
              <a:ea typeface="Arial"/>
              <a:cs typeface="Arial"/>
              <a:sym typeface="Arial"/>
            </a:endParaRPr>
          </a:p>
        </p:txBody>
      </p:sp>
      <p:pic>
        <p:nvPicPr>
          <p:cNvPr id="772" name="Google Shape;772;p27" descr="https://1.bp.blogspot.com/--bhXEdqQ55M/XpMYfOEr6gI/AAAAAAAAIUg/W6zV5tZ1Bg4yR0pFOiigp0KWl1XtnZ9ygCLcBGAsYHQ/s400/AI.PNG"/>
          <p:cNvPicPr preferRelativeResize="0"/>
          <p:nvPr/>
        </p:nvPicPr>
        <p:blipFill rotWithShape="1">
          <a:blip r:embed="rId5">
            <a:alphaModFix/>
          </a:blip>
          <a:srcRect/>
          <a:stretch/>
        </p:blipFill>
        <p:spPr>
          <a:xfrm>
            <a:off x="3898900" y="2133600"/>
            <a:ext cx="1935163" cy="2593975"/>
          </a:xfrm>
          <a:prstGeom prst="rect">
            <a:avLst/>
          </a:prstGeom>
          <a:noFill/>
          <a:ln>
            <a:noFill/>
          </a:ln>
        </p:spPr>
      </p:pic>
      <p:sp>
        <p:nvSpPr>
          <p:cNvPr id="773" name="Google Shape;773;p27"/>
          <p:cNvSpPr/>
          <p:nvPr/>
        </p:nvSpPr>
        <p:spPr>
          <a:xfrm>
            <a:off x="830263" y="4810125"/>
            <a:ext cx="2132012" cy="92233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Nhấp đôi chuột vào mục "Device configuration"</a:t>
            </a:r>
            <a:endParaRPr/>
          </a:p>
        </p:txBody>
      </p:sp>
      <p:sp>
        <p:nvSpPr>
          <p:cNvPr id="774" name="Google Shape;774;p27"/>
          <p:cNvSpPr/>
          <p:nvPr/>
        </p:nvSpPr>
        <p:spPr>
          <a:xfrm>
            <a:off x="6767513" y="4797425"/>
            <a:ext cx="4775200" cy="12001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0">
                <a:solidFill>
                  <a:schemeClr val="dk1"/>
                </a:solidFill>
                <a:latin typeface="Arial"/>
                <a:ea typeface="Arial"/>
                <a:cs typeface="Arial"/>
                <a:sym typeface="Arial"/>
              </a:rPr>
              <a:t>Chọn module Analog trong thư viện tương ứng với tín hiệu cần đo, kéo thả vào vị trí trên thanh ray module (làm tương tự với cả PLC và các loại module khác).</a:t>
            </a:r>
            <a:endParaRPr sz="1800" b="0">
              <a:solidFill>
                <a:schemeClr val="dk1"/>
              </a:solidFill>
              <a:latin typeface="Arial"/>
              <a:ea typeface="Arial"/>
              <a:cs typeface="Arial"/>
              <a:sym typeface="Arial"/>
            </a:endParaRPr>
          </a:p>
        </p:txBody>
      </p:sp>
      <p:pic>
        <p:nvPicPr>
          <p:cNvPr id="775" name="Google Shape;775;p27" descr="https://1.bp.blogspot.com/-JS6OMmgeQWY/XpMZCskHZeI/AAAAAAAAIUs/yKxsrNjFVNYCAD9X_5cjjUWgGjObUTKiwCLcBGAsYHQ/s640/ray.PNG"/>
          <p:cNvPicPr preferRelativeResize="0"/>
          <p:nvPr/>
        </p:nvPicPr>
        <p:blipFill rotWithShape="1">
          <a:blip r:embed="rId6">
            <a:alphaModFix/>
          </a:blip>
          <a:srcRect/>
          <a:stretch/>
        </p:blipFill>
        <p:spPr>
          <a:xfrm>
            <a:off x="6743700" y="2492375"/>
            <a:ext cx="4943475" cy="1476375"/>
          </a:xfrm>
          <a:prstGeom prst="rect">
            <a:avLst/>
          </a:prstGeom>
          <a:noFill/>
          <a:ln>
            <a:noFill/>
          </a:ln>
        </p:spPr>
      </p:pic>
      <p:sp>
        <p:nvSpPr>
          <p:cNvPr id="776" name="Google Shape;776;p27"/>
          <p:cNvSpPr/>
          <p:nvPr/>
        </p:nvSpPr>
        <p:spPr>
          <a:xfrm>
            <a:off x="3143250" y="3141663"/>
            <a:ext cx="649288" cy="288925"/>
          </a:xfrm>
          <a:prstGeom prst="rightArrow">
            <a:avLst>
              <a:gd name="adj1" fmla="val 50000"/>
              <a:gd name="adj2" fmla="val 50000"/>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Arial"/>
              <a:ea typeface="Arial"/>
              <a:cs typeface="Arial"/>
              <a:sym typeface="Arial"/>
            </a:endParaRPr>
          </a:p>
        </p:txBody>
      </p:sp>
      <p:sp>
        <p:nvSpPr>
          <p:cNvPr id="777" name="Google Shape;777;p27"/>
          <p:cNvSpPr/>
          <p:nvPr/>
        </p:nvSpPr>
        <p:spPr>
          <a:xfrm>
            <a:off x="5951538" y="3141663"/>
            <a:ext cx="649287" cy="288925"/>
          </a:xfrm>
          <a:prstGeom prst="rightArrow">
            <a:avLst>
              <a:gd name="adj1" fmla="val 50000"/>
              <a:gd name="adj2" fmla="val 50000"/>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Arial"/>
              <a:ea typeface="Arial"/>
              <a:cs typeface="Arial"/>
              <a:sym typeface="Arial"/>
            </a:endParaRPr>
          </a:p>
        </p:txBody>
      </p:sp>
      <p:sp>
        <p:nvSpPr>
          <p:cNvPr id="778" name="Google Shape;778;p27"/>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6.4 KẾT NỐI CÁC MODULE MỞ RỘNG VÀO/RA TƯƠNG TỰ</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grpSp>
        <p:nvGrpSpPr>
          <p:cNvPr id="783" name="Google Shape;783;p28"/>
          <p:cNvGrpSpPr/>
          <p:nvPr/>
        </p:nvGrpSpPr>
        <p:grpSpPr>
          <a:xfrm>
            <a:off x="11542713" y="6669088"/>
            <a:ext cx="649287" cy="188912"/>
            <a:chOff x="5012" y="4110"/>
            <a:chExt cx="748" cy="210"/>
          </a:xfrm>
        </p:grpSpPr>
        <p:sp>
          <p:nvSpPr>
            <p:cNvPr id="784" name="Google Shape;784;p28">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85" name="Google Shape;785;p28">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786" name="Google Shape;786;p28">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787" name="Google Shape;787;p28"/>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TƯƠNG TỰ</a:t>
            </a:r>
            <a:endParaRPr sz="2400" b="1">
              <a:solidFill>
                <a:srgbClr val="0070C0"/>
              </a:solidFill>
              <a:latin typeface="Times New Roman"/>
              <a:ea typeface="Times New Roman"/>
              <a:cs typeface="Times New Roman"/>
              <a:sym typeface="Times New Roman"/>
            </a:endParaRPr>
          </a:p>
        </p:txBody>
      </p:sp>
      <p:cxnSp>
        <p:nvCxnSpPr>
          <p:cNvPr id="788" name="Google Shape;788;p28"/>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789" name="Google Shape;789;p28"/>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790" name="Google Shape;790;p28"/>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791" name="Google Shape;791;p28"/>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792" name="Google Shape;792;p28"/>
          <p:cNvSpPr/>
          <p:nvPr/>
        </p:nvSpPr>
        <p:spPr>
          <a:xfrm>
            <a:off x="766763" y="1371600"/>
            <a:ext cx="8613775" cy="431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chemeClr val="dk1"/>
                </a:solidFill>
                <a:latin typeface="Times New Roman"/>
                <a:ea typeface="Times New Roman"/>
                <a:cs typeface="Times New Roman"/>
                <a:sym typeface="Times New Roman"/>
              </a:rPr>
              <a:t>Bước 2: C</a:t>
            </a:r>
            <a:r>
              <a:rPr lang="en-US" sz="2200" b="1">
                <a:solidFill>
                  <a:schemeClr val="dk1"/>
                </a:solidFill>
                <a:latin typeface="Arial"/>
                <a:ea typeface="Arial"/>
                <a:cs typeface="Arial"/>
                <a:sym typeface="Arial"/>
              </a:rPr>
              <a:t>họn các tính năng muốn sử dụng</a:t>
            </a:r>
            <a:endParaRPr/>
          </a:p>
        </p:txBody>
      </p:sp>
      <p:sp>
        <p:nvSpPr>
          <p:cNvPr id="793" name="Google Shape;793;p28"/>
          <p:cNvSpPr/>
          <p:nvPr/>
        </p:nvSpPr>
        <p:spPr>
          <a:xfrm>
            <a:off x="766763" y="3068638"/>
            <a:ext cx="2132012" cy="13239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600" b="0">
                <a:solidFill>
                  <a:srgbClr val="000000"/>
                </a:solidFill>
                <a:latin typeface="Times New Roman"/>
                <a:ea typeface="Times New Roman"/>
                <a:cs typeface="Times New Roman"/>
                <a:sym typeface="Times New Roman"/>
              </a:rPr>
              <a:t>Bấm phải chuột vào module và chọn properties để đi đến trang cấu hình cho module.</a:t>
            </a:r>
            <a:endParaRPr/>
          </a:p>
        </p:txBody>
      </p:sp>
      <p:sp>
        <p:nvSpPr>
          <p:cNvPr id="794" name="Google Shape;794;p28"/>
          <p:cNvSpPr/>
          <p:nvPr/>
        </p:nvSpPr>
        <p:spPr>
          <a:xfrm>
            <a:off x="6119813" y="1916113"/>
            <a:ext cx="5448300" cy="378618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600" b="0">
                <a:solidFill>
                  <a:schemeClr val="dk1"/>
                </a:solidFill>
                <a:latin typeface="Arial"/>
                <a:ea typeface="Arial"/>
                <a:cs typeface="Arial"/>
                <a:sym typeface="Arial"/>
              </a:rPr>
              <a:t>- Chọn chế độ chẩn đoán lỗi (Dianogstics: mất nguồn, đứt dây, tín hiệu giả....). Phần này không cần thiết lắm.</a:t>
            </a:r>
            <a:endParaRPr/>
          </a:p>
          <a:p>
            <a:pPr marL="0" marR="0" lvl="0" indent="0" algn="just" rtl="0">
              <a:lnSpc>
                <a:spcPct val="150000"/>
              </a:lnSpc>
              <a:spcBef>
                <a:spcPts val="0"/>
              </a:spcBef>
              <a:spcAft>
                <a:spcPts val="0"/>
              </a:spcAft>
              <a:buNone/>
            </a:pPr>
            <a:r>
              <a:rPr lang="en-US" sz="1600" b="0">
                <a:solidFill>
                  <a:schemeClr val="dk1"/>
                </a:solidFill>
                <a:latin typeface="Arial"/>
                <a:ea typeface="Arial"/>
                <a:cs typeface="Arial"/>
                <a:sym typeface="Arial"/>
              </a:rPr>
              <a:t>Chọn loại tín hiệu đo: điện áp, dòng điện, điện trở, cặp nhiệt, điện trở nhiệt.</a:t>
            </a:r>
            <a:endParaRPr sz="1600" b="0">
              <a:solidFill>
                <a:schemeClr val="dk1"/>
              </a:solidFill>
              <a:latin typeface="Arial"/>
              <a:ea typeface="Arial"/>
              <a:cs typeface="Arial"/>
              <a:sym typeface="Arial"/>
            </a:endParaRPr>
          </a:p>
          <a:p>
            <a:pPr marL="0" marR="0" lvl="0" indent="0" algn="just" rtl="0">
              <a:lnSpc>
                <a:spcPct val="150000"/>
              </a:lnSpc>
              <a:spcBef>
                <a:spcPts val="0"/>
              </a:spcBef>
              <a:spcAft>
                <a:spcPts val="0"/>
              </a:spcAft>
              <a:buNone/>
            </a:pPr>
            <a:r>
              <a:rPr lang="en-US" sz="1600" b="0">
                <a:solidFill>
                  <a:schemeClr val="dk1"/>
                </a:solidFill>
                <a:latin typeface="Arial"/>
                <a:ea typeface="Arial"/>
                <a:cs typeface="Arial"/>
                <a:sym typeface="Arial"/>
              </a:rPr>
              <a:t>- Chọn dải tín hiệu của thiết bị kết nối vào mô đun analog. Ví dụ thiết bị 4-20mA, +/-10V, v.v....</a:t>
            </a:r>
            <a:endParaRPr/>
          </a:p>
          <a:p>
            <a:pPr marL="0" marR="0" lvl="0" indent="0" algn="just" rtl="0">
              <a:lnSpc>
                <a:spcPct val="150000"/>
              </a:lnSpc>
              <a:spcBef>
                <a:spcPts val="0"/>
              </a:spcBef>
              <a:spcAft>
                <a:spcPts val="0"/>
              </a:spcAft>
              <a:buNone/>
            </a:pPr>
            <a:r>
              <a:rPr lang="en-US" sz="1600" b="0">
                <a:solidFill>
                  <a:schemeClr val="dk1"/>
                </a:solidFill>
                <a:latin typeface="Arial"/>
                <a:ea typeface="Arial"/>
                <a:cs typeface="Arial"/>
                <a:sym typeface="Arial"/>
              </a:rPr>
              <a:t>- Reference để mặc định là được.</a:t>
            </a:r>
            <a:endParaRPr/>
          </a:p>
          <a:p>
            <a:pPr marL="0" marR="0" lvl="0" indent="0" algn="just" rtl="0">
              <a:lnSpc>
                <a:spcPct val="150000"/>
              </a:lnSpc>
              <a:spcBef>
                <a:spcPts val="0"/>
              </a:spcBef>
              <a:spcAft>
                <a:spcPts val="0"/>
              </a:spcAft>
              <a:buNone/>
            </a:pPr>
            <a:r>
              <a:rPr lang="en-US" sz="1600" b="0">
                <a:solidFill>
                  <a:schemeClr val="dk1"/>
                </a:solidFill>
                <a:latin typeface="Arial"/>
                <a:ea typeface="Arial"/>
                <a:cs typeface="Arial"/>
                <a:sym typeface="Arial"/>
              </a:rPr>
              <a:t>- Smoothing để mặc định hoặc tùy chỉnh: phần này để làm phẳng sóng analog, hạn chế nhấp nhô hoặc rung lắc, một dạng của bộ lọc.</a:t>
            </a:r>
            <a:endParaRPr sz="1600" b="0">
              <a:solidFill>
                <a:schemeClr val="dk1"/>
              </a:solidFill>
              <a:latin typeface="Arial"/>
              <a:ea typeface="Arial"/>
              <a:cs typeface="Arial"/>
              <a:sym typeface="Arial"/>
            </a:endParaRPr>
          </a:p>
        </p:txBody>
      </p:sp>
      <p:pic>
        <p:nvPicPr>
          <p:cNvPr id="795" name="Google Shape;795;p28" descr="https://1.bp.blogspot.com/-_oCayb3vE9A/XpMZ6NXFtwI/AAAAAAAAIU0/rzKbhIZqfxMnBBzLxJ_EyCL44D_OyWsOACLcBGAsYHQ/s640/analog%2Bproperty.PNG"/>
          <p:cNvPicPr preferRelativeResize="0"/>
          <p:nvPr/>
        </p:nvPicPr>
        <p:blipFill rotWithShape="1">
          <a:blip r:embed="rId4">
            <a:alphaModFix/>
          </a:blip>
          <a:srcRect/>
          <a:stretch/>
        </p:blipFill>
        <p:spPr>
          <a:xfrm>
            <a:off x="3189288" y="1803400"/>
            <a:ext cx="2735262" cy="4575175"/>
          </a:xfrm>
          <a:prstGeom prst="rect">
            <a:avLst/>
          </a:prstGeom>
          <a:noFill/>
          <a:ln>
            <a:noFill/>
          </a:ln>
        </p:spPr>
      </p:pic>
      <p:sp>
        <p:nvSpPr>
          <p:cNvPr id="796" name="Google Shape;796;p28"/>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6.4 KẾT NỐI CÁC MODULE MỞ RỘNG VÀO/RA TƯƠNG TỰ</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grpSp>
        <p:nvGrpSpPr>
          <p:cNvPr id="801" name="Google Shape;801;p29"/>
          <p:cNvGrpSpPr/>
          <p:nvPr/>
        </p:nvGrpSpPr>
        <p:grpSpPr>
          <a:xfrm>
            <a:off x="11542713" y="6669088"/>
            <a:ext cx="649287" cy="188912"/>
            <a:chOff x="5012" y="4110"/>
            <a:chExt cx="748" cy="210"/>
          </a:xfrm>
        </p:grpSpPr>
        <p:sp>
          <p:nvSpPr>
            <p:cNvPr id="802" name="Google Shape;802;p29">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03" name="Google Shape;803;p29">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04" name="Google Shape;804;p29">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805" name="Google Shape;805;p29"/>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TƯƠNG TỰ</a:t>
            </a:r>
            <a:endParaRPr sz="2400" b="1">
              <a:solidFill>
                <a:srgbClr val="0070C0"/>
              </a:solidFill>
              <a:latin typeface="Times New Roman"/>
              <a:ea typeface="Times New Roman"/>
              <a:cs typeface="Times New Roman"/>
              <a:sym typeface="Times New Roman"/>
            </a:endParaRPr>
          </a:p>
        </p:txBody>
      </p:sp>
      <p:cxnSp>
        <p:nvCxnSpPr>
          <p:cNvPr id="806" name="Google Shape;806;p29"/>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807" name="Google Shape;807;p29"/>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808" name="Google Shape;808;p29"/>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809" name="Google Shape;809;p29"/>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pic>
        <p:nvPicPr>
          <p:cNvPr id="810" name="Google Shape;810;p29" descr="C:\Users\nbcha\Documents\Pressure-Transmitter.png"/>
          <p:cNvPicPr preferRelativeResize="0"/>
          <p:nvPr/>
        </p:nvPicPr>
        <p:blipFill rotWithShape="1">
          <a:blip r:embed="rId4">
            <a:alphaModFix/>
          </a:blip>
          <a:srcRect/>
          <a:stretch/>
        </p:blipFill>
        <p:spPr>
          <a:xfrm>
            <a:off x="6311900" y="2133600"/>
            <a:ext cx="5230813" cy="2917825"/>
          </a:xfrm>
          <a:prstGeom prst="rect">
            <a:avLst/>
          </a:prstGeom>
          <a:noFill/>
          <a:ln>
            <a:noFill/>
          </a:ln>
        </p:spPr>
      </p:pic>
      <p:pic>
        <p:nvPicPr>
          <p:cNvPr id="811" name="Google Shape;811;p29" descr="C:\Users\nbcha\Documents\dbab485df8b2c463cbcb2a97c8210315.png"/>
          <p:cNvPicPr preferRelativeResize="0"/>
          <p:nvPr/>
        </p:nvPicPr>
        <p:blipFill rotWithShape="1">
          <a:blip r:embed="rId5">
            <a:alphaModFix/>
          </a:blip>
          <a:srcRect/>
          <a:stretch/>
        </p:blipFill>
        <p:spPr>
          <a:xfrm>
            <a:off x="623888" y="2133600"/>
            <a:ext cx="5245100" cy="2917825"/>
          </a:xfrm>
          <a:prstGeom prst="rect">
            <a:avLst/>
          </a:prstGeom>
          <a:noFill/>
          <a:ln>
            <a:noFill/>
          </a:ln>
        </p:spPr>
      </p:pic>
      <p:sp>
        <p:nvSpPr>
          <p:cNvPr id="812" name="Google Shape;812;p29"/>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6.4 KẾT NỐI CÁC MODULE MỞ RỘNG VÀO/RA TƯƠNG TỰ</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grpSp>
        <p:nvGrpSpPr>
          <p:cNvPr id="817" name="Google Shape;817;p30"/>
          <p:cNvGrpSpPr/>
          <p:nvPr/>
        </p:nvGrpSpPr>
        <p:grpSpPr>
          <a:xfrm>
            <a:off x="11542713" y="6669088"/>
            <a:ext cx="649287" cy="188912"/>
            <a:chOff x="5012" y="4110"/>
            <a:chExt cx="748" cy="210"/>
          </a:xfrm>
        </p:grpSpPr>
        <p:sp>
          <p:nvSpPr>
            <p:cNvPr id="818" name="Google Shape;818;p30">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19" name="Google Shape;819;p30">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20" name="Google Shape;820;p30">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821" name="Google Shape;821;p30"/>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TƯƠNG TỰ</a:t>
            </a:r>
            <a:endParaRPr sz="2400" b="1">
              <a:solidFill>
                <a:srgbClr val="0070C0"/>
              </a:solidFill>
              <a:latin typeface="Times New Roman"/>
              <a:ea typeface="Times New Roman"/>
              <a:cs typeface="Times New Roman"/>
              <a:sym typeface="Times New Roman"/>
            </a:endParaRPr>
          </a:p>
        </p:txBody>
      </p:sp>
      <p:cxnSp>
        <p:nvCxnSpPr>
          <p:cNvPr id="822" name="Google Shape;822;p30"/>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823" name="Google Shape;823;p30"/>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824" name="Google Shape;824;p30"/>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825" name="Google Shape;825;p30"/>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pic>
        <p:nvPicPr>
          <p:cNvPr id="826" name="Google Shape;826;p30" descr="C:\Users\nbcha\Documents\Conductivity-Level-Sensor.png"/>
          <p:cNvPicPr preferRelativeResize="0"/>
          <p:nvPr/>
        </p:nvPicPr>
        <p:blipFill rotWithShape="1">
          <a:blip r:embed="rId4">
            <a:alphaModFix/>
          </a:blip>
          <a:srcRect/>
          <a:stretch/>
        </p:blipFill>
        <p:spPr>
          <a:xfrm>
            <a:off x="593725" y="2133600"/>
            <a:ext cx="5186363" cy="2917825"/>
          </a:xfrm>
          <a:prstGeom prst="rect">
            <a:avLst/>
          </a:prstGeom>
          <a:noFill/>
          <a:ln>
            <a:noFill/>
          </a:ln>
        </p:spPr>
      </p:pic>
      <p:pic>
        <p:nvPicPr>
          <p:cNvPr id="827" name="Google Shape;827;p30" descr="C:\Users\nbcha\Documents\Radar-Level-Sensor.gif"/>
          <p:cNvPicPr preferRelativeResize="0"/>
          <p:nvPr/>
        </p:nvPicPr>
        <p:blipFill rotWithShape="1">
          <a:blip r:embed="rId5">
            <a:alphaModFix/>
          </a:blip>
          <a:srcRect/>
          <a:stretch/>
        </p:blipFill>
        <p:spPr>
          <a:xfrm>
            <a:off x="6356350" y="2122488"/>
            <a:ext cx="5186363" cy="2917825"/>
          </a:xfrm>
          <a:prstGeom prst="rect">
            <a:avLst/>
          </a:prstGeom>
          <a:noFill/>
          <a:ln>
            <a:noFill/>
          </a:ln>
        </p:spPr>
      </p:pic>
      <p:sp>
        <p:nvSpPr>
          <p:cNvPr id="828" name="Google Shape;828;p30"/>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6.4 KẾT NỐI CÁC MODULE MỞ RỘNG VÀO/RA TƯƠNG TỰ</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grpSp>
        <p:nvGrpSpPr>
          <p:cNvPr id="833" name="Google Shape;833;p31"/>
          <p:cNvGrpSpPr/>
          <p:nvPr/>
        </p:nvGrpSpPr>
        <p:grpSpPr>
          <a:xfrm>
            <a:off x="11542713" y="6669088"/>
            <a:ext cx="649287" cy="188912"/>
            <a:chOff x="5012" y="4110"/>
            <a:chExt cx="748" cy="210"/>
          </a:xfrm>
        </p:grpSpPr>
        <p:sp>
          <p:nvSpPr>
            <p:cNvPr id="834" name="Google Shape;834;p31">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35" name="Google Shape;835;p31">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36" name="Google Shape;836;p31">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837" name="Google Shape;837;p31"/>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NGÕ VÀO/RA TƯƠNG TỰ</a:t>
            </a:r>
            <a:endParaRPr sz="2400" b="1">
              <a:solidFill>
                <a:srgbClr val="0070C0"/>
              </a:solidFill>
              <a:latin typeface="Times New Roman"/>
              <a:ea typeface="Times New Roman"/>
              <a:cs typeface="Times New Roman"/>
              <a:sym typeface="Times New Roman"/>
            </a:endParaRPr>
          </a:p>
        </p:txBody>
      </p:sp>
      <p:cxnSp>
        <p:nvCxnSpPr>
          <p:cNvPr id="838" name="Google Shape;838;p31"/>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839" name="Google Shape;839;p31"/>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840" name="Google Shape;840;p31"/>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841" name="Google Shape;841;p31"/>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pic>
        <p:nvPicPr>
          <p:cNvPr id="842" name="Google Shape;842;p31" descr="C:\Users\nbcha\Documents\Tuning-Fork-Level-Sensor.gif"/>
          <p:cNvPicPr preferRelativeResize="0"/>
          <p:nvPr/>
        </p:nvPicPr>
        <p:blipFill rotWithShape="1">
          <a:blip r:embed="rId4">
            <a:alphaModFix/>
          </a:blip>
          <a:srcRect/>
          <a:stretch/>
        </p:blipFill>
        <p:spPr>
          <a:xfrm>
            <a:off x="623888" y="2149475"/>
            <a:ext cx="5138737" cy="2890838"/>
          </a:xfrm>
          <a:prstGeom prst="rect">
            <a:avLst/>
          </a:prstGeom>
          <a:noFill/>
          <a:ln>
            <a:noFill/>
          </a:ln>
        </p:spPr>
      </p:pic>
      <p:pic>
        <p:nvPicPr>
          <p:cNvPr id="843" name="Google Shape;843;p31" descr="C:\Users\nbcha\Documents\What-is-a-Level-Sensor-1080x675.png"/>
          <p:cNvPicPr preferRelativeResize="0"/>
          <p:nvPr/>
        </p:nvPicPr>
        <p:blipFill rotWithShape="1">
          <a:blip r:embed="rId5">
            <a:alphaModFix/>
          </a:blip>
          <a:srcRect/>
          <a:stretch/>
        </p:blipFill>
        <p:spPr>
          <a:xfrm>
            <a:off x="6904038" y="2141538"/>
            <a:ext cx="4638675" cy="2898775"/>
          </a:xfrm>
          <a:prstGeom prst="rect">
            <a:avLst/>
          </a:prstGeom>
          <a:noFill/>
          <a:ln>
            <a:noFill/>
          </a:ln>
        </p:spPr>
      </p:pic>
      <p:sp>
        <p:nvSpPr>
          <p:cNvPr id="844" name="Google Shape;844;p31"/>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6.4 KẾT NỐI CÁC MODULE MỞ RỘNG VÀO/RA TƯƠNG TỰ</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AE7D9"/>
        </a:solidFill>
        <a:effectLst/>
      </p:bgPr>
    </p:bg>
    <p:spTree>
      <p:nvGrpSpPr>
        <p:cNvPr id="1" name="Shape 849"/>
        <p:cNvGrpSpPr/>
        <p:nvPr/>
      </p:nvGrpSpPr>
      <p:grpSpPr>
        <a:xfrm>
          <a:off x="0" y="0"/>
          <a:ext cx="0" cy="0"/>
          <a:chOff x="0" y="0"/>
          <a:chExt cx="0" cy="0"/>
        </a:xfrm>
      </p:grpSpPr>
      <p:pic>
        <p:nvPicPr>
          <p:cNvPr id="850" name="Google Shape;850;p32"/>
          <p:cNvPicPr preferRelativeResize="0"/>
          <p:nvPr/>
        </p:nvPicPr>
        <p:blipFill rotWithShape="1">
          <a:blip r:embed="rId3">
            <a:alphaModFix/>
          </a:blip>
          <a:srcRect/>
          <a:stretch/>
        </p:blipFill>
        <p:spPr>
          <a:xfrm>
            <a:off x="1535113" y="0"/>
            <a:ext cx="9132887" cy="6848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DD462F"/>
        </a:solidFill>
        <a:effectLst/>
      </p:bgPr>
    </p:bg>
    <p:spTree>
      <p:nvGrpSpPr>
        <p:cNvPr id="1" name="Shape 854"/>
        <p:cNvGrpSpPr/>
        <p:nvPr/>
      </p:nvGrpSpPr>
      <p:grpSpPr>
        <a:xfrm>
          <a:off x="0" y="0"/>
          <a:ext cx="0" cy="0"/>
          <a:chOff x="0" y="0"/>
          <a:chExt cx="0" cy="0"/>
        </a:xfrm>
      </p:grpSpPr>
      <p:sp>
        <p:nvSpPr>
          <p:cNvPr id="855" name="Google Shape;855;p33"/>
          <p:cNvSpPr/>
          <p:nvPr/>
        </p:nvSpPr>
        <p:spPr>
          <a:xfrm>
            <a:off x="1524000" y="3573463"/>
            <a:ext cx="9144000" cy="2879725"/>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800" b="1">
              <a:solidFill>
                <a:srgbClr val="FFFFFF"/>
              </a:solidFill>
              <a:latin typeface="Times New Roman"/>
              <a:ea typeface="Times New Roman"/>
              <a:cs typeface="Times New Roman"/>
              <a:sym typeface="Times New Roman"/>
            </a:endParaRPr>
          </a:p>
        </p:txBody>
      </p:sp>
      <p:pic>
        <p:nvPicPr>
          <p:cNvPr id="856" name="Google Shape;856;p33"/>
          <p:cNvPicPr preferRelativeResize="0"/>
          <p:nvPr/>
        </p:nvPicPr>
        <p:blipFill rotWithShape="1">
          <a:blip r:embed="rId3">
            <a:alphaModFix/>
          </a:blip>
          <a:srcRect/>
          <a:stretch/>
        </p:blipFill>
        <p:spPr>
          <a:xfrm>
            <a:off x="1882775" y="482600"/>
            <a:ext cx="1733550" cy="609600"/>
          </a:xfrm>
          <a:prstGeom prst="rect">
            <a:avLst/>
          </a:prstGeom>
          <a:noFill/>
          <a:ln>
            <a:noFill/>
          </a:ln>
        </p:spPr>
      </p:pic>
      <p:pic>
        <p:nvPicPr>
          <p:cNvPr id="857" name="Google Shape;857;p33" descr="Siemens expande la gama Simatic S7-1200 - infoPLC"/>
          <p:cNvPicPr preferRelativeResize="0"/>
          <p:nvPr/>
        </p:nvPicPr>
        <p:blipFill rotWithShape="1">
          <a:blip r:embed="rId4">
            <a:alphaModFix/>
          </a:blip>
          <a:srcRect/>
          <a:stretch/>
        </p:blipFill>
        <p:spPr>
          <a:xfrm>
            <a:off x="3844925" y="3635375"/>
            <a:ext cx="4502150" cy="2746375"/>
          </a:xfrm>
          <a:prstGeom prst="rect">
            <a:avLst/>
          </a:prstGeom>
          <a:noFill/>
          <a:ln>
            <a:noFill/>
          </a:ln>
        </p:spPr>
      </p:pic>
      <p:sp>
        <p:nvSpPr>
          <p:cNvPr id="858" name="Google Shape;858;p33"/>
          <p:cNvSpPr txBox="1">
            <a:spLocks noGrp="1"/>
          </p:cNvSpPr>
          <p:nvPr>
            <p:ph type="ctrTitle"/>
          </p:nvPr>
        </p:nvSpPr>
        <p:spPr>
          <a:xfrm>
            <a:off x="1524000" y="1368425"/>
            <a:ext cx="9144000" cy="11969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2000" b="1">
                <a:solidFill>
                  <a:schemeClr val="lt1"/>
                </a:solidFill>
                <a:latin typeface="Times New Roman"/>
                <a:ea typeface="Times New Roman"/>
                <a:cs typeface="Times New Roman"/>
                <a:sym typeface="Times New Roman"/>
              </a:rPr>
              <a:t>Bài 6:</a:t>
            </a:r>
            <a:br>
              <a:rPr lang="en-US" sz="2000" b="1">
                <a:solidFill>
                  <a:schemeClr val="lt1"/>
                </a:solidFill>
                <a:latin typeface="Times New Roman"/>
                <a:ea typeface="Times New Roman"/>
                <a:cs typeface="Times New Roman"/>
                <a:sym typeface="Times New Roman"/>
              </a:rPr>
            </a:br>
            <a:r>
              <a:rPr lang="en-US" sz="3200" b="1">
                <a:solidFill>
                  <a:schemeClr val="lt1"/>
                </a:solidFill>
                <a:latin typeface="Times New Roman"/>
                <a:ea typeface="Times New Roman"/>
                <a:cs typeface="Times New Roman"/>
                <a:sym typeface="Times New Roman"/>
              </a:rPr>
              <a:t>THIẾT KẾ ỨNG DỤNG MÔ HÌNH ĐIỀU KHIỂN BẰNG PLC</a:t>
            </a:r>
            <a:endParaRPr/>
          </a:p>
        </p:txBody>
      </p:sp>
      <p:sp>
        <p:nvSpPr>
          <p:cNvPr id="859" name="Google Shape;859;p33"/>
          <p:cNvSpPr/>
          <p:nvPr/>
        </p:nvSpPr>
        <p:spPr>
          <a:xfrm>
            <a:off x="1524000" y="2951163"/>
            <a:ext cx="975657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Times New Roman"/>
                <a:ea typeface="Times New Roman"/>
                <a:cs typeface="Times New Roman"/>
                <a:sym typeface="Times New Roman"/>
              </a:rPr>
              <a:t>6.5 KỸ NĂNG XỬ LÝ LỖI HỆ THỐNG ĐIỀU KHIỂN VỚI PLC</a:t>
            </a:r>
            <a:endParaRPr sz="2000" b="1">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58"/>
                                        </p:tgtEl>
                                        <p:attrNameLst>
                                          <p:attrName>style.visibility</p:attrName>
                                        </p:attrNameLst>
                                      </p:cBhvr>
                                      <p:to>
                                        <p:strVal val="visible"/>
                                      </p:to>
                                    </p:set>
                                  </p:childTnLst>
                                </p:cTn>
                              </p:par>
                            </p:childTnLst>
                          </p:cTn>
                        </p:par>
                        <p:par>
                          <p:cTn id="7" fill="hold">
                            <p:stCondLst>
                              <p:cond delay="1"/>
                            </p:stCondLst>
                            <p:childTnLst>
                              <p:par>
                                <p:cTn id="8" presetID="10" presetClass="entr" presetSubtype="0" fill="hold" nodeType="afterEffect">
                                  <p:stCondLst>
                                    <p:cond delay="0"/>
                                  </p:stCondLst>
                                  <p:childTnLst>
                                    <p:set>
                                      <p:cBhvr>
                                        <p:cTn id="9" dur="1" fill="hold">
                                          <p:stCondLst>
                                            <p:cond delay="0"/>
                                          </p:stCondLst>
                                        </p:cTn>
                                        <p:tgtEl>
                                          <p:spTgt spid="859"/>
                                        </p:tgtEl>
                                        <p:attrNameLst>
                                          <p:attrName>style.visibility</p:attrName>
                                        </p:attrNameLst>
                                      </p:cBhvr>
                                      <p:to>
                                        <p:strVal val="visible"/>
                                      </p:to>
                                    </p:set>
                                    <p:animEffect transition="in" filter="fade">
                                      <p:cBhvr>
                                        <p:cTn id="10" dur="2000"/>
                                        <p:tgtEl>
                                          <p:spTgt spid="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grpSp>
        <p:nvGrpSpPr>
          <p:cNvPr id="864" name="Google Shape;864;p34"/>
          <p:cNvGrpSpPr/>
          <p:nvPr/>
        </p:nvGrpSpPr>
        <p:grpSpPr>
          <a:xfrm>
            <a:off x="11542713" y="6669088"/>
            <a:ext cx="649287" cy="188912"/>
            <a:chOff x="5012" y="4110"/>
            <a:chExt cx="748" cy="210"/>
          </a:xfrm>
        </p:grpSpPr>
        <p:sp>
          <p:nvSpPr>
            <p:cNvPr id="865" name="Google Shape;865;p34">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66" name="Google Shape;866;p34">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67" name="Google Shape;867;p34">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868" name="Google Shape;868;p34"/>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Các vấn đề về nguồn:</a:t>
            </a:r>
            <a:endParaRPr/>
          </a:p>
        </p:txBody>
      </p:sp>
      <p:cxnSp>
        <p:nvCxnSpPr>
          <p:cNvPr id="869" name="Google Shape;869;p34"/>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870" name="Google Shape;870;p34"/>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871" name="Google Shape;871;p34"/>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872" name="Google Shape;872;p34"/>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873" name="Google Shape;873;p34"/>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6.5 KỸ NĂNG XỬ LÝ LỖI HỆ THỐNG ĐIỀU KHIỂN VỚI PLC</a:t>
            </a:r>
            <a:endParaRPr/>
          </a:p>
        </p:txBody>
      </p:sp>
      <p:sp>
        <p:nvSpPr>
          <p:cNvPr id="874" name="Google Shape;874;p34"/>
          <p:cNvSpPr/>
          <p:nvPr/>
        </p:nvSpPr>
        <p:spPr>
          <a:xfrm>
            <a:off x="631825" y="1370013"/>
            <a:ext cx="6584950" cy="38401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1. Kiểm tra nguồn cấp, kiểm tra các dây dẫy, tìm và khắc phục các mối nối lỏng, bị ăn mòn… Sử dụng đồng hồ đo kiểm tra nguồn vào của PLC đúng như nhà sản xuất quy định.</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2. Ngoài ra PLC cũng cung cấp nguồn cho một số thiết bị ngoại vi (cảm biến… ) kiểm tra nguồn ra từ PLC trong định mức cho phép hay không.</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3. Sử dụng các thiết bị chuyên dụng để đo điện rò. Giá trị đo được nếu có phải nhỏ hơn thông số quy định của nhà sản xuất nếu không sẽ gây ảnh hưởng lớn đến bộ vi xử lý và bộ nhớ của PLC.</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4. Kiểm tra nguồn pin của PLC. Pin được sử dụng để ngăn PLC bị mất chương trình khi mất nguồn cấp. Điện áp của Pin phải đảm bảo nằm trong giá trị cho phép.</a:t>
            </a:r>
            <a:endParaRPr/>
          </a:p>
        </p:txBody>
      </p:sp>
      <p:sp>
        <p:nvSpPr>
          <p:cNvPr id="875" name="Google Shape;875;p34"/>
          <p:cNvSpPr/>
          <p:nvPr/>
        </p:nvSpPr>
        <p:spPr>
          <a:xfrm>
            <a:off x="695325" y="5313363"/>
            <a:ext cx="10801350" cy="9239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	Một vài nguyên nhân khác có thể là do nhiễu điện từ (EMI) hoặc nhiễu tần số vô tuyến (RFI). Hãy thử so sánh thời điểm sảy ra các lỗi của PLC với các sự kiện EMI hay RFI bên ngoài như khởi động động cơ lớn, hàn hồ quang, sét đánh… Giải pháp cho các vấn đề này thường là thay đổi nguồn cấp, nối đất hoặc che chắn thiết bị.</a:t>
            </a:r>
            <a:endParaRPr sz="13300" b="0">
              <a:solidFill>
                <a:srgbClr val="3778CD"/>
              </a:solidFill>
              <a:latin typeface="Arial"/>
              <a:ea typeface="Arial"/>
              <a:cs typeface="Arial"/>
              <a:sym typeface="Arial"/>
            </a:endParaRPr>
          </a:p>
        </p:txBody>
      </p:sp>
      <p:pic>
        <p:nvPicPr>
          <p:cNvPr id="876" name="Google Shape;876;p34" descr="HELP! Wiring 1214C DC/DC/DC CPU - Siemens - Forums.MrPLC.com"/>
          <p:cNvPicPr preferRelativeResize="0"/>
          <p:nvPr/>
        </p:nvPicPr>
        <p:blipFill rotWithShape="1">
          <a:blip r:embed="rId4">
            <a:alphaModFix/>
          </a:blip>
          <a:srcRect r="4726"/>
          <a:stretch/>
        </p:blipFill>
        <p:spPr>
          <a:xfrm>
            <a:off x="7218363" y="1960563"/>
            <a:ext cx="4560887" cy="2692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grpSp>
        <p:nvGrpSpPr>
          <p:cNvPr id="881" name="Google Shape;881;p35"/>
          <p:cNvGrpSpPr/>
          <p:nvPr/>
        </p:nvGrpSpPr>
        <p:grpSpPr>
          <a:xfrm>
            <a:off x="11542713" y="6669088"/>
            <a:ext cx="649287" cy="188912"/>
            <a:chOff x="5012" y="4110"/>
            <a:chExt cx="748" cy="210"/>
          </a:xfrm>
        </p:grpSpPr>
        <p:sp>
          <p:nvSpPr>
            <p:cNvPr id="882" name="Google Shape;882;p35">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83" name="Google Shape;883;p35">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84" name="Google Shape;884;p35">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885" name="Google Shape;885;p35"/>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Các vấn đề về bộ nhớ:</a:t>
            </a:r>
            <a:endParaRPr/>
          </a:p>
        </p:txBody>
      </p:sp>
      <p:cxnSp>
        <p:nvCxnSpPr>
          <p:cNvPr id="886" name="Google Shape;886;p35"/>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887" name="Google Shape;887;p35"/>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888" name="Google Shape;888;p35"/>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889" name="Google Shape;889;p35"/>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890" name="Google Shape;890;p35"/>
          <p:cNvSpPr/>
          <p:nvPr/>
        </p:nvSpPr>
        <p:spPr>
          <a:xfrm>
            <a:off x="631825" y="1484313"/>
            <a:ext cx="6584950" cy="38401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1. Các vấn đề về nguồn có thể gây ra các hỏng hóc về bộ nhớ PLC, do đó việc cần làm tiếp theo là xác minh rằng chương tình vẫn còn đúng.</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Ta cần kết nối PLC với máy tính, tải lên chương trình hiện có trong PLC và so sánh nó với chương trình đã sao lưu.</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 Cần đảm bảo rằng bản sao lưu luôn đúng để có thể dựa 	vào đó mà kiểm tra chương trình.</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2. Phân tích nguyên nhân trạng thái nội bộ của PLC (trạng thái trong chương trình PLC) không đồng nhất với trạng thái thực tế của thiết bị ngoại vi: Trước hết cần xác định được khai báo vị trí ngõ vào/ra trong chương trình và các ngõ vào/ra vật lý tương ứng. Nhờ đó ta biết được vị trí module nào đang bị lỗi để xử lý.</a:t>
            </a:r>
            <a:endParaRPr/>
          </a:p>
        </p:txBody>
      </p:sp>
      <p:pic>
        <p:nvPicPr>
          <p:cNvPr id="891" name="Google Shape;891;p35" descr="Hiểu về bộ nhớ PLC S7-1200:Word memory,Load memory,Retentive"/>
          <p:cNvPicPr preferRelativeResize="0"/>
          <p:nvPr/>
        </p:nvPicPr>
        <p:blipFill rotWithShape="1">
          <a:blip r:embed="rId4">
            <a:alphaModFix/>
          </a:blip>
          <a:srcRect/>
          <a:stretch/>
        </p:blipFill>
        <p:spPr>
          <a:xfrm>
            <a:off x="7275513" y="1628775"/>
            <a:ext cx="4437062" cy="2952750"/>
          </a:xfrm>
          <a:prstGeom prst="rect">
            <a:avLst/>
          </a:prstGeom>
          <a:noFill/>
          <a:ln>
            <a:noFill/>
          </a:ln>
        </p:spPr>
      </p:pic>
      <p:sp>
        <p:nvSpPr>
          <p:cNvPr id="892" name="Google Shape;892;p35"/>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6.5 KỸ NĂNG XỬ LÝ LỖI HỆ THỐNG ĐIỀU KHIỂN VỚI PLC</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grpSp>
        <p:nvGrpSpPr>
          <p:cNvPr id="897" name="Google Shape;897;p36"/>
          <p:cNvGrpSpPr/>
          <p:nvPr/>
        </p:nvGrpSpPr>
        <p:grpSpPr>
          <a:xfrm>
            <a:off x="11542713" y="6669088"/>
            <a:ext cx="649287" cy="188912"/>
            <a:chOff x="5012" y="4110"/>
            <a:chExt cx="748" cy="210"/>
          </a:xfrm>
        </p:grpSpPr>
        <p:sp>
          <p:nvSpPr>
            <p:cNvPr id="898" name="Google Shape;898;p36">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899" name="Google Shape;899;p36">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00" name="Google Shape;900;p36">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901" name="Google Shape;901;p36"/>
          <p:cNvSpPr/>
          <p:nvPr/>
        </p:nvSpPr>
        <p:spPr>
          <a:xfrm>
            <a:off x="623888" y="836613"/>
            <a:ext cx="10918825" cy="4619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Khắc phục sự cố module đầu vào số (Digital Input):</a:t>
            </a:r>
            <a:endParaRPr/>
          </a:p>
        </p:txBody>
      </p:sp>
      <p:cxnSp>
        <p:nvCxnSpPr>
          <p:cNvPr id="902" name="Google Shape;902;p36"/>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903" name="Google Shape;903;p36"/>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904" name="Google Shape;904;p36"/>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905" name="Google Shape;905;p36"/>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906" name="Google Shape;906;p36"/>
          <p:cNvSpPr/>
          <p:nvPr/>
        </p:nvSpPr>
        <p:spPr>
          <a:xfrm>
            <a:off x="623888" y="1422400"/>
            <a:ext cx="10918825" cy="4670425"/>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Chức năng của đầu vào số là xác định trạng thái ON/OFF của một tín hiệu hoặc nhận trạng thái đó từ một thiết bị ngoại vi truyền về cho PLC. Hầu hết các module đầu vào số phát hiện thay đổi điện áp theo mức hoặc theo dải. Ngõ vào bị lỗi khi trạng thái trong chương trình báo OFF trong khi thực tế tại vị trí vật lý tương ứng đang có trạng thái ON và ngược lại.</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Nguồn của thiết bị ngoại vi thông thường không được cấp bởi module đầu vào nên bạn phải biết rõ thiết bị ngoại vi dùng nguồn từ đâu. Đối với module đầu vào có 2 loại là cách ly và không cách ly. Đối với module cách ly, mỗi ngõ vào là độc lập và không ảnh hưởng nhau, đối với module không cách ly, một đầu của các ngõ vào được nối chung nên các nguồn sẽ ảnh hưởng lẫn nhau. Tùy vào loại module ta sẽ có cách khắc phục khác nhau. Phải xác định được nguồn đầu vào được cấp từ đâu.</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Kết nối thiết bị ngoại vi với đầu vào trên module, sử dụng đồng hồ để đo điện áp tại vị trí đầu vào. Bật thiết bị ngoại vi và quan sát xem tại vị trí đầu vào có điện áp thay đổi khi thiết bị ngoại vi thay đổi trạng thái hay không. Nếu không, thiết bị ngoại vi hoặc dây dẫn có khả năng bị hỏng. Nếu điện áp có thay đổi nhưng trạng thái trong chương trình không đổi thì bạn nên thay module đầu vào.</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Nếu module hoạt động bình thường nhưng trạng thái trong chương trình vẫn không đúng, vấn đề nằm ở thiết bị truyền tín hiệu từ module về bộ điều khiển.</a:t>
            </a:r>
            <a:endParaRPr/>
          </a:p>
        </p:txBody>
      </p:sp>
      <p:sp>
        <p:nvSpPr>
          <p:cNvPr id="907" name="Google Shape;907;p36"/>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6.5 KỸ NĂNG XỬ LÝ LỖI HỆ THỐNG ĐIỀU KHIỂN VỚI PLC</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grpSp>
        <p:nvGrpSpPr>
          <p:cNvPr id="912" name="Google Shape;912;p37"/>
          <p:cNvGrpSpPr/>
          <p:nvPr/>
        </p:nvGrpSpPr>
        <p:grpSpPr>
          <a:xfrm>
            <a:off x="11542713" y="6669088"/>
            <a:ext cx="649287" cy="188912"/>
            <a:chOff x="5012" y="4110"/>
            <a:chExt cx="748" cy="210"/>
          </a:xfrm>
        </p:grpSpPr>
        <p:sp>
          <p:nvSpPr>
            <p:cNvPr id="913" name="Google Shape;913;p37">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14" name="Google Shape;914;p37">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15" name="Google Shape;915;p37">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916" name="Google Shape;916;p37"/>
          <p:cNvSpPr/>
          <p:nvPr/>
        </p:nvSpPr>
        <p:spPr>
          <a:xfrm>
            <a:off x="623888" y="836613"/>
            <a:ext cx="10918825" cy="4619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Khắc phục sự cố module đầu vào tương tự (Analog Input):</a:t>
            </a:r>
            <a:endParaRPr/>
          </a:p>
        </p:txBody>
      </p:sp>
      <p:cxnSp>
        <p:nvCxnSpPr>
          <p:cNvPr id="917" name="Google Shape;917;p37"/>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918" name="Google Shape;918;p37"/>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919" name="Google Shape;919;p37"/>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920" name="Google Shape;920;p37"/>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921" name="Google Shape;921;p37"/>
          <p:cNvSpPr/>
          <p:nvPr/>
        </p:nvSpPr>
        <p:spPr>
          <a:xfrm>
            <a:off x="623888" y="1420813"/>
            <a:ext cx="10918825" cy="4675187"/>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Thay vì theo dõi trạng thái ON/OFF của đầu vào, các đầu vào tương tự sẽ đo giá trị thực của điện áp hoặc dòng điện và truyền nó tới bộ xử lý. Việc xử lý sự cố đối với module đầu vào tương tự hầu như giống với module đầu vào số.</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Trước hết, xác định loại module là cách ly hay không. Sau đó xác định nguồn đầu vào.</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Kết nối với thiết bị ngoại vi, dùng đồng hồ đo và kiểm tra tương tự module đầu vào số.</a:t>
            </a:r>
            <a:endParaRPr/>
          </a:p>
          <a:p>
            <a:pPr marL="0" marR="0" lvl="1" indent="457200" algn="just" rtl="0">
              <a:spcBef>
                <a:spcPts val="1138"/>
              </a:spcBef>
              <a:spcAft>
                <a:spcPts val="0"/>
              </a:spcAft>
              <a:buNone/>
            </a:pPr>
            <a:r>
              <a:rPr lang="en-US" sz="1800" b="1" i="1" u="none" strike="noStrike" cap="none">
                <a:solidFill>
                  <a:srgbClr val="000000"/>
                </a:solidFill>
                <a:latin typeface="Times New Roman"/>
                <a:ea typeface="Times New Roman"/>
                <a:cs typeface="Times New Roman"/>
                <a:sym typeface="Times New Roman"/>
              </a:rPr>
              <a:t>Lưu ý: có hai điểm khác so với module đầu vào số. </a:t>
            </a:r>
            <a:endParaRPr sz="1800" b="1" i="1" u="none" strike="noStrike" cap="none">
              <a:solidFill>
                <a:srgbClr val="000000"/>
              </a:solidFill>
              <a:latin typeface="Times New Roman"/>
              <a:ea typeface="Times New Roman"/>
              <a:cs typeface="Times New Roman"/>
              <a:sym typeface="Times New Roman"/>
            </a:endParaRPr>
          </a:p>
          <a:p>
            <a:pPr marL="0" marR="0" lvl="1" indent="457200" algn="just" rtl="0">
              <a:spcBef>
                <a:spcPts val="1138"/>
              </a:spcBef>
              <a:spcAft>
                <a:spcPts val="0"/>
              </a:spcAft>
              <a:buNone/>
            </a:pPr>
            <a:r>
              <a:rPr lang="en-US" sz="1800" b="0" i="1" u="none" strike="noStrike" cap="none">
                <a:solidFill>
                  <a:srgbClr val="000000"/>
                </a:solidFill>
                <a:latin typeface="Times New Roman"/>
                <a:ea typeface="Times New Roman"/>
                <a:cs typeface="Times New Roman"/>
                <a:sym typeface="Times New Roman"/>
              </a:rPr>
              <a:t>Thứ nhất</a:t>
            </a:r>
            <a:r>
              <a:rPr lang="en-US" sz="1800" b="0" i="0" u="none" strike="noStrike" cap="none">
                <a:solidFill>
                  <a:srgbClr val="000000"/>
                </a:solidFill>
                <a:latin typeface="Times New Roman"/>
                <a:ea typeface="Times New Roman"/>
                <a:cs typeface="Times New Roman"/>
                <a:sym typeface="Times New Roman"/>
              </a:rPr>
              <a:t>, không có mức hiển thị trạng thái trên thiết bị ngoại vi HMI, vì vậy bạn cần thêm một đồng hồ để đo tại thiết bị ngoại vi và so sánh với ngõ vào tương tự. </a:t>
            </a:r>
            <a:endParaRPr sz="1800" b="0" i="0" u="none" strike="noStrike" cap="none">
              <a:solidFill>
                <a:srgbClr val="000000"/>
              </a:solidFill>
              <a:latin typeface="Times New Roman"/>
              <a:ea typeface="Times New Roman"/>
              <a:cs typeface="Times New Roman"/>
              <a:sym typeface="Times New Roman"/>
            </a:endParaRPr>
          </a:p>
          <a:p>
            <a:pPr marL="0" marR="0" lvl="1" indent="457200" algn="just" rtl="0">
              <a:spcBef>
                <a:spcPts val="1138"/>
              </a:spcBef>
              <a:spcAft>
                <a:spcPts val="0"/>
              </a:spcAft>
              <a:buNone/>
            </a:pPr>
            <a:r>
              <a:rPr lang="en-US" sz="1800" b="0" i="1" u="none" strike="noStrike" cap="none">
                <a:solidFill>
                  <a:srgbClr val="000000"/>
                </a:solidFill>
                <a:latin typeface="Times New Roman"/>
                <a:ea typeface="Times New Roman"/>
                <a:cs typeface="Times New Roman"/>
                <a:sym typeface="Times New Roman"/>
              </a:rPr>
              <a:t>Thứ hai</a:t>
            </a:r>
            <a:r>
              <a:rPr lang="en-US" sz="1800" b="0" i="0" u="none" strike="noStrike" cap="none">
                <a:solidFill>
                  <a:srgbClr val="000000"/>
                </a:solidFill>
                <a:latin typeface="Times New Roman"/>
                <a:ea typeface="Times New Roman"/>
                <a:cs typeface="Times New Roman"/>
                <a:sym typeface="Times New Roman"/>
              </a:rPr>
              <a:t>, vấn đề về tầm đo. Bạn phải xác định được loại điện áp hoặc dòng điện mà module đo được (AC hay DC) và thang đo tương ứng. Nếu chỉ đo và thấy có sự thay đổi là không đủ mà bạn cần điều chỉnh điệnn áp hoặc dòng điện đến các giá trị lớn nhất, nhỏ nhất của thang đo và quan sát giá trị quy đổi trên PLC để xác định xem việc quy đổi có đúng hay không. Nếu thiết bị ngoại vi không cho phép thao tác này thì có thể tạm thời thay thế thiết bị ngoại vi bằng một nguồn phát tín hiệu để đo kiểm tra. Nếu PLC đáp ứng tốt, bạn cần thay thế thiết bị ngoại vi; trong trường hợp ngược lại, bạn cần thay thế module đầu vào.</a:t>
            </a:r>
            <a:endParaRPr/>
          </a:p>
        </p:txBody>
      </p:sp>
      <p:sp>
        <p:nvSpPr>
          <p:cNvPr id="922" name="Google Shape;922;p37"/>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6.5 KỸ NĂNG XỬ LÝ LỖI HỆ THỐNG ĐIỀU KHIỂN VỚI PLC</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grpSp>
        <p:nvGrpSpPr>
          <p:cNvPr id="927" name="Google Shape;927;p38"/>
          <p:cNvGrpSpPr/>
          <p:nvPr/>
        </p:nvGrpSpPr>
        <p:grpSpPr>
          <a:xfrm>
            <a:off x="11542713" y="6669088"/>
            <a:ext cx="649287" cy="188912"/>
            <a:chOff x="5012" y="4110"/>
            <a:chExt cx="748" cy="210"/>
          </a:xfrm>
        </p:grpSpPr>
        <p:sp>
          <p:nvSpPr>
            <p:cNvPr id="928" name="Google Shape;928;p38">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29" name="Google Shape;929;p38">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30" name="Google Shape;930;p38">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cxnSp>
        <p:nvCxnSpPr>
          <p:cNvPr id="931" name="Google Shape;931;p38"/>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932" name="Google Shape;932;p38"/>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933" name="Google Shape;933;p38"/>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934" name="Google Shape;934;p38"/>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935" name="Google Shape;935;p38"/>
          <p:cNvSpPr/>
          <p:nvPr/>
        </p:nvSpPr>
        <p:spPr>
          <a:xfrm>
            <a:off x="623888" y="1295400"/>
            <a:ext cx="10918825" cy="5229225"/>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Module đầu ra được thiết kế để thay đổi trạng thái vật lý bên ngoài sao cho đáp ứng đúng với trạng thái hoạt động trong chương trình PLC. Đầu ra số thường được dùng để thực hiện các thao tác như khởi động động cơ, bật đèn, kích hoạt van… Có rất nhiều module đầu ra số khác nhau, phổ biến nhất là đầu ra DC dùng linh kiện bán dẫn, đầu ra AC dùng triac, đầu ra AC dùng relay.</a:t>
            </a:r>
            <a:endParaRPr sz="1800" b="0">
              <a:solidFill>
                <a:srgbClr val="000000"/>
              </a:solidFill>
              <a:latin typeface="Times New Roman"/>
              <a:ea typeface="Times New Roman"/>
              <a:cs typeface="Times New Roman"/>
              <a:sym typeface="Times New Roman"/>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 Nguồn điều khiển đầu ra cũng giống như đầu vào, thông thường không được cấp bởi module nên bạn 	phải xác định được loại module và nguồn cấp từ đâu.</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 Module đầu ra còn có chứa cầu chì để bảo vệ thiết bị, các lỗi dây dẫn sẽ làm đứt cầu chì vì thế trước hết 	bạn cần kiểm tra và đảm bảo cầu chì vẫn còn trước khi tiến hành đo kiểm tra.</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 Kết nối thiết bị đầu ra với PLC. Sử dụng chương trình để “bắt buộc” ngõ ra ON hoặc OFF. Quan sát 	trạng thái module, nếu trạng thái module không phản ánh đúng trạng thái chương trình thì cần thay 	module; nếu module vẫn hoạt động tốt nhưng không phản ánh đúng trạng thái chương trình thì vấn đề 	nằm ở thiết bị truyền tín hiệu từ module về bộ điều khiển. Hãy tham khảo tài liệu hướng dẫn của nhà sản 	xuất để biết cách khắc phục.</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 Nếu module hoạt động tốt, đo điện áp trên thiết bị đầu ra để thấy đầu ra có đổi trạng thái khi module 	đổi trạng thái. Nếu điện áp thay đổi nhưng thiết bị đầu ra không đáp ứng, vấn đề là ở thiết bị đầu ra.</a:t>
            </a:r>
            <a:endParaRPr/>
          </a:p>
          <a:p>
            <a:pPr marL="0" marR="0" lvl="0" indent="0" algn="just" rtl="0">
              <a:spcBef>
                <a:spcPts val="1138"/>
              </a:spcBef>
              <a:spcAft>
                <a:spcPts val="0"/>
              </a:spcAft>
              <a:buNone/>
            </a:pPr>
            <a:r>
              <a:rPr lang="en-US" sz="1800" b="0">
                <a:solidFill>
                  <a:srgbClr val="000000"/>
                </a:solidFill>
                <a:latin typeface="Times New Roman"/>
                <a:ea typeface="Times New Roman"/>
                <a:cs typeface="Times New Roman"/>
                <a:sym typeface="Times New Roman"/>
              </a:rPr>
              <a:t>	+ Nếu điện áp đo được không đổi, vấn đề nằm ở dây dẫn.</a:t>
            </a:r>
            <a:endParaRPr/>
          </a:p>
        </p:txBody>
      </p:sp>
      <p:sp>
        <p:nvSpPr>
          <p:cNvPr id="936" name="Google Shape;936;p38"/>
          <p:cNvSpPr/>
          <p:nvPr/>
        </p:nvSpPr>
        <p:spPr>
          <a:xfrm>
            <a:off x="623888" y="836613"/>
            <a:ext cx="10918825" cy="4619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Khắc phục sự cố module đầu ra số (Digital Output):</a:t>
            </a:r>
            <a:endParaRPr/>
          </a:p>
        </p:txBody>
      </p:sp>
      <p:sp>
        <p:nvSpPr>
          <p:cNvPr id="937" name="Google Shape;937;p38"/>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6.5 KỸ NĂNG XỬ LÝ LỖI HỆ THỐNG ĐIỀU KHIỂN VỚI PLC</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grpSp>
        <p:nvGrpSpPr>
          <p:cNvPr id="942" name="Google Shape;942;p39"/>
          <p:cNvGrpSpPr/>
          <p:nvPr/>
        </p:nvGrpSpPr>
        <p:grpSpPr>
          <a:xfrm>
            <a:off x="11542713" y="6669088"/>
            <a:ext cx="649287" cy="188912"/>
            <a:chOff x="5012" y="4110"/>
            <a:chExt cx="748" cy="210"/>
          </a:xfrm>
        </p:grpSpPr>
        <p:sp>
          <p:nvSpPr>
            <p:cNvPr id="943" name="Google Shape;943;p39">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44" name="Google Shape;944;p39">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45" name="Google Shape;945;p39">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cxnSp>
        <p:nvCxnSpPr>
          <p:cNvPr id="946" name="Google Shape;946;p39"/>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947" name="Google Shape;947;p39"/>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948" name="Google Shape;948;p39"/>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949" name="Google Shape;949;p39"/>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sp>
        <p:nvSpPr>
          <p:cNvPr id="950" name="Google Shape;950;p39"/>
          <p:cNvSpPr/>
          <p:nvPr/>
        </p:nvSpPr>
        <p:spPr>
          <a:xfrm>
            <a:off x="623888" y="2182813"/>
            <a:ext cx="10918825" cy="3149600"/>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1800" b="0">
                <a:solidFill>
                  <a:srgbClr val="000000"/>
                </a:solidFill>
                <a:latin typeface="Times New Roman"/>
                <a:ea typeface="Times New Roman"/>
                <a:cs typeface="Times New Roman"/>
                <a:sym typeface="Times New Roman"/>
              </a:rPr>
              <a:t>Các đầu ra tương tự thường được sử dụng để tạo ra điện áp hoặc dòng điện thay đổi thường dùng cho các thao tác như tăng, giảm tốc động cơ, điều chỉnh vị trí van… Cũng giống như đầu ra số, đầu ra tương tự có nhiều có nhiều loại tương ứng với điện AC hoặc DC. Thông thường sẽ không có mức hiển thị trạng thái cho ngõ ra do đó bạn phải xác định được loại điện áp hoặc dòng điện mà module tạo ra được (AC hay DC) và thang đo tương ứng.</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Để kiểm tra kết quả đầu ra, bạn cần dùng chương trình để “ép” ngõ ra tạo ra các giá trị cực đại, cực tiểu dựa trên thanh đo để đo và kiểm tra.</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Nếu nghi ngờ vấn đề dây dẫn, hay vấn đề thiết bị đầu ra hãy tạm ngắt kết nối chúng và thay thế để kiểm tra.</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Nếu không đo được dòng điện hoặc điện áp ở ngõ ra, bạn nên thay thế module.</a:t>
            </a:r>
            <a:endParaRPr/>
          </a:p>
          <a:p>
            <a:pPr marL="457200" marR="0" lvl="1" indent="0" algn="just" rtl="0">
              <a:spcBef>
                <a:spcPts val="1138"/>
              </a:spcBef>
              <a:spcAft>
                <a:spcPts val="0"/>
              </a:spcAft>
              <a:buNone/>
            </a:pPr>
            <a:r>
              <a:rPr lang="en-US" sz="1800" b="0" i="0" u="none" strike="noStrike" cap="none">
                <a:solidFill>
                  <a:srgbClr val="000000"/>
                </a:solidFill>
                <a:latin typeface="Times New Roman"/>
                <a:ea typeface="Times New Roman"/>
                <a:cs typeface="Times New Roman"/>
                <a:sym typeface="Times New Roman"/>
              </a:rPr>
              <a:t>+ Thông thường sử dụng điện trở từ để là tải thử nghiệm.</a:t>
            </a:r>
            <a:endParaRPr/>
          </a:p>
        </p:txBody>
      </p:sp>
      <p:sp>
        <p:nvSpPr>
          <p:cNvPr id="951" name="Google Shape;951;p39"/>
          <p:cNvSpPr/>
          <p:nvPr/>
        </p:nvSpPr>
        <p:spPr>
          <a:xfrm>
            <a:off x="623888" y="836613"/>
            <a:ext cx="10918825" cy="461962"/>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Khắc phục sự cố module đầu ra tương tự (Analog Output):</a:t>
            </a:r>
            <a:endParaRPr/>
          </a:p>
        </p:txBody>
      </p:sp>
      <p:sp>
        <p:nvSpPr>
          <p:cNvPr id="952" name="Google Shape;952;p39"/>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6.5 KỸ NĂNG XỬ LÝ LỖI HỆ THỐNG ĐIỀU KHIỂN VỚI PLC</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grpSp>
        <p:nvGrpSpPr>
          <p:cNvPr id="957" name="Google Shape;957;p40"/>
          <p:cNvGrpSpPr/>
          <p:nvPr/>
        </p:nvGrpSpPr>
        <p:grpSpPr>
          <a:xfrm>
            <a:off x="11542713" y="6669088"/>
            <a:ext cx="649287" cy="188912"/>
            <a:chOff x="5012" y="4110"/>
            <a:chExt cx="748" cy="210"/>
          </a:xfrm>
        </p:grpSpPr>
        <p:sp>
          <p:nvSpPr>
            <p:cNvPr id="958" name="Google Shape;958;p40">
              <a:hlinkClick r:id="" action="ppaction://hlinkshowjump?jump=firstslide"/>
            </p:cNvPr>
            <p:cNvSpPr/>
            <p:nvPr/>
          </p:nvSpPr>
          <p:spPr>
            <a:xfrm>
              <a:off x="5012" y="4110"/>
              <a:ext cx="272" cy="210"/>
            </a:xfrm>
            <a:custGeom>
              <a:avLst/>
              <a:gdLst/>
              <a:ahLst/>
              <a:cxnLst/>
              <a:rect l="l" t="t" r="r" b="b"/>
              <a:pathLst>
                <a:path w="120000" h="120000" extrusionOk="0">
                  <a:moveTo>
                    <a:pt x="0" y="0"/>
                  </a:moveTo>
                  <a:lnTo>
                    <a:pt x="120000" y="0"/>
                  </a:lnTo>
                  <a:lnTo>
                    <a:pt x="120000" y="120000"/>
                  </a:lnTo>
                  <a:lnTo>
                    <a:pt x="0" y="120000"/>
                  </a:lnTo>
                  <a:close/>
                  <a:moveTo>
                    <a:pt x="60000" y="15000"/>
                  </a:moveTo>
                  <a:lnTo>
                    <a:pt x="23995" y="60000"/>
                  </a:lnTo>
                  <a:lnTo>
                    <a:pt x="32996" y="60000"/>
                  </a:lnTo>
                  <a:lnTo>
                    <a:pt x="32996" y="105000"/>
                  </a:lnTo>
                  <a:lnTo>
                    <a:pt x="87004" y="105000"/>
                  </a:lnTo>
                  <a:lnTo>
                    <a:pt x="87004" y="60000"/>
                  </a:lnTo>
                  <a:lnTo>
                    <a:pt x="96005" y="60000"/>
                  </a:lnTo>
                  <a:lnTo>
                    <a:pt x="82503" y="43125"/>
                  </a:lnTo>
                  <a:lnTo>
                    <a:pt x="82503" y="20625"/>
                  </a:lnTo>
                  <a:lnTo>
                    <a:pt x="73502" y="20625"/>
                  </a:lnTo>
                  <a:lnTo>
                    <a:pt x="73502" y="31875"/>
                  </a:lnTo>
                  <a:close/>
                </a:path>
                <a:path w="120000" h="120000" fill="darkenLess" extrusionOk="0">
                  <a:moveTo>
                    <a:pt x="82503" y="43125"/>
                  </a:moveTo>
                  <a:lnTo>
                    <a:pt x="82503" y="20625"/>
                  </a:lnTo>
                  <a:lnTo>
                    <a:pt x="73502" y="20625"/>
                  </a:lnTo>
                  <a:lnTo>
                    <a:pt x="73502" y="31875"/>
                  </a:lnTo>
                  <a:close/>
                  <a:moveTo>
                    <a:pt x="32996" y="60000"/>
                  </a:moveTo>
                  <a:lnTo>
                    <a:pt x="32996" y="105000"/>
                  </a:lnTo>
                  <a:lnTo>
                    <a:pt x="55499" y="105000"/>
                  </a:lnTo>
                  <a:lnTo>
                    <a:pt x="55499" y="82500"/>
                  </a:lnTo>
                  <a:lnTo>
                    <a:pt x="64501" y="82500"/>
                  </a:lnTo>
                  <a:lnTo>
                    <a:pt x="64501" y="105000"/>
                  </a:lnTo>
                  <a:lnTo>
                    <a:pt x="87004" y="105000"/>
                  </a:lnTo>
                  <a:lnTo>
                    <a:pt x="87004" y="60000"/>
                  </a:lnTo>
                  <a:close/>
                </a:path>
                <a:path w="120000" h="120000" fill="darken" extrusionOk="0">
                  <a:moveTo>
                    <a:pt x="60000" y="15000"/>
                  </a:moveTo>
                  <a:lnTo>
                    <a:pt x="23995" y="60000"/>
                  </a:lnTo>
                  <a:lnTo>
                    <a:pt x="96005" y="60000"/>
                  </a:lnTo>
                  <a:close/>
                  <a:moveTo>
                    <a:pt x="55499" y="82500"/>
                  </a:moveTo>
                  <a:lnTo>
                    <a:pt x="64501" y="82500"/>
                  </a:lnTo>
                  <a:lnTo>
                    <a:pt x="64501" y="105000"/>
                  </a:lnTo>
                  <a:lnTo>
                    <a:pt x="55499" y="105000"/>
                  </a:lnTo>
                  <a:close/>
                </a:path>
                <a:path w="120000" h="120000" fill="none" extrusionOk="0">
                  <a:moveTo>
                    <a:pt x="60000" y="15000"/>
                  </a:moveTo>
                  <a:lnTo>
                    <a:pt x="73502" y="31875"/>
                  </a:lnTo>
                  <a:lnTo>
                    <a:pt x="73502" y="20625"/>
                  </a:lnTo>
                  <a:lnTo>
                    <a:pt x="82503" y="20625"/>
                  </a:lnTo>
                  <a:lnTo>
                    <a:pt x="82503" y="43125"/>
                  </a:lnTo>
                  <a:lnTo>
                    <a:pt x="96005" y="60000"/>
                  </a:lnTo>
                  <a:lnTo>
                    <a:pt x="87004" y="60000"/>
                  </a:lnTo>
                  <a:lnTo>
                    <a:pt x="87004" y="105000"/>
                  </a:lnTo>
                  <a:lnTo>
                    <a:pt x="32996" y="105000"/>
                  </a:lnTo>
                  <a:lnTo>
                    <a:pt x="32996" y="60000"/>
                  </a:lnTo>
                  <a:lnTo>
                    <a:pt x="23995" y="60000"/>
                  </a:lnTo>
                  <a:close/>
                  <a:moveTo>
                    <a:pt x="73502" y="31875"/>
                  </a:moveTo>
                  <a:lnTo>
                    <a:pt x="82503" y="43125"/>
                  </a:lnTo>
                  <a:moveTo>
                    <a:pt x="87004" y="60000"/>
                  </a:moveTo>
                  <a:lnTo>
                    <a:pt x="32996" y="60000"/>
                  </a:lnTo>
                  <a:moveTo>
                    <a:pt x="55499" y="105000"/>
                  </a:moveTo>
                  <a:lnTo>
                    <a:pt x="55499" y="82500"/>
                  </a:lnTo>
                  <a:lnTo>
                    <a:pt x="64501" y="82500"/>
                  </a:lnTo>
                  <a:lnTo>
                    <a:pt x="64501" y="105000"/>
                  </a:lnTo>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59" name="Google Shape;959;p40">
              <a:hlinkClick r:id="" action="ppaction://hlinkshowjump?jump=previousslide"/>
            </p:cNvPr>
            <p:cNvSpPr/>
            <p:nvPr/>
          </p:nvSpPr>
          <p:spPr>
            <a:xfrm>
              <a:off x="5262" y="4110"/>
              <a:ext cx="249" cy="210"/>
            </a:xfrm>
            <a:custGeom>
              <a:avLst/>
              <a:gdLst/>
              <a:ahLst/>
              <a:cxnLst/>
              <a:rect l="l" t="t" r="r" b="b"/>
              <a:pathLst>
                <a:path w="120000" h="120000" extrusionOk="0">
                  <a:moveTo>
                    <a:pt x="0" y="0"/>
                  </a:moveTo>
                  <a:lnTo>
                    <a:pt x="120000" y="0"/>
                  </a:lnTo>
                  <a:lnTo>
                    <a:pt x="120000" y="120000"/>
                  </a:lnTo>
                  <a:lnTo>
                    <a:pt x="0" y="120000"/>
                  </a:lnTo>
                  <a:close/>
                  <a:moveTo>
                    <a:pt x="20669" y="60000"/>
                  </a:moveTo>
                  <a:lnTo>
                    <a:pt x="99331" y="15000"/>
                  </a:lnTo>
                  <a:lnTo>
                    <a:pt x="99331" y="105000"/>
                  </a:lnTo>
                  <a:close/>
                </a:path>
                <a:path w="120000" h="120000" fill="darken" extrusionOk="0">
                  <a:moveTo>
                    <a:pt x="20669" y="60000"/>
                  </a:moveTo>
                  <a:lnTo>
                    <a:pt x="99331" y="15000"/>
                  </a:lnTo>
                  <a:lnTo>
                    <a:pt x="99331" y="105000"/>
                  </a:lnTo>
                  <a:close/>
                </a:path>
                <a:path w="120000" h="120000" fill="none" extrusionOk="0">
                  <a:moveTo>
                    <a:pt x="20669" y="60000"/>
                  </a:moveTo>
                  <a:lnTo>
                    <a:pt x="99331" y="15000"/>
                  </a:lnTo>
                  <a:lnTo>
                    <a:pt x="99331" y="10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l" rtl="0">
                <a:spcBef>
                  <a:spcPts val="0"/>
                </a:spcBef>
                <a:spcAft>
                  <a:spcPts val="0"/>
                </a:spcAft>
                <a:buNone/>
              </a:pPr>
              <a:endParaRPr sz="2800" b="1">
                <a:solidFill>
                  <a:srgbClr val="000000"/>
                </a:solidFill>
                <a:latin typeface="Times New Roman"/>
                <a:ea typeface="Times New Roman"/>
                <a:cs typeface="Times New Roman"/>
                <a:sym typeface="Times New Roman"/>
              </a:endParaRPr>
            </a:p>
          </p:txBody>
        </p:sp>
        <p:sp>
          <p:nvSpPr>
            <p:cNvPr id="960" name="Google Shape;960;p40">
              <a:hlinkClick r:id="" action="ppaction://hlinkshowjump?jump=nextslide"/>
            </p:cNvPr>
            <p:cNvSpPr/>
            <p:nvPr/>
          </p:nvSpPr>
          <p:spPr>
            <a:xfrm>
              <a:off x="5511" y="4110"/>
              <a:ext cx="249" cy="210"/>
            </a:xfrm>
            <a:custGeom>
              <a:avLst/>
              <a:gdLst/>
              <a:ahLst/>
              <a:cxnLst/>
              <a:rect l="l" t="t" r="r" b="b"/>
              <a:pathLst>
                <a:path w="120000" h="120000" extrusionOk="0">
                  <a:moveTo>
                    <a:pt x="0" y="0"/>
                  </a:moveTo>
                  <a:lnTo>
                    <a:pt x="120000" y="0"/>
                  </a:lnTo>
                  <a:lnTo>
                    <a:pt x="120000" y="120000"/>
                  </a:lnTo>
                  <a:lnTo>
                    <a:pt x="0" y="120000"/>
                  </a:lnTo>
                  <a:close/>
                  <a:moveTo>
                    <a:pt x="99331" y="60000"/>
                  </a:moveTo>
                  <a:lnTo>
                    <a:pt x="20669" y="15000"/>
                  </a:lnTo>
                  <a:lnTo>
                    <a:pt x="20669" y="105000"/>
                  </a:lnTo>
                  <a:close/>
                </a:path>
                <a:path w="120000" h="120000" fill="darken" extrusionOk="0">
                  <a:moveTo>
                    <a:pt x="99331" y="60000"/>
                  </a:moveTo>
                  <a:lnTo>
                    <a:pt x="20669" y="15000"/>
                  </a:lnTo>
                  <a:lnTo>
                    <a:pt x="20669" y="105000"/>
                  </a:lnTo>
                  <a:close/>
                </a:path>
                <a:path w="120000" h="120000" fill="none" extrusionOk="0">
                  <a:moveTo>
                    <a:pt x="99331" y="60000"/>
                  </a:moveTo>
                  <a:lnTo>
                    <a:pt x="20669" y="105000"/>
                  </a:lnTo>
                  <a:lnTo>
                    <a:pt x="20669" y="15000"/>
                  </a:lnTo>
                  <a:close/>
                </a:path>
                <a:path w="120000" h="120000" fill="none" extrusionOk="0">
                  <a:moveTo>
                    <a:pt x="0" y="0"/>
                  </a:moveTo>
                  <a:lnTo>
                    <a:pt x="120000" y="0"/>
                  </a:lnTo>
                  <a:lnTo>
                    <a:pt x="120000" y="120000"/>
                  </a:lnTo>
                  <a:lnTo>
                    <a:pt x="0" y="120000"/>
                  </a:lnTo>
                  <a:close/>
                </a:path>
              </a:pathLst>
            </a:custGeom>
            <a:solidFill>
              <a:schemeClr val="hlink"/>
            </a:solidFill>
            <a:ln>
              <a:noFill/>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2400" b="0">
                  <a:solidFill>
                    <a:srgbClr val="000000"/>
                  </a:solidFill>
                  <a:latin typeface="Times New Roman"/>
                  <a:ea typeface="Times New Roman"/>
                  <a:cs typeface="Times New Roman"/>
                  <a:sym typeface="Times New Roman"/>
                </a:rPr>
                <a:t>   </a:t>
              </a:r>
              <a:endParaRPr sz="2800" b="1">
                <a:solidFill>
                  <a:srgbClr val="000000"/>
                </a:solidFill>
                <a:latin typeface="Times New Roman"/>
                <a:ea typeface="Times New Roman"/>
                <a:cs typeface="Times New Roman"/>
                <a:sym typeface="Times New Roman"/>
              </a:endParaRPr>
            </a:p>
          </p:txBody>
        </p:sp>
      </p:grpSp>
      <p:sp>
        <p:nvSpPr>
          <p:cNvPr id="961" name="Google Shape;961;p40"/>
          <p:cNvSpPr/>
          <p:nvPr/>
        </p:nvSpPr>
        <p:spPr>
          <a:xfrm>
            <a:off x="623888" y="908050"/>
            <a:ext cx="10918825" cy="461963"/>
          </a:xfrm>
          <a:prstGeom prst="rect">
            <a:avLst/>
          </a:prstGeom>
          <a:solidFill>
            <a:srgbClr val="FFFFFF"/>
          </a:solidFill>
          <a:ln>
            <a:noFill/>
          </a:ln>
        </p:spPr>
        <p:txBody>
          <a:bodyPr spcFirstLastPara="1" wrap="square" lIns="158700" tIns="45700" rIns="158700" bIns="45700" anchor="ctr" anchorCtr="0">
            <a:spAutoFit/>
          </a:bodyPr>
          <a:lstStyle/>
          <a:p>
            <a:pPr marL="0" marR="0" lvl="0" indent="0" algn="just" rtl="0">
              <a:spcBef>
                <a:spcPts val="0"/>
              </a:spcBef>
              <a:spcAft>
                <a:spcPts val="0"/>
              </a:spcAft>
              <a:buNone/>
            </a:pPr>
            <a:r>
              <a:rPr lang="en-US" sz="2400" b="1">
                <a:solidFill>
                  <a:srgbClr val="0070C0"/>
                </a:solidFill>
                <a:latin typeface="Times New Roman"/>
                <a:ea typeface="Times New Roman"/>
                <a:cs typeface="Times New Roman"/>
                <a:sym typeface="Times New Roman"/>
              </a:rPr>
              <a:t>Bạn hãy phân tích lỗi hệ thống sau:</a:t>
            </a:r>
            <a:endParaRPr/>
          </a:p>
        </p:txBody>
      </p:sp>
      <p:cxnSp>
        <p:nvCxnSpPr>
          <p:cNvPr id="962" name="Google Shape;962;p40"/>
          <p:cNvCxnSpPr/>
          <p:nvPr/>
        </p:nvCxnSpPr>
        <p:spPr>
          <a:xfrm>
            <a:off x="623888" y="735013"/>
            <a:ext cx="10944225" cy="0"/>
          </a:xfrm>
          <a:prstGeom prst="straightConnector1">
            <a:avLst/>
          </a:prstGeom>
          <a:noFill/>
          <a:ln w="38100" cap="flat" cmpd="sng">
            <a:solidFill>
              <a:srgbClr val="FF9900"/>
            </a:solidFill>
            <a:prstDash val="solid"/>
            <a:miter lim="800000"/>
            <a:headEnd type="none" w="sm" len="sm"/>
            <a:tailEnd type="none" w="sm" len="sm"/>
          </a:ln>
        </p:spPr>
      </p:cxnSp>
      <p:cxnSp>
        <p:nvCxnSpPr>
          <p:cNvPr id="963" name="Google Shape;963;p40"/>
          <p:cNvCxnSpPr/>
          <p:nvPr/>
        </p:nvCxnSpPr>
        <p:spPr>
          <a:xfrm>
            <a:off x="623888" y="6484938"/>
            <a:ext cx="10944225" cy="0"/>
          </a:xfrm>
          <a:prstGeom prst="straightConnector1">
            <a:avLst/>
          </a:prstGeom>
          <a:noFill/>
          <a:ln w="9525" cap="flat" cmpd="sng">
            <a:solidFill>
              <a:srgbClr val="FF9900"/>
            </a:solidFill>
            <a:prstDash val="solid"/>
            <a:miter lim="800000"/>
            <a:headEnd type="none" w="sm" len="sm"/>
            <a:tailEnd type="none" w="sm" len="sm"/>
          </a:ln>
        </p:spPr>
      </p:cxnSp>
      <p:pic>
        <p:nvPicPr>
          <p:cNvPr id="964" name="Google Shape;964;p40"/>
          <p:cNvPicPr preferRelativeResize="0"/>
          <p:nvPr/>
        </p:nvPicPr>
        <p:blipFill rotWithShape="1">
          <a:blip r:embed="rId3">
            <a:alphaModFix/>
          </a:blip>
          <a:srcRect/>
          <a:stretch/>
        </p:blipFill>
        <p:spPr>
          <a:xfrm>
            <a:off x="623888" y="85725"/>
            <a:ext cx="1201737" cy="703263"/>
          </a:xfrm>
          <a:prstGeom prst="rect">
            <a:avLst/>
          </a:prstGeom>
          <a:noFill/>
          <a:ln>
            <a:noFill/>
          </a:ln>
        </p:spPr>
      </p:pic>
      <p:sp>
        <p:nvSpPr>
          <p:cNvPr id="965" name="Google Shape;965;p40"/>
          <p:cNvSpPr txBox="1"/>
          <p:nvPr/>
        </p:nvSpPr>
        <p:spPr>
          <a:xfrm>
            <a:off x="5448300" y="6484938"/>
            <a:ext cx="6119813" cy="34925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r>
              <a:rPr lang="en-US" sz="1200" b="1">
                <a:solidFill>
                  <a:srgbClr val="2D2D8A"/>
                </a:solidFill>
                <a:latin typeface="Times New Roman"/>
                <a:ea typeface="Times New Roman"/>
                <a:cs typeface="Times New Roman"/>
                <a:sym typeface="Times New Roman"/>
              </a:rPr>
              <a:t>AUT206 - PLC CƠ BẢN</a:t>
            </a:r>
            <a:endParaRPr sz="1200" b="1">
              <a:solidFill>
                <a:srgbClr val="2D2D8A"/>
              </a:solidFill>
              <a:latin typeface="Times New Roman"/>
              <a:ea typeface="Times New Roman"/>
              <a:cs typeface="Times New Roman"/>
              <a:sym typeface="Times New Roman"/>
            </a:endParaRPr>
          </a:p>
        </p:txBody>
      </p:sp>
      <p:pic>
        <p:nvPicPr>
          <p:cNvPr id="966" name="Google Shape;966;p40" descr="C:\Users\nbcha\Documents\Error-in-Modbus-Message-Query.gif"/>
          <p:cNvPicPr preferRelativeResize="0"/>
          <p:nvPr/>
        </p:nvPicPr>
        <p:blipFill rotWithShape="1">
          <a:blip r:embed="rId4">
            <a:alphaModFix/>
          </a:blip>
          <a:srcRect/>
          <a:stretch/>
        </p:blipFill>
        <p:spPr>
          <a:xfrm>
            <a:off x="1771650" y="1452563"/>
            <a:ext cx="8861425" cy="4929187"/>
          </a:xfrm>
          <a:prstGeom prst="rect">
            <a:avLst/>
          </a:prstGeom>
          <a:noFill/>
          <a:ln>
            <a:noFill/>
          </a:ln>
        </p:spPr>
      </p:pic>
      <p:sp>
        <p:nvSpPr>
          <p:cNvPr id="967" name="Google Shape;967;p40"/>
          <p:cNvSpPr txBox="1"/>
          <p:nvPr/>
        </p:nvSpPr>
        <p:spPr>
          <a:xfrm>
            <a:off x="1965325" y="193675"/>
            <a:ext cx="9602788" cy="48736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2000" b="1">
                <a:solidFill>
                  <a:srgbClr val="FF5A33"/>
                </a:solidFill>
                <a:latin typeface="Times New Roman"/>
                <a:ea typeface="Times New Roman"/>
                <a:cs typeface="Times New Roman"/>
                <a:sym typeface="Times New Roman"/>
              </a:rPr>
              <a:t>6.5 KỸ NĂNG XỬ LÝ LỖI HỆ THỐNG ĐIỀU KHIỂN VỚI PLC</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972"/>
        <p:cNvGrpSpPr/>
        <p:nvPr/>
      </p:nvGrpSpPr>
      <p:grpSpPr>
        <a:xfrm>
          <a:off x="0" y="0"/>
          <a:ext cx="0" cy="0"/>
          <a:chOff x="0" y="0"/>
          <a:chExt cx="0" cy="0"/>
        </a:xfrm>
      </p:grpSpPr>
      <p:pic>
        <p:nvPicPr>
          <p:cNvPr id="973" name="Google Shape;973;p41"/>
          <p:cNvPicPr preferRelativeResize="0"/>
          <p:nvPr/>
        </p:nvPicPr>
        <p:blipFill rotWithShape="1">
          <a:blip r:embed="rId3">
            <a:alphaModFix/>
          </a:blip>
          <a:srcRect/>
          <a:stretch/>
        </p:blipFill>
        <p:spPr>
          <a:xfrm>
            <a:off x="5008563" y="84138"/>
            <a:ext cx="2263775" cy="1071562"/>
          </a:xfrm>
          <a:prstGeom prst="rect">
            <a:avLst/>
          </a:prstGeom>
          <a:noFill/>
          <a:ln>
            <a:noFill/>
          </a:ln>
        </p:spPr>
      </p:pic>
      <p:pic>
        <p:nvPicPr>
          <p:cNvPr id="974" name="Google Shape;974;p41" descr="Top những lời cảm ơn sinh nhật hài hước, độc đáo"/>
          <p:cNvPicPr preferRelativeResize="0"/>
          <p:nvPr/>
        </p:nvPicPr>
        <p:blipFill rotWithShape="1">
          <a:blip r:embed="rId4">
            <a:alphaModFix/>
          </a:blip>
          <a:srcRect/>
          <a:stretch/>
        </p:blipFill>
        <p:spPr>
          <a:xfrm>
            <a:off x="2711450" y="1628775"/>
            <a:ext cx="6858000" cy="4524375"/>
          </a:xfrm>
          <a:prstGeom prst="rect">
            <a:avLst/>
          </a:prstGeom>
          <a:noFill/>
          <a:ln>
            <a:noFill/>
          </a:ln>
        </p:spPr>
      </p:pic>
    </p:spTree>
  </p:cSld>
  <p:clrMapOvr>
    <a:masterClrMapping/>
  </p:clrMapOvr>
</p:sld>
</file>

<file path=ppt/theme/theme1.xml><?xml version="1.0" encoding="utf-8"?>
<a:theme xmlns:a="http://schemas.openxmlformats.org/drawingml/2006/main" name="1_Default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Default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6_Default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WelcomeDoc">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5196</Words>
  <Application>Microsoft Office PowerPoint</Application>
  <PresentationFormat>Widescreen</PresentationFormat>
  <Paragraphs>318</Paragraphs>
  <Slides>42</Slides>
  <Notes>42</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42</vt:i4>
      </vt:variant>
    </vt:vector>
  </HeadingPairs>
  <TitlesOfParts>
    <vt:vector size="52" baseType="lpstr">
      <vt:lpstr>Arial</vt:lpstr>
      <vt:lpstr>Noto Sans Symbols</vt:lpstr>
      <vt:lpstr>Quattrocento Sans</vt:lpstr>
      <vt:lpstr>Times New Roman</vt:lpstr>
      <vt:lpstr>1_Default Design</vt:lpstr>
      <vt:lpstr>Default Design</vt:lpstr>
      <vt:lpstr>5_Default Design</vt:lpstr>
      <vt:lpstr>4_Default Design</vt:lpstr>
      <vt:lpstr>6_Default Design</vt:lpstr>
      <vt:lpstr>1_WelcomeDoc</vt:lpstr>
      <vt:lpstr>Bài 6: THIẾT KẾ ỨNG DỤNG MÔ HÌNH ĐIỀU KHIỂN BẰNG PLC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6: THIẾT KẾ ỨNG DỤNG MÔ HÌNH ĐIỀU KHIỂN BẰNG PLC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6: THIẾT KẾ ỨNG DỤNG MÔ HÌNH ĐIỀU KHIỂN BẰNG PLC</vt:lpstr>
      <vt:lpstr>PowerPoint Presentation</vt:lpstr>
      <vt:lpstr>PowerPoint Presentation</vt:lpstr>
      <vt:lpstr>PowerPoint Presentation</vt:lpstr>
      <vt:lpstr>PowerPoint Presentation</vt:lpstr>
      <vt:lpstr>PowerPoint Presentation</vt:lpstr>
      <vt:lpstr>Bài 6: THIẾT KẾ ỨNG DỤNG MÔ HÌNH ĐIỀU KHIỂN BẰNG PLC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6: THIẾT KẾ ỨNG DỤNG MÔ HÌNH ĐIỀU KHIỂN BẰNG PLC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6: THIẾT KẾ ỨNG DỤNG MÔ HÌNH ĐIỀU KHIỂN BẰNG PLC</dc:title>
  <dc:creator>Nguyen Van Thoai</dc:creator>
  <cp:lastModifiedBy>Minh Ngo</cp:lastModifiedBy>
  <cp:revision>3</cp:revision>
  <dcterms:created xsi:type="dcterms:W3CDTF">2004-01-03T21:50:02Z</dcterms:created>
  <dcterms:modified xsi:type="dcterms:W3CDTF">2022-06-06T09:05:23Z</dcterms:modified>
</cp:coreProperties>
</file>