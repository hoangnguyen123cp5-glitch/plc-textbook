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media/image10.jpg" ContentType="image/png"/>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 id="2147483677" r:id="rId3"/>
  </p:sldMasterIdLst>
  <p:notesMasterIdLst>
    <p:notesMasterId r:id="rId37"/>
  </p:notesMasterIdLst>
  <p:sldIdLst>
    <p:sldId id="257" r:id="rId4"/>
    <p:sldId id="341" r:id="rId5"/>
    <p:sldId id="339" r:id="rId6"/>
    <p:sldId id="353" r:id="rId7"/>
    <p:sldId id="354" r:id="rId8"/>
    <p:sldId id="355" r:id="rId9"/>
    <p:sldId id="356" r:id="rId10"/>
    <p:sldId id="357" r:id="rId11"/>
    <p:sldId id="358" r:id="rId12"/>
    <p:sldId id="377" r:id="rId13"/>
    <p:sldId id="359" r:id="rId14"/>
    <p:sldId id="366" r:id="rId15"/>
    <p:sldId id="360" r:id="rId16"/>
    <p:sldId id="361" r:id="rId17"/>
    <p:sldId id="362" r:id="rId18"/>
    <p:sldId id="363" r:id="rId19"/>
    <p:sldId id="364" r:id="rId20"/>
    <p:sldId id="365" r:id="rId21"/>
    <p:sldId id="367" r:id="rId22"/>
    <p:sldId id="368" r:id="rId23"/>
    <p:sldId id="369" r:id="rId24"/>
    <p:sldId id="375" r:id="rId25"/>
    <p:sldId id="376" r:id="rId26"/>
    <p:sldId id="370" r:id="rId27"/>
    <p:sldId id="378" r:id="rId28"/>
    <p:sldId id="371" r:id="rId29"/>
    <p:sldId id="372" r:id="rId30"/>
    <p:sldId id="373" r:id="rId31"/>
    <p:sldId id="374" r:id="rId32"/>
    <p:sldId id="379" r:id="rId33"/>
    <p:sldId id="380" r:id="rId34"/>
    <p:sldId id="381" r:id="rId35"/>
    <p:sldId id="302"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2897" autoAdjust="0"/>
  </p:normalViewPr>
  <p:slideViewPr>
    <p:cSldViewPr snapToGrid="0">
      <p:cViewPr varScale="1">
        <p:scale>
          <a:sx n="67" d="100"/>
          <a:sy n="67" d="100"/>
        </p:scale>
        <p:origin x="858" y="5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viewProps" Target="viewProps.xml"/><Relationship Id="rId3" Type="http://schemas.openxmlformats.org/officeDocument/2006/relationships/slideMaster" Target="slideMasters/slideMaster3.xml"/><Relationship Id="rId21" Type="http://schemas.openxmlformats.org/officeDocument/2006/relationships/slide" Target="slides/slide18.xml"/><Relationship Id="rId34" Type="http://schemas.openxmlformats.org/officeDocument/2006/relationships/slide" Target="slides/slide3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ADEF37C-3239-4CC1-9458-1F4F89E202E7}" type="datetimeFigureOut">
              <a:rPr lang="en-US" smtClean="0"/>
              <a:t>11/26/2021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0567F6F-AC6B-4134-8A12-A6DFC3D5752F}" type="slidenum">
              <a:rPr lang="en-US" smtClean="0"/>
              <a:t>‹#›</a:t>
            </a:fld>
            <a:endParaRPr lang="en-US"/>
          </a:p>
        </p:txBody>
      </p:sp>
    </p:spTree>
    <p:extLst>
      <p:ext uri="{BB962C8B-B14F-4D97-AF65-F5344CB8AC3E}">
        <p14:creationId xmlns:p14="http://schemas.microsoft.com/office/powerpoint/2010/main" val="12878252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r>
              <a:rPr lang="en-US" altLang="en-US" dirty="0">
                <a:solidFill>
                  <a:srgbClr val="000000"/>
                </a:solidFill>
                <a:cs typeface="Times New Roman" panose="02020603050405020304" pitchFamily="18" charset="0"/>
                <a:sym typeface="Arial" panose="020B0604020202020204" pitchFamily="34" charset="0"/>
              </a:rPr>
              <a:t>https://congnghedoluong.com/2020/05/27/encoder-la-gi/</a:t>
            </a: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30051484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r>
              <a:rPr lang="en-US" altLang="en-US" dirty="0">
                <a:solidFill>
                  <a:srgbClr val="000000"/>
                </a:solidFill>
                <a:cs typeface="Times New Roman" panose="02020603050405020304" pitchFamily="18" charset="0"/>
                <a:sym typeface="Arial" panose="020B0604020202020204" pitchFamily="34" charset="0"/>
              </a:rPr>
              <a:t>https://congnghedoluong.com/2020/05/27/encoder-la-gi/</a:t>
            </a: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6</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1397116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dirty="0">
              <a:solidFill>
                <a:srgbClr val="000000"/>
              </a:solidFill>
              <a:cs typeface="Times New Roman" panose="02020603050405020304" pitchFamily="18" charset="0"/>
              <a:sym typeface="Arial" panose="020B0604020202020204" pitchFamily="34" charset="0"/>
            </a:endParaRP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7</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849976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r>
              <a:rPr lang="en-US" altLang="en-US" dirty="0">
                <a:solidFill>
                  <a:srgbClr val="000000"/>
                </a:solidFill>
                <a:cs typeface="Times New Roman" panose="02020603050405020304" pitchFamily="18" charset="0"/>
                <a:sym typeface="Arial" panose="020B0604020202020204" pitchFamily="34" charset="0"/>
              </a:rPr>
              <a:t>https://itudong.com/su-khac-nhau-giua-cac-phien-ban-wincc-flexible-wincc-7-va-wincc-tia-portal/</a:t>
            </a: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8</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7603143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dirty="0">
              <a:solidFill>
                <a:srgbClr val="000000"/>
              </a:solidFill>
              <a:cs typeface="Times New Roman" panose="02020603050405020304" pitchFamily="18" charset="0"/>
              <a:sym typeface="Arial" panose="020B0604020202020204" pitchFamily="34" charset="0"/>
            </a:endParaRP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9</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14509423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dirty="0">
              <a:solidFill>
                <a:srgbClr val="000000"/>
              </a:solidFill>
              <a:cs typeface="Times New Roman" panose="02020603050405020304" pitchFamily="18" charset="0"/>
              <a:sym typeface="Arial" panose="020B0604020202020204" pitchFamily="34" charset="0"/>
            </a:endParaRP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11</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18747518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dirty="0">
              <a:solidFill>
                <a:srgbClr val="000000"/>
              </a:solidFill>
              <a:cs typeface="Times New Roman" panose="02020603050405020304" pitchFamily="18" charset="0"/>
              <a:sym typeface="Arial" panose="020B0604020202020204" pitchFamily="34" charset="0"/>
            </a:endParaRP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12</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19239805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dirty="0">
              <a:solidFill>
                <a:srgbClr val="000000"/>
              </a:solidFill>
              <a:cs typeface="Times New Roman" panose="02020603050405020304" pitchFamily="18" charset="0"/>
              <a:sym typeface="Arial" panose="020B0604020202020204" pitchFamily="34" charset="0"/>
            </a:endParaRP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13</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31886557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dirty="0">
              <a:solidFill>
                <a:srgbClr val="000000"/>
              </a:solidFill>
              <a:cs typeface="Times New Roman" panose="02020603050405020304" pitchFamily="18" charset="0"/>
              <a:sym typeface="Arial" panose="020B0604020202020204" pitchFamily="34" charset="0"/>
            </a:endParaRP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14</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33401241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dirty="0">
              <a:solidFill>
                <a:srgbClr val="000000"/>
              </a:solidFill>
              <a:cs typeface="Times New Roman" panose="02020603050405020304" pitchFamily="18" charset="0"/>
              <a:sym typeface="Arial" panose="020B0604020202020204" pitchFamily="34" charset="0"/>
            </a:endParaRP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15</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23814102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dirty="0">
              <a:solidFill>
                <a:srgbClr val="000000"/>
              </a:solidFill>
              <a:cs typeface="Times New Roman" panose="02020603050405020304" pitchFamily="18" charset="0"/>
              <a:sym typeface="Arial" panose="020B0604020202020204" pitchFamily="34" charset="0"/>
            </a:endParaRP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16</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10642922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dirty="0">
              <a:solidFill>
                <a:srgbClr val="000000"/>
              </a:solidFill>
              <a:cs typeface="Times New Roman" panose="02020603050405020304" pitchFamily="18" charset="0"/>
              <a:sym typeface="Arial" panose="020B0604020202020204" pitchFamily="34" charset="0"/>
            </a:endParaRP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17</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2614624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dirty="0">
              <a:solidFill>
                <a:srgbClr val="000000"/>
              </a:solidFill>
              <a:cs typeface="Times New Roman" panose="02020603050405020304" pitchFamily="18" charset="0"/>
              <a:sym typeface="Arial" panose="020B0604020202020204" pitchFamily="34" charset="0"/>
            </a:endParaRP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18</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73527370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dirty="0">
              <a:solidFill>
                <a:srgbClr val="000000"/>
              </a:solidFill>
              <a:cs typeface="Times New Roman" panose="02020603050405020304" pitchFamily="18" charset="0"/>
              <a:sym typeface="Arial" panose="020B0604020202020204" pitchFamily="34" charset="0"/>
            </a:endParaRP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19</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56376927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dirty="0">
              <a:solidFill>
                <a:srgbClr val="000000"/>
              </a:solidFill>
              <a:cs typeface="Times New Roman" panose="02020603050405020304" pitchFamily="18" charset="0"/>
              <a:sym typeface="Arial" panose="020B0604020202020204" pitchFamily="34" charset="0"/>
            </a:endParaRP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20</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22361016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dirty="0">
              <a:solidFill>
                <a:srgbClr val="000000"/>
              </a:solidFill>
              <a:cs typeface="Times New Roman" panose="02020603050405020304" pitchFamily="18" charset="0"/>
              <a:sym typeface="Arial" panose="020B0604020202020204" pitchFamily="34" charset="0"/>
            </a:endParaRP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21</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165983461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dirty="0">
              <a:solidFill>
                <a:srgbClr val="000000"/>
              </a:solidFill>
              <a:cs typeface="Times New Roman" panose="02020603050405020304" pitchFamily="18" charset="0"/>
              <a:sym typeface="Arial" panose="020B0604020202020204" pitchFamily="34" charset="0"/>
            </a:endParaRP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22</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68891856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dirty="0">
              <a:solidFill>
                <a:srgbClr val="000000"/>
              </a:solidFill>
              <a:cs typeface="Times New Roman" panose="02020603050405020304" pitchFamily="18" charset="0"/>
              <a:sym typeface="Arial" panose="020B0604020202020204" pitchFamily="34" charset="0"/>
            </a:endParaRP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23</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428821048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dirty="0">
              <a:solidFill>
                <a:srgbClr val="000000"/>
              </a:solidFill>
              <a:cs typeface="Times New Roman" panose="02020603050405020304" pitchFamily="18" charset="0"/>
              <a:sym typeface="Arial" panose="020B0604020202020204" pitchFamily="34" charset="0"/>
            </a:endParaRP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24</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12413564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dirty="0">
              <a:solidFill>
                <a:srgbClr val="000000"/>
              </a:solidFill>
              <a:cs typeface="Times New Roman" panose="02020603050405020304" pitchFamily="18" charset="0"/>
              <a:sym typeface="Arial" panose="020B0604020202020204" pitchFamily="34" charset="0"/>
            </a:endParaRP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26</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223188724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dirty="0">
              <a:solidFill>
                <a:srgbClr val="000000"/>
              </a:solidFill>
              <a:cs typeface="Times New Roman" panose="02020603050405020304" pitchFamily="18" charset="0"/>
              <a:sym typeface="Arial" panose="020B0604020202020204" pitchFamily="34" charset="0"/>
            </a:endParaRP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27</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31042284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dirty="0">
              <a:solidFill>
                <a:srgbClr val="000000"/>
              </a:solidFill>
              <a:cs typeface="Times New Roman" panose="02020603050405020304" pitchFamily="18" charset="0"/>
              <a:sym typeface="Arial" panose="020B0604020202020204" pitchFamily="34" charset="0"/>
            </a:endParaRP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28</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323471416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dirty="0">
              <a:solidFill>
                <a:srgbClr val="000000"/>
              </a:solidFill>
              <a:cs typeface="Times New Roman" panose="02020603050405020304" pitchFamily="18" charset="0"/>
              <a:sym typeface="Arial" panose="020B0604020202020204" pitchFamily="34" charset="0"/>
            </a:endParaRP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29</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246932939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dirty="0">
              <a:solidFill>
                <a:srgbClr val="000000"/>
              </a:solidFill>
              <a:cs typeface="Times New Roman" panose="02020603050405020304" pitchFamily="18" charset="0"/>
              <a:sym typeface="Arial" panose="020B0604020202020204" pitchFamily="34" charset="0"/>
            </a:endParaRP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30</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385591441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dirty="0">
              <a:solidFill>
                <a:srgbClr val="000000"/>
              </a:solidFill>
              <a:cs typeface="Times New Roman" panose="02020603050405020304" pitchFamily="18" charset="0"/>
              <a:sym typeface="Arial" panose="020B0604020202020204" pitchFamily="34" charset="0"/>
            </a:endParaRP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31</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179515773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dirty="0">
              <a:solidFill>
                <a:srgbClr val="000000"/>
              </a:solidFill>
              <a:cs typeface="Times New Roman" panose="02020603050405020304" pitchFamily="18" charset="0"/>
              <a:sym typeface="Arial" panose="020B0604020202020204" pitchFamily="34" charset="0"/>
            </a:endParaRP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32</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6230216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6114" name="Slide Image Placeholder 1"/>
          <p:cNvSpPr>
            <a:spLocks noGrp="1" noRot="1" noChangeAspect="1" noTextEdit="1"/>
          </p:cNvSpPr>
          <p:nvPr>
            <p:ph type="sldImg"/>
          </p:nvPr>
        </p:nvSpPr>
        <p:spPr>
          <a:ln/>
        </p:spPr>
      </p:sp>
      <p:sp>
        <p:nvSpPr>
          <p:cNvPr id="346115"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a:p>
        </p:txBody>
      </p:sp>
      <p:sp>
        <p:nvSpPr>
          <p:cNvPr id="346116" name="Slide Number Placeholder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93E0FCE-8BAB-41A6-9695-3E5F75C21E84}" type="slidenum">
              <a:rPr kumimoji="0" lang="en-US" altLang="en-US" sz="1200" b="0" i="0" u="none" strike="noStrike" kern="1200" cap="none" spc="0" normalizeH="0" baseline="0" noProof="0" smtClean="0">
                <a:ln>
                  <a:noFill/>
                </a:ln>
                <a:solidFill>
                  <a:srgbClr val="FFFFFF"/>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33</a:t>
            </a:fld>
            <a:endParaRPr kumimoji="0" lang="en-US" altLang="en-US" sz="1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14388241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smtClean="0"/>
            </a:lvl1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5" name="Footer Placeholder 4"/>
          <p:cNvSpPr>
            <a:spLocks noGrp="1"/>
          </p:cNvSpPr>
          <p:nvPr>
            <p:ph type="ftr" sz="quarter" idx="11"/>
          </p:nvPr>
        </p:nvSpPr>
        <p:spPr/>
        <p:txBody>
          <a:bodyPr wrap="square" numCol="1" anchorCtr="0" compatLnSpc="1">
            <a:prstTxWarp prst="textNoShape">
              <a:avLst/>
            </a:prstTxWarp>
          </a:bodyPr>
          <a:lstStyle>
            <a:lvl1pPr>
              <a:defRPr smtClean="0">
                <a:solidFill>
                  <a:srgbClr val="898989"/>
                </a:solidFill>
              </a:defRPr>
            </a:lvl1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0" fontAlgn="base" latinLnBrk="0" hangingPunct="0">
              <a:lnSpc>
                <a:spcPct val="100000"/>
              </a:lnSpc>
              <a:spcBef>
                <a:spcPct val="0"/>
              </a:spcBef>
              <a:spcAft>
                <a:spcPct val="0"/>
              </a:spcAft>
              <a:buClrTx/>
              <a:buSzTx/>
              <a:buFontTx/>
              <a:buNone/>
              <a:tabLst/>
              <a:defRPr/>
            </a:pPr>
            <a:fld id="{5054E70C-47C2-4482-8988-74AF4DA451C8}" type="slidenum">
              <a:rPr kumimoji="0" lang="en-US" altLang="en-US" sz="1200" b="1" i="0" u="none" strike="noStrike" kern="1200" cap="none" spc="0" normalizeH="0" baseline="0" noProof="0" smtClean="0">
                <a:ln>
                  <a:noFill/>
                </a:ln>
                <a:solidFill>
                  <a:srgbClr val="898989"/>
                </a:solidFill>
                <a:effectLst/>
                <a:uLnTx/>
                <a:uFillTx/>
                <a:latin typeface="Arial" panose="020B060402020202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a:t>
            </a:fld>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836724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smtClean="0"/>
            </a:lvl1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5" name="Footer Placeholder 4"/>
          <p:cNvSpPr>
            <a:spLocks noGrp="1"/>
          </p:cNvSpPr>
          <p:nvPr>
            <p:ph type="ftr" sz="quarter" idx="11"/>
          </p:nvPr>
        </p:nvSpPr>
        <p:spPr/>
        <p:txBody>
          <a:bodyPr wrap="square" numCol="1" anchorCtr="0" compatLnSpc="1">
            <a:prstTxWarp prst="textNoShape">
              <a:avLst/>
            </a:prstTxWarp>
          </a:bodyPr>
          <a:lstStyle>
            <a:lvl1pPr>
              <a:defRPr smtClean="0">
                <a:solidFill>
                  <a:srgbClr val="898989"/>
                </a:solidFill>
              </a:defRPr>
            </a:lvl1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0" fontAlgn="base" latinLnBrk="0" hangingPunct="0">
              <a:lnSpc>
                <a:spcPct val="100000"/>
              </a:lnSpc>
              <a:spcBef>
                <a:spcPct val="0"/>
              </a:spcBef>
              <a:spcAft>
                <a:spcPct val="0"/>
              </a:spcAft>
              <a:buClrTx/>
              <a:buSzTx/>
              <a:buFontTx/>
              <a:buNone/>
              <a:tabLst/>
              <a:defRPr/>
            </a:pPr>
            <a:fld id="{FC3DC5AC-A2C3-434D-9582-E0EC0F6FAA16}" type="slidenum">
              <a:rPr kumimoji="0" lang="en-US" altLang="en-US" sz="1200" b="1" i="0" u="none" strike="noStrike" kern="1200" cap="none" spc="0" normalizeH="0" baseline="0" noProof="0" smtClean="0">
                <a:ln>
                  <a:noFill/>
                </a:ln>
                <a:solidFill>
                  <a:srgbClr val="898989"/>
                </a:solidFill>
                <a:effectLst/>
                <a:uLnTx/>
                <a:uFillTx/>
                <a:latin typeface="Arial" panose="020B060402020202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a:t>
            </a:fld>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0184201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smtClean="0"/>
            </a:lvl1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5" name="Footer Placeholder 4"/>
          <p:cNvSpPr>
            <a:spLocks noGrp="1"/>
          </p:cNvSpPr>
          <p:nvPr>
            <p:ph type="ftr" sz="quarter" idx="11"/>
          </p:nvPr>
        </p:nvSpPr>
        <p:spPr/>
        <p:txBody>
          <a:bodyPr wrap="square" numCol="1" anchorCtr="0" compatLnSpc="1">
            <a:prstTxWarp prst="textNoShape">
              <a:avLst/>
            </a:prstTxWarp>
          </a:bodyPr>
          <a:lstStyle>
            <a:lvl1pPr>
              <a:defRPr smtClean="0">
                <a:solidFill>
                  <a:srgbClr val="898989"/>
                </a:solidFill>
              </a:defRPr>
            </a:lvl1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0" fontAlgn="base" latinLnBrk="0" hangingPunct="0">
              <a:lnSpc>
                <a:spcPct val="100000"/>
              </a:lnSpc>
              <a:spcBef>
                <a:spcPct val="0"/>
              </a:spcBef>
              <a:spcAft>
                <a:spcPct val="0"/>
              </a:spcAft>
              <a:buClrTx/>
              <a:buSzTx/>
              <a:buFontTx/>
              <a:buNone/>
              <a:tabLst/>
              <a:defRPr/>
            </a:pPr>
            <a:fld id="{99D51F59-BE09-49EF-946D-237576B9685B}" type="slidenum">
              <a:rPr kumimoji="0" lang="en-US" altLang="en-US" sz="1200" b="1" i="0" u="none" strike="noStrike" kern="1200" cap="none" spc="0" normalizeH="0" baseline="0" noProof="0" smtClean="0">
                <a:ln>
                  <a:noFill/>
                </a:ln>
                <a:solidFill>
                  <a:srgbClr val="898989"/>
                </a:solidFill>
                <a:effectLst/>
                <a:uLnTx/>
                <a:uFillTx/>
                <a:latin typeface="Arial" panose="020B060402020202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a:t>
            </a:fld>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6916962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lvl1pPr>
              <a:defRPr smtClean="0"/>
            </a:lvl1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6" name="Footer Placeholder 5"/>
          <p:cNvSpPr>
            <a:spLocks noGrp="1"/>
          </p:cNvSpPr>
          <p:nvPr>
            <p:ph type="ftr" sz="quarter" idx="11"/>
          </p:nvPr>
        </p:nvSpPr>
        <p:spPr/>
        <p:txBody>
          <a:bodyPr wrap="square" numCol="1" anchorCtr="0" compatLnSpc="1">
            <a:prstTxWarp prst="textNoShape">
              <a:avLst/>
            </a:prstTxWarp>
          </a:bodyPr>
          <a:lstStyle>
            <a:lvl1pPr>
              <a:defRPr smtClean="0">
                <a:solidFill>
                  <a:srgbClr val="898989"/>
                </a:solidFill>
              </a:defRPr>
            </a:lvl1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7" name="Slide Number Placeholder 6"/>
          <p:cNvSpPr>
            <a:spLocks noGrp="1"/>
          </p:cNvSpPr>
          <p:nvPr>
            <p:ph type="sldNum" sz="quarter" idx="12"/>
          </p:nvPr>
        </p:nvSpPr>
        <p:spPr/>
        <p:txBody>
          <a:bodyPr/>
          <a:lstStyle>
            <a:lvl1pPr>
              <a:defRPr/>
            </a:lvl1pPr>
          </a:lstStyle>
          <a:p>
            <a:pPr marL="0" marR="0" lvl="0" indent="0" algn="r" defTabSz="914400" rtl="0" eaLnBrk="0" fontAlgn="base" latinLnBrk="0" hangingPunct="0">
              <a:lnSpc>
                <a:spcPct val="100000"/>
              </a:lnSpc>
              <a:spcBef>
                <a:spcPct val="0"/>
              </a:spcBef>
              <a:spcAft>
                <a:spcPct val="0"/>
              </a:spcAft>
              <a:buClrTx/>
              <a:buSzTx/>
              <a:buFontTx/>
              <a:buNone/>
              <a:tabLst/>
              <a:defRPr/>
            </a:pPr>
            <a:fld id="{067DB86A-4D3F-4176-86D2-120FC381B7C2}" type="slidenum">
              <a:rPr kumimoji="0" lang="en-US" altLang="en-US" sz="1200" b="1" i="0" u="none" strike="noStrike" kern="1200" cap="none" spc="0" normalizeH="0" baseline="0" noProof="0" smtClean="0">
                <a:ln>
                  <a:noFill/>
                </a:ln>
                <a:solidFill>
                  <a:srgbClr val="898989"/>
                </a:solidFill>
                <a:effectLst/>
                <a:uLnTx/>
                <a:uFillTx/>
                <a:latin typeface="Arial" panose="020B060402020202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a:t>
            </a:fld>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7073398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lvl1pPr>
              <a:defRPr smtClean="0"/>
            </a:lvl1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8" name="Footer Placeholder 7"/>
          <p:cNvSpPr>
            <a:spLocks noGrp="1"/>
          </p:cNvSpPr>
          <p:nvPr>
            <p:ph type="ftr" sz="quarter" idx="11"/>
          </p:nvPr>
        </p:nvSpPr>
        <p:spPr/>
        <p:txBody>
          <a:bodyPr wrap="square" numCol="1" anchorCtr="0" compatLnSpc="1">
            <a:prstTxWarp prst="textNoShape">
              <a:avLst/>
            </a:prstTxWarp>
          </a:bodyPr>
          <a:lstStyle>
            <a:lvl1pPr>
              <a:defRPr smtClean="0">
                <a:solidFill>
                  <a:srgbClr val="898989"/>
                </a:solidFill>
              </a:defRPr>
            </a:lvl1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9" name="Slide Number Placeholder 8"/>
          <p:cNvSpPr>
            <a:spLocks noGrp="1"/>
          </p:cNvSpPr>
          <p:nvPr>
            <p:ph type="sldNum" sz="quarter" idx="12"/>
          </p:nvPr>
        </p:nvSpPr>
        <p:spPr/>
        <p:txBody>
          <a:bodyPr/>
          <a:lstStyle>
            <a:lvl1pPr>
              <a:defRPr/>
            </a:lvl1pPr>
          </a:lstStyle>
          <a:p>
            <a:pPr marL="0" marR="0" lvl="0" indent="0" algn="r" defTabSz="914400" rtl="0" eaLnBrk="0" fontAlgn="base" latinLnBrk="0" hangingPunct="0">
              <a:lnSpc>
                <a:spcPct val="100000"/>
              </a:lnSpc>
              <a:spcBef>
                <a:spcPct val="0"/>
              </a:spcBef>
              <a:spcAft>
                <a:spcPct val="0"/>
              </a:spcAft>
              <a:buClrTx/>
              <a:buSzTx/>
              <a:buFontTx/>
              <a:buNone/>
              <a:tabLst/>
              <a:defRPr/>
            </a:pPr>
            <a:fld id="{4A8AA00D-68EE-4067-BF52-4AAB8CCFAC32}" type="slidenum">
              <a:rPr kumimoji="0" lang="en-US" altLang="en-US" sz="1200" b="1" i="0" u="none" strike="noStrike" kern="1200" cap="none" spc="0" normalizeH="0" baseline="0" noProof="0" smtClean="0">
                <a:ln>
                  <a:noFill/>
                </a:ln>
                <a:solidFill>
                  <a:srgbClr val="898989"/>
                </a:solidFill>
                <a:effectLst/>
                <a:uLnTx/>
                <a:uFillTx/>
                <a:latin typeface="Arial" panose="020B060402020202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a:t>
            </a:fld>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8602548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lvl1pPr>
              <a:defRPr smtClean="0"/>
            </a:lvl1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4" name="Footer Placeholder 3"/>
          <p:cNvSpPr>
            <a:spLocks noGrp="1"/>
          </p:cNvSpPr>
          <p:nvPr>
            <p:ph type="ftr" sz="quarter" idx="11"/>
          </p:nvPr>
        </p:nvSpPr>
        <p:spPr/>
        <p:txBody>
          <a:bodyPr wrap="square" numCol="1" anchorCtr="0" compatLnSpc="1">
            <a:prstTxWarp prst="textNoShape">
              <a:avLst/>
            </a:prstTxWarp>
          </a:bodyPr>
          <a:lstStyle>
            <a:lvl1pPr>
              <a:defRPr smtClean="0">
                <a:solidFill>
                  <a:srgbClr val="898989"/>
                </a:solidFill>
              </a:defRPr>
            </a:lvl1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5" name="Slide Number Placeholder 4"/>
          <p:cNvSpPr>
            <a:spLocks noGrp="1"/>
          </p:cNvSpPr>
          <p:nvPr>
            <p:ph type="sldNum" sz="quarter" idx="12"/>
          </p:nvPr>
        </p:nvSpPr>
        <p:spPr/>
        <p:txBody>
          <a:bodyPr/>
          <a:lstStyle>
            <a:lvl1pPr>
              <a:defRPr/>
            </a:lvl1pPr>
          </a:lstStyle>
          <a:p>
            <a:pPr marL="0" marR="0" lvl="0" indent="0" algn="r" defTabSz="914400" rtl="0" eaLnBrk="0" fontAlgn="base" latinLnBrk="0" hangingPunct="0">
              <a:lnSpc>
                <a:spcPct val="100000"/>
              </a:lnSpc>
              <a:spcBef>
                <a:spcPct val="0"/>
              </a:spcBef>
              <a:spcAft>
                <a:spcPct val="0"/>
              </a:spcAft>
              <a:buClrTx/>
              <a:buSzTx/>
              <a:buFontTx/>
              <a:buNone/>
              <a:tabLst/>
              <a:defRPr/>
            </a:pPr>
            <a:fld id="{04A71BA5-2B67-4F9A-91BC-1DB91DB7E825}" type="slidenum">
              <a:rPr kumimoji="0" lang="en-US" altLang="en-US" sz="1200" b="1" i="0" u="none" strike="noStrike" kern="1200" cap="none" spc="0" normalizeH="0" baseline="0" noProof="0" smtClean="0">
                <a:ln>
                  <a:noFill/>
                </a:ln>
                <a:solidFill>
                  <a:srgbClr val="898989"/>
                </a:solidFill>
                <a:effectLst/>
                <a:uLnTx/>
                <a:uFillTx/>
                <a:latin typeface="Arial" panose="020B060402020202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a:t>
            </a:fld>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9507296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smtClean="0"/>
            </a:lvl1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3" name="Footer Placeholder 2"/>
          <p:cNvSpPr>
            <a:spLocks noGrp="1"/>
          </p:cNvSpPr>
          <p:nvPr>
            <p:ph type="ftr" sz="quarter" idx="11"/>
          </p:nvPr>
        </p:nvSpPr>
        <p:spPr/>
        <p:txBody>
          <a:bodyPr wrap="square" numCol="1" anchorCtr="0" compatLnSpc="1">
            <a:prstTxWarp prst="textNoShape">
              <a:avLst/>
            </a:prstTxWarp>
          </a:bodyPr>
          <a:lstStyle>
            <a:lvl1pPr>
              <a:defRPr smtClean="0">
                <a:solidFill>
                  <a:srgbClr val="898989"/>
                </a:solidFill>
              </a:defRPr>
            </a:lvl1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4" name="Slide Number Placeholder 3"/>
          <p:cNvSpPr>
            <a:spLocks noGrp="1"/>
          </p:cNvSpPr>
          <p:nvPr>
            <p:ph type="sldNum" sz="quarter" idx="12"/>
          </p:nvPr>
        </p:nvSpPr>
        <p:spPr/>
        <p:txBody>
          <a:bodyPr/>
          <a:lstStyle>
            <a:lvl1pPr>
              <a:defRPr/>
            </a:lvl1pPr>
          </a:lstStyle>
          <a:p>
            <a:pPr marL="0" marR="0" lvl="0" indent="0" algn="r" defTabSz="914400" rtl="0" eaLnBrk="0" fontAlgn="base" latinLnBrk="0" hangingPunct="0">
              <a:lnSpc>
                <a:spcPct val="100000"/>
              </a:lnSpc>
              <a:spcBef>
                <a:spcPct val="0"/>
              </a:spcBef>
              <a:spcAft>
                <a:spcPct val="0"/>
              </a:spcAft>
              <a:buClrTx/>
              <a:buSzTx/>
              <a:buFontTx/>
              <a:buNone/>
              <a:tabLst/>
              <a:defRPr/>
            </a:pPr>
            <a:fld id="{40E06C07-1723-4142-A5DC-829C5D45E06D}" type="slidenum">
              <a:rPr kumimoji="0" lang="en-US" altLang="en-US" sz="1200" b="1" i="0" u="none" strike="noStrike" kern="1200" cap="none" spc="0" normalizeH="0" baseline="0" noProof="0" smtClean="0">
                <a:ln>
                  <a:noFill/>
                </a:ln>
                <a:solidFill>
                  <a:srgbClr val="898989"/>
                </a:solidFill>
                <a:effectLst/>
                <a:uLnTx/>
                <a:uFillTx/>
                <a:latin typeface="Arial" panose="020B060402020202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a:t>
            </a:fld>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9500654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smtClean="0"/>
            </a:lvl1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6" name="Footer Placeholder 5"/>
          <p:cNvSpPr>
            <a:spLocks noGrp="1"/>
          </p:cNvSpPr>
          <p:nvPr>
            <p:ph type="ftr" sz="quarter" idx="11"/>
          </p:nvPr>
        </p:nvSpPr>
        <p:spPr/>
        <p:txBody>
          <a:bodyPr wrap="square" numCol="1" anchorCtr="0" compatLnSpc="1">
            <a:prstTxWarp prst="textNoShape">
              <a:avLst/>
            </a:prstTxWarp>
          </a:bodyPr>
          <a:lstStyle>
            <a:lvl1pPr>
              <a:defRPr smtClean="0">
                <a:solidFill>
                  <a:srgbClr val="898989"/>
                </a:solidFill>
              </a:defRPr>
            </a:lvl1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7" name="Slide Number Placeholder 6"/>
          <p:cNvSpPr>
            <a:spLocks noGrp="1"/>
          </p:cNvSpPr>
          <p:nvPr>
            <p:ph type="sldNum" sz="quarter" idx="12"/>
          </p:nvPr>
        </p:nvSpPr>
        <p:spPr/>
        <p:txBody>
          <a:bodyPr/>
          <a:lstStyle>
            <a:lvl1pPr>
              <a:defRPr/>
            </a:lvl1pPr>
          </a:lstStyle>
          <a:p>
            <a:pPr marL="0" marR="0" lvl="0" indent="0" algn="r" defTabSz="914400" rtl="0" eaLnBrk="0" fontAlgn="base" latinLnBrk="0" hangingPunct="0">
              <a:lnSpc>
                <a:spcPct val="100000"/>
              </a:lnSpc>
              <a:spcBef>
                <a:spcPct val="0"/>
              </a:spcBef>
              <a:spcAft>
                <a:spcPct val="0"/>
              </a:spcAft>
              <a:buClrTx/>
              <a:buSzTx/>
              <a:buFontTx/>
              <a:buNone/>
              <a:tabLst/>
              <a:defRPr/>
            </a:pPr>
            <a:fld id="{E7370940-1979-4244-9AD8-282EE740D23D}" type="slidenum">
              <a:rPr kumimoji="0" lang="en-US" altLang="en-US" sz="1200" b="1" i="0" u="none" strike="noStrike" kern="1200" cap="none" spc="0" normalizeH="0" baseline="0" noProof="0" smtClean="0">
                <a:ln>
                  <a:noFill/>
                </a:ln>
                <a:solidFill>
                  <a:srgbClr val="898989"/>
                </a:solidFill>
                <a:effectLst/>
                <a:uLnTx/>
                <a:uFillTx/>
                <a:latin typeface="Arial" panose="020B060402020202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a:t>
            </a:fld>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8687036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smtClean="0"/>
            </a:lvl1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6" name="Footer Placeholder 5"/>
          <p:cNvSpPr>
            <a:spLocks noGrp="1"/>
          </p:cNvSpPr>
          <p:nvPr>
            <p:ph type="ftr" sz="quarter" idx="11"/>
          </p:nvPr>
        </p:nvSpPr>
        <p:spPr/>
        <p:txBody>
          <a:bodyPr wrap="square" numCol="1" anchorCtr="0" compatLnSpc="1">
            <a:prstTxWarp prst="textNoShape">
              <a:avLst/>
            </a:prstTxWarp>
          </a:bodyPr>
          <a:lstStyle>
            <a:lvl1pPr>
              <a:defRPr smtClean="0">
                <a:solidFill>
                  <a:srgbClr val="898989"/>
                </a:solidFill>
              </a:defRPr>
            </a:lvl1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7" name="Slide Number Placeholder 6"/>
          <p:cNvSpPr>
            <a:spLocks noGrp="1"/>
          </p:cNvSpPr>
          <p:nvPr>
            <p:ph type="sldNum" sz="quarter" idx="12"/>
          </p:nvPr>
        </p:nvSpPr>
        <p:spPr/>
        <p:txBody>
          <a:bodyPr/>
          <a:lstStyle>
            <a:lvl1pPr>
              <a:defRPr/>
            </a:lvl1pPr>
          </a:lstStyle>
          <a:p>
            <a:pPr marL="0" marR="0" lvl="0" indent="0" algn="r" defTabSz="914400" rtl="0" eaLnBrk="0" fontAlgn="base" latinLnBrk="0" hangingPunct="0">
              <a:lnSpc>
                <a:spcPct val="100000"/>
              </a:lnSpc>
              <a:spcBef>
                <a:spcPct val="0"/>
              </a:spcBef>
              <a:spcAft>
                <a:spcPct val="0"/>
              </a:spcAft>
              <a:buClrTx/>
              <a:buSzTx/>
              <a:buFontTx/>
              <a:buNone/>
              <a:tabLst/>
              <a:defRPr/>
            </a:pPr>
            <a:fld id="{F3E4EF4D-25D8-42A0-896B-A7FD1DB7D984}" type="slidenum">
              <a:rPr kumimoji="0" lang="en-US" altLang="en-US" sz="1200" b="1" i="0" u="none" strike="noStrike" kern="1200" cap="none" spc="0" normalizeH="0" baseline="0" noProof="0" smtClean="0">
                <a:ln>
                  <a:noFill/>
                </a:ln>
                <a:solidFill>
                  <a:srgbClr val="898989"/>
                </a:solidFill>
                <a:effectLst/>
                <a:uLnTx/>
                <a:uFillTx/>
                <a:latin typeface="Arial" panose="020B060402020202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a:t>
            </a:fld>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8453857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smtClean="0"/>
            </a:lvl1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5" name="Footer Placeholder 4"/>
          <p:cNvSpPr>
            <a:spLocks noGrp="1"/>
          </p:cNvSpPr>
          <p:nvPr>
            <p:ph type="ftr" sz="quarter" idx="11"/>
          </p:nvPr>
        </p:nvSpPr>
        <p:spPr/>
        <p:txBody>
          <a:bodyPr wrap="square" numCol="1" anchorCtr="0" compatLnSpc="1">
            <a:prstTxWarp prst="textNoShape">
              <a:avLst/>
            </a:prstTxWarp>
          </a:bodyPr>
          <a:lstStyle>
            <a:lvl1pPr>
              <a:defRPr smtClean="0">
                <a:solidFill>
                  <a:srgbClr val="898989"/>
                </a:solidFill>
              </a:defRPr>
            </a:lvl1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0" fontAlgn="base" latinLnBrk="0" hangingPunct="0">
              <a:lnSpc>
                <a:spcPct val="100000"/>
              </a:lnSpc>
              <a:spcBef>
                <a:spcPct val="0"/>
              </a:spcBef>
              <a:spcAft>
                <a:spcPct val="0"/>
              </a:spcAft>
              <a:buClrTx/>
              <a:buSzTx/>
              <a:buFontTx/>
              <a:buNone/>
              <a:tabLst/>
              <a:defRPr/>
            </a:pPr>
            <a:fld id="{94F2807B-369F-4B8A-9F9F-3093857B5C91}" type="slidenum">
              <a:rPr kumimoji="0" lang="en-US" altLang="en-US" sz="1200" b="1" i="0" u="none" strike="noStrike" kern="1200" cap="none" spc="0" normalizeH="0" baseline="0" noProof="0" smtClean="0">
                <a:ln>
                  <a:noFill/>
                </a:ln>
                <a:solidFill>
                  <a:srgbClr val="898989"/>
                </a:solidFill>
                <a:effectLst/>
                <a:uLnTx/>
                <a:uFillTx/>
                <a:latin typeface="Arial" panose="020B060402020202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a:t>
            </a:fld>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265151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smtClean="0"/>
            </a:lvl1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5" name="Footer Placeholder 4"/>
          <p:cNvSpPr>
            <a:spLocks noGrp="1"/>
          </p:cNvSpPr>
          <p:nvPr>
            <p:ph type="ftr" sz="quarter" idx="11"/>
          </p:nvPr>
        </p:nvSpPr>
        <p:spPr/>
        <p:txBody>
          <a:bodyPr wrap="square" numCol="1" anchorCtr="0" compatLnSpc="1">
            <a:prstTxWarp prst="textNoShape">
              <a:avLst/>
            </a:prstTxWarp>
          </a:bodyPr>
          <a:lstStyle>
            <a:lvl1pPr>
              <a:defRPr smtClean="0">
                <a:solidFill>
                  <a:srgbClr val="898989"/>
                </a:solidFill>
              </a:defRPr>
            </a:lvl1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0" fontAlgn="base" latinLnBrk="0" hangingPunct="0">
              <a:lnSpc>
                <a:spcPct val="100000"/>
              </a:lnSpc>
              <a:spcBef>
                <a:spcPct val="0"/>
              </a:spcBef>
              <a:spcAft>
                <a:spcPct val="0"/>
              </a:spcAft>
              <a:buClrTx/>
              <a:buSzTx/>
              <a:buFontTx/>
              <a:buNone/>
              <a:tabLst/>
              <a:defRPr/>
            </a:pPr>
            <a:fld id="{E2EAAE3A-2ACC-48DC-A270-F0C60EC6FDA1}" type="slidenum">
              <a:rPr kumimoji="0" lang="en-US" altLang="en-US" sz="1200" b="1" i="0" u="none" strike="noStrike" kern="1200" cap="none" spc="0" normalizeH="0" baseline="0" noProof="0" smtClean="0">
                <a:ln>
                  <a:noFill/>
                </a:ln>
                <a:solidFill>
                  <a:srgbClr val="898989"/>
                </a:solidFill>
                <a:effectLst/>
                <a:uLnTx/>
                <a:uFillTx/>
                <a:latin typeface="Arial" panose="020B060402020202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a:t>
            </a:fld>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4654512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Rectangle 2"/>
          <p:cNvSpPr/>
          <p:nvPr userDrawn="1"/>
        </p:nvSpPr>
        <p:spPr bwMode="blackWhite">
          <a:xfrm>
            <a:off x="254000" y="263525"/>
            <a:ext cx="11684000" cy="6330950"/>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80000"/>
              </a:lnSpc>
              <a:spcBef>
                <a:spcPct val="20000"/>
              </a:spcBef>
              <a:spcAft>
                <a:spcPct val="0"/>
              </a:spcAft>
              <a:buClrTx/>
              <a:buSzTx/>
              <a:buFontTx/>
              <a:buChar char="•"/>
              <a:tabLst/>
              <a:defRPr/>
            </a:pPr>
            <a:endParaRPr kumimoji="0" lang="en-US" sz="1300" b="1" i="0" u="none" strike="noStrike" kern="1200" cap="none" spc="0" normalizeH="0" baseline="0" noProof="0">
              <a:ln>
                <a:noFill/>
              </a:ln>
              <a:solidFill>
                <a:srgbClr val="FFFFFF"/>
              </a:solidFill>
              <a:effectLst/>
              <a:uLnTx/>
              <a:uFillTx/>
              <a:latin typeface="Times New Roman" pitchFamily="18" charset="0"/>
              <a:ea typeface="+mn-ea"/>
              <a:cs typeface="+mn-cs"/>
            </a:endParaRPr>
          </a:p>
        </p:txBody>
      </p:sp>
      <p:sp>
        <p:nvSpPr>
          <p:cNvPr id="2" name="Title 1"/>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172739298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5" name="Rectangle 4"/>
          <p:cNvSpPr/>
          <p:nvPr userDrawn="1"/>
        </p:nvSpPr>
        <p:spPr>
          <a:xfrm>
            <a:off x="255588" y="265113"/>
            <a:ext cx="11684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marL="0" marR="0" lvl="0" indent="0" algn="ctr" defTabSz="914400" rtl="0" eaLnBrk="1" fontAlgn="base" latinLnBrk="0" hangingPunct="1">
              <a:lnSpc>
                <a:spcPct val="80000"/>
              </a:lnSpc>
              <a:spcBef>
                <a:spcPct val="20000"/>
              </a:spcBef>
              <a:spcAft>
                <a:spcPct val="0"/>
              </a:spcAft>
              <a:buClrTx/>
              <a:buSzTx/>
              <a:buFontTx/>
              <a:buChar char="•"/>
              <a:tabLst/>
              <a:defRPr/>
            </a:pPr>
            <a:endParaRPr kumimoji="0" lang="en-US" sz="1300" b="1" i="0" u="none" strike="noStrike" kern="1200" cap="none" spc="0" normalizeH="0" baseline="0" noProof="0">
              <a:ln>
                <a:noFill/>
              </a:ln>
              <a:solidFill>
                <a:srgbClr val="FFFFFF"/>
              </a:solidFill>
              <a:effectLst/>
              <a:uLnTx/>
              <a:uFillTx/>
              <a:latin typeface="Times New Roman" pitchFamily="18" charset="0"/>
              <a:ea typeface="+mn-ea"/>
              <a:cs typeface="+mn-cs"/>
            </a:endParaRPr>
          </a:p>
        </p:txBody>
      </p:sp>
      <p:cxnSp>
        <p:nvCxnSpPr>
          <p:cNvPr id="6" name="Straight Connector 5"/>
          <p:cNvCxnSpPr/>
          <p:nvPr userDrawn="1"/>
        </p:nvCxnSpPr>
        <p:spPr>
          <a:xfrm>
            <a:off x="604838" y="1196975"/>
            <a:ext cx="10982325"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
        <p:nvSpPr>
          <p:cNvPr id="4" name="Title 3"/>
          <p:cNvSpPr>
            <a:spLocks noGrp="1"/>
          </p:cNvSpPr>
          <p:nvPr>
            <p:ph type="title"/>
          </p:nvPr>
        </p:nvSpPr>
        <p:spPr>
          <a:xfrm>
            <a:off x="521211" y="448056"/>
            <a:ext cx="6877120" cy="640080"/>
          </a:xfrm>
        </p:spPr>
        <p:txBody>
          <a:bodyPr>
            <a:normAutofit/>
          </a:bodyPr>
          <a:lstStyle>
            <a:lvl1pPr>
              <a:defRPr sz="24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539499" y="1435608"/>
            <a:ext cx="4416552" cy="3977640"/>
          </a:xfrm>
        </p:spPr>
        <p:txBody>
          <a:bodyPr rtlCol="0">
            <a:normAutofit/>
          </a:bodyPr>
          <a:lstStyle>
            <a:lvl1pPr>
              <a:defRPr lang="en-US" sz="1200" smtClean="0">
                <a:solidFill>
                  <a:schemeClr val="tx1">
                    <a:lumMod val="75000"/>
                    <a:lumOff val="25000"/>
                  </a:schemeClr>
                </a:solidFill>
              </a:defRPr>
            </a:lvl1pPr>
            <a:lvl2pPr>
              <a:defRPr lang="en-US" sz="1200" smtClean="0">
                <a:solidFill>
                  <a:schemeClr val="tx1">
                    <a:lumMod val="75000"/>
                    <a:lumOff val="25000"/>
                  </a:schemeClr>
                </a:solidFill>
              </a:defRPr>
            </a:lvl2pPr>
            <a:lvl3pPr>
              <a:defRPr lang="en-US" sz="1200" smtClean="0">
                <a:solidFill>
                  <a:schemeClr val="tx1">
                    <a:lumMod val="75000"/>
                    <a:lumOff val="25000"/>
                  </a:schemeClr>
                </a:solidFill>
              </a:defRPr>
            </a:lvl3pPr>
            <a:lvl4pPr>
              <a:defRPr lang="en-US" sz="1200" smtClean="0">
                <a:solidFill>
                  <a:schemeClr val="tx1">
                    <a:lumMod val="75000"/>
                    <a:lumOff val="25000"/>
                  </a:schemeClr>
                </a:solidFill>
              </a:defRPr>
            </a:lvl4pPr>
            <a:lvl5pPr>
              <a:defRPr lang="en-US" sz="1200">
                <a:solidFill>
                  <a:schemeClr val="tx1">
                    <a:lumMod val="75000"/>
                    <a:lumOff val="25000"/>
                  </a:schemeClr>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1"/>
          </p:nvPr>
        </p:nvSpPr>
        <p:spPr/>
        <p:txBody>
          <a:bodyPr/>
          <a:lstStyle>
            <a:lvl1pPr>
              <a:defRPr smtClean="0"/>
            </a:lvl1pPr>
          </a:lstStyle>
          <a:p>
            <a:pPr marL="0" marR="0" lvl="0" indent="0" algn="l" defTabSz="914400" rtl="0" eaLnBrk="1" fontAlgn="base" latinLnBrk="0" hangingPunct="1">
              <a:lnSpc>
                <a:spcPct val="80000"/>
              </a:lnSpc>
              <a:spcBef>
                <a:spcPct val="20000"/>
              </a:spcBef>
              <a:spcAft>
                <a:spcPct val="0"/>
              </a:spcAft>
              <a:buClrTx/>
              <a:buSzTx/>
              <a:buFontTx/>
              <a:buChar char="•"/>
              <a:tabLst/>
              <a:defRPr/>
            </a:pPr>
            <a:fld id="{D3BA31E0-D02B-4C72-92FB-E6211966027E}" type="datetimeFigureOut">
              <a:rPr kumimoji="0" lang="en-US" sz="800" b="1" i="0" u="none" strike="noStrike" kern="1200" cap="none" spc="0" normalizeH="0" baseline="0" noProof="0">
                <a:ln>
                  <a:noFill/>
                </a:ln>
                <a:solidFill>
                  <a:srgbClr val="595959"/>
                </a:solidFill>
                <a:effectLst/>
                <a:uLnTx/>
                <a:uFillTx/>
                <a:latin typeface="Times New Roman" pitchFamily="18" charset="0"/>
                <a:ea typeface="+mn-ea"/>
                <a:cs typeface="+mn-cs"/>
              </a:rPr>
              <a:pPr marL="0" marR="0" lvl="0" indent="0" algn="l" defTabSz="914400" rtl="0" eaLnBrk="1" fontAlgn="base" latinLnBrk="0" hangingPunct="1">
                <a:lnSpc>
                  <a:spcPct val="80000"/>
                </a:lnSpc>
                <a:spcBef>
                  <a:spcPct val="20000"/>
                </a:spcBef>
                <a:spcAft>
                  <a:spcPct val="0"/>
                </a:spcAft>
                <a:buClrTx/>
                <a:buSzTx/>
                <a:buFontTx/>
                <a:buChar char="•"/>
                <a:tabLst/>
                <a:defRPr/>
              </a:pPr>
              <a:t>11/26/2021</a:t>
            </a:fld>
            <a:endParaRPr kumimoji="0" lang="en-US" sz="800" b="1" i="0" u="none" strike="noStrike" kern="1200" cap="none" spc="0" normalizeH="0" baseline="0" noProof="0">
              <a:ln>
                <a:noFill/>
              </a:ln>
              <a:solidFill>
                <a:srgbClr val="595959"/>
              </a:solidFill>
              <a:effectLst/>
              <a:uLnTx/>
              <a:uFillTx/>
              <a:latin typeface="Times New Roman" pitchFamily="18" charset="0"/>
              <a:ea typeface="+mn-ea"/>
              <a:cs typeface="+mn-cs"/>
            </a:endParaRPr>
          </a:p>
        </p:txBody>
      </p:sp>
      <p:sp>
        <p:nvSpPr>
          <p:cNvPr id="8" name="Footer Placeholder 4"/>
          <p:cNvSpPr>
            <a:spLocks noGrp="1"/>
          </p:cNvSpPr>
          <p:nvPr>
            <p:ph type="ftr" sz="quarter" idx="12"/>
          </p:nvPr>
        </p:nvSpPr>
        <p:spPr/>
        <p:txBody>
          <a:bodyPr/>
          <a:lstStyle>
            <a:lvl1pPr>
              <a:defRPr smtClean="0"/>
            </a:lvl1pPr>
          </a:lstStyle>
          <a:p>
            <a:pPr marL="0" marR="0" lvl="0" indent="0" algn="ctr" defTabSz="914400" rtl="0" eaLnBrk="1" fontAlgn="base" latinLnBrk="0" hangingPunct="1">
              <a:lnSpc>
                <a:spcPct val="80000"/>
              </a:lnSpc>
              <a:spcBef>
                <a:spcPct val="20000"/>
              </a:spcBef>
              <a:spcAft>
                <a:spcPct val="0"/>
              </a:spcAft>
              <a:buClrTx/>
              <a:buSzTx/>
              <a:buFontTx/>
              <a:buChar char="•"/>
              <a:tabLst/>
              <a:defRPr/>
            </a:pPr>
            <a:endParaRPr kumimoji="0" lang="en-US" sz="800" b="1" i="0" u="none" strike="noStrike" kern="1200" cap="none" spc="0" normalizeH="0" baseline="0" noProof="0">
              <a:ln>
                <a:noFill/>
              </a:ln>
              <a:solidFill>
                <a:srgbClr val="595959"/>
              </a:solidFill>
              <a:effectLst/>
              <a:uLnTx/>
              <a:uFillTx/>
              <a:latin typeface="Times New Roman" pitchFamily="18" charset="0"/>
              <a:ea typeface="+mn-ea"/>
              <a:cs typeface="+mn-cs"/>
            </a:endParaRPr>
          </a:p>
        </p:txBody>
      </p:sp>
      <p:sp>
        <p:nvSpPr>
          <p:cNvPr id="9" name="Slide Number Placeholder 5"/>
          <p:cNvSpPr>
            <a:spLocks noGrp="1"/>
          </p:cNvSpPr>
          <p:nvPr>
            <p:ph type="sldNum" sz="quarter" idx="13"/>
          </p:nvPr>
        </p:nvSpPr>
        <p:spPr>
          <a:xfrm>
            <a:off x="8370888" y="6203950"/>
            <a:ext cx="3276600" cy="365125"/>
          </a:xfrm>
        </p:spPr>
        <p:txBody>
          <a:bodyPr/>
          <a:lstStyle>
            <a:lvl1pPr>
              <a:defRPr/>
            </a:lvl1pPr>
          </a:lstStyle>
          <a:p>
            <a:pPr marL="0" marR="0" lvl="0" indent="0" algn="r" defTabSz="914400" rtl="0" eaLnBrk="1" fontAlgn="base" latinLnBrk="0" hangingPunct="1">
              <a:lnSpc>
                <a:spcPct val="80000"/>
              </a:lnSpc>
              <a:spcBef>
                <a:spcPct val="20000"/>
              </a:spcBef>
              <a:spcAft>
                <a:spcPct val="0"/>
              </a:spcAft>
              <a:buClrTx/>
              <a:buSzTx/>
              <a:buFontTx/>
              <a:buChar char="•"/>
              <a:tabLst/>
              <a:defRPr/>
            </a:pPr>
            <a:fld id="{2A99E05D-9AF6-4DBB-8249-15FD60AE4BB7}" type="slidenum">
              <a:rPr kumimoji="0" lang="en-US" altLang="en-US" sz="800" b="1" i="0" u="none" strike="noStrike" kern="1200" cap="none" spc="0" normalizeH="0" baseline="0" noProof="0" smtClean="0">
                <a:ln>
                  <a:noFill/>
                </a:ln>
                <a:solidFill>
                  <a:srgbClr val="595959"/>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80000"/>
                </a:lnSpc>
                <a:spcBef>
                  <a:spcPct val="20000"/>
                </a:spcBef>
                <a:spcAft>
                  <a:spcPct val="0"/>
                </a:spcAft>
                <a:buClrTx/>
                <a:buSzTx/>
                <a:buFontTx/>
                <a:buChar char="•"/>
                <a:tabLst/>
                <a:defRPr/>
              </a:pPr>
              <a:t>‹#›</a:t>
            </a:fld>
            <a:endParaRPr kumimoji="0" lang="en-US" altLang="en-US" sz="800" b="1" i="0" u="none" strike="noStrike" kern="1200" cap="none" spc="0" normalizeH="0" baseline="0" noProof="0">
              <a:ln>
                <a:noFill/>
              </a:ln>
              <a:solidFill>
                <a:srgbClr val="595959"/>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10465865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4" name="Rectangle 3"/>
          <p:cNvSpPr/>
          <p:nvPr userDrawn="1"/>
        </p:nvSpPr>
        <p:spPr>
          <a:xfrm>
            <a:off x="254000" y="263525"/>
            <a:ext cx="11684000" cy="6330950"/>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80000"/>
              </a:lnSpc>
              <a:spcBef>
                <a:spcPct val="20000"/>
              </a:spcBef>
              <a:spcAft>
                <a:spcPct val="0"/>
              </a:spcAft>
              <a:buClrTx/>
              <a:buSzTx/>
              <a:buFontTx/>
              <a:buChar char="•"/>
              <a:tabLst/>
              <a:defRPr/>
            </a:pPr>
            <a:endParaRPr kumimoji="0" lang="en-US" sz="1300" b="1" i="0" u="none" strike="noStrike" kern="1200" cap="none" spc="0" normalizeH="0" baseline="0" noProof="0">
              <a:ln>
                <a:noFill/>
              </a:ln>
              <a:solidFill>
                <a:srgbClr val="FFFFFF"/>
              </a:solidFill>
              <a:effectLst/>
              <a:uLnTx/>
              <a:uFillTx/>
              <a:latin typeface="Times New Roman" pitchFamily="18" charset="0"/>
              <a:ea typeface="+mn-ea"/>
              <a:cs typeface="+mn-cs"/>
            </a:endParaRPr>
          </a:p>
        </p:txBody>
      </p:sp>
      <p:sp>
        <p:nvSpPr>
          <p:cNvPr id="5" name="Rectangle 4"/>
          <p:cNvSpPr/>
          <p:nvPr userDrawn="1"/>
        </p:nvSpPr>
        <p:spPr bwMode="blackWhite">
          <a:xfrm>
            <a:off x="254000" y="263525"/>
            <a:ext cx="11684000" cy="2071688"/>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80000"/>
              </a:lnSpc>
              <a:spcBef>
                <a:spcPct val="20000"/>
              </a:spcBef>
              <a:spcAft>
                <a:spcPct val="0"/>
              </a:spcAft>
              <a:buClrTx/>
              <a:buSzTx/>
              <a:buFontTx/>
              <a:buChar char="•"/>
              <a:tabLst/>
              <a:defRPr/>
            </a:pPr>
            <a:endParaRPr kumimoji="0" lang="en-US" sz="1300" b="1" i="0" u="none" strike="noStrike" kern="1200" cap="none" spc="0" normalizeH="0" baseline="0" noProof="0">
              <a:ln>
                <a:noFill/>
              </a:ln>
              <a:solidFill>
                <a:srgbClr val="FFFFFF"/>
              </a:solidFill>
              <a:effectLst/>
              <a:uLnTx/>
              <a:uFillTx/>
              <a:latin typeface="Times New Roman" pitchFamily="18" charset="0"/>
              <a:ea typeface="+mn-ea"/>
              <a:cs typeface="+mn-cs"/>
            </a:endParaRPr>
          </a:p>
        </p:txBody>
      </p:sp>
      <p:sp>
        <p:nvSpPr>
          <p:cNvPr id="2" name="Title 1"/>
          <p:cNvSpPr>
            <a:spLocks noGrp="1"/>
          </p:cNvSpPr>
          <p:nvPr>
            <p:ph type="title"/>
          </p:nvPr>
        </p:nvSpPr>
        <p:spPr>
          <a:xfrm>
            <a:off x="521209" y="1536192"/>
            <a:ext cx="6876288" cy="640080"/>
          </a:xfrm>
        </p:spPr>
        <p:txBody>
          <a:bodyPr>
            <a:normAutofit/>
          </a:bodyPr>
          <a:lstStyle>
            <a:lvl1pPr>
              <a:defRPr sz="2701">
                <a:solidFill>
                  <a:schemeClr val="bg1"/>
                </a:solidFill>
              </a:defRPr>
            </a:lvl1pPr>
          </a:lstStyle>
          <a:p>
            <a:r>
              <a:rPr lang="en-US"/>
              <a:t>Click to edit Master title style</a:t>
            </a:r>
            <a:endParaRPr lang="en-US" dirty="0"/>
          </a:p>
        </p:txBody>
      </p:sp>
      <p:sp>
        <p:nvSpPr>
          <p:cNvPr id="7" name="Content Placeholder 6"/>
          <p:cNvSpPr>
            <a:spLocks noGrp="1"/>
          </p:cNvSpPr>
          <p:nvPr>
            <p:ph sz="quarter" idx="13"/>
          </p:nvPr>
        </p:nvSpPr>
        <p:spPr>
          <a:xfrm>
            <a:off x="539501" y="2560320"/>
            <a:ext cx="9445753" cy="3977640"/>
          </a:xfrm>
        </p:spPr>
        <p:txBody>
          <a:bodyPr rtlCol="0">
            <a:normAutofit/>
          </a:bodyPr>
          <a:lstStyle>
            <a:lvl1pPr>
              <a:defRPr lang="en-US" sz="1200" smtClean="0">
                <a:solidFill>
                  <a:schemeClr val="tx1">
                    <a:lumMod val="75000"/>
                    <a:lumOff val="25000"/>
                  </a:schemeClr>
                </a:solidFill>
                <a:latin typeface="Times New Roman" panose="02020603050405020304" pitchFamily="18" charset="0"/>
              </a:defRPr>
            </a:lvl1pPr>
            <a:lvl2pPr>
              <a:defRPr lang="en-US" sz="1200" dirty="0" smtClean="0">
                <a:solidFill>
                  <a:schemeClr val="tx1">
                    <a:lumMod val="75000"/>
                    <a:lumOff val="25000"/>
                  </a:schemeClr>
                </a:solidFill>
              </a:defRPr>
            </a:lvl2pPr>
            <a:lvl3pPr>
              <a:defRPr lang="en-US" sz="1200" dirty="0" smtClean="0">
                <a:solidFill>
                  <a:schemeClr val="tx1">
                    <a:lumMod val="75000"/>
                    <a:lumOff val="25000"/>
                  </a:schemeClr>
                </a:solidFill>
              </a:defRPr>
            </a:lvl3pPr>
            <a:lvl4pPr>
              <a:defRPr lang="en-US" sz="1200" dirty="0" smtClean="0">
                <a:solidFill>
                  <a:schemeClr val="tx1">
                    <a:lumMod val="75000"/>
                    <a:lumOff val="25000"/>
                  </a:schemeClr>
                </a:solidFill>
              </a:defRPr>
            </a:lvl4pPr>
            <a:lvl5pPr>
              <a:defRPr lang="en-US" sz="1200" dirty="0">
                <a:solidFill>
                  <a:schemeClr val="tx1">
                    <a:lumMod val="75000"/>
                    <a:lumOff val="25000"/>
                  </a:schemeClr>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88402590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marL="0" marR="0" lvl="0" indent="0" algn="l" defTabSz="914400" rtl="0" eaLnBrk="1" fontAlgn="base" latinLnBrk="0" hangingPunct="1">
              <a:lnSpc>
                <a:spcPct val="80000"/>
              </a:lnSpc>
              <a:spcBef>
                <a:spcPct val="20000"/>
              </a:spcBef>
              <a:spcAft>
                <a:spcPct val="0"/>
              </a:spcAft>
              <a:buClrTx/>
              <a:buSzTx/>
              <a:buFontTx/>
              <a:buChar char="•"/>
              <a:tabLst/>
              <a:defRPr/>
            </a:pPr>
            <a:fld id="{B930ADF8-94E5-4220-A61F-562A5FFF2652}" type="datetimeFigureOut">
              <a:rPr kumimoji="0" lang="en-US" sz="800" b="1" i="0" u="none" strike="noStrike" kern="1200" cap="none" spc="0" normalizeH="0" baseline="0" noProof="0">
                <a:ln>
                  <a:noFill/>
                </a:ln>
                <a:solidFill>
                  <a:srgbClr val="595959"/>
                </a:solidFill>
                <a:effectLst/>
                <a:uLnTx/>
                <a:uFillTx/>
                <a:latin typeface="Times New Roman" pitchFamily="18" charset="0"/>
                <a:ea typeface="+mn-ea"/>
                <a:cs typeface="+mn-cs"/>
              </a:rPr>
              <a:pPr marL="0" marR="0" lvl="0" indent="0" algn="l" defTabSz="914400" rtl="0" eaLnBrk="1" fontAlgn="base" latinLnBrk="0" hangingPunct="1">
                <a:lnSpc>
                  <a:spcPct val="80000"/>
                </a:lnSpc>
                <a:spcBef>
                  <a:spcPct val="20000"/>
                </a:spcBef>
                <a:spcAft>
                  <a:spcPct val="0"/>
                </a:spcAft>
                <a:buClrTx/>
                <a:buSzTx/>
                <a:buFontTx/>
                <a:buChar char="•"/>
                <a:tabLst/>
                <a:defRPr/>
              </a:pPr>
              <a:t>11/26/2021</a:t>
            </a:fld>
            <a:endParaRPr kumimoji="0" lang="en-US" sz="800" b="1" i="0" u="none" strike="noStrike" kern="1200" cap="none" spc="0" normalizeH="0" baseline="0" noProof="0">
              <a:ln>
                <a:noFill/>
              </a:ln>
              <a:solidFill>
                <a:srgbClr val="595959"/>
              </a:solidFill>
              <a:effectLst/>
              <a:uLnTx/>
              <a:uFillTx/>
              <a:latin typeface="Times New Roman" pitchFamily="18" charset="0"/>
              <a:ea typeface="+mn-ea"/>
              <a:cs typeface="+mn-cs"/>
            </a:endParaRPr>
          </a:p>
        </p:txBody>
      </p:sp>
      <p:sp>
        <p:nvSpPr>
          <p:cNvPr id="3" name="Footer Placeholder 4"/>
          <p:cNvSpPr>
            <a:spLocks noGrp="1"/>
          </p:cNvSpPr>
          <p:nvPr>
            <p:ph type="ftr" sz="quarter" idx="11"/>
          </p:nvPr>
        </p:nvSpPr>
        <p:spPr/>
        <p:txBody>
          <a:bodyPr/>
          <a:lstStyle>
            <a:lvl1pPr>
              <a:defRPr/>
            </a:lvl1pPr>
          </a:lstStyle>
          <a:p>
            <a:pPr marL="0" marR="0" lvl="0" indent="0" algn="ctr" defTabSz="914400" rtl="0" eaLnBrk="1" fontAlgn="base" latinLnBrk="0" hangingPunct="1">
              <a:lnSpc>
                <a:spcPct val="80000"/>
              </a:lnSpc>
              <a:spcBef>
                <a:spcPct val="20000"/>
              </a:spcBef>
              <a:spcAft>
                <a:spcPct val="0"/>
              </a:spcAft>
              <a:buClrTx/>
              <a:buSzTx/>
              <a:buFontTx/>
              <a:buChar char="•"/>
              <a:tabLst/>
              <a:defRPr/>
            </a:pPr>
            <a:endParaRPr kumimoji="0" lang="en-US" sz="800" b="1" i="0" u="none" strike="noStrike" kern="1200" cap="none" spc="0" normalizeH="0" baseline="0" noProof="0">
              <a:ln>
                <a:noFill/>
              </a:ln>
              <a:solidFill>
                <a:srgbClr val="595959"/>
              </a:solidFill>
              <a:effectLst/>
              <a:uLnTx/>
              <a:uFillTx/>
              <a:latin typeface="Times New Roman" pitchFamily="18" charset="0"/>
              <a:ea typeface="+mn-ea"/>
              <a:cs typeface="+mn-cs"/>
            </a:endParaRPr>
          </a:p>
        </p:txBody>
      </p:sp>
      <p:sp>
        <p:nvSpPr>
          <p:cNvPr id="4"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80000"/>
              </a:lnSpc>
              <a:spcBef>
                <a:spcPct val="20000"/>
              </a:spcBef>
              <a:spcAft>
                <a:spcPct val="0"/>
              </a:spcAft>
              <a:buClrTx/>
              <a:buSzTx/>
              <a:buFontTx/>
              <a:buChar char="•"/>
              <a:tabLst/>
              <a:defRPr/>
            </a:pPr>
            <a:fld id="{A0FCC8B3-8AA3-41AC-8D96-758D922C7515}" type="slidenum">
              <a:rPr kumimoji="0" lang="en-US" altLang="en-US" sz="800" b="1" i="0" u="none" strike="noStrike" kern="1200" cap="none" spc="0" normalizeH="0" baseline="0" noProof="0" smtClean="0">
                <a:ln>
                  <a:noFill/>
                </a:ln>
                <a:solidFill>
                  <a:srgbClr val="595959"/>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80000"/>
                </a:lnSpc>
                <a:spcBef>
                  <a:spcPct val="20000"/>
                </a:spcBef>
                <a:spcAft>
                  <a:spcPct val="0"/>
                </a:spcAft>
                <a:buClrTx/>
                <a:buSzTx/>
                <a:buFontTx/>
                <a:buChar char="•"/>
                <a:tabLst/>
                <a:defRPr/>
              </a:pPr>
              <a:t>‹#›</a:t>
            </a:fld>
            <a:endParaRPr kumimoji="0" lang="en-US" altLang="en-US" sz="800" b="1" i="0" u="none" strike="noStrike" kern="1200" cap="none" spc="0" normalizeH="0" baseline="0" noProof="0">
              <a:ln>
                <a:noFill/>
              </a:ln>
              <a:solidFill>
                <a:srgbClr val="595959"/>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128865349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54"/>
            <a:ext cx="10363200" cy="1470025"/>
          </a:xfrm>
        </p:spPr>
        <p:txBody>
          <a:bodyPr/>
          <a:lstStyle>
            <a:lvl1pPr>
              <a:defRPr>
                <a:latin typeface="Times New Roman" panose="02020603050405020304" pitchFamily="18" charset="0"/>
              </a:defRPr>
            </a:lvl1p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latin typeface="Times New Roman" panose="02020603050405020304" pitchFamily="18" charset="0"/>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p:txBody>
          <a:bodyPr/>
          <a:lstStyle>
            <a:lvl1pPr>
              <a:defRPr b="1" smtClean="0"/>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5" name="Rectangle 5"/>
          <p:cNvSpPr>
            <a:spLocks noGrp="1" noChangeArrowheads="1"/>
          </p:cNvSpPr>
          <p:nvPr>
            <p:ph type="ftr" sz="quarter" idx="11"/>
          </p:nvPr>
        </p:nvSpPr>
        <p:spPr/>
        <p:txBody>
          <a:bodyPr/>
          <a:lstStyle>
            <a:lvl1pPr>
              <a:defRPr b="1" smtClean="0"/>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6" name="Rectangle 6"/>
          <p:cNvSpPr>
            <a:spLocks noGrp="1" noChangeArrowheads="1"/>
          </p:cNvSpPr>
          <p:nvPr>
            <p:ph type="sldNum" sz="quarter" idx="12"/>
          </p:nvPr>
        </p:nvSpPr>
        <p:spPr/>
        <p:txBody>
          <a:bodyPr/>
          <a:lstStyle>
            <a:lvl1pPr>
              <a:defRPr b="1"/>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BC885028-6C43-4AEC-8A23-5D273E1885A2}" type="slidenum">
              <a:rPr kumimoji="0" lang="en-US" altLang="en-US" sz="1400" b="1"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6795796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4" name="Straight Connector 3"/>
          <p:cNvCxnSpPr/>
          <p:nvPr userDrawn="1"/>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5" name="Straight Connector 4"/>
          <p:cNvCxnSpPr/>
          <p:nvPr userDrawn="1"/>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6" name="Footer Placeholder 1"/>
          <p:cNvSpPr txBox="1">
            <a:spLocks/>
          </p:cNvSpPr>
          <p:nvPr userDrawn="1"/>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itchFamily="34" charset="0"/>
              </a:defRPr>
            </a:lvl1pPr>
            <a:lvl2pPr marL="742950" indent="-285750">
              <a:defRPr sz="2800" b="1">
                <a:solidFill>
                  <a:schemeClr val="bg1"/>
                </a:solidFill>
                <a:latin typeface="Arial" pitchFamily="34" charset="0"/>
              </a:defRPr>
            </a:lvl2pPr>
            <a:lvl3pPr marL="1143000" indent="-228600">
              <a:defRPr sz="2800" b="1">
                <a:solidFill>
                  <a:schemeClr val="bg1"/>
                </a:solidFill>
                <a:latin typeface="Arial" pitchFamily="34" charset="0"/>
              </a:defRPr>
            </a:lvl3pPr>
            <a:lvl4pPr marL="1600200" indent="-228600">
              <a:defRPr sz="2800" b="1">
                <a:solidFill>
                  <a:schemeClr val="bg1"/>
                </a:solidFill>
                <a:latin typeface="Arial" pitchFamily="34" charset="0"/>
              </a:defRPr>
            </a:lvl4pPr>
            <a:lvl5pPr marL="2057400" indent="-228600">
              <a:defRPr sz="2800" b="1">
                <a:solidFill>
                  <a:schemeClr val="bg1"/>
                </a:solidFill>
                <a:latin typeface="Arial" pitchFamily="34" charset="0"/>
              </a:defRPr>
            </a:lvl5pPr>
            <a:lvl6pPr marL="2514600" indent="-228600" eaLnBrk="0" fontAlgn="base" hangingPunct="0">
              <a:spcBef>
                <a:spcPct val="0"/>
              </a:spcBef>
              <a:spcAft>
                <a:spcPct val="0"/>
              </a:spcAft>
              <a:defRPr sz="2800" b="1">
                <a:solidFill>
                  <a:schemeClr val="bg1"/>
                </a:solidFill>
                <a:latin typeface="Arial" pitchFamily="34" charset="0"/>
              </a:defRPr>
            </a:lvl6pPr>
            <a:lvl7pPr marL="2971800" indent="-228600" eaLnBrk="0" fontAlgn="base" hangingPunct="0">
              <a:spcBef>
                <a:spcPct val="0"/>
              </a:spcBef>
              <a:spcAft>
                <a:spcPct val="0"/>
              </a:spcAft>
              <a:defRPr sz="2800" b="1">
                <a:solidFill>
                  <a:schemeClr val="bg1"/>
                </a:solidFill>
                <a:latin typeface="Arial" pitchFamily="34" charset="0"/>
              </a:defRPr>
            </a:lvl7pPr>
            <a:lvl8pPr marL="3429000" indent="-228600" eaLnBrk="0" fontAlgn="base" hangingPunct="0">
              <a:spcBef>
                <a:spcPct val="0"/>
              </a:spcBef>
              <a:spcAft>
                <a:spcPct val="0"/>
              </a:spcAft>
              <a:defRPr sz="2800" b="1">
                <a:solidFill>
                  <a:schemeClr val="bg1"/>
                </a:solidFill>
                <a:latin typeface="Arial" pitchFamily="34" charset="0"/>
              </a:defRPr>
            </a:lvl8pPr>
            <a:lvl9pPr marL="3886200" indent="-228600" eaLnBrk="0" fontAlgn="base" hangingPunct="0">
              <a:spcBef>
                <a:spcPct val="0"/>
              </a:spcBef>
              <a:spcAft>
                <a:spcPct val="0"/>
              </a:spcAft>
              <a:defRPr sz="2800" b="1">
                <a:solidFill>
                  <a:schemeClr val="bg1"/>
                </a:solidFill>
                <a:latin typeface="Arial"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a:ln>
                  <a:noFill/>
                </a:ln>
                <a:solidFill>
                  <a:srgbClr val="2D2D8A"/>
                </a:solidFill>
                <a:effectLst/>
                <a:uLnTx/>
                <a:uFillTx/>
                <a:latin typeface="Times New Roman" pitchFamily="18" charset="0"/>
                <a:ea typeface="+mn-ea"/>
                <a:cs typeface="Times New Roman" pitchFamily="18" charset="0"/>
              </a:rPr>
              <a:t>AUT206 - PLC CƠ BẢN</a:t>
            </a:r>
            <a:endParaRPr kumimoji="0" lang="en-US" altLang="en-US" sz="1200" b="1" i="0" u="none" strike="noStrike" kern="1200" cap="none" spc="0" normalizeH="0" baseline="0" noProof="0">
              <a:ln>
                <a:noFill/>
              </a:ln>
              <a:solidFill>
                <a:srgbClr val="2D2D8A"/>
              </a:solidFill>
              <a:effectLst/>
              <a:uLnTx/>
              <a:uFillTx/>
              <a:latin typeface="Times New Roman" pitchFamily="18" charset="0"/>
              <a:ea typeface="+mn-ea"/>
              <a:cs typeface="Times New Roman" pitchFamily="18" charset="0"/>
            </a:endParaRPr>
          </a:p>
        </p:txBody>
      </p:sp>
      <p:pic>
        <p:nvPicPr>
          <p:cNvPr id="7" name="Picture 9"/>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lvl1pPr>
              <a:defRPr>
                <a:latin typeface="Times New Roman" panose="02020603050405020304" pitchFamily="18"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4"/>
          <p:cNvSpPr>
            <a:spLocks noGrp="1" noChangeArrowheads="1"/>
          </p:cNvSpPr>
          <p:nvPr>
            <p:ph type="dt" sz="half" idx="10"/>
          </p:nvPr>
        </p:nvSpPr>
        <p:spPr/>
        <p:txBody>
          <a:bodyPr/>
          <a:lstStyle>
            <a:lvl1pPr>
              <a:defRPr b="1" smtClean="0"/>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9" name="Rectangle 5"/>
          <p:cNvSpPr>
            <a:spLocks noGrp="1" noChangeArrowheads="1"/>
          </p:cNvSpPr>
          <p:nvPr>
            <p:ph type="ftr" sz="quarter" idx="11"/>
          </p:nvPr>
        </p:nvSpPr>
        <p:spPr/>
        <p:txBody>
          <a:bodyPr/>
          <a:lstStyle>
            <a:lvl1pPr>
              <a:defRPr b="1" smtClean="0"/>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10" name="Rectangle 6"/>
          <p:cNvSpPr>
            <a:spLocks noGrp="1" noChangeArrowheads="1"/>
          </p:cNvSpPr>
          <p:nvPr>
            <p:ph type="sldNum" sz="quarter" idx="12"/>
          </p:nvPr>
        </p:nvSpPr>
        <p:spPr/>
        <p:txBody>
          <a:bodyPr/>
          <a:lstStyle>
            <a:lvl1pPr>
              <a:defRPr b="1"/>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AE2A845F-9870-47E0-86FF-D5B10359773B}" type="slidenum">
              <a:rPr kumimoji="0" lang="en-US" altLang="en-US" sz="1400" b="1"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295714523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29"/>
            <a:ext cx="10363200" cy="1362075"/>
          </a:xfrm>
        </p:spPr>
        <p:txBody>
          <a:bodyPr anchor="t"/>
          <a:lstStyle>
            <a:lvl1pPr algn="l">
              <a:defRPr sz="4000" b="1" cap="all">
                <a:latin typeface="Times New Roman" panose="02020603050405020304" pitchFamily="18" charset="0"/>
              </a:defRPr>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atin typeface="Times New Roman" panose="02020603050405020304" pitchFamily="18" charset="0"/>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p:txBody>
          <a:bodyPr/>
          <a:lstStyle>
            <a:lvl1pPr>
              <a:defRPr b="1" smtClean="0"/>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5" name="Rectangle 5"/>
          <p:cNvSpPr>
            <a:spLocks noGrp="1" noChangeArrowheads="1"/>
          </p:cNvSpPr>
          <p:nvPr>
            <p:ph type="ftr" sz="quarter" idx="11"/>
          </p:nvPr>
        </p:nvSpPr>
        <p:spPr/>
        <p:txBody>
          <a:bodyPr/>
          <a:lstStyle>
            <a:lvl1pPr>
              <a:defRPr b="1" smtClean="0"/>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6" name="Rectangle 6"/>
          <p:cNvSpPr>
            <a:spLocks noGrp="1" noChangeArrowheads="1"/>
          </p:cNvSpPr>
          <p:nvPr>
            <p:ph type="sldNum" sz="quarter" idx="12"/>
          </p:nvPr>
        </p:nvSpPr>
        <p:spPr/>
        <p:txBody>
          <a:bodyPr/>
          <a:lstStyle>
            <a:lvl1pPr>
              <a:defRPr b="1"/>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F5F5C626-45A0-46EF-9E58-C3CA54F08697}" type="slidenum">
              <a:rPr kumimoji="0" lang="en-US" altLang="en-US" sz="1400" b="1"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425953309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Times New Roman" panose="02020603050405020304" pitchFamily="18" charset="0"/>
              </a:defRPr>
            </a:lvl1pPr>
          </a:lstStyle>
          <a:p>
            <a:r>
              <a:rPr lang="en-US"/>
              <a:t>Click to edit Master title style</a:t>
            </a:r>
          </a:p>
        </p:txBody>
      </p:sp>
      <p:sp>
        <p:nvSpPr>
          <p:cNvPr id="3" name="Content Placeholder 2"/>
          <p:cNvSpPr>
            <a:spLocks noGrp="1"/>
          </p:cNvSpPr>
          <p:nvPr>
            <p:ph sz="half" idx="1"/>
          </p:nvPr>
        </p:nvSpPr>
        <p:spPr>
          <a:xfrm>
            <a:off x="609600" y="1600206"/>
            <a:ext cx="5384800" cy="4525963"/>
          </a:xfrm>
        </p:spPr>
        <p:txBody>
          <a:bodyPr/>
          <a:lstStyle>
            <a:lvl1pPr>
              <a:defRPr sz="2800">
                <a:latin typeface="Times New Roman" panose="02020603050405020304" pitchFamily="18" charset="0"/>
              </a:defRPr>
            </a:lvl1pPr>
            <a:lvl2pPr>
              <a:defRPr sz="2400">
                <a:latin typeface="Times New Roman" panose="02020603050405020304" pitchFamily="18" charset="0"/>
              </a:defRPr>
            </a:lvl2pPr>
            <a:lvl3pPr>
              <a:defRPr sz="2000">
                <a:latin typeface="Times New Roman" panose="02020603050405020304" pitchFamily="18" charset="0"/>
              </a:defRPr>
            </a:lvl3pPr>
            <a:lvl4pPr>
              <a:defRPr sz="1800">
                <a:latin typeface="Times New Roman" panose="02020603050405020304" pitchFamily="18" charset="0"/>
              </a:defRPr>
            </a:lvl4pPr>
            <a:lvl5pPr>
              <a:defRPr sz="1800">
                <a:latin typeface="Times New Roman" panose="02020603050405020304" pitchFamily="18"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6"/>
            <a:ext cx="5384800" cy="4525963"/>
          </a:xfrm>
        </p:spPr>
        <p:txBody>
          <a:bodyPr/>
          <a:lstStyle>
            <a:lvl1pPr>
              <a:defRPr sz="2800">
                <a:latin typeface="Times New Roman" panose="02020603050405020304" pitchFamily="18" charset="0"/>
              </a:defRPr>
            </a:lvl1pPr>
            <a:lvl2pPr>
              <a:defRPr sz="2400">
                <a:latin typeface="Times New Roman" panose="02020603050405020304" pitchFamily="18" charset="0"/>
              </a:defRPr>
            </a:lvl2pPr>
            <a:lvl3pPr>
              <a:defRPr sz="2000">
                <a:latin typeface="Times New Roman" panose="02020603050405020304" pitchFamily="18" charset="0"/>
              </a:defRPr>
            </a:lvl3pPr>
            <a:lvl4pPr>
              <a:defRPr sz="1800">
                <a:latin typeface="Times New Roman" panose="02020603050405020304" pitchFamily="18" charset="0"/>
              </a:defRPr>
            </a:lvl4pPr>
            <a:lvl5pPr>
              <a:defRPr sz="1800">
                <a:latin typeface="Times New Roman" panose="02020603050405020304" pitchFamily="18"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noChangeArrowheads="1"/>
          </p:cNvSpPr>
          <p:nvPr>
            <p:ph type="dt" sz="half" idx="10"/>
          </p:nvPr>
        </p:nvSpPr>
        <p:spPr/>
        <p:txBody>
          <a:bodyPr/>
          <a:lstStyle>
            <a:lvl1pPr>
              <a:defRPr b="1" smtClean="0"/>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6" name="Footer Placeholder 5"/>
          <p:cNvSpPr>
            <a:spLocks noGrp="1" noChangeArrowheads="1"/>
          </p:cNvSpPr>
          <p:nvPr>
            <p:ph type="ftr" sz="quarter" idx="11"/>
          </p:nvPr>
        </p:nvSpPr>
        <p:spPr/>
        <p:txBody>
          <a:bodyPr/>
          <a:lstStyle>
            <a:lvl1pPr>
              <a:defRPr b="1" smtClean="0"/>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7" name="Slide Number Placeholder 6"/>
          <p:cNvSpPr>
            <a:spLocks noGrp="1" noChangeArrowheads="1"/>
          </p:cNvSpPr>
          <p:nvPr>
            <p:ph type="sldNum" sz="quarter" idx="12"/>
          </p:nvPr>
        </p:nvSpPr>
        <p:spPr/>
        <p:txBody>
          <a:bodyPr/>
          <a:lstStyle>
            <a:lvl1pPr>
              <a:defRPr b="1"/>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758AB801-7BEA-45FE-9251-E37D29ADF496}" type="slidenum">
              <a:rPr kumimoji="0" lang="en-US" altLang="en-US" sz="1400" b="1"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257838237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Times New Roman" panose="02020603050405020304" pitchFamily="18" charset="0"/>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atin typeface="Times New Roman" panose="02020603050405020304"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atin typeface="Times New Roman" panose="02020603050405020304" pitchFamily="18" charset="0"/>
              </a:defRPr>
            </a:lvl1pPr>
            <a:lvl2pPr>
              <a:defRPr sz="2000">
                <a:latin typeface="Times New Roman" panose="02020603050405020304" pitchFamily="18" charset="0"/>
              </a:defRPr>
            </a:lvl2pPr>
            <a:lvl3pPr>
              <a:defRPr sz="1800">
                <a:latin typeface="Times New Roman" panose="02020603050405020304" pitchFamily="18" charset="0"/>
              </a:defRPr>
            </a:lvl3pPr>
            <a:lvl4pPr>
              <a:defRPr sz="1600">
                <a:latin typeface="Times New Roman" panose="02020603050405020304" pitchFamily="18" charset="0"/>
              </a:defRPr>
            </a:lvl4pPr>
            <a:lvl5pPr>
              <a:defRPr sz="1600">
                <a:latin typeface="Times New Roman" panose="02020603050405020304" pitchFamily="18" charset="0"/>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86" y="1535113"/>
            <a:ext cx="5389033" cy="639762"/>
          </a:xfrm>
        </p:spPr>
        <p:txBody>
          <a:bodyPr anchor="b"/>
          <a:lstStyle>
            <a:lvl1pPr marL="0" indent="0">
              <a:buNone/>
              <a:defRPr sz="2400" b="1">
                <a:latin typeface="Times New Roman" panose="02020603050405020304"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86" y="2174875"/>
            <a:ext cx="5389033" cy="3951288"/>
          </a:xfrm>
        </p:spPr>
        <p:txBody>
          <a:bodyPr/>
          <a:lstStyle>
            <a:lvl1pPr>
              <a:defRPr sz="2400">
                <a:latin typeface="Times New Roman" panose="02020603050405020304" pitchFamily="18" charset="0"/>
              </a:defRPr>
            </a:lvl1pPr>
            <a:lvl2pPr>
              <a:defRPr sz="2000">
                <a:latin typeface="Times New Roman" panose="02020603050405020304" pitchFamily="18" charset="0"/>
              </a:defRPr>
            </a:lvl2pPr>
            <a:lvl3pPr>
              <a:defRPr sz="1800">
                <a:latin typeface="Times New Roman" panose="02020603050405020304" pitchFamily="18" charset="0"/>
              </a:defRPr>
            </a:lvl3pPr>
            <a:lvl4pPr>
              <a:defRPr sz="1600">
                <a:latin typeface="Times New Roman" panose="02020603050405020304" pitchFamily="18" charset="0"/>
              </a:defRPr>
            </a:lvl4pPr>
            <a:lvl5pPr>
              <a:defRPr sz="1600">
                <a:latin typeface="Times New Roman" panose="02020603050405020304" pitchFamily="18" charset="0"/>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p:txBody>
          <a:bodyPr/>
          <a:lstStyle>
            <a:lvl1pPr>
              <a:defRPr b="1" smtClean="0"/>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8" name="Rectangle 5"/>
          <p:cNvSpPr>
            <a:spLocks noGrp="1" noChangeArrowheads="1"/>
          </p:cNvSpPr>
          <p:nvPr>
            <p:ph type="ftr" sz="quarter" idx="11"/>
          </p:nvPr>
        </p:nvSpPr>
        <p:spPr/>
        <p:txBody>
          <a:bodyPr/>
          <a:lstStyle>
            <a:lvl1pPr>
              <a:defRPr b="1" smtClean="0"/>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9" name="Rectangle 6"/>
          <p:cNvSpPr>
            <a:spLocks noGrp="1" noChangeArrowheads="1"/>
          </p:cNvSpPr>
          <p:nvPr>
            <p:ph type="sldNum" sz="quarter" idx="12"/>
          </p:nvPr>
        </p:nvSpPr>
        <p:spPr/>
        <p:txBody>
          <a:bodyPr/>
          <a:lstStyle>
            <a:lvl1pPr>
              <a:defRPr b="1"/>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729322F2-0EB2-4313-997B-CA345170667A}" type="slidenum">
              <a:rPr kumimoji="0" lang="en-US" altLang="en-US" sz="1400" b="1"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119276980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Times New Roman" panose="02020603050405020304" pitchFamily="18" charset="0"/>
              </a:defRPr>
            </a:lvl1pPr>
          </a:lstStyle>
          <a:p>
            <a:r>
              <a:rPr lang="en-US"/>
              <a:t>Click to edit Master title style</a:t>
            </a:r>
          </a:p>
        </p:txBody>
      </p:sp>
      <p:sp>
        <p:nvSpPr>
          <p:cNvPr id="3" name="Rectangle 4"/>
          <p:cNvSpPr>
            <a:spLocks noGrp="1" noChangeArrowheads="1"/>
          </p:cNvSpPr>
          <p:nvPr>
            <p:ph type="dt" sz="half" idx="10"/>
          </p:nvPr>
        </p:nvSpPr>
        <p:spPr/>
        <p:txBody>
          <a:bodyPr/>
          <a:lstStyle>
            <a:lvl1pPr>
              <a:defRPr b="1" smtClean="0"/>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4" name="Rectangle 5"/>
          <p:cNvSpPr>
            <a:spLocks noGrp="1" noChangeArrowheads="1"/>
          </p:cNvSpPr>
          <p:nvPr>
            <p:ph type="ftr" sz="quarter" idx="11"/>
          </p:nvPr>
        </p:nvSpPr>
        <p:spPr/>
        <p:txBody>
          <a:bodyPr/>
          <a:lstStyle>
            <a:lvl1pPr>
              <a:defRPr b="1" smtClean="0"/>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5" name="Rectangle 6"/>
          <p:cNvSpPr>
            <a:spLocks noGrp="1" noChangeArrowheads="1"/>
          </p:cNvSpPr>
          <p:nvPr>
            <p:ph type="sldNum" sz="quarter" idx="12"/>
          </p:nvPr>
        </p:nvSpPr>
        <p:spPr/>
        <p:txBody>
          <a:bodyPr/>
          <a:lstStyle>
            <a:lvl1pPr>
              <a:defRPr b="1"/>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385B2490-8E55-4AAA-82F6-A3F7CF418A16}" type="slidenum">
              <a:rPr kumimoji="0" lang="en-US" altLang="en-US" sz="1400" b="1"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185694124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b="1" smtClean="0"/>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3" name="Rectangle 5"/>
          <p:cNvSpPr>
            <a:spLocks noGrp="1" noChangeArrowheads="1"/>
          </p:cNvSpPr>
          <p:nvPr>
            <p:ph type="ftr" sz="quarter" idx="11"/>
          </p:nvPr>
        </p:nvSpPr>
        <p:spPr/>
        <p:txBody>
          <a:bodyPr/>
          <a:lstStyle>
            <a:lvl1pPr>
              <a:defRPr b="1" smtClean="0"/>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4" name="Rectangle 6"/>
          <p:cNvSpPr>
            <a:spLocks noGrp="1" noChangeArrowheads="1"/>
          </p:cNvSpPr>
          <p:nvPr>
            <p:ph type="sldNum" sz="quarter" idx="12"/>
          </p:nvPr>
        </p:nvSpPr>
        <p:spPr/>
        <p:txBody>
          <a:bodyPr/>
          <a:lstStyle>
            <a:lvl1pPr>
              <a:defRPr b="1"/>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0A91D3B4-5A6F-40CA-BA29-7FF68EE686D4}" type="slidenum">
              <a:rPr kumimoji="0" lang="en-US" altLang="en-US" sz="1400" b="1"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383505044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3" y="273050"/>
            <a:ext cx="4011084" cy="1162050"/>
          </a:xfrm>
        </p:spPr>
        <p:txBody>
          <a:bodyPr anchor="b"/>
          <a:lstStyle>
            <a:lvl1pPr algn="l">
              <a:defRPr sz="2000" b="1">
                <a:latin typeface="Times New Roman" panose="02020603050405020304" pitchFamily="18" charset="0"/>
              </a:defRPr>
            </a:lvl1pPr>
          </a:lstStyle>
          <a:p>
            <a:r>
              <a:rPr lang="en-US"/>
              <a:t>Click to edit Master title style</a:t>
            </a:r>
          </a:p>
        </p:txBody>
      </p:sp>
      <p:sp>
        <p:nvSpPr>
          <p:cNvPr id="3" name="Content Placeholder 2"/>
          <p:cNvSpPr>
            <a:spLocks noGrp="1"/>
          </p:cNvSpPr>
          <p:nvPr>
            <p:ph idx="1"/>
          </p:nvPr>
        </p:nvSpPr>
        <p:spPr>
          <a:xfrm>
            <a:off x="4766733" y="273079"/>
            <a:ext cx="6815667" cy="5853113"/>
          </a:xfrm>
        </p:spPr>
        <p:txBody>
          <a:bodyPr/>
          <a:lstStyle>
            <a:lvl1pPr>
              <a:defRPr sz="3200">
                <a:latin typeface="Times New Roman" panose="02020603050405020304" pitchFamily="18" charset="0"/>
              </a:defRPr>
            </a:lvl1pPr>
            <a:lvl2pPr>
              <a:defRPr sz="2800">
                <a:latin typeface="Times New Roman" panose="02020603050405020304" pitchFamily="18" charset="0"/>
              </a:defRPr>
            </a:lvl2pPr>
            <a:lvl3pPr>
              <a:defRPr sz="2400">
                <a:latin typeface="Times New Roman" panose="02020603050405020304" pitchFamily="18" charset="0"/>
              </a:defRPr>
            </a:lvl3pPr>
            <a:lvl4pPr>
              <a:defRPr sz="2000">
                <a:latin typeface="Times New Roman" panose="02020603050405020304" pitchFamily="18" charset="0"/>
              </a:defRPr>
            </a:lvl4pPr>
            <a:lvl5pPr>
              <a:defRPr sz="2000">
                <a:latin typeface="Times New Roman" panose="02020603050405020304" pitchFamily="18" charset="0"/>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3" y="1435103"/>
            <a:ext cx="4011084" cy="4691063"/>
          </a:xfrm>
        </p:spPr>
        <p:txBody>
          <a:bodyPr/>
          <a:lstStyle>
            <a:lvl1pPr marL="0" indent="0">
              <a:buNone/>
              <a:defRPr sz="1400">
                <a:latin typeface="Times New Roman" panose="02020603050405020304" pitchFamily="18"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noChangeArrowheads="1"/>
          </p:cNvSpPr>
          <p:nvPr>
            <p:ph type="dt" sz="half" idx="10"/>
          </p:nvPr>
        </p:nvSpPr>
        <p:spPr/>
        <p:txBody>
          <a:bodyPr/>
          <a:lstStyle>
            <a:lvl1pPr>
              <a:defRPr b="1" smtClean="0"/>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6" name="Footer Placeholder 5"/>
          <p:cNvSpPr>
            <a:spLocks noGrp="1" noChangeArrowheads="1"/>
          </p:cNvSpPr>
          <p:nvPr>
            <p:ph type="ftr" sz="quarter" idx="11"/>
          </p:nvPr>
        </p:nvSpPr>
        <p:spPr/>
        <p:txBody>
          <a:bodyPr/>
          <a:lstStyle>
            <a:lvl1pPr>
              <a:defRPr b="1" smtClean="0"/>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7" name="Slide Number Placeholder 6"/>
          <p:cNvSpPr>
            <a:spLocks noGrp="1" noChangeArrowheads="1"/>
          </p:cNvSpPr>
          <p:nvPr>
            <p:ph type="sldNum" sz="quarter" idx="12"/>
          </p:nvPr>
        </p:nvSpPr>
        <p:spPr/>
        <p:txBody>
          <a:bodyPr/>
          <a:lstStyle>
            <a:lvl1pPr>
              <a:defRPr b="1"/>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F374517C-903C-43ED-95C3-A2AD809374EB}" type="slidenum">
              <a:rPr kumimoji="0" lang="en-US" altLang="en-US" sz="1400" b="1"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264310908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atin typeface="Times New Roman" panose="02020603050405020304" pitchFamily="18" charset="0"/>
              </a:defRPr>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atin typeface="Times New Roman" panose="02020603050405020304" pitchFamily="18"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atin typeface="Times New Roman" panose="02020603050405020304" pitchFamily="18"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noChangeArrowheads="1"/>
          </p:cNvSpPr>
          <p:nvPr>
            <p:ph type="dt" sz="half" idx="10"/>
          </p:nvPr>
        </p:nvSpPr>
        <p:spPr/>
        <p:txBody>
          <a:bodyPr/>
          <a:lstStyle>
            <a:lvl1pPr>
              <a:defRPr b="1" smtClean="0"/>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6" name="Footer Placeholder 5"/>
          <p:cNvSpPr>
            <a:spLocks noGrp="1" noChangeArrowheads="1"/>
          </p:cNvSpPr>
          <p:nvPr>
            <p:ph type="ftr" sz="quarter" idx="11"/>
          </p:nvPr>
        </p:nvSpPr>
        <p:spPr/>
        <p:txBody>
          <a:bodyPr/>
          <a:lstStyle>
            <a:lvl1pPr>
              <a:defRPr b="1" smtClean="0"/>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7" name="Slide Number Placeholder 6"/>
          <p:cNvSpPr>
            <a:spLocks noGrp="1" noChangeArrowheads="1"/>
          </p:cNvSpPr>
          <p:nvPr>
            <p:ph type="sldNum" sz="quarter" idx="12"/>
          </p:nvPr>
        </p:nvSpPr>
        <p:spPr/>
        <p:txBody>
          <a:bodyPr/>
          <a:lstStyle>
            <a:lvl1pPr>
              <a:defRPr b="1"/>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F73C90D4-9AED-4A31-BEA7-B4A13D9C0FAC}" type="slidenum">
              <a:rPr kumimoji="0" lang="en-US" altLang="en-US" sz="1400" b="1"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373345211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Times New Roman" panose="02020603050405020304" pitchFamily="18" charset="0"/>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lvl1pPr>
              <a:defRPr b="1" smtClean="0"/>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5" name="Rectangle 5"/>
          <p:cNvSpPr>
            <a:spLocks noGrp="1" noChangeArrowheads="1"/>
          </p:cNvSpPr>
          <p:nvPr>
            <p:ph type="ftr" sz="quarter" idx="11"/>
          </p:nvPr>
        </p:nvSpPr>
        <p:spPr/>
        <p:txBody>
          <a:bodyPr/>
          <a:lstStyle>
            <a:lvl1pPr>
              <a:defRPr b="1" smtClean="0"/>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6" name="Rectangle 6"/>
          <p:cNvSpPr>
            <a:spLocks noGrp="1" noChangeArrowheads="1"/>
          </p:cNvSpPr>
          <p:nvPr>
            <p:ph type="sldNum" sz="quarter" idx="12"/>
          </p:nvPr>
        </p:nvSpPr>
        <p:spPr/>
        <p:txBody>
          <a:bodyPr/>
          <a:lstStyle>
            <a:lvl1pPr>
              <a:defRPr b="1"/>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5B9408F8-F42D-44CD-8A8D-D9895C7851C4}" type="slidenum">
              <a:rPr kumimoji="0" lang="en-US" altLang="en-US" sz="1400" b="1"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326507318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67"/>
            <a:ext cx="2743200" cy="5851525"/>
          </a:xfrm>
        </p:spPr>
        <p:txBody>
          <a:bodyPr vert="eaVert"/>
          <a:lstStyle>
            <a:lvl1pPr>
              <a:defRPr>
                <a:latin typeface="Times New Roman" panose="02020603050405020304" pitchFamily="18" charset="0"/>
              </a:defRPr>
            </a:lvl1pPr>
          </a:lstStyle>
          <a:p>
            <a:r>
              <a:rPr lang="en-US"/>
              <a:t>Click to edit Master title style</a:t>
            </a:r>
          </a:p>
        </p:txBody>
      </p:sp>
      <p:sp>
        <p:nvSpPr>
          <p:cNvPr id="3" name="Vertical Text Placeholder 2"/>
          <p:cNvSpPr>
            <a:spLocks noGrp="1"/>
          </p:cNvSpPr>
          <p:nvPr>
            <p:ph type="body" orient="vert" idx="1"/>
          </p:nvPr>
        </p:nvSpPr>
        <p:spPr>
          <a:xfrm>
            <a:off x="609600" y="274667"/>
            <a:ext cx="8026400" cy="5851525"/>
          </a:xfrm>
        </p:spPr>
        <p:txBody>
          <a:bodyPr vert="eaVert"/>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lvl1pPr>
              <a:defRPr b="1" smtClean="0"/>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5" name="Rectangle 5"/>
          <p:cNvSpPr>
            <a:spLocks noGrp="1" noChangeArrowheads="1"/>
          </p:cNvSpPr>
          <p:nvPr>
            <p:ph type="ftr" sz="quarter" idx="11"/>
          </p:nvPr>
        </p:nvSpPr>
        <p:spPr/>
        <p:txBody>
          <a:bodyPr/>
          <a:lstStyle>
            <a:lvl1pPr>
              <a:defRPr b="1" smtClean="0"/>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6" name="Rectangle 6"/>
          <p:cNvSpPr>
            <a:spLocks noGrp="1" noChangeArrowheads="1"/>
          </p:cNvSpPr>
          <p:nvPr>
            <p:ph type="sldNum" sz="quarter" idx="12"/>
          </p:nvPr>
        </p:nvSpPr>
        <p:spPr/>
        <p:txBody>
          <a:bodyPr/>
          <a:lstStyle>
            <a:lvl1pPr>
              <a:defRPr b="1"/>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5E006642-6D9E-4802-B51E-4A3620ABCF0D}" type="slidenum">
              <a:rPr kumimoji="0" lang="en-US" altLang="en-US" sz="1400" b="1"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19930127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5" Type="http://schemas.openxmlformats.org/officeDocument/2006/relationships/theme" Target="../theme/theme2.xml"/><Relationship Id="rId4" Type="http://schemas.openxmlformats.org/officeDocument/2006/relationships/slideLayout" Target="../slideLayouts/slideLayout1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3.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theme" Target="../theme/theme3.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70" name="Title Placeholder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7171" name="Text Placeholder 2"/>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wrap="square" lIns="91440" tIns="45720" rIns="91440" bIns="45720" numCol="1" anchor="ctr" anchorCtr="0" compatLnSpc="1">
            <a:prstTxWarp prst="textNoShape">
              <a:avLst/>
            </a:prstTxWarp>
          </a:bodyPr>
          <a:lstStyle>
            <a:lvl1pPr>
              <a:defRPr sz="1200" smtClean="0">
                <a:solidFill>
                  <a:srgbClr val="898989"/>
                </a:solidFill>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1" i="0" u="none" strike="noStrike" kern="1200" cap="none" spc="0" normalizeH="0" baseline="0" noProof="0">
                <a:ln>
                  <a:noFill/>
                </a:ln>
                <a:solidFill>
                  <a:prstClr val="black">
                    <a:tint val="75000"/>
                  </a:prstClr>
                </a:solidFill>
                <a:effectLst/>
                <a:uLnTx/>
                <a:uFillTx/>
                <a:latin typeface="Arial" panose="020B0604020202020204" pitchFamily="34" charset="0"/>
                <a:ea typeface="+mn-ea"/>
                <a:cs typeface="+mn-cs"/>
              </a:rPr>
              <a:t>MEC116– CAE (ỨNG DỤNG PHẦN MỀN THIẾT KẾ 3D)</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pPr marL="0" marR="0" lvl="0" indent="0" algn="r" defTabSz="914400" rtl="0" eaLnBrk="0" fontAlgn="base" latinLnBrk="0" hangingPunct="0">
              <a:lnSpc>
                <a:spcPct val="100000"/>
              </a:lnSpc>
              <a:spcBef>
                <a:spcPct val="0"/>
              </a:spcBef>
              <a:spcAft>
                <a:spcPct val="0"/>
              </a:spcAft>
              <a:buClrTx/>
              <a:buSzTx/>
              <a:buFontTx/>
              <a:buNone/>
              <a:tabLst/>
              <a:defRPr/>
            </a:pPr>
            <a:fld id="{8B3A981B-C2C6-4DFD-8CB5-5FAE08E7F329}" type="slidenum">
              <a:rPr kumimoji="0" lang="en-US" altLang="en-US" sz="1200" b="1" i="0" u="none" strike="noStrike" kern="1200" cap="none" spc="0" normalizeH="0" baseline="0" noProof="0" smtClean="0">
                <a:ln>
                  <a:noFill/>
                </a:ln>
                <a:solidFill>
                  <a:srgbClr val="898989"/>
                </a:solidFill>
                <a:effectLst/>
                <a:uLnTx/>
                <a:uFillTx/>
                <a:latin typeface="Arial" panose="020B060402020202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a:t>
            </a:fld>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74698310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dt="0"/>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255588" y="265113"/>
            <a:ext cx="11684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marL="0" marR="0" lvl="0" indent="0" algn="ctr" defTabSz="914400" rtl="0" eaLnBrk="1" fontAlgn="base" latinLnBrk="0" hangingPunct="1">
              <a:lnSpc>
                <a:spcPct val="80000"/>
              </a:lnSpc>
              <a:spcBef>
                <a:spcPct val="20000"/>
              </a:spcBef>
              <a:spcAft>
                <a:spcPct val="0"/>
              </a:spcAft>
              <a:buClrTx/>
              <a:buSzTx/>
              <a:buFontTx/>
              <a:buChar char="•"/>
              <a:tabLst/>
              <a:defRPr/>
            </a:pPr>
            <a:endParaRPr kumimoji="0" lang="en-US" sz="1300" b="1" i="0" u="none" strike="noStrike" kern="1200" cap="none" spc="0" normalizeH="0" baseline="0" noProof="0">
              <a:ln>
                <a:noFill/>
              </a:ln>
              <a:solidFill>
                <a:srgbClr val="FFFFFF"/>
              </a:solidFill>
              <a:effectLst/>
              <a:uLnTx/>
              <a:uFillTx/>
              <a:latin typeface="Times New Roman" pitchFamily="18" charset="0"/>
              <a:ea typeface="+mn-ea"/>
              <a:cs typeface="+mn-cs"/>
            </a:endParaRPr>
          </a:p>
        </p:txBody>
      </p:sp>
      <p:sp>
        <p:nvSpPr>
          <p:cNvPr id="3075" name="Title Placeholder 1"/>
          <p:cNvSpPr>
            <a:spLocks noGrp="1" noChangeArrowheads="1"/>
          </p:cNvSpPr>
          <p:nvPr>
            <p:ph type="title"/>
          </p:nvPr>
        </p:nvSpPr>
        <p:spPr bwMode="auto">
          <a:xfrm>
            <a:off x="520700" y="447675"/>
            <a:ext cx="6877050" cy="639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3076" name="Text Placeholder 2"/>
          <p:cNvSpPr>
            <a:spLocks noGrp="1" noChangeArrowheads="1"/>
          </p:cNvSpPr>
          <p:nvPr>
            <p:ph type="body" idx="1"/>
          </p:nvPr>
        </p:nvSpPr>
        <p:spPr bwMode="auto">
          <a:xfrm>
            <a:off x="539750" y="1435100"/>
            <a:ext cx="4414838" cy="397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539750" y="6203950"/>
            <a:ext cx="3276600" cy="365125"/>
          </a:xfrm>
          <a:prstGeom prst="rect">
            <a:avLst/>
          </a:prstGeom>
        </p:spPr>
        <p:txBody>
          <a:bodyPr vert="horz" wrap="square" lIns="91440" tIns="45720" rIns="91440" bIns="45720" numCol="1" anchor="ctr" anchorCtr="0" compatLnSpc="1">
            <a:prstTxWarp prst="textNoShape">
              <a:avLst/>
            </a:prstTxWarp>
          </a:bodyPr>
          <a:lstStyle>
            <a:lvl1pPr eaLnBrk="1" hangingPunct="1">
              <a:lnSpc>
                <a:spcPct val="80000"/>
              </a:lnSpc>
              <a:spcBef>
                <a:spcPct val="20000"/>
              </a:spcBef>
              <a:buFontTx/>
              <a:buChar char="•"/>
              <a:defRPr sz="800" smtClean="0">
                <a:solidFill>
                  <a:srgbClr val="595959"/>
                </a:solidFill>
                <a:latin typeface="Times New Roman" pitchFamily="18" charset="0"/>
              </a:defRPr>
            </a:lvl1pPr>
          </a:lstStyle>
          <a:p>
            <a:pPr marL="0" marR="0" lvl="0" indent="0" algn="l" defTabSz="914400" rtl="0" eaLnBrk="1" fontAlgn="base" latinLnBrk="0" hangingPunct="1">
              <a:lnSpc>
                <a:spcPct val="80000"/>
              </a:lnSpc>
              <a:spcBef>
                <a:spcPct val="20000"/>
              </a:spcBef>
              <a:spcAft>
                <a:spcPct val="0"/>
              </a:spcAft>
              <a:buClrTx/>
              <a:buSzTx/>
              <a:buFontTx/>
              <a:buChar char="•"/>
              <a:tabLst/>
              <a:defRPr/>
            </a:pPr>
            <a:fld id="{BDBFA0E5-0631-4C6D-B27D-BF816283A6E3}" type="datetimeFigureOut">
              <a:rPr kumimoji="0" lang="en-US" sz="800" b="1" i="0" u="none" strike="noStrike" kern="1200" cap="none" spc="0" normalizeH="0" baseline="0" noProof="0">
                <a:ln>
                  <a:noFill/>
                </a:ln>
                <a:solidFill>
                  <a:srgbClr val="595959"/>
                </a:solidFill>
                <a:effectLst/>
                <a:uLnTx/>
                <a:uFillTx/>
                <a:latin typeface="Times New Roman" pitchFamily="18" charset="0"/>
                <a:ea typeface="+mn-ea"/>
                <a:cs typeface="+mn-cs"/>
              </a:rPr>
              <a:pPr marL="0" marR="0" lvl="0" indent="0" algn="l" defTabSz="914400" rtl="0" eaLnBrk="1" fontAlgn="base" latinLnBrk="0" hangingPunct="1">
                <a:lnSpc>
                  <a:spcPct val="80000"/>
                </a:lnSpc>
                <a:spcBef>
                  <a:spcPct val="20000"/>
                </a:spcBef>
                <a:spcAft>
                  <a:spcPct val="0"/>
                </a:spcAft>
                <a:buClrTx/>
                <a:buSzTx/>
                <a:buFontTx/>
                <a:buChar char="•"/>
                <a:tabLst/>
                <a:defRPr/>
              </a:pPr>
              <a:t>11/26/2021</a:t>
            </a:fld>
            <a:endParaRPr kumimoji="0" lang="en-US" sz="800" b="1" i="0" u="none" strike="noStrike" kern="1200" cap="none" spc="0" normalizeH="0" baseline="0" noProof="0">
              <a:ln>
                <a:noFill/>
              </a:ln>
              <a:solidFill>
                <a:srgbClr val="595959"/>
              </a:solidFill>
              <a:effectLst/>
              <a:uLnTx/>
              <a:uFillTx/>
              <a:latin typeface="Times New Roman" pitchFamily="18" charset="0"/>
              <a:ea typeface="+mn-ea"/>
              <a:cs typeface="+mn-cs"/>
            </a:endParaRPr>
          </a:p>
        </p:txBody>
      </p:sp>
      <p:sp>
        <p:nvSpPr>
          <p:cNvPr id="5" name="Footer Placeholder 4"/>
          <p:cNvSpPr>
            <a:spLocks noGrp="1"/>
          </p:cNvSpPr>
          <p:nvPr>
            <p:ph type="ftr" sz="quarter" idx="3"/>
          </p:nvPr>
        </p:nvSpPr>
        <p:spPr>
          <a:xfrm>
            <a:off x="4648200" y="6203950"/>
            <a:ext cx="2895600" cy="365125"/>
          </a:xfrm>
          <a:prstGeom prst="rect">
            <a:avLst/>
          </a:prstGeom>
        </p:spPr>
        <p:txBody>
          <a:bodyPr vert="horz" wrap="square" lIns="91440" tIns="45720" rIns="91440" bIns="45720" numCol="1" anchor="ctr" anchorCtr="0" compatLnSpc="1">
            <a:prstTxWarp prst="textNoShape">
              <a:avLst/>
            </a:prstTxWarp>
          </a:bodyPr>
          <a:lstStyle>
            <a:lvl1pPr algn="ctr" eaLnBrk="1" hangingPunct="1">
              <a:lnSpc>
                <a:spcPct val="80000"/>
              </a:lnSpc>
              <a:spcBef>
                <a:spcPct val="20000"/>
              </a:spcBef>
              <a:buFontTx/>
              <a:buChar char="•"/>
              <a:defRPr sz="800" smtClean="0">
                <a:solidFill>
                  <a:srgbClr val="595959"/>
                </a:solidFill>
                <a:latin typeface="Times New Roman" pitchFamily="18" charset="0"/>
              </a:defRPr>
            </a:lvl1pPr>
          </a:lstStyle>
          <a:p>
            <a:pPr marL="0" marR="0" lvl="0" indent="0" algn="ctr" defTabSz="914400" rtl="0" eaLnBrk="1" fontAlgn="base" latinLnBrk="0" hangingPunct="1">
              <a:lnSpc>
                <a:spcPct val="80000"/>
              </a:lnSpc>
              <a:spcBef>
                <a:spcPct val="20000"/>
              </a:spcBef>
              <a:spcAft>
                <a:spcPct val="0"/>
              </a:spcAft>
              <a:buClrTx/>
              <a:buSzTx/>
              <a:buFontTx/>
              <a:buChar char="•"/>
              <a:tabLst/>
              <a:defRPr/>
            </a:pPr>
            <a:endParaRPr kumimoji="0" lang="en-US" sz="800" b="1" i="0" u="none" strike="noStrike" kern="1200" cap="none" spc="0" normalizeH="0" baseline="0" noProof="0">
              <a:ln>
                <a:noFill/>
              </a:ln>
              <a:solidFill>
                <a:srgbClr val="595959"/>
              </a:solidFill>
              <a:effectLst/>
              <a:uLnTx/>
              <a:uFillTx/>
              <a:latin typeface="Times New Roman" pitchFamily="18" charset="0"/>
              <a:ea typeface="+mn-ea"/>
              <a:cs typeface="+mn-cs"/>
            </a:endParaRPr>
          </a:p>
        </p:txBody>
      </p:sp>
      <p:sp>
        <p:nvSpPr>
          <p:cNvPr id="6" name="Slide Number Placeholder 5"/>
          <p:cNvSpPr>
            <a:spLocks noGrp="1"/>
          </p:cNvSpPr>
          <p:nvPr>
            <p:ph type="sldNum" sz="quarter" idx="4"/>
          </p:nvPr>
        </p:nvSpPr>
        <p:spPr>
          <a:xfrm>
            <a:off x="8375650" y="6203950"/>
            <a:ext cx="3276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lnSpc>
                <a:spcPct val="80000"/>
              </a:lnSpc>
              <a:spcBef>
                <a:spcPct val="20000"/>
              </a:spcBef>
              <a:buFontTx/>
              <a:buChar char="•"/>
              <a:defRPr sz="800">
                <a:solidFill>
                  <a:srgbClr val="595959"/>
                </a:solidFill>
                <a:latin typeface="Times New Roman" panose="02020603050405020304" pitchFamily="18" charset="0"/>
              </a:defRPr>
            </a:lvl1pPr>
          </a:lstStyle>
          <a:p>
            <a:pPr marL="0" marR="0" lvl="0" indent="0" algn="r" defTabSz="914400" rtl="0" eaLnBrk="1" fontAlgn="base" latinLnBrk="0" hangingPunct="1">
              <a:lnSpc>
                <a:spcPct val="80000"/>
              </a:lnSpc>
              <a:spcBef>
                <a:spcPct val="20000"/>
              </a:spcBef>
              <a:spcAft>
                <a:spcPct val="0"/>
              </a:spcAft>
              <a:buClrTx/>
              <a:buSzTx/>
              <a:buFontTx/>
              <a:buChar char="•"/>
              <a:tabLst/>
              <a:defRPr/>
            </a:pPr>
            <a:fld id="{5289B5E9-CF14-479A-B1BA-9851330519EC}" type="slidenum">
              <a:rPr kumimoji="0" lang="en-US" altLang="en-US" sz="800" b="1" i="0" u="none" strike="noStrike" kern="1200" cap="none" spc="0" normalizeH="0" baseline="0" noProof="0" smtClean="0">
                <a:ln>
                  <a:noFill/>
                </a:ln>
                <a:solidFill>
                  <a:srgbClr val="595959"/>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80000"/>
                </a:lnSpc>
                <a:spcBef>
                  <a:spcPct val="20000"/>
                </a:spcBef>
                <a:spcAft>
                  <a:spcPct val="0"/>
                </a:spcAft>
                <a:buClrTx/>
                <a:buSzTx/>
                <a:buFontTx/>
                <a:buChar char="•"/>
                <a:tabLst/>
                <a:defRPr/>
              </a:pPr>
              <a:t>‹#›</a:t>
            </a:fld>
            <a:endParaRPr kumimoji="0" lang="en-US" altLang="en-US" sz="800" b="1" i="0" u="none" strike="noStrike" kern="1200" cap="none" spc="0" normalizeH="0" baseline="0" noProof="0">
              <a:ln>
                <a:noFill/>
              </a:ln>
              <a:solidFill>
                <a:srgbClr val="595959"/>
              </a:solidFill>
              <a:effectLst/>
              <a:uLnTx/>
              <a:uFillTx/>
              <a:latin typeface="Times New Roman" panose="02020603050405020304" pitchFamily="18" charset="0"/>
              <a:ea typeface="+mn-ea"/>
              <a:cs typeface="+mn-cs"/>
            </a:endParaRPr>
          </a:p>
        </p:txBody>
      </p:sp>
      <p:cxnSp>
        <p:nvCxnSpPr>
          <p:cNvPr id="8" name="Straight Connector 7"/>
          <p:cNvCxnSpPr/>
          <p:nvPr userDrawn="1"/>
        </p:nvCxnSpPr>
        <p:spPr>
          <a:xfrm>
            <a:off x="604838" y="1196975"/>
            <a:ext cx="10982325"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9538525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Lst>
  <p:txStyles>
    <p:titleStyle>
      <a:lvl1pPr algn="l" defTabSz="685800" rtl="0" eaLnBrk="0" fontAlgn="base" hangingPunct="0">
        <a:spcBef>
          <a:spcPct val="0"/>
        </a:spcBef>
        <a:spcAft>
          <a:spcPct val="0"/>
        </a:spcAft>
        <a:defRPr sz="2400" kern="1200">
          <a:solidFill>
            <a:schemeClr val="tx1"/>
          </a:solidFill>
          <a:latin typeface="Times New Roman" panose="02020603050405020304" pitchFamily="18" charset="0"/>
          <a:ea typeface="+mj-ea"/>
          <a:cs typeface="+mj-cs"/>
        </a:defRPr>
      </a:lvl1pPr>
      <a:lvl2pPr algn="l" defTabSz="685800" rtl="0" eaLnBrk="0" fontAlgn="base" hangingPunct="0">
        <a:spcBef>
          <a:spcPct val="0"/>
        </a:spcBef>
        <a:spcAft>
          <a:spcPct val="0"/>
        </a:spcAft>
        <a:defRPr sz="2400">
          <a:solidFill>
            <a:schemeClr val="tx1"/>
          </a:solidFill>
          <a:latin typeface="Times New Roman" panose="02020603050405020304" pitchFamily="18" charset="0"/>
        </a:defRPr>
      </a:lvl2pPr>
      <a:lvl3pPr algn="l" defTabSz="685800" rtl="0" eaLnBrk="0" fontAlgn="base" hangingPunct="0">
        <a:spcBef>
          <a:spcPct val="0"/>
        </a:spcBef>
        <a:spcAft>
          <a:spcPct val="0"/>
        </a:spcAft>
        <a:defRPr sz="2400">
          <a:solidFill>
            <a:schemeClr val="tx1"/>
          </a:solidFill>
          <a:latin typeface="Times New Roman" panose="02020603050405020304" pitchFamily="18" charset="0"/>
        </a:defRPr>
      </a:lvl3pPr>
      <a:lvl4pPr algn="l" defTabSz="685800" rtl="0" eaLnBrk="0" fontAlgn="base" hangingPunct="0">
        <a:spcBef>
          <a:spcPct val="0"/>
        </a:spcBef>
        <a:spcAft>
          <a:spcPct val="0"/>
        </a:spcAft>
        <a:defRPr sz="2400">
          <a:solidFill>
            <a:schemeClr val="tx1"/>
          </a:solidFill>
          <a:latin typeface="Times New Roman" panose="02020603050405020304" pitchFamily="18" charset="0"/>
        </a:defRPr>
      </a:lvl4pPr>
      <a:lvl5pPr algn="l" defTabSz="685800" rtl="0" eaLnBrk="0" fontAlgn="base" hangingPunct="0">
        <a:spcBef>
          <a:spcPct val="0"/>
        </a:spcBef>
        <a:spcAft>
          <a:spcPct val="0"/>
        </a:spcAft>
        <a:defRPr sz="2400">
          <a:solidFill>
            <a:schemeClr val="tx1"/>
          </a:solidFill>
          <a:latin typeface="Times New Roman" panose="02020603050405020304" pitchFamily="18" charset="0"/>
        </a:defRPr>
      </a:lvl5pPr>
      <a:lvl6pPr marL="457200" algn="l" defTabSz="685800" rtl="0" fontAlgn="base">
        <a:spcBef>
          <a:spcPct val="0"/>
        </a:spcBef>
        <a:spcAft>
          <a:spcPct val="0"/>
        </a:spcAft>
        <a:defRPr sz="2400">
          <a:solidFill>
            <a:schemeClr val="tx1"/>
          </a:solidFill>
          <a:latin typeface="Segoe UI Light" panose="020B0502040204020203" pitchFamily="34" charset="0"/>
        </a:defRPr>
      </a:lvl6pPr>
      <a:lvl7pPr marL="914400" algn="l" defTabSz="685800" rtl="0" fontAlgn="base">
        <a:spcBef>
          <a:spcPct val="0"/>
        </a:spcBef>
        <a:spcAft>
          <a:spcPct val="0"/>
        </a:spcAft>
        <a:defRPr sz="2400">
          <a:solidFill>
            <a:schemeClr val="tx1"/>
          </a:solidFill>
          <a:latin typeface="Segoe UI Light" panose="020B0502040204020203" pitchFamily="34" charset="0"/>
        </a:defRPr>
      </a:lvl7pPr>
      <a:lvl8pPr marL="1371600" algn="l" defTabSz="685800" rtl="0" fontAlgn="base">
        <a:spcBef>
          <a:spcPct val="0"/>
        </a:spcBef>
        <a:spcAft>
          <a:spcPct val="0"/>
        </a:spcAft>
        <a:defRPr sz="2400">
          <a:solidFill>
            <a:schemeClr val="tx1"/>
          </a:solidFill>
          <a:latin typeface="Segoe UI Light" panose="020B0502040204020203" pitchFamily="34" charset="0"/>
        </a:defRPr>
      </a:lvl8pPr>
      <a:lvl9pPr marL="1828800" algn="l" defTabSz="685800" rtl="0" fontAlgn="base">
        <a:spcBef>
          <a:spcPct val="0"/>
        </a:spcBef>
        <a:spcAft>
          <a:spcPct val="0"/>
        </a:spcAft>
        <a:defRPr sz="2400">
          <a:solidFill>
            <a:schemeClr val="tx1"/>
          </a:solidFill>
          <a:latin typeface="Segoe UI Light" panose="020B0502040204020203" pitchFamily="34" charset="0"/>
        </a:defRPr>
      </a:lvl9pPr>
    </p:titleStyle>
    <p:bodyStyle>
      <a:lvl1pPr marL="342900" indent="-342900" algn="l" defTabSz="685800" rtl="0" eaLnBrk="0" fontAlgn="base" hangingPunct="0">
        <a:lnSpc>
          <a:spcPct val="150000"/>
        </a:lnSpc>
        <a:spcBef>
          <a:spcPts val="750"/>
        </a:spcBef>
        <a:spcAft>
          <a:spcPts val="900"/>
        </a:spcAft>
        <a:defRPr lang="en-US" sz="1200" kern="1200" dirty="0">
          <a:solidFill>
            <a:schemeClr val="tx1"/>
          </a:solidFill>
          <a:latin typeface="Times New Roman" panose="02020603050405020304" pitchFamily="18" charset="0"/>
          <a:ea typeface="+mn-ea"/>
          <a:cs typeface="+mn-cs"/>
        </a:defRPr>
      </a:lvl1pPr>
      <a:lvl2pPr marL="171450" indent="-171450" algn="l" defTabSz="685800" rtl="0" eaLnBrk="0" fontAlgn="base" hangingPunct="0">
        <a:lnSpc>
          <a:spcPct val="150000"/>
        </a:lnSpc>
        <a:spcBef>
          <a:spcPts val="750"/>
        </a:spcBef>
        <a:spcAft>
          <a:spcPts val="900"/>
        </a:spcAft>
        <a:buFont typeface="Arial" panose="020B0604020202020204" pitchFamily="34" charset="0"/>
        <a:buChar char="•"/>
        <a:defRPr lang="en-US" sz="1200" kern="1200" dirty="0">
          <a:solidFill>
            <a:schemeClr val="tx1"/>
          </a:solidFill>
          <a:latin typeface="Times New Roman" panose="02020603050405020304" pitchFamily="18" charset="0"/>
          <a:ea typeface="+mn-ea"/>
          <a:cs typeface="+mn-cs"/>
        </a:defRPr>
      </a:lvl2pPr>
      <a:lvl3pPr marL="514350" indent="-171450" algn="l" defTabSz="685800" rtl="0" eaLnBrk="0" fontAlgn="base" hangingPunct="0">
        <a:lnSpc>
          <a:spcPct val="150000"/>
        </a:lnSpc>
        <a:spcBef>
          <a:spcPts val="750"/>
        </a:spcBef>
        <a:spcAft>
          <a:spcPts val="900"/>
        </a:spcAft>
        <a:buFont typeface="Arial" panose="020B0604020202020204" pitchFamily="34" charset="0"/>
        <a:buChar char="•"/>
        <a:defRPr lang="en-US" sz="1200" kern="1200" dirty="0">
          <a:solidFill>
            <a:schemeClr val="tx1"/>
          </a:solidFill>
          <a:latin typeface="Times New Roman" panose="02020603050405020304" pitchFamily="18" charset="0"/>
          <a:ea typeface="+mn-ea"/>
          <a:cs typeface="+mn-cs"/>
        </a:defRPr>
      </a:lvl3pPr>
      <a:lvl4pPr marL="857250" indent="-171450" algn="l" defTabSz="685800" rtl="0" eaLnBrk="0" fontAlgn="base" hangingPunct="0">
        <a:lnSpc>
          <a:spcPct val="150000"/>
        </a:lnSpc>
        <a:spcBef>
          <a:spcPts val="750"/>
        </a:spcBef>
        <a:spcAft>
          <a:spcPts val="900"/>
        </a:spcAft>
        <a:buFont typeface="Arial" panose="020B0604020202020204" pitchFamily="34" charset="0"/>
        <a:buChar char="•"/>
        <a:defRPr lang="en-US" sz="1200" kern="1200" dirty="0">
          <a:solidFill>
            <a:schemeClr val="tx1"/>
          </a:solidFill>
          <a:latin typeface="Times New Roman" panose="02020603050405020304" pitchFamily="18" charset="0"/>
          <a:ea typeface="+mn-ea"/>
          <a:cs typeface="+mn-cs"/>
        </a:defRPr>
      </a:lvl4pPr>
      <a:lvl5pPr marL="1200150" indent="-171450" algn="l" defTabSz="685800" rtl="0" eaLnBrk="0" fontAlgn="base" hangingPunct="0">
        <a:lnSpc>
          <a:spcPct val="150000"/>
        </a:lnSpc>
        <a:spcBef>
          <a:spcPts val="750"/>
        </a:spcBef>
        <a:spcAft>
          <a:spcPts val="900"/>
        </a:spcAft>
        <a:buFont typeface="Arial" panose="020B0604020202020204" pitchFamily="34" charset="0"/>
        <a:buChar char="•"/>
        <a:defRPr lang="en-US" sz="1200" kern="1200" dirty="0">
          <a:solidFill>
            <a:schemeClr val="tx1"/>
          </a:solidFill>
          <a:latin typeface="Times New Roman" panose="02020603050405020304" pitchFamily="18" charset="0"/>
          <a:ea typeface="+mn-ea"/>
          <a:cs typeface="+mn-cs"/>
        </a:defRPr>
      </a:lvl5pPr>
      <a:lvl6pPr marL="1543124" indent="-171458" algn="l" defTabSz="685832" rtl="0" eaLnBrk="1" latinLnBrk="0" hangingPunct="1">
        <a:lnSpc>
          <a:spcPct val="150000"/>
        </a:lnSpc>
        <a:spcBef>
          <a:spcPts val="750"/>
        </a:spcBef>
        <a:spcAft>
          <a:spcPts val="899"/>
        </a:spcAft>
        <a:buFont typeface="Arial" panose="020B0604020202020204" pitchFamily="34" charset="0"/>
        <a:buChar char="•"/>
        <a:defRPr lang="en-US" sz="899" kern="1200" dirty="0" smtClean="0">
          <a:solidFill>
            <a:schemeClr val="tx1"/>
          </a:solidFill>
          <a:latin typeface="+mn-lt"/>
          <a:ea typeface="+mn-ea"/>
          <a:cs typeface="+mn-cs"/>
        </a:defRPr>
      </a:lvl6pPr>
      <a:lvl7pPr marL="1886038" indent="-171458" algn="l" defTabSz="685832" rtl="0" eaLnBrk="1" latinLnBrk="0" hangingPunct="1">
        <a:lnSpc>
          <a:spcPct val="150000"/>
        </a:lnSpc>
        <a:spcBef>
          <a:spcPts val="750"/>
        </a:spcBef>
        <a:spcAft>
          <a:spcPts val="899"/>
        </a:spcAft>
        <a:buFont typeface="Arial" panose="020B0604020202020204" pitchFamily="34" charset="0"/>
        <a:buChar char="•"/>
        <a:defRPr lang="en-US" sz="899" kern="1200" dirty="0" smtClean="0">
          <a:solidFill>
            <a:schemeClr val="tx1"/>
          </a:solidFill>
          <a:latin typeface="+mn-lt"/>
          <a:ea typeface="+mn-ea"/>
          <a:cs typeface="+mn-cs"/>
        </a:defRPr>
      </a:lvl7pPr>
      <a:lvl8pPr marL="2228954" indent="-171458" algn="l" defTabSz="685832" rtl="0" eaLnBrk="1" latinLnBrk="0" hangingPunct="1">
        <a:lnSpc>
          <a:spcPct val="150000"/>
        </a:lnSpc>
        <a:spcBef>
          <a:spcPts val="750"/>
        </a:spcBef>
        <a:spcAft>
          <a:spcPts val="899"/>
        </a:spcAft>
        <a:buFont typeface="Arial" panose="020B0604020202020204" pitchFamily="34" charset="0"/>
        <a:buChar char="•"/>
        <a:defRPr lang="en-US" sz="899" kern="1200" dirty="0" smtClean="0">
          <a:solidFill>
            <a:schemeClr val="tx1"/>
          </a:solidFill>
          <a:latin typeface="+mn-lt"/>
          <a:ea typeface="+mn-ea"/>
          <a:cs typeface="+mn-cs"/>
        </a:defRPr>
      </a:lvl8pPr>
      <a:lvl9pPr marL="2571870" indent="-171458" algn="l" defTabSz="685832" rtl="0" eaLnBrk="1" latinLnBrk="0" hangingPunct="1">
        <a:lnSpc>
          <a:spcPct val="90000"/>
        </a:lnSpc>
        <a:spcBef>
          <a:spcPct val="30000"/>
        </a:spcBef>
        <a:buFont typeface="Arial" panose="020B0604020202020204" pitchFamily="34" charset="0"/>
        <a:buNone/>
        <a:defRPr sz="899" kern="1200">
          <a:solidFill>
            <a:schemeClr val="tx1"/>
          </a:solidFill>
          <a:latin typeface="+mn-lt"/>
          <a:ea typeface="+mn-ea"/>
          <a:cs typeface="+mn-cs"/>
        </a:defRPr>
      </a:lvl9pPr>
    </p:bodyStyle>
    <p:otherStyle>
      <a:defPPr>
        <a:defRPr lang="en-US"/>
      </a:defPPr>
      <a:lvl1pPr marL="0" algn="l" defTabSz="685832" rtl="0" eaLnBrk="1" latinLnBrk="0" hangingPunct="1">
        <a:defRPr sz="1349" kern="1200">
          <a:solidFill>
            <a:schemeClr val="tx1"/>
          </a:solidFill>
          <a:latin typeface="+mn-lt"/>
          <a:ea typeface="+mn-ea"/>
          <a:cs typeface="+mn-cs"/>
        </a:defRPr>
      </a:lvl1pPr>
      <a:lvl2pPr marL="342917" algn="l" defTabSz="685832" rtl="0" eaLnBrk="1" latinLnBrk="0" hangingPunct="1">
        <a:defRPr sz="1349" kern="1200">
          <a:solidFill>
            <a:schemeClr val="tx1"/>
          </a:solidFill>
          <a:latin typeface="+mn-lt"/>
          <a:ea typeface="+mn-ea"/>
          <a:cs typeface="+mn-cs"/>
        </a:defRPr>
      </a:lvl2pPr>
      <a:lvl3pPr marL="685832" algn="l" defTabSz="685832" rtl="0" eaLnBrk="1" latinLnBrk="0" hangingPunct="1">
        <a:defRPr sz="1349" kern="1200">
          <a:solidFill>
            <a:schemeClr val="tx1"/>
          </a:solidFill>
          <a:latin typeface="+mn-lt"/>
          <a:ea typeface="+mn-ea"/>
          <a:cs typeface="+mn-cs"/>
        </a:defRPr>
      </a:lvl3pPr>
      <a:lvl4pPr marL="1028749" algn="l" defTabSz="685832" rtl="0" eaLnBrk="1" latinLnBrk="0" hangingPunct="1">
        <a:defRPr sz="1349" kern="1200">
          <a:solidFill>
            <a:schemeClr val="tx1"/>
          </a:solidFill>
          <a:latin typeface="+mn-lt"/>
          <a:ea typeface="+mn-ea"/>
          <a:cs typeface="+mn-cs"/>
        </a:defRPr>
      </a:lvl4pPr>
      <a:lvl5pPr marL="1371663" algn="l" defTabSz="685832" rtl="0" eaLnBrk="1" latinLnBrk="0" hangingPunct="1">
        <a:defRPr sz="1349" kern="1200">
          <a:solidFill>
            <a:schemeClr val="tx1"/>
          </a:solidFill>
          <a:latin typeface="+mn-lt"/>
          <a:ea typeface="+mn-ea"/>
          <a:cs typeface="+mn-cs"/>
        </a:defRPr>
      </a:lvl5pPr>
      <a:lvl6pPr marL="1714580" algn="l" defTabSz="685832" rtl="0" eaLnBrk="1" latinLnBrk="0" hangingPunct="1">
        <a:defRPr sz="1349" kern="1200">
          <a:solidFill>
            <a:schemeClr val="tx1"/>
          </a:solidFill>
          <a:latin typeface="+mn-lt"/>
          <a:ea typeface="+mn-ea"/>
          <a:cs typeface="+mn-cs"/>
        </a:defRPr>
      </a:lvl6pPr>
      <a:lvl7pPr marL="2057496" algn="l" defTabSz="685832" rtl="0" eaLnBrk="1" latinLnBrk="0" hangingPunct="1">
        <a:defRPr sz="1349" kern="1200">
          <a:solidFill>
            <a:schemeClr val="tx1"/>
          </a:solidFill>
          <a:latin typeface="+mn-lt"/>
          <a:ea typeface="+mn-ea"/>
          <a:cs typeface="+mn-cs"/>
        </a:defRPr>
      </a:lvl7pPr>
      <a:lvl8pPr marL="2400413" algn="l" defTabSz="685832" rtl="0" eaLnBrk="1" latinLnBrk="0" hangingPunct="1">
        <a:defRPr sz="1349" kern="1200">
          <a:solidFill>
            <a:schemeClr val="tx1"/>
          </a:solidFill>
          <a:latin typeface="+mn-lt"/>
          <a:ea typeface="+mn-ea"/>
          <a:cs typeface="+mn-cs"/>
        </a:defRPr>
      </a:lvl8pPr>
      <a:lvl9pPr marL="2743328" algn="l" defTabSz="685832" rtl="0" eaLnBrk="1" latinLnBrk="0" hangingPunct="1">
        <a:defRPr sz="1349"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2051" name="Rectangle 3"/>
          <p:cNvSpPr>
            <a:spLocks noGrp="1" noChangeArrowheads="1"/>
          </p:cNvSpPr>
          <p:nvPr>
            <p:ph type="body" idx="1"/>
          </p:nvPr>
        </p:nvSpPr>
        <p:spPr bwMode="auto">
          <a:xfrm>
            <a:off x="609600" y="1600200"/>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p:cNvSpPr>
            <a:spLocks noGrp="1" noChangeArrowheads="1"/>
          </p:cNvSpPr>
          <p:nvPr>
            <p:ph type="dt" sz="half" idx="2"/>
          </p:nvPr>
        </p:nvSpPr>
        <p:spPr bwMode="auto">
          <a:xfrm>
            <a:off x="609600" y="6245225"/>
            <a:ext cx="2844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b="0" smtClean="0">
                <a:solidFill>
                  <a:srgbClr val="000000"/>
                </a:solidFill>
                <a:latin typeface="Times New Roman" pitchFamily="18" charset="0"/>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1029" name="Rectangle 5"/>
          <p:cNvSpPr>
            <a:spLocks noGrp="1" noChangeArrowheads="1"/>
          </p:cNvSpPr>
          <p:nvPr>
            <p:ph type="ftr" sz="quarter" idx="3"/>
          </p:nvPr>
        </p:nvSpPr>
        <p:spPr bwMode="auto">
          <a:xfrm>
            <a:off x="4165600" y="6245225"/>
            <a:ext cx="3860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b="0" smtClean="0">
                <a:solidFill>
                  <a:srgbClr val="000000"/>
                </a:solidFill>
                <a:latin typeface="Times New Roman" pitchFamily="18" charset="0"/>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1030" name="Rectangle 6"/>
          <p:cNvSpPr>
            <a:spLocks noGrp="1" noChangeArrowheads="1"/>
          </p:cNvSpPr>
          <p:nvPr>
            <p:ph type="sldNum" sz="quarter" idx="4"/>
          </p:nvPr>
        </p:nvSpPr>
        <p:spPr bwMode="auto">
          <a:xfrm>
            <a:off x="8737600" y="6245225"/>
            <a:ext cx="2844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b="0">
                <a:solidFill>
                  <a:srgbClr val="000000"/>
                </a:solidFill>
                <a:latin typeface="Times New Roman" panose="02020603050405020304" pitchFamily="18"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99DAAEFA-6D00-4774-9254-65936C3AE482}" type="slidenum">
              <a:rPr kumimoji="0" lang="en-US" altLang="en-US" sz="1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749767801"/>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Lst>
  <p:txStyles>
    <p:titleStyle>
      <a:lvl1pPr algn="ctr" rtl="0" eaLnBrk="0" fontAlgn="base" hangingPunct="0">
        <a:spcBef>
          <a:spcPct val="0"/>
        </a:spcBef>
        <a:spcAft>
          <a:spcPct val="0"/>
        </a:spcAft>
        <a:defRPr sz="4400">
          <a:solidFill>
            <a:schemeClr val="tx2"/>
          </a:solidFill>
          <a:latin typeface="Times New Roman" panose="02020603050405020304" pitchFamily="18" charset="0"/>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har char="–"/>
        <a:defRPr sz="2800">
          <a:solidFill>
            <a:schemeClr val="tx1"/>
          </a:solidFill>
          <a:latin typeface="Times New Roman" panose="02020603050405020304" pitchFamily="18" charset="0"/>
        </a:defRPr>
      </a:lvl2pPr>
      <a:lvl3pPr marL="1143000" indent="-228600" algn="l" rtl="0" eaLnBrk="0" fontAlgn="base" hangingPunct="0">
        <a:spcBef>
          <a:spcPct val="20000"/>
        </a:spcBef>
        <a:spcAft>
          <a:spcPct val="0"/>
        </a:spcAft>
        <a:buChar char="•"/>
        <a:defRPr sz="2400">
          <a:solidFill>
            <a:schemeClr val="tx1"/>
          </a:solidFill>
          <a:latin typeface="Times New Roman" panose="02020603050405020304" pitchFamily="18" charset="0"/>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3.xml"/><Relationship Id="rId4" Type="http://schemas.openxmlformats.org/officeDocument/2006/relationships/image" Target="../media/image6.gif"/></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3.xml"/><Relationship Id="rId5" Type="http://schemas.openxmlformats.org/officeDocument/2006/relationships/image" Target="../media/image7.gif"/><Relationship Id="rId4" Type="http://schemas.openxmlformats.org/officeDocument/2006/relationships/hyperlink" Target="file:///C:\Users\Chau\Desktop\FPT\PLC%20N&#226;ng%20cao\Picture\Absolute%20Encoder%20%20(Shaft%20Encoder,%20Rotary%20encoder)%20-%20how%20it%20works!.mp4"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3.xml"/><Relationship Id="rId5" Type="http://schemas.openxmlformats.org/officeDocument/2006/relationships/image" Target="../media/image9.gif"/><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3.xml"/><Relationship Id="rId4" Type="http://schemas.openxmlformats.org/officeDocument/2006/relationships/image" Target="../media/image10.jp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3.xml"/><Relationship Id="rId5" Type="http://schemas.openxmlformats.org/officeDocument/2006/relationships/image" Target="../media/image12.jpg"/><Relationship Id="rId4" Type="http://schemas.openxmlformats.org/officeDocument/2006/relationships/image" Target="../media/image11.jpg"/></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3.xml"/><Relationship Id="rId4" Type="http://schemas.openxmlformats.org/officeDocument/2006/relationships/image" Target="../media/image14.jpe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3.xml"/><Relationship Id="rId4" Type="http://schemas.openxmlformats.org/officeDocument/2006/relationships/image" Target="../media/image15.jpe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3.xml"/><Relationship Id="rId4" Type="http://schemas.openxmlformats.org/officeDocument/2006/relationships/image" Target="../media/image16.jpe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3.xml"/><Relationship Id="rId4" Type="http://schemas.openxmlformats.org/officeDocument/2006/relationships/image" Target="../media/image17.jpe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3.xml"/><Relationship Id="rId4" Type="http://schemas.openxmlformats.org/officeDocument/2006/relationships/image" Target="../media/image18.jpe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3.xml"/><Relationship Id="rId4" Type="http://schemas.openxmlformats.org/officeDocument/2006/relationships/image" Target="../media/image19.jpe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3.xml"/><Relationship Id="rId4" Type="http://schemas.openxmlformats.org/officeDocument/2006/relationships/image" Target="../media/image20.jpe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3.xml"/><Relationship Id="rId4" Type="http://schemas.openxmlformats.org/officeDocument/2006/relationships/image" Target="../media/image21.jpe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3.xml"/><Relationship Id="rId4" Type="http://schemas.openxmlformats.org/officeDocument/2006/relationships/image" Target="../media/image22.jpe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3.xml"/><Relationship Id="rId4" Type="http://schemas.openxmlformats.org/officeDocument/2006/relationships/image" Target="../media/image23.jpe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3.xml"/><Relationship Id="rId4" Type="http://schemas.openxmlformats.org/officeDocument/2006/relationships/image" Target="../media/image24.jpe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3.xml"/><Relationship Id="rId4" Type="http://schemas.openxmlformats.org/officeDocument/2006/relationships/image" Target="../media/image25.jpeg"/></Relationships>
</file>

<file path=ppt/slides/_rels/slide25.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3.xml"/><Relationship Id="rId6" Type="http://schemas.openxmlformats.org/officeDocument/2006/relationships/image" Target="../media/image29.png"/><Relationship Id="rId5" Type="http://schemas.openxmlformats.org/officeDocument/2006/relationships/image" Target="../media/image28.jpeg"/><Relationship Id="rId4" Type="http://schemas.openxmlformats.org/officeDocument/2006/relationships/image" Target="../media/image27.jpe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3.xml"/><Relationship Id="rId4" Type="http://schemas.openxmlformats.org/officeDocument/2006/relationships/image" Target="../media/image30.jpeg"/></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3.xml"/><Relationship Id="rId4" Type="http://schemas.openxmlformats.org/officeDocument/2006/relationships/image" Target="../media/image31.jpe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3.xml"/><Relationship Id="rId4" Type="http://schemas.openxmlformats.org/officeDocument/2006/relationships/image" Target="../media/image32.jpeg"/></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3.xml"/><Relationship Id="rId4" Type="http://schemas.openxmlformats.org/officeDocument/2006/relationships/image" Target="../media/image33.jpeg"/></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3.xml"/><Relationship Id="rId4" Type="http://schemas.openxmlformats.org/officeDocument/2006/relationships/image" Target="../media/image34.jpeg"/></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13.xml"/><Relationship Id="rId4" Type="http://schemas.openxmlformats.org/officeDocument/2006/relationships/image" Target="../media/image35.jpeg"/></Relationships>
</file>

<file path=ppt/slides/_rels/slide33.xml.rels><?xml version="1.0" encoding="UTF-8" standalone="yes"?>
<Relationships xmlns="http://schemas.openxmlformats.org/package/2006/relationships"><Relationship Id="rId3" Type="http://schemas.openxmlformats.org/officeDocument/2006/relationships/image" Target="../media/image36.gif"/><Relationship Id="rId2" Type="http://schemas.openxmlformats.org/officeDocument/2006/relationships/notesSlide" Target="../notesSlides/notesSlide27.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bg>
      <p:bgPr>
        <a:solidFill>
          <a:srgbClr val="DD462F"/>
        </a:solidFill>
        <a:effectLst/>
      </p:bgPr>
    </p:bg>
    <p:spTree>
      <p:nvGrpSpPr>
        <p:cNvPr id="1" name=""/>
        <p:cNvGrpSpPr/>
        <p:nvPr/>
      </p:nvGrpSpPr>
      <p:grpSpPr>
        <a:xfrm>
          <a:off x="0" y="0"/>
          <a:ext cx="0" cy="0"/>
          <a:chOff x="0" y="0"/>
          <a:chExt cx="0" cy="0"/>
        </a:xfrm>
      </p:grpSpPr>
      <p:sp>
        <p:nvSpPr>
          <p:cNvPr id="178178" name="Rectangle 2"/>
          <p:cNvSpPr>
            <a:spLocks noChangeArrowheads="1"/>
          </p:cNvSpPr>
          <p:nvPr/>
        </p:nvSpPr>
        <p:spPr bwMode="auto">
          <a:xfrm>
            <a:off x="1524000" y="3573463"/>
            <a:ext cx="9144000" cy="2879725"/>
          </a:xfrm>
          <a:prstGeom prst="rect">
            <a:avLst/>
          </a:prstGeom>
          <a:solidFill>
            <a:schemeClr val="bg1"/>
          </a:solidFill>
          <a:ln>
            <a:noFill/>
          </a:ln>
          <a:extLst>
            <a:ext uri="{91240B29-F687-4F45-9708-019B960494DF}">
              <a14:hiddenLine xmlns:a14="http://schemas.microsoft.com/office/drawing/2010/main" w="38100" algn="ctr">
                <a:solidFill>
                  <a:srgbClr val="000000"/>
                </a:solidFill>
                <a:round/>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800" b="1" i="0" u="none" strike="noStrike" kern="1200" cap="none" spc="0" normalizeH="0" baseline="0" noProof="0">
              <a:ln>
                <a:noFill/>
              </a:ln>
              <a:solidFill>
                <a:srgbClr val="FFFFFF"/>
              </a:solidFill>
              <a:effectLst/>
              <a:uLnTx/>
              <a:uFillTx/>
              <a:latin typeface="Times New Roman" panose="02020603050405020304" pitchFamily="18" charset="0"/>
              <a:ea typeface="+mn-ea"/>
              <a:cs typeface="Times New Roman" panose="02020603050405020304" pitchFamily="18" charset="0"/>
            </a:endParaRPr>
          </a:p>
        </p:txBody>
      </p:sp>
      <p:pic>
        <p:nvPicPr>
          <p:cNvPr id="178180" name="Picture 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82775" y="482600"/>
            <a:ext cx="17335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2"/>
          <p:cNvSpPr txBox="1">
            <a:spLocks noChangeArrowheads="1"/>
          </p:cNvSpPr>
          <p:nvPr/>
        </p:nvSpPr>
        <p:spPr bwMode="auto">
          <a:xfrm>
            <a:off x="1598613" y="1568450"/>
            <a:ext cx="9144000" cy="1196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lvl="0" algn="ctr" fontAlgn="base">
              <a:spcBef>
                <a:spcPts val="600"/>
              </a:spcBef>
              <a:spcAft>
                <a:spcPct val="0"/>
              </a:spcAft>
              <a:defRPr/>
            </a:pPr>
            <a:r>
              <a:rPr lang="en-US" altLang="en-US" dirty="0">
                <a:solidFill>
                  <a:prstClr val="white"/>
                </a:solidFill>
                <a:latin typeface="Times New Roman" panose="02020603050405020304" pitchFamily="18" charset="0"/>
                <a:ea typeface="+mj-ea"/>
                <a:cs typeface="Times New Roman" panose="02020603050405020304" pitchFamily="18" charset="0"/>
              </a:rPr>
              <a:t>SYLLABUS</a:t>
            </a:r>
            <a:br>
              <a:rPr lang="en-US" altLang="en-US" dirty="0">
                <a:solidFill>
                  <a:prstClr val="white"/>
                </a:solidFill>
                <a:latin typeface="Times New Roman" panose="02020603050405020304" pitchFamily="18" charset="0"/>
                <a:ea typeface="+mj-ea"/>
                <a:cs typeface="Times New Roman" panose="02020603050405020304" pitchFamily="18" charset="0"/>
              </a:rPr>
            </a:br>
            <a:r>
              <a:rPr lang="en-US" altLang="en-US" sz="4000" dirty="0">
                <a:solidFill>
                  <a:srgbClr val="FFFF00"/>
                </a:solidFill>
                <a:latin typeface="Times New Roman" panose="02020603050405020304" pitchFamily="18" charset="0"/>
                <a:ea typeface="+mj-ea"/>
                <a:cs typeface="Times New Roman" panose="02020603050405020304" pitchFamily="18" charset="0"/>
              </a:rPr>
              <a:t> </a:t>
            </a:r>
            <a:br>
              <a:rPr lang="en-US" altLang="en-US" sz="4000" dirty="0">
                <a:solidFill>
                  <a:srgbClr val="FFFF00"/>
                </a:solidFill>
                <a:latin typeface="Times New Roman" panose="02020603050405020304" pitchFamily="18" charset="0"/>
                <a:ea typeface="+mj-ea"/>
                <a:cs typeface="Times New Roman" panose="02020603050405020304" pitchFamily="18" charset="0"/>
              </a:rPr>
            </a:br>
            <a:r>
              <a:rPr lang="vi-VN" altLang="en-US" sz="4000" dirty="0">
                <a:solidFill>
                  <a:prstClr val="white"/>
                </a:solidFill>
                <a:latin typeface="Times New Roman" panose="02020603050405020304" pitchFamily="18" charset="0"/>
                <a:ea typeface="+mj-ea"/>
                <a:cs typeface="Times New Roman" panose="02020603050405020304" pitchFamily="18" charset="0"/>
              </a:rPr>
              <a:t>PLC </a:t>
            </a:r>
            <a:r>
              <a:rPr lang="en-GB" altLang="en-US" sz="4000" dirty="0">
                <a:solidFill>
                  <a:prstClr val="white"/>
                </a:solidFill>
                <a:latin typeface="Times New Roman" panose="02020603050405020304" pitchFamily="18" charset="0"/>
                <a:ea typeface="+mj-ea"/>
                <a:cs typeface="Times New Roman" panose="02020603050405020304" pitchFamily="18" charset="0"/>
              </a:rPr>
              <a:t>NÂNG CAO</a:t>
            </a:r>
            <a:endParaRPr kumimoji="0" lang="en-US" altLang="en-US" sz="3200" b="1" i="0" u="none" strike="noStrike" kern="1200" cap="none" spc="0" normalizeH="0" baseline="0" noProof="0" dirty="0">
              <a:ln>
                <a:noFill/>
              </a:ln>
              <a:solidFill>
                <a:srgbClr val="FFFFFF"/>
              </a:solidFill>
              <a:effectLst/>
              <a:uLnTx/>
              <a:uFillTx/>
              <a:latin typeface="Times New Roman" panose="02020603050405020304" pitchFamily="18" charset="0"/>
              <a:ea typeface="+mn-ea"/>
              <a:cs typeface="Times New Roman" panose="02020603050405020304" pitchFamily="18" charset="0"/>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47559" y="3573462"/>
            <a:ext cx="5846108" cy="2879725"/>
          </a:xfrm>
          <a:prstGeom prst="rect">
            <a:avLst/>
          </a:prstGeom>
        </p:spPr>
      </p:pic>
    </p:spTree>
    <p:extLst>
      <p:ext uri="{BB962C8B-B14F-4D97-AF65-F5344CB8AC3E}">
        <p14:creationId xmlns:p14="http://schemas.microsoft.com/office/powerpoint/2010/main" val="13046134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 presetClass="entr" presetSubtype="0" fill="hold" grpId="0" nodeType="afterEffect">
                                  <p:stCondLst>
                                    <p:cond delay="0"/>
                                  </p:stCondLst>
                                  <p:iterate type="lt">
                                    <p:tmAbs val="75"/>
                                  </p:iterate>
                                  <p:childTnLst>
                                    <p:set>
                                      <p:cBhvr>
                                        <p:cTn id="6" dur="1" fill="hold">
                                          <p:stCondLst>
                                            <p:cond delay="74"/>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utoUpdateAnimBg="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Straight Connector 7"/>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11" name="Footer Placeholder 1"/>
          <p:cNvSpPr txBox="1">
            <a:spLocks/>
          </p:cNvSpPr>
          <p:nvPr/>
        </p:nvSpPr>
        <p:spPr bwMode="auto">
          <a:xfrm>
            <a:off x="3509963" y="6508750"/>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lang="en-US" altLang="en-US" sz="1200" dirty="0">
                <a:solidFill>
                  <a:srgbClr val="2D2D8A"/>
                </a:solidFill>
                <a:latin typeface="Times New Roman" panose="02020603050405020304" pitchFamily="18" charset="0"/>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a:t>
            </a:r>
            <a:r>
              <a:rPr kumimoji="0" lang="en-US" altLang="en-US" sz="1200" b="1" i="0" u="none" strike="noStrike" kern="1200" cap="none" spc="0" normalizeH="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CAO</a:t>
            </a:r>
            <a:endPar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endParaRPr>
          </a:p>
        </p:txBody>
      </p:sp>
      <p:pic>
        <p:nvPicPr>
          <p:cNvPr id="12" name="Picture 2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ext Box 3"/>
          <p:cNvSpPr txBox="1">
            <a:spLocks noChangeArrowheads="1"/>
          </p:cNvSpPr>
          <p:nvPr/>
        </p:nvSpPr>
        <p:spPr bwMode="auto">
          <a:xfrm>
            <a:off x="1186544" y="1034256"/>
            <a:ext cx="10034587"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2400" b="1" dirty="0">
                <a:latin typeface="Times New Roman" panose="02020603050405020304" pitchFamily="18" charset="0"/>
                <a:cs typeface="Times New Roman" panose="02020603050405020304" pitchFamily="18" charset="0"/>
              </a:rPr>
              <a:t>SAU KHI HỌC XONG MÔN HỌC NÀY, NGƯỜI HỌC CÓ KHẢ NĂNG:</a:t>
            </a:r>
          </a:p>
        </p:txBody>
      </p:sp>
      <p:sp>
        <p:nvSpPr>
          <p:cNvPr id="14" name="Rectangle 2"/>
          <p:cNvSpPr>
            <a:spLocks noChangeArrowheads="1"/>
          </p:cNvSpPr>
          <p:nvPr/>
        </p:nvSpPr>
        <p:spPr bwMode="auto">
          <a:xfrm>
            <a:off x="1140506" y="1731963"/>
            <a:ext cx="10080625" cy="427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a:lnSpc>
                <a:spcPct val="105000"/>
              </a:lnSpc>
              <a:spcBef>
                <a:spcPts val="600"/>
              </a:spcBef>
              <a:buFontTx/>
              <a:buNone/>
            </a:pPr>
            <a:r>
              <a:rPr lang="en-US" altLang="en-US" sz="2400" dirty="0">
                <a:latin typeface="Times New Roman" panose="02020603050405020304" pitchFamily="18" charset="0"/>
                <a:cs typeface="Times New Roman" panose="02020603050405020304" pitchFamily="18" charset="0"/>
              </a:rPr>
              <a:t>	</a:t>
            </a:r>
            <a:r>
              <a:rPr lang="en-US" altLang="en-US" sz="2400" b="1" dirty="0">
                <a:latin typeface="Times New Roman" panose="02020603050405020304" pitchFamily="18" charset="0"/>
                <a:cs typeface="Times New Roman" panose="02020603050405020304" pitchFamily="18" charset="0"/>
              </a:rPr>
              <a:t>G1: </a:t>
            </a:r>
            <a:r>
              <a:rPr lang="en-US" altLang="en-US" sz="2400" b="0" dirty="0" err="1">
                <a:latin typeface="Times New Roman" panose="02020603050405020304" pitchFamily="18" charset="0"/>
                <a:cs typeface="Times New Roman" panose="02020603050405020304" pitchFamily="18" charset="0"/>
              </a:rPr>
              <a:t>Giải</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thích</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được</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phân</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tích</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được</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ứng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dụng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của</a:t>
            </a:r>
            <a:r>
              <a:rPr lang="en-US" altLang="en-US" sz="2400" b="0" dirty="0">
                <a:latin typeface="Times New Roman" panose="02020603050405020304" pitchFamily="18" charset="0"/>
                <a:cs typeface="Times New Roman" panose="02020603050405020304" pitchFamily="18" charset="0"/>
              </a:rPr>
              <a:t> PLC </a:t>
            </a:r>
            <a:r>
              <a:rPr lang="en-US" altLang="en-US" sz="2400" b="0" dirty="0" err="1">
                <a:latin typeface="Times New Roman" panose="02020603050405020304" pitchFamily="18" charset="0"/>
                <a:cs typeface="Times New Roman" panose="02020603050405020304" pitchFamily="18" charset="0"/>
              </a:rPr>
              <a:t>trong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hệ</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thống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dây</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chuyền</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thực</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tế</a:t>
            </a:r>
            <a:endParaRPr lang="en-GB" altLang="en-US" sz="2400" b="0" dirty="0">
              <a:latin typeface="Times New Roman" panose="02020603050405020304" pitchFamily="18" charset="0"/>
              <a:cs typeface="Times New Roman" panose="02020603050405020304" pitchFamily="18" charset="0"/>
            </a:endParaRPr>
          </a:p>
          <a:p>
            <a:pPr algn="just">
              <a:lnSpc>
                <a:spcPct val="105000"/>
              </a:lnSpc>
              <a:spcBef>
                <a:spcPts val="600"/>
              </a:spcBef>
              <a:buFontTx/>
              <a:buNone/>
            </a:pPr>
            <a:r>
              <a:rPr lang="en-US" altLang="en-US" sz="2400" dirty="0">
                <a:latin typeface="Times New Roman" panose="02020603050405020304" pitchFamily="18" charset="0"/>
                <a:cs typeface="Times New Roman" panose="02020603050405020304" pitchFamily="18" charset="0"/>
              </a:rPr>
              <a:t>	</a:t>
            </a:r>
            <a:r>
              <a:rPr lang="en-US" altLang="en-US" sz="2400" b="1" dirty="0">
                <a:latin typeface="Times New Roman" panose="02020603050405020304" pitchFamily="18" charset="0"/>
                <a:cs typeface="Times New Roman" panose="02020603050405020304" pitchFamily="18" charset="0"/>
              </a:rPr>
              <a:t>G2: </a:t>
            </a:r>
            <a:r>
              <a:rPr lang="en-US" altLang="en-US" sz="2400" b="0" dirty="0" err="1">
                <a:latin typeface="Times New Roman" panose="02020603050405020304" pitchFamily="18" charset="0"/>
                <a:cs typeface="Times New Roman" panose="02020603050405020304" pitchFamily="18" charset="0"/>
              </a:rPr>
              <a:t>Giải</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thích</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được</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phân</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tích</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được</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hoạt</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động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và</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ứng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dụng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thực</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tiễn</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của</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trạm</a:t>
            </a:r>
            <a:r>
              <a:rPr lang="en-US" altLang="en-US" sz="2400" b="0" dirty="0">
                <a:latin typeface="Times New Roman" panose="02020603050405020304" pitchFamily="18" charset="0"/>
                <a:cs typeface="Times New Roman" panose="02020603050405020304" pitchFamily="18" charset="0"/>
              </a:rPr>
              <a:t>/</a:t>
            </a:r>
            <a:r>
              <a:rPr lang="en-US" altLang="en-US" sz="2400" b="0" dirty="0" err="1">
                <a:latin typeface="Times New Roman" panose="02020603050405020304" pitchFamily="18" charset="0"/>
                <a:cs typeface="Times New Roman" panose="02020603050405020304" pitchFamily="18" charset="0"/>
              </a:rPr>
              <a:t>hệ</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thống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có</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bộ</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điều</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khiển</a:t>
            </a:r>
            <a:r>
              <a:rPr lang="en-US" altLang="en-US" sz="2400" b="0" dirty="0">
                <a:latin typeface="Times New Roman" panose="02020603050405020304" pitchFamily="18" charset="0"/>
                <a:cs typeface="Times New Roman" panose="02020603050405020304" pitchFamily="18" charset="0"/>
              </a:rPr>
              <a:t> PLC</a:t>
            </a:r>
            <a:endParaRPr lang="en-GB" altLang="en-US" sz="2400" b="0" dirty="0">
              <a:latin typeface="Times New Roman" panose="02020603050405020304" pitchFamily="18" charset="0"/>
              <a:cs typeface="Times New Roman" panose="02020603050405020304" pitchFamily="18" charset="0"/>
            </a:endParaRPr>
          </a:p>
          <a:p>
            <a:pPr algn="just">
              <a:lnSpc>
                <a:spcPct val="105000"/>
              </a:lnSpc>
              <a:spcBef>
                <a:spcPts val="600"/>
              </a:spcBef>
              <a:buFontTx/>
              <a:buNone/>
            </a:pPr>
            <a:r>
              <a:rPr lang="en-US" altLang="en-US" sz="2400" dirty="0">
                <a:latin typeface="Times New Roman" panose="02020603050405020304" pitchFamily="18" charset="0"/>
                <a:cs typeface="Times New Roman" panose="02020603050405020304" pitchFamily="18" charset="0"/>
              </a:rPr>
              <a:t>	</a:t>
            </a:r>
            <a:r>
              <a:rPr lang="en-US" altLang="en-US" sz="2400" b="1" dirty="0">
                <a:latin typeface="Times New Roman" panose="02020603050405020304" pitchFamily="18" charset="0"/>
                <a:cs typeface="Times New Roman" panose="02020603050405020304" pitchFamily="18" charset="0"/>
              </a:rPr>
              <a:t>G3: </a:t>
            </a:r>
            <a:r>
              <a:rPr lang="en-US" altLang="en-US" sz="2400" b="0" dirty="0" err="1">
                <a:latin typeface="Times New Roman" panose="02020603050405020304" pitchFamily="18" charset="0"/>
                <a:cs typeface="Times New Roman" panose="02020603050405020304" pitchFamily="18" charset="0"/>
              </a:rPr>
              <a:t>Đo</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lường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kiểm</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tra</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thông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sô</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và</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lắp</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đặt</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các</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hệ</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thống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điện</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với</a:t>
            </a:r>
            <a:r>
              <a:rPr lang="en-US" altLang="en-US" sz="2400" b="0" dirty="0">
                <a:latin typeface="Times New Roman" panose="02020603050405020304" pitchFamily="18" charset="0"/>
                <a:cs typeface="Times New Roman" panose="02020603050405020304" pitchFamily="18" charset="0"/>
              </a:rPr>
              <a:t> PLC.   </a:t>
            </a:r>
            <a:endParaRPr lang="en-GB" altLang="en-US" sz="2400" b="0" dirty="0">
              <a:latin typeface="Times New Roman" panose="02020603050405020304" pitchFamily="18" charset="0"/>
              <a:cs typeface="Times New Roman" panose="02020603050405020304" pitchFamily="18" charset="0"/>
            </a:endParaRPr>
          </a:p>
          <a:p>
            <a:pPr algn="just">
              <a:lnSpc>
                <a:spcPct val="105000"/>
              </a:lnSpc>
              <a:spcBef>
                <a:spcPts val="600"/>
              </a:spcBef>
              <a:buFontTx/>
              <a:buNone/>
            </a:pPr>
            <a:r>
              <a:rPr lang="en-US" altLang="en-US" sz="2400" dirty="0">
                <a:latin typeface="Times New Roman" panose="02020603050405020304" pitchFamily="18" charset="0"/>
                <a:cs typeface="Times New Roman" panose="02020603050405020304" pitchFamily="18" charset="0"/>
              </a:rPr>
              <a:t>	</a:t>
            </a:r>
            <a:r>
              <a:rPr lang="en-US" altLang="en-US" sz="2400" b="1" dirty="0">
                <a:latin typeface="Times New Roman" panose="02020603050405020304" pitchFamily="18" charset="0"/>
                <a:cs typeface="Times New Roman" panose="02020603050405020304" pitchFamily="18" charset="0"/>
              </a:rPr>
              <a:t>G4: </a:t>
            </a:r>
            <a:r>
              <a:rPr lang="en-US" altLang="en-US" sz="2400" b="0" dirty="0" err="1">
                <a:latin typeface="Times New Roman" panose="02020603050405020304" pitchFamily="18" charset="0"/>
                <a:cs typeface="Times New Roman" panose="02020603050405020304" pitchFamily="18" charset="0"/>
              </a:rPr>
              <a:t>Lắp</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ráp</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vận</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hành</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thiết</a:t>
            </a:r>
            <a:r>
              <a:rPr lang="en-US" altLang="en-US" sz="2400" b="0" dirty="0">
                <a:latin typeface="Times New Roman" panose="02020603050405020304" pitchFamily="18" charset="0"/>
                <a:cs typeface="Times New Roman" panose="02020603050405020304" pitchFamily="18" charset="0"/>
              </a:rPr>
              <a:t> bị </a:t>
            </a:r>
            <a:r>
              <a:rPr lang="en-US" altLang="en-US" sz="2400" b="0" dirty="0" err="1">
                <a:latin typeface="Times New Roman" panose="02020603050405020304" pitchFamily="18" charset="0"/>
                <a:cs typeface="Times New Roman" panose="02020603050405020304" pitchFamily="18" charset="0"/>
              </a:rPr>
              <a:t>điện</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va</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các</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hệ</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thống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ứng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dụng</a:t>
            </a:r>
            <a:r>
              <a:rPr lang="en-US" altLang="en-US" sz="2400" b="0" dirty="0">
                <a:latin typeface="Times New Roman" panose="02020603050405020304" pitchFamily="18" charset="0"/>
                <a:cs typeface="Times New Roman" panose="02020603050405020304" pitchFamily="18" charset="0"/>
              </a:rPr>
              <a:t> PLC </a:t>
            </a:r>
            <a:r>
              <a:rPr lang="en-US" altLang="en-US" sz="2400" b="0" dirty="0" err="1">
                <a:latin typeface="Times New Roman" panose="02020603050405020304" pitchFamily="18" charset="0"/>
                <a:cs typeface="Times New Roman" panose="02020603050405020304" pitchFamily="18" charset="0"/>
              </a:rPr>
              <a:t>cơ</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bản</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có</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thể</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đánh</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giá</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tình</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trạng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hoạt</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động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xử</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lý</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sự</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cố</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hiệu</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chỉnh</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hoạt</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động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của</a:t>
            </a:r>
            <a:r>
              <a:rPr lang="en-US" altLang="en-US" sz="2400" b="0" dirty="0">
                <a:latin typeface="Times New Roman" panose="02020603050405020304" pitchFamily="18" charset="0"/>
                <a:cs typeface="Times New Roman" panose="02020603050405020304" pitchFamily="18" charset="0"/>
              </a:rPr>
              <a:t> PLC </a:t>
            </a:r>
            <a:r>
              <a:rPr lang="en-US" altLang="en-US" sz="2400" b="0" dirty="0" err="1">
                <a:latin typeface="Times New Roman" panose="02020603050405020304" pitchFamily="18" charset="0"/>
                <a:cs typeface="Times New Roman" panose="02020603050405020304" pitchFamily="18" charset="0"/>
              </a:rPr>
              <a:t>với</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các</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thiết</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bị</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ngoại</a:t>
            </a:r>
            <a:r>
              <a:rPr lang="en-US" altLang="en-US" sz="2400" b="0" dirty="0">
                <a:latin typeface="Times New Roman" panose="02020603050405020304" pitchFamily="18" charset="0"/>
                <a:cs typeface="Times New Roman" panose="02020603050405020304" pitchFamily="18" charset="0"/>
              </a:rPr>
              <a:t> vi (</a:t>
            </a:r>
            <a:r>
              <a:rPr lang="en-US" altLang="en-US" sz="2400" b="0" dirty="0" err="1">
                <a:latin typeface="Times New Roman" panose="02020603050405020304" pitchFamily="18" charset="0"/>
                <a:cs typeface="Times New Roman" panose="02020603050405020304" pitchFamily="18" charset="0"/>
              </a:rPr>
              <a:t>cảm</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biến</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công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tắc</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động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cơ</a:t>
            </a:r>
            <a:r>
              <a:rPr lang="en-US" altLang="en-US" sz="2400" b="0" dirty="0">
                <a:latin typeface="Times New Roman" panose="02020603050405020304" pitchFamily="18" charset="0"/>
                <a:cs typeface="Times New Roman" panose="02020603050405020304" pitchFamily="18" charset="0"/>
              </a:rPr>
              <a:t>, domino, ...).   </a:t>
            </a:r>
            <a:endParaRPr lang="en-GB" altLang="en-US" sz="2400" b="0" dirty="0">
              <a:latin typeface="Times New Roman" panose="02020603050405020304" pitchFamily="18" charset="0"/>
              <a:cs typeface="Times New Roman" panose="02020603050405020304" pitchFamily="18" charset="0"/>
            </a:endParaRPr>
          </a:p>
          <a:p>
            <a:pPr algn="just">
              <a:lnSpc>
                <a:spcPct val="105000"/>
              </a:lnSpc>
              <a:spcBef>
                <a:spcPts val="600"/>
              </a:spcBef>
              <a:buFontTx/>
              <a:buNone/>
            </a:pPr>
            <a:r>
              <a:rPr lang="en-US" altLang="en-US" sz="2400" dirty="0">
                <a:latin typeface="Times New Roman" panose="02020603050405020304" pitchFamily="18" charset="0"/>
                <a:cs typeface="Times New Roman" panose="02020603050405020304" pitchFamily="18" charset="0"/>
              </a:rPr>
              <a:t>	</a:t>
            </a:r>
            <a:r>
              <a:rPr lang="en-US" altLang="en-US" sz="2400" b="1" dirty="0">
                <a:latin typeface="Times New Roman" panose="02020603050405020304" pitchFamily="18" charset="0"/>
                <a:cs typeface="Times New Roman" panose="02020603050405020304" pitchFamily="18" charset="0"/>
              </a:rPr>
              <a:t>G5: </a:t>
            </a:r>
            <a:r>
              <a:rPr lang="en-US" altLang="en-US" sz="2400" b="0" dirty="0" err="1">
                <a:latin typeface="Times New Roman" panose="02020603050405020304" pitchFamily="18" charset="0"/>
                <a:cs typeface="Times New Roman" panose="02020603050405020304" pitchFamily="18" charset="0"/>
              </a:rPr>
              <a:t>Rèn</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luyện</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tính</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cẩn</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thận</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tỉ</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mỉ</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trong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tính</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toán</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chủ</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động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trong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công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việc</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biết</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tổ</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chức</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sắp</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xếp</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và</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quản</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lý</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công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việc</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hiệu</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quả</a:t>
            </a:r>
            <a:r>
              <a:rPr lang="en-US" altLang="en-US" sz="2400" b="0" dirty="0">
                <a:latin typeface="Times New Roman" panose="02020603050405020304" pitchFamily="18" charset="0"/>
                <a:cs typeface="Times New Roman" panose="02020603050405020304" pitchFamily="18" charset="0"/>
              </a:rPr>
              <a:t>. </a:t>
            </a:r>
            <a:endParaRPr lang="en-GB" altLang="en-US" sz="2400" b="0" dirty="0">
              <a:latin typeface="Times New Roman" panose="02020603050405020304" pitchFamily="18" charset="0"/>
              <a:cs typeface="Times New Roman" panose="02020603050405020304" pitchFamily="18" charset="0"/>
            </a:endParaRPr>
          </a:p>
        </p:txBody>
      </p:sp>
      <p:sp>
        <p:nvSpPr>
          <p:cNvPr id="15" name="Title 1"/>
          <p:cNvSpPr txBox="1">
            <a:spLocks/>
          </p:cNvSpPr>
          <p:nvPr/>
        </p:nvSpPr>
        <p:spPr>
          <a:xfrm>
            <a:off x="8086725" y="247650"/>
            <a:ext cx="3648075" cy="487363"/>
          </a:xfrm>
          <a:prstGeom prst="rect">
            <a:avLst/>
          </a:prstGeom>
        </p:spPr>
        <p:txBody>
          <a:bodyPr anchor="ctr"/>
          <a:lstStyle>
            <a:lvl1pPr>
              <a:defRPr sz="2800">
                <a:solidFill>
                  <a:schemeClr val="tx1"/>
                </a:solidFill>
                <a:latin typeface="Calibri" pitchFamily="34" charset="0"/>
              </a:defRPr>
            </a:lvl1pPr>
            <a:lvl2pPr marL="742950" indent="-285750">
              <a:defRPr sz="2400">
                <a:solidFill>
                  <a:schemeClr val="tx1"/>
                </a:solidFill>
                <a:latin typeface="Calibri" pitchFamily="34" charset="0"/>
              </a:defRPr>
            </a:lvl2pPr>
            <a:lvl3pPr>
              <a:defRPr sz="2000">
                <a:solidFill>
                  <a:schemeClr val="tx1"/>
                </a:solidFill>
                <a:latin typeface="Calibri" pitchFamily="34" charset="0"/>
              </a:defRPr>
            </a:lvl3pPr>
            <a:lvl4pPr>
              <a:defRPr>
                <a:solidFill>
                  <a:schemeClr val="tx1"/>
                </a:solidFill>
                <a:latin typeface="Calibri" pitchFamily="34" charset="0"/>
              </a:defRPr>
            </a:lvl4pPr>
            <a:lvl5pPr>
              <a:defRPr>
                <a:solidFill>
                  <a:schemeClr val="tx1"/>
                </a:solidFill>
                <a:latin typeface="Calibri" pitchFamily="34" charset="0"/>
              </a:defRPr>
            </a:lvl5pPr>
            <a:lvl6pPr eaLnBrk="0" fontAlgn="base" hangingPunct="0">
              <a:spcAft>
                <a:spcPct val="0"/>
              </a:spcAft>
              <a:defRPr>
                <a:solidFill>
                  <a:schemeClr val="tx1"/>
                </a:solidFill>
                <a:latin typeface="Calibri" pitchFamily="34" charset="0"/>
              </a:defRPr>
            </a:lvl6pPr>
            <a:lvl7pPr eaLnBrk="0" fontAlgn="base" hangingPunct="0">
              <a:spcAft>
                <a:spcPct val="0"/>
              </a:spcAft>
              <a:defRPr>
                <a:solidFill>
                  <a:schemeClr val="tx1"/>
                </a:solidFill>
                <a:latin typeface="Calibri" pitchFamily="34" charset="0"/>
              </a:defRPr>
            </a:lvl7pPr>
            <a:lvl8pPr eaLnBrk="0" fontAlgn="base" hangingPunct="0">
              <a:spcAft>
                <a:spcPct val="0"/>
              </a:spcAft>
              <a:defRPr>
                <a:solidFill>
                  <a:schemeClr val="tx1"/>
                </a:solidFill>
                <a:latin typeface="Calibri" pitchFamily="34" charset="0"/>
              </a:defRPr>
            </a:lvl8pPr>
            <a:lvl9pPr eaLnBrk="0" fontAlgn="base" hangingPunct="0">
              <a:spcAft>
                <a:spcPct val="0"/>
              </a:spcAft>
              <a:defRPr>
                <a:solidFill>
                  <a:schemeClr val="tx1"/>
                </a:solidFill>
                <a:latin typeface="Calibri" pitchFamily="34" charset="0"/>
              </a:defRPr>
            </a:lvl9pPr>
          </a:lstStyle>
          <a:p>
            <a:pPr algn="r" eaLnBrk="1" hangingPunct="1">
              <a:defRPr/>
            </a:pPr>
            <a:r>
              <a:rPr lang="en-US" sz="2000" dirty="0">
                <a:solidFill>
                  <a:srgbClr val="FF5A33"/>
                </a:solidFill>
                <a:effectLst>
                  <a:outerShdw blurRad="38100" dist="38100" dir="2700000" algn="tl">
                    <a:srgbClr val="C0C0C0"/>
                  </a:outerShdw>
                </a:effectLst>
                <a:latin typeface="Times New Roman" pitchFamily="18" charset="0"/>
                <a:cs typeface="Times New Roman" pitchFamily="18" charset="0"/>
              </a:rPr>
              <a:t>ĐỀ CƯƠNG CHI TIẾT</a:t>
            </a:r>
          </a:p>
        </p:txBody>
      </p:sp>
    </p:spTree>
    <p:extLst>
      <p:ext uri="{BB962C8B-B14F-4D97-AF65-F5344CB8AC3E}">
        <p14:creationId xmlns:p14="http://schemas.microsoft.com/office/powerpoint/2010/main" val="26655879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type="lt">
                                    <p:tmAbs val="75"/>
                                  </p:iterate>
                                  <p:childTnLst>
                                    <p:set>
                                      <p:cBhvr>
                                        <p:cTn id="6" dur="1" fill="hold">
                                          <p:stCondLst>
                                            <p:cond delay="74"/>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utoUpdateAnimBg="0"/>
    </p:bld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bg>
      <p:bgPr>
        <a:solidFill>
          <a:srgbClr val="DD462F"/>
        </a:solidFill>
        <a:effectLst/>
      </p:bgPr>
    </p:bg>
    <p:spTree>
      <p:nvGrpSpPr>
        <p:cNvPr id="1" name=""/>
        <p:cNvGrpSpPr/>
        <p:nvPr/>
      </p:nvGrpSpPr>
      <p:grpSpPr>
        <a:xfrm>
          <a:off x="0" y="0"/>
          <a:ext cx="0" cy="0"/>
          <a:chOff x="0" y="0"/>
          <a:chExt cx="0" cy="0"/>
        </a:xfrm>
      </p:grpSpPr>
      <p:sp>
        <p:nvSpPr>
          <p:cNvPr id="178178" name="Rectangle 2"/>
          <p:cNvSpPr>
            <a:spLocks noChangeArrowheads="1"/>
          </p:cNvSpPr>
          <p:nvPr/>
        </p:nvSpPr>
        <p:spPr bwMode="auto">
          <a:xfrm>
            <a:off x="1524000" y="3573463"/>
            <a:ext cx="9144000" cy="2879725"/>
          </a:xfrm>
          <a:prstGeom prst="rect">
            <a:avLst/>
          </a:prstGeom>
          <a:solidFill>
            <a:schemeClr val="bg1"/>
          </a:solidFill>
          <a:ln>
            <a:noFill/>
          </a:ln>
          <a:extLst>
            <a:ext uri="{91240B29-F687-4F45-9708-019B960494DF}">
              <a14:hiddenLine xmlns:a14="http://schemas.microsoft.com/office/drawing/2010/main" w="38100" algn="ctr">
                <a:solidFill>
                  <a:srgbClr val="000000"/>
                </a:solidFill>
                <a:round/>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800" b="1" i="0" u="none" strike="noStrike" kern="1200" cap="none" spc="0" normalizeH="0" baseline="0" noProof="0">
              <a:ln>
                <a:noFill/>
              </a:ln>
              <a:solidFill>
                <a:srgbClr val="FFFFFF"/>
              </a:solidFill>
              <a:effectLst/>
              <a:uLnTx/>
              <a:uFillTx/>
              <a:latin typeface="Times New Roman" panose="02020603050405020304" pitchFamily="18" charset="0"/>
              <a:ea typeface="+mn-ea"/>
              <a:cs typeface="Times New Roman" panose="02020603050405020304" pitchFamily="18" charset="0"/>
            </a:endParaRPr>
          </a:p>
        </p:txBody>
      </p:sp>
      <p:pic>
        <p:nvPicPr>
          <p:cNvPr id="178180" name="Picture 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82775" y="482600"/>
            <a:ext cx="17335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2"/>
          <p:cNvSpPr txBox="1">
            <a:spLocks noChangeArrowheads="1"/>
          </p:cNvSpPr>
          <p:nvPr/>
        </p:nvSpPr>
        <p:spPr bwMode="auto">
          <a:xfrm>
            <a:off x="1216240" y="1135856"/>
            <a:ext cx="9759518" cy="1196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lvl="0" algn="ctr" fontAlgn="base">
              <a:spcBef>
                <a:spcPts val="600"/>
              </a:spcBef>
              <a:spcAft>
                <a:spcPct val="0"/>
              </a:spcAft>
              <a:defRPr/>
            </a:pPr>
            <a:r>
              <a:rPr kumimoji="0" lang="en-US" altLang="en-US" sz="2000" b="1" i="0" u="none" strike="noStrike" kern="1200" cap="none" spc="0" normalizeH="0" baseline="0" noProof="0" dirty="0" err="1">
                <a:ln>
                  <a:noFill/>
                </a:ln>
                <a:solidFill>
                  <a:srgbClr val="FFFFFF"/>
                </a:solidFill>
                <a:effectLst/>
                <a:uLnTx/>
                <a:uFillTx/>
                <a:latin typeface="Times New Roman" panose="02020603050405020304" pitchFamily="18" charset="0"/>
                <a:ea typeface="+mn-ea"/>
                <a:cs typeface="Times New Roman" panose="02020603050405020304" pitchFamily="18" charset="0"/>
              </a:rPr>
              <a:t>Bài</a:t>
            </a:r>
            <a:r>
              <a:rPr kumimoji="0" lang="en-US" altLang="en-US" sz="2000" b="1" i="0" u="none" strike="noStrike" kern="1200" cap="none" spc="0" normalizeH="0" baseline="0" noProof="0" dirty="0">
                <a:ln>
                  <a:noFill/>
                </a:ln>
                <a:solidFill>
                  <a:srgbClr val="FFFFFF"/>
                </a:solidFill>
                <a:effectLst/>
                <a:uLnTx/>
                <a:uFillTx/>
                <a:latin typeface="Times New Roman" panose="02020603050405020304" pitchFamily="18" charset="0"/>
                <a:ea typeface="+mn-ea"/>
                <a:cs typeface="Times New Roman" panose="02020603050405020304" pitchFamily="18" charset="0"/>
              </a:rPr>
              <a:t> 4:</a:t>
            </a:r>
            <a:br>
              <a:rPr kumimoji="0" lang="en-US" altLang="en-US" sz="2000" b="1" i="0" u="none" strike="noStrike" kern="1200" cap="none" spc="0" normalizeH="0" baseline="0" noProof="0" dirty="0">
                <a:ln>
                  <a:noFill/>
                </a:ln>
                <a:solidFill>
                  <a:srgbClr val="FFFFFF"/>
                </a:solidFill>
                <a:effectLst/>
                <a:uLnTx/>
                <a:uFillTx/>
                <a:latin typeface="Times New Roman" panose="02020603050405020304" pitchFamily="18" charset="0"/>
                <a:ea typeface="+mn-ea"/>
                <a:cs typeface="Times New Roman" panose="02020603050405020304" pitchFamily="18" charset="0"/>
              </a:rPr>
            </a:br>
            <a:r>
              <a:rPr lang="en-US" altLang="en-US" sz="3200" dirty="0">
                <a:solidFill>
                  <a:srgbClr val="FFFFFF"/>
                </a:solidFill>
                <a:latin typeface="Times New Roman" panose="02020603050405020304" pitchFamily="18" charset="0"/>
                <a:cs typeface="Times New Roman" panose="02020603050405020304" pitchFamily="18" charset="0"/>
              </a:rPr>
              <a:t>LẬP TRÌNH ĐẾM VÀ PHÁT XUNG TỐC ĐỘ CAO</a:t>
            </a:r>
            <a:endParaRPr kumimoji="0" lang="en-US" altLang="en-US" sz="3200" b="1" i="0" u="none" strike="noStrike" kern="1200" cap="none" spc="0" normalizeH="0" baseline="0" noProof="0" dirty="0">
              <a:ln>
                <a:noFill/>
              </a:ln>
              <a:solidFill>
                <a:srgbClr val="FFFFFF"/>
              </a:solidFill>
              <a:effectLst/>
              <a:uLnTx/>
              <a:uFillTx/>
              <a:latin typeface="Times New Roman" panose="02020603050405020304" pitchFamily="18" charset="0"/>
              <a:ea typeface="+mn-ea"/>
              <a:cs typeface="Times New Roman" panose="02020603050405020304" pitchFamily="18" charset="0"/>
            </a:endParaRPr>
          </a:p>
        </p:txBody>
      </p:sp>
      <p:sp>
        <p:nvSpPr>
          <p:cNvPr id="2" name="AutoShape 2" descr="SIMATIC SCADA Systems | Automation Software | Siemens Global"/>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37002" y="3573463"/>
            <a:ext cx="5117995" cy="2879725"/>
          </a:xfrm>
          <a:prstGeom prst="rect">
            <a:avLst/>
          </a:prstGeom>
        </p:spPr>
      </p:pic>
    </p:spTree>
    <p:extLst>
      <p:ext uri="{BB962C8B-B14F-4D97-AF65-F5344CB8AC3E}">
        <p14:creationId xmlns:p14="http://schemas.microsoft.com/office/powerpoint/2010/main" val="347781825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 presetClass="entr" presetSubtype="0" fill="hold" grpId="0" nodeType="afterEffect">
                                  <p:stCondLst>
                                    <p:cond delay="0"/>
                                  </p:stCondLst>
                                  <p:iterate type="lt">
                                    <p:tmAbs val="75"/>
                                  </p:iterate>
                                  <p:childTnLst>
                                    <p:set>
                                      <p:cBhvr>
                                        <p:cTn id="6" dur="1" fill="hold">
                                          <p:stCondLst>
                                            <p:cond delay="74"/>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txBox="1">
            <a:spLocks noChangeArrowheads="1"/>
          </p:cNvSpPr>
          <p:nvPr/>
        </p:nvSpPr>
        <p:spPr bwMode="auto">
          <a:xfrm>
            <a:off x="1593850" y="1831975"/>
            <a:ext cx="9538748"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lvl="0" fontAlgn="base">
              <a:lnSpc>
                <a:spcPct val="90000"/>
              </a:lnSpc>
              <a:spcBef>
                <a:spcPts val="600"/>
              </a:spcBef>
              <a:spcAft>
                <a:spcPct val="0"/>
              </a:spcAft>
              <a:defRPr/>
            </a:pPr>
            <a:r>
              <a:rPr kumimoji="0" lang="en-US"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altLang="en-US" sz="2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4.1 </a:t>
            </a:r>
            <a:r>
              <a:rPr lang="en-US" altLang="en-US" sz="2400" dirty="0">
                <a:solidFill>
                  <a:prstClr val="black"/>
                </a:solidFill>
                <a:latin typeface="Times New Roman" panose="02020603050405020304" pitchFamily="18" charset="0"/>
                <a:cs typeface="Times New Roman" panose="02020603050405020304" pitchFamily="18" charset="0"/>
              </a:rPr>
              <a:t>CẤU TẠO VÀ NGUYÊN LÝ CƠ BẢN CỦA ENCODER</a:t>
            </a:r>
            <a:endParaRPr kumimoji="0" lang="en-US" altLang="en-US" sz="2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9" name="Rectangle 2"/>
          <p:cNvSpPr txBox="1">
            <a:spLocks noChangeArrowheads="1"/>
          </p:cNvSpPr>
          <p:nvPr/>
        </p:nvSpPr>
        <p:spPr bwMode="auto">
          <a:xfrm>
            <a:off x="1047565" y="534988"/>
            <a:ext cx="10156054" cy="1196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lvl="0" algn="ctr" fontAlgn="base">
              <a:spcBef>
                <a:spcPts val="600"/>
              </a:spcBef>
              <a:spcAft>
                <a:spcPct val="0"/>
              </a:spcAft>
              <a:defRPr/>
            </a:pPr>
            <a:r>
              <a:rPr kumimoji="0" lang="en-US" altLang="en-US" sz="20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Bài</a:t>
            </a:r>
            <a:r>
              <a:rPr kumimoji="0" lang="en-US"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4:</a:t>
            </a:r>
            <a:br>
              <a:rPr kumimoji="0" lang="en-US"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br>
            <a:r>
              <a:rPr lang="en-US" altLang="en-US" sz="3200" dirty="0">
                <a:solidFill>
                  <a:prstClr val="black"/>
                </a:solidFill>
                <a:latin typeface="Times New Roman" panose="02020603050405020304" pitchFamily="18" charset="0"/>
                <a:cs typeface="Times New Roman" panose="02020603050405020304" pitchFamily="18" charset="0"/>
              </a:rPr>
              <a:t>LẬP TRÌNH ĐẾM VÀ PHÁT XUNG TỐC ĐỘ CAO</a:t>
            </a:r>
            <a:endParaRPr kumimoji="0" lang="en-US" altLang="en-US" sz="3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00334" y="3155950"/>
            <a:ext cx="5850515" cy="3333627"/>
          </a:xfrm>
          <a:prstGeom prst="rect">
            <a:avLst/>
          </a:prstGeom>
        </p:spPr>
      </p:pic>
    </p:spTree>
    <p:extLst>
      <p:ext uri="{BB962C8B-B14F-4D97-AF65-F5344CB8AC3E}">
        <p14:creationId xmlns:p14="http://schemas.microsoft.com/office/powerpoint/2010/main" val="211185217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iterate type="lt">
                                    <p:tmAbs val="75"/>
                                  </p:iterate>
                                  <p:childTnLst>
                                    <p:set>
                                      <p:cBhvr>
                                        <p:cTn id="6" dur="1" fill="hold">
                                          <p:stCondLst>
                                            <p:cond delay="74"/>
                                          </p:stCondLst>
                                        </p:cTn>
                                        <p:tgtEl>
                                          <p:spTgt spid="6"/>
                                        </p:tgtEl>
                                        <p:attrNameLst>
                                          <p:attrName>style.visibility</p:attrName>
                                        </p:attrNameLst>
                                      </p:cBhvr>
                                      <p:to>
                                        <p:strVal val="visible"/>
                                      </p:to>
                                    </p:set>
                                  </p:childTnLst>
                                </p:cTn>
                              </p:par>
                            </p:childTnLst>
                          </p:cTn>
                        </p:par>
                        <p:par>
                          <p:cTn id="7" fill="hold" nodeType="afterGroup">
                            <p:stCondLst>
                              <p:cond delay="2550"/>
                            </p:stCondLst>
                            <p:childTnLst>
                              <p:par>
                                <p:cTn id="8" presetID="1" presetClass="entr" presetSubtype="0" fill="hold" grpId="0" nodeType="afterEffect">
                                  <p:stCondLst>
                                    <p:cond delay="0"/>
                                  </p:stCondLst>
                                  <p:iterate type="lt">
                                    <p:tmAbs val="75"/>
                                  </p:iterate>
                                  <p:childTnLst>
                                    <p:set>
                                      <p:cBhvr>
                                        <p:cTn id="9" dur="1" fill="hold">
                                          <p:stCondLst>
                                            <p:cond delay="74"/>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utoUpdateAnimBg="0"/>
      <p:bldP spid="9" grpId="0" autoUpdateAnimBg="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5"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lvl="0" fontAlgn="base">
              <a:spcAft>
                <a:spcPct val="0"/>
              </a:spcAf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4.1 </a:t>
            </a:r>
            <a:r>
              <a:rPr lang="en-US" sz="2000" dirty="0" err="1">
                <a:latin typeface="Times New Roman" panose="02020603050405020304" pitchFamily="18" charset="0"/>
                <a:cs typeface="Times New Roman" panose="02020603050405020304" pitchFamily="18" charset="0"/>
              </a:rPr>
              <a:t>Cấu</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tạo</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và</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nguyên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lý</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cơ</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bản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của</a:t>
            </a:r>
            <a:r>
              <a:rPr lang="en-US" sz="2000" dirty="0">
                <a:latin typeface="Times New Roman" panose="02020603050405020304" pitchFamily="18" charset="0"/>
                <a:cs typeface="Times New Roman" panose="02020603050405020304" pitchFamily="18" charset="0"/>
              </a:rPr>
              <a:t> encoder</a:t>
            </a:r>
            <a:endPar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endParaRPr>
          </a:p>
        </p:txBody>
      </p:sp>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a:xfrm>
            <a:off x="457200" y="995103"/>
            <a:ext cx="1249060" cy="369332"/>
          </a:xfrm>
          <a:prstGeom prst="rect">
            <a:avLst/>
          </a:prstGeom>
        </p:spPr>
        <p:txBody>
          <a:bodyPr wrap="none">
            <a:spAutoFit/>
          </a:bodyPr>
          <a:lstStyle/>
          <a:p>
            <a:r>
              <a:rPr lang="en-US" b="1" dirty="0">
                <a:solidFill>
                  <a:srgbClr val="0F3596"/>
                </a:solidFill>
                <a:latin typeface="Times New Roman" panose="02020603050405020304" pitchFamily="18" charset="0"/>
                <a:cs typeface="Times New Roman" panose="02020603050405020304" pitchFamily="18" charset="0"/>
              </a:rPr>
              <a:t>a. Encoder</a:t>
            </a:r>
            <a:endParaRPr lang="en-US" b="1" i="0" dirty="0">
              <a:solidFill>
                <a:srgbClr val="0F3596"/>
              </a:solidFill>
              <a:effectLst/>
              <a:latin typeface="Times New Roman" panose="02020603050405020304" pitchFamily="18" charset="0"/>
              <a:cs typeface="Times New Roman" panose="02020603050405020304" pitchFamily="18" charset="0"/>
            </a:endParaRPr>
          </a:p>
        </p:txBody>
      </p:sp>
      <p:sp>
        <p:nvSpPr>
          <p:cNvPr id="3" name="Rectangle 2"/>
          <p:cNvSpPr/>
          <p:nvPr/>
        </p:nvSpPr>
        <p:spPr>
          <a:xfrm>
            <a:off x="924757" y="1512121"/>
            <a:ext cx="10731624" cy="1477328"/>
          </a:xfrm>
          <a:prstGeom prst="rect">
            <a:avLst/>
          </a:prstGeom>
        </p:spPr>
        <p:txBody>
          <a:bodyPr wrap="square">
            <a:spAutoFit/>
          </a:bodyPr>
          <a:lstStyle/>
          <a:p>
            <a:pPr algn="just"/>
            <a:r>
              <a:rPr lang="en-US" dirty="0">
                <a:solidFill>
                  <a:srgbClr val="222222"/>
                </a:solidFill>
                <a:latin typeface="Times New Roman" panose="02020603050405020304" pitchFamily="18" charset="0"/>
                <a:cs typeface="Times New Roman" panose="02020603050405020304" pitchFamily="18" charset="0"/>
              </a:rPr>
              <a:t>	</a:t>
            </a:r>
            <a:r>
              <a:rPr lang="vi-VN" dirty="0">
                <a:solidFill>
                  <a:srgbClr val="222222"/>
                </a:solidFill>
                <a:latin typeface="Times New Roman" panose="02020603050405020304" pitchFamily="18" charset="0"/>
                <a:cs typeface="Times New Roman" panose="02020603050405020304" pitchFamily="18" charset="0"/>
              </a:rPr>
              <a:t>Encoder hay còn gọi là bộ mã hóa, là một bộ cảm biến chuyển động cơ học tạo ra tín hiệu kỹ thuật số đáp ứng với chuyển động. </a:t>
            </a:r>
            <a:endParaRPr lang="en-US" dirty="0">
              <a:solidFill>
                <a:srgbClr val="222222"/>
              </a:solidFill>
              <a:latin typeface="Times New Roman" panose="02020603050405020304" pitchFamily="18" charset="0"/>
              <a:cs typeface="Times New Roman" panose="02020603050405020304" pitchFamily="18" charset="0"/>
            </a:endParaRPr>
          </a:p>
          <a:p>
            <a:pPr algn="just"/>
            <a:r>
              <a:rPr lang="en-US" dirty="0">
                <a:solidFill>
                  <a:srgbClr val="222222"/>
                </a:solidFill>
                <a:latin typeface="Times New Roman" panose="02020603050405020304" pitchFamily="18" charset="0"/>
                <a:cs typeface="Times New Roman" panose="02020603050405020304" pitchFamily="18" charset="0"/>
              </a:rPr>
              <a:t>	</a:t>
            </a:r>
            <a:r>
              <a:rPr lang="vi-VN" dirty="0">
                <a:solidFill>
                  <a:srgbClr val="222222"/>
                </a:solidFill>
                <a:latin typeface="Times New Roman" panose="02020603050405020304" pitchFamily="18" charset="0"/>
                <a:cs typeface="Times New Roman" panose="02020603050405020304" pitchFamily="18" charset="0"/>
              </a:rPr>
              <a:t>Là một thiết bị cơ điện có khả năng làm biến đổi chuyển động thành tín hiệu số hoặc xung. Bộ mã hóa Encoder là một bộ phận rất quan trọng trong cấu tạo của máy CNC. Nó giúp đo và hiển thị các thông số về tốc độ của máy.</a:t>
            </a:r>
            <a:endParaRPr lang="en-US"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69762" y="3137135"/>
            <a:ext cx="5789350" cy="2894675"/>
          </a:xfrm>
          <a:prstGeom prst="rect">
            <a:avLst/>
          </a:prstGeom>
        </p:spPr>
      </p:pic>
      <p:sp>
        <p:nvSpPr>
          <p:cNvPr id="7" name="Rectangle 6"/>
          <p:cNvSpPr/>
          <p:nvPr/>
        </p:nvSpPr>
        <p:spPr>
          <a:xfrm>
            <a:off x="924757" y="3824192"/>
            <a:ext cx="3094793" cy="2031325"/>
          </a:xfrm>
          <a:prstGeom prst="rect">
            <a:avLst/>
          </a:prstGeom>
        </p:spPr>
        <p:txBody>
          <a:bodyPr wrap="square">
            <a:spAutoFit/>
          </a:bodyPr>
          <a:lstStyle/>
          <a:p>
            <a:pPr algn="just"/>
            <a:r>
              <a:rPr lang="vi-VN" i="1" dirty="0">
                <a:solidFill>
                  <a:srgbClr val="000000"/>
                </a:solidFill>
                <a:latin typeface="Times New Roman" panose="02020603050405020304" pitchFamily="18" charset="0"/>
                <a:cs typeface="Times New Roman" panose="02020603050405020304" pitchFamily="18" charset="0"/>
              </a:rPr>
              <a:t>Có hai loại bộ mã hóa đó là</a:t>
            </a:r>
            <a:r>
              <a:rPr lang="en-US" i="1" dirty="0">
                <a:solidFill>
                  <a:srgbClr val="000000"/>
                </a:solidFill>
                <a:latin typeface="Times New Roman" panose="02020603050405020304" pitchFamily="18" charset="0"/>
                <a:cs typeface="Times New Roman" panose="02020603050405020304" pitchFamily="18" charset="0"/>
              </a:rPr>
              <a:t>:</a:t>
            </a:r>
          </a:p>
          <a:p>
            <a:pPr algn="just"/>
            <a:r>
              <a:rPr lang="en-US" dirty="0">
                <a:solidFill>
                  <a:srgbClr val="000000"/>
                </a:solidFill>
                <a:latin typeface="Times New Roman" panose="02020603050405020304" pitchFamily="18" charset="0"/>
                <a:cs typeface="Times New Roman" panose="02020603050405020304" pitchFamily="18" charset="0"/>
              </a:rPr>
              <a:t>B</a:t>
            </a:r>
            <a:r>
              <a:rPr lang="vi-VN" dirty="0">
                <a:solidFill>
                  <a:srgbClr val="000000"/>
                </a:solidFill>
                <a:latin typeface="Times New Roman" panose="02020603050405020304" pitchFamily="18" charset="0"/>
                <a:cs typeface="Times New Roman" panose="02020603050405020304" pitchFamily="18" charset="0"/>
              </a:rPr>
              <a:t>ộ mã hóa </a:t>
            </a:r>
            <a:r>
              <a:rPr lang="vi-VN" b="1" dirty="0">
                <a:solidFill>
                  <a:srgbClr val="000000"/>
                </a:solidFill>
                <a:latin typeface="Times New Roman" panose="02020603050405020304" pitchFamily="18" charset="0"/>
                <a:cs typeface="Times New Roman" panose="02020603050405020304" pitchFamily="18" charset="0"/>
              </a:rPr>
              <a:t>tuyến tính</a:t>
            </a:r>
            <a:r>
              <a:rPr lang="vi-VN" dirty="0">
                <a:solidFill>
                  <a:srgbClr val="000000"/>
                </a:solidFill>
                <a:latin typeface="Times New Roman" panose="02020603050405020304" pitchFamily="18" charset="0"/>
                <a:cs typeface="Times New Roman" panose="02020603050405020304" pitchFamily="18" charset="0"/>
              </a:rPr>
              <a:t> và </a:t>
            </a:r>
            <a:r>
              <a:rPr lang="vi-VN" b="1" dirty="0">
                <a:solidFill>
                  <a:srgbClr val="000000"/>
                </a:solidFill>
                <a:latin typeface="Times New Roman" panose="02020603050405020304" pitchFamily="18" charset="0"/>
                <a:cs typeface="Times New Roman" panose="02020603050405020304" pitchFamily="18" charset="0"/>
              </a:rPr>
              <a:t>mã hóa quay</a:t>
            </a:r>
            <a:r>
              <a:rPr lang="vi-VN" dirty="0">
                <a:solidFill>
                  <a:srgbClr val="000000"/>
                </a:solidFill>
                <a:latin typeface="Times New Roman" panose="02020603050405020304" pitchFamily="18" charset="0"/>
                <a:cs typeface="Times New Roman" panose="02020603050405020304" pitchFamily="18" charset="0"/>
              </a:rPr>
              <a:t>. Encoder tuyến tính đáp ứng chuyển động dọc theo một đường dẫn, còn Encoder quay thì đáp ứng với chuyển động quay.</a:t>
            </a:r>
            <a:endParaRPr lang="en-US" dirty="0">
              <a:latin typeface="Times New Roman" panose="02020603050405020304" pitchFamily="18" charset="0"/>
              <a:cs typeface="Times New Roman" panose="02020603050405020304" pitchFamily="18" charset="0"/>
            </a:endParaRPr>
          </a:p>
        </p:txBody>
      </p:sp>
      <p:sp>
        <p:nvSpPr>
          <p:cNvPr id="11" name="Footer Placeholder 1">
            <a:extLst>
              <a:ext uri="{FF2B5EF4-FFF2-40B4-BE49-F238E27FC236}">
                <a16:creationId xmlns:a16="http://schemas.microsoft.com/office/drawing/2014/main" id="{C993F21A-1ED3-4BD4-991B-DFC0F4EE60CB}"/>
              </a:ext>
            </a:extLst>
          </p:cNvPr>
          <p:cNvSpPr txBox="1">
            <a:spLocks/>
          </p:cNvSpPr>
          <p:nvPr/>
        </p:nvSpPr>
        <p:spPr bwMode="auto">
          <a:xfrm>
            <a:off x="3509963" y="6508750"/>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lang="en-US" altLang="en-US" sz="1200" dirty="0">
                <a:solidFill>
                  <a:srgbClr val="2D2D8A"/>
                </a:solidFill>
                <a:latin typeface="Times New Roman" panose="02020603050405020304" pitchFamily="18" charset="0"/>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a:t>
            </a:r>
            <a:r>
              <a:rPr kumimoji="0" lang="en-US" altLang="en-US" sz="1200" b="1" i="0" u="none" strike="noStrike" kern="1200" cap="none" spc="0" normalizeH="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CAO</a:t>
            </a:r>
            <a:endPar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6392355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5"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4.1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Cấu</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tạo</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và</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nguyên</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lý</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cơ</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bản</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của</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encoder</a:t>
            </a:r>
          </a:p>
        </p:txBody>
      </p:sp>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a:xfrm>
            <a:off x="457200" y="995103"/>
            <a:ext cx="3525324" cy="369332"/>
          </a:xfrm>
          <a:prstGeom prst="rect">
            <a:avLst/>
          </a:prstGeom>
        </p:spPr>
        <p:txBody>
          <a:bodyPr wrap="none">
            <a:spAutoFit/>
          </a:bodyPr>
          <a:lstStyle/>
          <a:p>
            <a:pPr lvl="0"/>
            <a:r>
              <a:rPr lang="en-US" b="1" dirty="0">
                <a:solidFill>
                  <a:srgbClr val="0F3596"/>
                </a:solidFill>
                <a:latin typeface="Times New Roman" panose="02020603050405020304" pitchFamily="18" charset="0"/>
                <a:cs typeface="Times New Roman" panose="02020603050405020304" pitchFamily="18" charset="0"/>
              </a:rPr>
              <a:t>b. </a:t>
            </a:r>
            <a:r>
              <a:rPr lang="en-US" b="1" dirty="0" err="1">
                <a:solidFill>
                  <a:srgbClr val="0F3596"/>
                </a:solidFill>
                <a:latin typeface="Times New Roman" panose="02020603050405020304" pitchFamily="18" charset="0"/>
                <a:cs typeface="Times New Roman" panose="02020603050405020304" pitchFamily="18" charset="0"/>
              </a:rPr>
              <a:t>Nguyên</a:t>
            </a:r>
            <a:r>
              <a:rPr lang="en-US" b="1" dirty="0">
                <a:solidFill>
                  <a:srgbClr val="0F3596"/>
                </a:solidFill>
                <a:latin typeface="Times New Roman" panose="02020603050405020304" pitchFamily="18" charset="0"/>
                <a:cs typeface="Times New Roman" panose="02020603050405020304" pitchFamily="18" charset="0"/>
              </a:rPr>
              <a:t> </a:t>
            </a:r>
            <a:r>
              <a:rPr lang="en-US" b="1" dirty="0" err="1">
                <a:solidFill>
                  <a:srgbClr val="0F3596"/>
                </a:solidFill>
                <a:latin typeface="Times New Roman" panose="02020603050405020304" pitchFamily="18" charset="0"/>
                <a:cs typeface="Times New Roman" panose="02020603050405020304" pitchFamily="18" charset="0"/>
              </a:rPr>
              <a:t>lý</a:t>
            </a:r>
            <a:r>
              <a:rPr lang="en-US" b="1" dirty="0">
                <a:solidFill>
                  <a:srgbClr val="0F3596"/>
                </a:solidFill>
                <a:latin typeface="Times New Roman" panose="02020603050405020304" pitchFamily="18" charset="0"/>
                <a:cs typeface="Times New Roman" panose="02020603050405020304" pitchFamily="18" charset="0"/>
              </a:rPr>
              <a:t> </a:t>
            </a:r>
            <a:r>
              <a:rPr lang="en-US" b="1" dirty="0" err="1">
                <a:solidFill>
                  <a:srgbClr val="0F3596"/>
                </a:solidFill>
                <a:latin typeface="Times New Roman" panose="02020603050405020304" pitchFamily="18" charset="0"/>
                <a:cs typeface="Times New Roman" panose="02020603050405020304" pitchFamily="18" charset="0"/>
              </a:rPr>
              <a:t>làm</a:t>
            </a:r>
            <a:r>
              <a:rPr lang="en-US" b="1" dirty="0">
                <a:solidFill>
                  <a:srgbClr val="0F3596"/>
                </a:solidFill>
                <a:latin typeface="Times New Roman" panose="02020603050405020304" pitchFamily="18" charset="0"/>
                <a:cs typeface="Times New Roman" panose="02020603050405020304" pitchFamily="18" charset="0"/>
              </a:rPr>
              <a:t> </a:t>
            </a:r>
            <a:r>
              <a:rPr lang="en-US" b="1" dirty="0" err="1">
                <a:solidFill>
                  <a:srgbClr val="0F3596"/>
                </a:solidFill>
                <a:latin typeface="Times New Roman" panose="02020603050405020304" pitchFamily="18" charset="0"/>
                <a:cs typeface="Times New Roman" panose="02020603050405020304" pitchFamily="18" charset="0"/>
              </a:rPr>
              <a:t>việc</a:t>
            </a:r>
            <a:r>
              <a:rPr lang="en-US" b="1" dirty="0">
                <a:solidFill>
                  <a:srgbClr val="0F3596"/>
                </a:solidFill>
                <a:latin typeface="Times New Roman" panose="02020603050405020304" pitchFamily="18" charset="0"/>
                <a:cs typeface="Times New Roman" panose="02020603050405020304" pitchFamily="18" charset="0"/>
              </a:rPr>
              <a:t> </a:t>
            </a:r>
            <a:r>
              <a:rPr lang="en-US" b="1" dirty="0" err="1">
                <a:solidFill>
                  <a:srgbClr val="0F3596"/>
                </a:solidFill>
                <a:latin typeface="Times New Roman" panose="02020603050405020304" pitchFamily="18" charset="0"/>
                <a:cs typeface="Times New Roman" panose="02020603050405020304" pitchFamily="18" charset="0"/>
              </a:rPr>
              <a:t>của</a:t>
            </a:r>
            <a:r>
              <a:rPr lang="en-US" b="1" dirty="0">
                <a:solidFill>
                  <a:srgbClr val="0F3596"/>
                </a:solidFill>
                <a:latin typeface="Times New Roman" panose="02020603050405020304" pitchFamily="18" charset="0"/>
                <a:cs typeface="Times New Roman" panose="02020603050405020304" pitchFamily="18" charset="0"/>
              </a:rPr>
              <a:t> encoder</a:t>
            </a:r>
            <a:endParaRPr kumimoji="0" lang="en-US" sz="1800" b="1" i="0" u="none" strike="noStrike" kern="1200" cap="none" spc="0" normalizeH="0" baseline="0" noProof="0" dirty="0">
              <a:ln>
                <a:noFill/>
              </a:ln>
              <a:solidFill>
                <a:srgbClr val="0F3596"/>
              </a:solidFill>
              <a:effectLst/>
              <a:uLnTx/>
              <a:uFillTx/>
              <a:latin typeface="Times New Roman" panose="02020603050405020304" pitchFamily="18" charset="0"/>
              <a:ea typeface="+mn-ea"/>
              <a:cs typeface="Times New Roman" panose="02020603050405020304" pitchFamily="18" charset="0"/>
            </a:endParaRPr>
          </a:p>
        </p:txBody>
      </p:sp>
      <p:sp>
        <p:nvSpPr>
          <p:cNvPr id="3" name="Rectangle 2"/>
          <p:cNvSpPr/>
          <p:nvPr/>
        </p:nvSpPr>
        <p:spPr>
          <a:xfrm>
            <a:off x="924757" y="1512121"/>
            <a:ext cx="10731624" cy="369332"/>
          </a:xfrm>
          <a:prstGeom prst="rect">
            <a:avLst/>
          </a:prstGeom>
        </p:spPr>
        <p:txBody>
          <a:bodyPr wrap="square">
            <a:spAutoFit/>
          </a:bodyPr>
          <a:lstStyle/>
          <a:p>
            <a:pPr lvl="0" algn="just"/>
            <a:r>
              <a:rPr kumimoji="0" lang="en-US" sz="1800" b="0" i="0" u="none" strike="noStrike" kern="1200" cap="none" spc="0" normalizeH="0" baseline="0" noProof="0" dirty="0">
                <a:ln>
                  <a:noFill/>
                </a:ln>
                <a:solidFill>
                  <a:srgbClr val="222222"/>
                </a:solidFill>
                <a:effectLst/>
                <a:uLnTx/>
                <a:uFillTx/>
                <a:latin typeface="Times New Roman" panose="02020603050405020304" pitchFamily="18" charset="0"/>
                <a:ea typeface="+mn-ea"/>
                <a:cs typeface="Times New Roman" panose="02020603050405020304" pitchFamily="18" charset="0"/>
              </a:rPr>
              <a:t>	</a:t>
            </a:r>
            <a:r>
              <a:rPr lang="vi-VN" dirty="0">
                <a:solidFill>
                  <a:srgbClr val="222222"/>
                </a:solidFill>
                <a:latin typeface="Times New Roman" panose="02020603050405020304" pitchFamily="18" charset="0"/>
                <a:cs typeface="Times New Roman" panose="02020603050405020304" pitchFamily="18" charset="0"/>
              </a:rPr>
              <a:t>Khi Encoder chuyển động bộ chuyển đổi sẽ xử lý các chuyển động và chuyển thành các tín hiệu điện</a:t>
            </a: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 name="Action Button: Movie 4">
            <a:hlinkClick r:id="rId4" action="ppaction://hlinkfile" highlightClick="1"/>
          </p:cNvPr>
          <p:cNvSpPr/>
          <p:nvPr/>
        </p:nvSpPr>
        <p:spPr>
          <a:xfrm>
            <a:off x="5283693" y="5322857"/>
            <a:ext cx="1624614" cy="532660"/>
          </a:xfrm>
          <a:prstGeom prst="actionButtonMovi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279036" y="2029139"/>
            <a:ext cx="3522955" cy="3170660"/>
          </a:xfrm>
          <a:prstGeom prst="rect">
            <a:avLst/>
          </a:prstGeom>
        </p:spPr>
      </p:pic>
      <p:sp>
        <p:nvSpPr>
          <p:cNvPr id="11" name="Footer Placeholder 1">
            <a:extLst>
              <a:ext uri="{FF2B5EF4-FFF2-40B4-BE49-F238E27FC236}">
                <a16:creationId xmlns:a16="http://schemas.microsoft.com/office/drawing/2014/main" id="{A3CF19C5-2437-4D04-A1E7-17F37F28430D}"/>
              </a:ext>
            </a:extLst>
          </p:cNvPr>
          <p:cNvSpPr txBox="1">
            <a:spLocks/>
          </p:cNvSpPr>
          <p:nvPr/>
        </p:nvSpPr>
        <p:spPr bwMode="auto">
          <a:xfrm>
            <a:off x="3509963" y="6508750"/>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lang="en-US" altLang="en-US" sz="1200" dirty="0">
                <a:solidFill>
                  <a:srgbClr val="2D2D8A"/>
                </a:solidFill>
                <a:latin typeface="Times New Roman" panose="02020603050405020304" pitchFamily="18" charset="0"/>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a:t>
            </a:r>
            <a:r>
              <a:rPr kumimoji="0" lang="en-US" altLang="en-US" sz="1200" b="1" i="0" u="none" strike="noStrike" kern="1200" cap="none" spc="0" normalizeH="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CAO</a:t>
            </a:r>
            <a:endPar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42363954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5"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4.1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Cấu</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tạo</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và</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nguyên</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lý</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cơ</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bản</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của</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encoder</a:t>
            </a:r>
          </a:p>
        </p:txBody>
      </p:sp>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a:xfrm>
            <a:off x="457200" y="995103"/>
            <a:ext cx="2254784"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F3596"/>
                </a:solidFill>
                <a:effectLst/>
                <a:uLnTx/>
                <a:uFillTx/>
                <a:latin typeface="Times New Roman" panose="02020603050405020304" pitchFamily="18" charset="0"/>
                <a:ea typeface="+mn-ea"/>
                <a:cs typeface="Times New Roman" panose="02020603050405020304" pitchFamily="18" charset="0"/>
              </a:rPr>
              <a:t>a. Encoder </a:t>
            </a:r>
            <a:r>
              <a:rPr kumimoji="0" lang="en-US" sz="1800" b="1" i="0" u="none" strike="noStrike" kern="1200" cap="none" spc="0" normalizeH="0" baseline="0" noProof="0" dirty="0" err="1">
                <a:ln>
                  <a:noFill/>
                </a:ln>
                <a:solidFill>
                  <a:srgbClr val="0F3596"/>
                </a:solidFill>
                <a:effectLst/>
                <a:uLnTx/>
                <a:uFillTx/>
                <a:latin typeface="Times New Roman" panose="02020603050405020304" pitchFamily="18" charset="0"/>
                <a:ea typeface="+mn-ea"/>
                <a:cs typeface="Times New Roman" panose="02020603050405020304" pitchFamily="18" charset="0"/>
              </a:rPr>
              <a:t>tương</a:t>
            </a:r>
            <a:r>
              <a:rPr kumimoji="0" lang="en-US" sz="1800" b="1" i="0" u="none" strike="noStrike" kern="1200" cap="none" spc="0" normalizeH="0" noProof="0" dirty="0">
                <a:ln>
                  <a:noFill/>
                </a:ln>
                <a:solidFill>
                  <a:srgbClr val="0F3596"/>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noProof="0" dirty="0" err="1">
                <a:ln>
                  <a:noFill/>
                </a:ln>
                <a:solidFill>
                  <a:srgbClr val="0F3596"/>
                </a:solidFill>
                <a:effectLst/>
                <a:uLnTx/>
                <a:uFillTx/>
                <a:latin typeface="Times New Roman" panose="02020603050405020304" pitchFamily="18" charset="0"/>
                <a:ea typeface="+mn-ea"/>
                <a:cs typeface="Times New Roman" panose="02020603050405020304" pitchFamily="18" charset="0"/>
              </a:rPr>
              <a:t>đối</a:t>
            </a:r>
            <a:endParaRPr kumimoji="0" lang="en-US" sz="1800" b="1" i="0" u="none" strike="noStrike" kern="1200" cap="none" spc="0" normalizeH="0" baseline="0" noProof="0" dirty="0">
              <a:ln>
                <a:noFill/>
              </a:ln>
              <a:solidFill>
                <a:srgbClr val="0F3596"/>
              </a:solidFill>
              <a:effectLst/>
              <a:uLnTx/>
              <a:uFillTx/>
              <a:latin typeface="Times New Roman" panose="02020603050405020304" pitchFamily="18" charset="0"/>
              <a:ea typeface="+mn-ea"/>
              <a:cs typeface="Times New Roman" panose="02020603050405020304" pitchFamily="18" charset="0"/>
            </a:endParaRPr>
          </a:p>
        </p:txBody>
      </p:sp>
      <p:sp>
        <p:nvSpPr>
          <p:cNvPr id="3" name="Rectangle 2"/>
          <p:cNvSpPr/>
          <p:nvPr/>
        </p:nvSpPr>
        <p:spPr>
          <a:xfrm>
            <a:off x="310718" y="1512121"/>
            <a:ext cx="11345663" cy="3000821"/>
          </a:xfrm>
          <a:prstGeom prst="rect">
            <a:avLst/>
          </a:prstGeom>
        </p:spPr>
        <p:txBody>
          <a:bodyPr wrap="square">
            <a:spAutoFit/>
          </a:bodyPr>
          <a:lstStyle/>
          <a:p>
            <a:pPr lvl="0" algn="just">
              <a:lnSpc>
                <a:spcPct val="150000"/>
              </a:lnSpc>
            </a:pPr>
            <a:r>
              <a:rPr kumimoji="0" lang="en-US" sz="1800" b="0" i="0" u="none" strike="noStrike" kern="1200" cap="none" spc="0" normalizeH="0" baseline="0" noProof="0" dirty="0">
                <a:ln>
                  <a:noFill/>
                </a:ln>
                <a:solidFill>
                  <a:srgbClr val="222222"/>
                </a:solidFill>
                <a:effectLst/>
                <a:uLnTx/>
                <a:uFillTx/>
                <a:latin typeface="Times New Roman" panose="02020603050405020304" pitchFamily="18" charset="0"/>
                <a:ea typeface="+mn-ea"/>
                <a:cs typeface="Times New Roman" panose="02020603050405020304" pitchFamily="18" charset="0"/>
              </a:rPr>
              <a:t>	</a:t>
            </a:r>
            <a:r>
              <a:rPr lang="vi-VN" dirty="0">
                <a:solidFill>
                  <a:srgbClr val="222222"/>
                </a:solidFill>
                <a:latin typeface="Times New Roman" panose="02020603050405020304" pitchFamily="18" charset="0"/>
                <a:cs typeface="Times New Roman" panose="02020603050405020304" pitchFamily="18" charset="0"/>
              </a:rPr>
              <a:t>Encoder tương đối (incremental encoder): loại thiết bị này sẽ phát ra tín hiệu tăng dần hoặc theo chu kỳ, có các đặc điểm như sau:</a:t>
            </a:r>
          </a:p>
          <a:p>
            <a:pPr lvl="0" algn="just">
              <a:lnSpc>
                <a:spcPct val="150000"/>
              </a:lnSpc>
            </a:pPr>
            <a:r>
              <a:rPr lang="en-US" dirty="0">
                <a:solidFill>
                  <a:srgbClr val="222222"/>
                </a:solidFill>
                <a:latin typeface="Times New Roman" panose="02020603050405020304" pitchFamily="18" charset="0"/>
                <a:cs typeface="Times New Roman" panose="02020603050405020304" pitchFamily="18" charset="0"/>
              </a:rPr>
              <a:t>   + </a:t>
            </a:r>
            <a:r>
              <a:rPr lang="vi-VN" dirty="0">
                <a:solidFill>
                  <a:srgbClr val="222222"/>
                </a:solidFill>
                <a:latin typeface="Times New Roman" panose="02020603050405020304" pitchFamily="18" charset="0"/>
                <a:cs typeface="Times New Roman" panose="02020603050405020304" pitchFamily="18" charset="0"/>
              </a:rPr>
              <a:t>Đĩa mã hóa bao gồm một dãy băng tạo xung, thường được chia thành nhiều lỗ bằng nhau và được cách đều nhau.</a:t>
            </a:r>
            <a:endParaRPr lang="en-US" dirty="0">
              <a:solidFill>
                <a:srgbClr val="222222"/>
              </a:solidFill>
              <a:latin typeface="Times New Roman" panose="02020603050405020304" pitchFamily="18" charset="0"/>
              <a:cs typeface="Times New Roman" panose="02020603050405020304" pitchFamily="18" charset="0"/>
            </a:endParaRPr>
          </a:p>
          <a:p>
            <a:pPr lvl="0" algn="just">
              <a:lnSpc>
                <a:spcPct val="150000"/>
              </a:lnSpc>
            </a:pPr>
            <a:r>
              <a:rPr lang="en-US" dirty="0">
                <a:solidFill>
                  <a:srgbClr val="222222"/>
                </a:solidFill>
                <a:latin typeface="Times New Roman" panose="02020603050405020304" pitchFamily="18" charset="0"/>
                <a:cs typeface="Times New Roman" panose="02020603050405020304" pitchFamily="18" charset="0"/>
              </a:rPr>
              <a:t>   + </a:t>
            </a:r>
            <a:r>
              <a:rPr lang="vi-VN" dirty="0">
                <a:solidFill>
                  <a:srgbClr val="222222"/>
                </a:solidFill>
                <a:latin typeface="Times New Roman" panose="02020603050405020304" pitchFamily="18" charset="0"/>
                <a:cs typeface="Times New Roman" panose="02020603050405020304" pitchFamily="18" charset="0"/>
              </a:rPr>
              <a:t>Chất liệu có thể là trong suốt để giúp ánh sáng chiếu qua.</a:t>
            </a:r>
          </a:p>
          <a:p>
            <a:pPr lvl="0" algn="just">
              <a:lnSpc>
                <a:spcPct val="150000"/>
              </a:lnSpc>
            </a:pPr>
            <a:r>
              <a:rPr lang="en-US" dirty="0">
                <a:solidFill>
                  <a:srgbClr val="222222"/>
                </a:solidFill>
                <a:latin typeface="Times New Roman" panose="02020603050405020304" pitchFamily="18" charset="0"/>
                <a:cs typeface="Times New Roman" panose="02020603050405020304" pitchFamily="18" charset="0"/>
              </a:rPr>
              <a:t>   + </a:t>
            </a:r>
            <a:r>
              <a:rPr lang="vi-VN" dirty="0">
                <a:solidFill>
                  <a:srgbClr val="222222"/>
                </a:solidFill>
                <a:latin typeface="Times New Roman" panose="02020603050405020304" pitchFamily="18" charset="0"/>
                <a:cs typeface="Times New Roman" panose="02020603050405020304" pitchFamily="18" charset="0"/>
              </a:rPr>
              <a:t>Là Encoder chỉ có 1,2 hoặc tối đa 3 vòng lỗ, và thường có thêm một lỗ định vị.</a:t>
            </a:r>
          </a:p>
          <a:p>
            <a:pPr lvl="0" algn="just">
              <a:lnSpc>
                <a:spcPct val="150000"/>
              </a:lnSpc>
            </a:pPr>
            <a:r>
              <a:rPr lang="vi-VN" b="1" i="1" dirty="0">
                <a:solidFill>
                  <a:srgbClr val="222222"/>
                </a:solidFill>
                <a:latin typeface="Times New Roman" panose="02020603050405020304" pitchFamily="18" charset="0"/>
                <a:cs typeface="Times New Roman" panose="02020603050405020304" pitchFamily="18" charset="0"/>
              </a:rPr>
              <a:t>Ưu điểm</a:t>
            </a:r>
            <a:r>
              <a:rPr lang="vi-VN" dirty="0">
                <a:solidFill>
                  <a:srgbClr val="222222"/>
                </a:solidFill>
                <a:latin typeface="Times New Roman" panose="02020603050405020304" pitchFamily="18" charset="0"/>
                <a:cs typeface="Times New Roman" panose="02020603050405020304" pitchFamily="18" charset="0"/>
              </a:rPr>
              <a:t>: giá thành rẻ, chế tạo đơn giản, xử lý tín hiệu trả về dễ dàng.</a:t>
            </a:r>
          </a:p>
          <a:p>
            <a:pPr lvl="0" algn="just">
              <a:lnSpc>
                <a:spcPct val="150000"/>
              </a:lnSpc>
            </a:pPr>
            <a:r>
              <a:rPr lang="vi-VN" b="1" i="1" dirty="0">
                <a:solidFill>
                  <a:srgbClr val="222222"/>
                </a:solidFill>
                <a:latin typeface="Times New Roman" panose="02020603050405020304" pitchFamily="18" charset="0"/>
                <a:cs typeface="Times New Roman" panose="02020603050405020304" pitchFamily="18" charset="0"/>
              </a:rPr>
              <a:t>Nhược điểm</a:t>
            </a:r>
            <a:r>
              <a:rPr lang="vi-VN" dirty="0">
                <a:solidFill>
                  <a:srgbClr val="222222"/>
                </a:solidFill>
                <a:latin typeface="Times New Roman" panose="02020603050405020304" pitchFamily="18" charset="0"/>
                <a:cs typeface="Times New Roman" panose="02020603050405020304" pitchFamily="18" charset="0"/>
              </a:rPr>
              <a:t>: dễ bị sai lệch về xung khi trả về. Sẽ tích lũy sai số khi hoạt động lâu dài.</a:t>
            </a: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1026" name="Picture 2" descr="https://congnghedoluong.com/wp-content/uploads/2020/05/4-5-435x400.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64321" y="4660628"/>
            <a:ext cx="1848721" cy="1699973"/>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308846" y="4414338"/>
            <a:ext cx="3612287" cy="2008432"/>
          </a:xfrm>
          <a:prstGeom prst="rect">
            <a:avLst/>
          </a:prstGeom>
        </p:spPr>
      </p:pic>
      <p:sp>
        <p:nvSpPr>
          <p:cNvPr id="11" name="Footer Placeholder 1">
            <a:extLst>
              <a:ext uri="{FF2B5EF4-FFF2-40B4-BE49-F238E27FC236}">
                <a16:creationId xmlns:a16="http://schemas.microsoft.com/office/drawing/2014/main" id="{3BEB6FC7-895C-4223-B147-73E36AAE6EBC}"/>
              </a:ext>
            </a:extLst>
          </p:cNvPr>
          <p:cNvSpPr txBox="1">
            <a:spLocks/>
          </p:cNvSpPr>
          <p:nvPr/>
        </p:nvSpPr>
        <p:spPr bwMode="auto">
          <a:xfrm>
            <a:off x="3509963" y="6508750"/>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lang="en-US" altLang="en-US" sz="1200" dirty="0">
                <a:solidFill>
                  <a:srgbClr val="2D2D8A"/>
                </a:solidFill>
                <a:latin typeface="Times New Roman" panose="02020603050405020304" pitchFamily="18" charset="0"/>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a:t>
            </a:r>
            <a:r>
              <a:rPr kumimoji="0" lang="en-US" altLang="en-US" sz="1200" b="1" i="0" u="none" strike="noStrike" kern="1200" cap="none" spc="0" normalizeH="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CAO</a:t>
            </a:r>
            <a:endPar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42462773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5"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4.1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Cấu</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tạo</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và</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nguyên</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lý</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cơ</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bản</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của</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encoder</a:t>
            </a:r>
          </a:p>
        </p:txBody>
      </p:sp>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a:xfrm>
            <a:off x="457200" y="995103"/>
            <a:ext cx="1249060"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F3596"/>
                </a:solidFill>
                <a:effectLst/>
                <a:uLnTx/>
                <a:uFillTx/>
                <a:latin typeface="Times New Roman" panose="02020603050405020304" pitchFamily="18" charset="0"/>
                <a:ea typeface="+mn-ea"/>
                <a:cs typeface="Times New Roman" panose="02020603050405020304" pitchFamily="18" charset="0"/>
              </a:rPr>
              <a:t>a. Encoder</a:t>
            </a:r>
          </a:p>
        </p:txBody>
      </p:sp>
      <p:sp>
        <p:nvSpPr>
          <p:cNvPr id="3" name="Rectangle 2"/>
          <p:cNvSpPr/>
          <p:nvPr/>
        </p:nvSpPr>
        <p:spPr>
          <a:xfrm>
            <a:off x="924757" y="1512121"/>
            <a:ext cx="10731624" cy="646331"/>
          </a:xfrm>
          <a:prstGeom prst="rect">
            <a:avLst/>
          </a:prstGeom>
        </p:spPr>
        <p:txBody>
          <a:bodyPr wrap="square">
            <a:spAutoFit/>
          </a:bodyPr>
          <a:lstStyle/>
          <a:p>
            <a:pPr lvl="0" algn="just"/>
            <a:r>
              <a:rPr lang="en-US" dirty="0">
                <a:solidFill>
                  <a:srgbClr val="222222"/>
                </a:solidFill>
                <a:latin typeface="Times New Roman" panose="02020603050405020304" pitchFamily="18" charset="0"/>
                <a:cs typeface="Times New Roman" panose="02020603050405020304" pitchFamily="18" charset="0"/>
              </a:rPr>
              <a:t>	</a:t>
            </a:r>
            <a:r>
              <a:rPr lang="vi-VN" dirty="0">
                <a:solidFill>
                  <a:srgbClr val="222222"/>
                </a:solidFill>
                <a:latin typeface="Times New Roman" panose="02020603050405020304" pitchFamily="18" charset="0"/>
                <a:cs typeface="Times New Roman" panose="02020603050405020304" pitchFamily="18" charset="0"/>
              </a:rPr>
              <a:t>Encoder tuyệt đối (adsolute encoder): đúng với cái tên tuyệt đối thì tức là tín hiệu ta nhận được từ Encoder cho biết chính xác vị trí của Encoder mà người sử dụng không phải xử lý thêm gì cả.</a:t>
            </a: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530159" y="2602589"/>
            <a:ext cx="7323529" cy="3252927"/>
          </a:xfrm>
          <a:prstGeom prst="rect">
            <a:avLst/>
          </a:prstGeom>
        </p:spPr>
      </p:pic>
      <p:sp>
        <p:nvSpPr>
          <p:cNvPr id="10" name="Footer Placeholder 1">
            <a:extLst>
              <a:ext uri="{FF2B5EF4-FFF2-40B4-BE49-F238E27FC236}">
                <a16:creationId xmlns:a16="http://schemas.microsoft.com/office/drawing/2014/main" id="{E72695A2-ADAA-4872-A0A8-550AE0C8BC1B}"/>
              </a:ext>
            </a:extLst>
          </p:cNvPr>
          <p:cNvSpPr txBox="1">
            <a:spLocks/>
          </p:cNvSpPr>
          <p:nvPr/>
        </p:nvSpPr>
        <p:spPr bwMode="auto">
          <a:xfrm>
            <a:off x="3509963" y="6508750"/>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lang="en-US" altLang="en-US" sz="1200" dirty="0">
                <a:solidFill>
                  <a:srgbClr val="2D2D8A"/>
                </a:solidFill>
                <a:latin typeface="Times New Roman" panose="02020603050405020304" pitchFamily="18" charset="0"/>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a:t>
            </a:r>
            <a:r>
              <a:rPr kumimoji="0" lang="en-US" altLang="en-US" sz="1200" b="1" i="0" u="none" strike="noStrike" kern="1200" cap="none" spc="0" normalizeH="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CAO</a:t>
            </a:r>
            <a:endPar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34764615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5"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4.1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Cấu</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tạo</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và</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nguyên</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lý</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cơ</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bản</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của</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encoder</a:t>
            </a:r>
          </a:p>
        </p:txBody>
      </p:sp>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a:xfrm>
            <a:off x="457200" y="995103"/>
            <a:ext cx="1249060"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F3596"/>
                </a:solidFill>
                <a:effectLst/>
                <a:uLnTx/>
                <a:uFillTx/>
                <a:latin typeface="Times New Roman" panose="02020603050405020304" pitchFamily="18" charset="0"/>
                <a:ea typeface="+mn-ea"/>
                <a:cs typeface="Times New Roman" panose="02020603050405020304" pitchFamily="18" charset="0"/>
              </a:rPr>
              <a:t>a. Encoder</a:t>
            </a:r>
          </a:p>
        </p:txBody>
      </p:sp>
      <p:sp>
        <p:nvSpPr>
          <p:cNvPr id="4" name="Rectangle 3"/>
          <p:cNvSpPr/>
          <p:nvPr/>
        </p:nvSpPr>
        <p:spPr>
          <a:xfrm>
            <a:off x="739806" y="1524233"/>
            <a:ext cx="10994994" cy="3000821"/>
          </a:xfrm>
          <a:prstGeom prst="rect">
            <a:avLst/>
          </a:prstGeom>
        </p:spPr>
        <p:txBody>
          <a:bodyPr wrap="square">
            <a:spAutoFit/>
          </a:bodyPr>
          <a:lstStyle/>
          <a:p>
            <a:pPr>
              <a:lnSpc>
                <a:spcPct val="150000"/>
              </a:lnSpc>
            </a:pPr>
            <a:r>
              <a:rPr lang="vi-VN" b="1" i="1" dirty="0">
                <a:solidFill>
                  <a:srgbClr val="ED1C24"/>
                </a:solidFill>
                <a:latin typeface="Slabo 27px"/>
              </a:rPr>
              <a:t>Phân loại Encoder theo công nghệ:</a:t>
            </a:r>
            <a:endParaRPr lang="vi-VN" b="1" dirty="0">
              <a:solidFill>
                <a:srgbClr val="555555"/>
              </a:solidFill>
              <a:latin typeface="Slabo 27px"/>
            </a:endParaRPr>
          </a:p>
          <a:p>
            <a:pPr>
              <a:lnSpc>
                <a:spcPct val="150000"/>
              </a:lnSpc>
            </a:pPr>
            <a:r>
              <a:rPr lang="vi-VN" dirty="0">
                <a:solidFill>
                  <a:srgbClr val="000000"/>
                </a:solidFill>
                <a:latin typeface="Open Sans"/>
              </a:rPr>
              <a:t>Bên cạnh các loại encoder tuyệt đối và tương đối thì chúng ta còn có một số cách phân loại khác và có các loại như:</a:t>
            </a:r>
            <a:endParaRPr lang="vi-VN" dirty="0">
              <a:solidFill>
                <a:srgbClr val="777777"/>
              </a:solidFill>
              <a:latin typeface="Open Sans"/>
            </a:endParaRPr>
          </a:p>
          <a:p>
            <a:pPr>
              <a:lnSpc>
                <a:spcPct val="150000"/>
              </a:lnSpc>
              <a:buFont typeface="Arial" panose="020B0604020202020204" pitchFamily="34" charset="0"/>
              <a:buChar char="•"/>
            </a:pPr>
            <a:r>
              <a:rPr lang="en-US" dirty="0">
                <a:solidFill>
                  <a:srgbClr val="000000"/>
                </a:solidFill>
                <a:latin typeface="Open Sans"/>
              </a:rPr>
              <a:t> </a:t>
            </a:r>
            <a:r>
              <a:rPr lang="vi-VN" dirty="0">
                <a:solidFill>
                  <a:srgbClr val="000000"/>
                </a:solidFill>
                <a:latin typeface="Open Sans"/>
              </a:rPr>
              <a:t>Encoder Magnetic (loại từ trường)</a:t>
            </a:r>
            <a:endParaRPr lang="vi-VN" dirty="0">
              <a:solidFill>
                <a:srgbClr val="777777"/>
              </a:solidFill>
              <a:latin typeface="Open Sans"/>
            </a:endParaRPr>
          </a:p>
          <a:p>
            <a:pPr>
              <a:lnSpc>
                <a:spcPct val="150000"/>
              </a:lnSpc>
              <a:buFont typeface="Arial" panose="020B0604020202020204" pitchFamily="34" charset="0"/>
              <a:buChar char="•"/>
            </a:pPr>
            <a:r>
              <a:rPr lang="en-US" dirty="0">
                <a:solidFill>
                  <a:srgbClr val="000000"/>
                </a:solidFill>
                <a:latin typeface="Open Sans"/>
              </a:rPr>
              <a:t> </a:t>
            </a:r>
            <a:r>
              <a:rPr lang="vi-VN" dirty="0">
                <a:solidFill>
                  <a:srgbClr val="000000"/>
                </a:solidFill>
                <a:latin typeface="Open Sans"/>
              </a:rPr>
              <a:t>Encoder Mechanical (loại cơ khí)</a:t>
            </a:r>
            <a:endParaRPr lang="vi-VN" dirty="0">
              <a:solidFill>
                <a:srgbClr val="777777"/>
              </a:solidFill>
              <a:latin typeface="Open Sans"/>
            </a:endParaRPr>
          </a:p>
          <a:p>
            <a:pPr>
              <a:lnSpc>
                <a:spcPct val="150000"/>
              </a:lnSpc>
              <a:buFont typeface="Arial" panose="020B0604020202020204" pitchFamily="34" charset="0"/>
              <a:buChar char="•"/>
            </a:pPr>
            <a:r>
              <a:rPr lang="en-US" dirty="0">
                <a:solidFill>
                  <a:srgbClr val="000000"/>
                </a:solidFill>
                <a:latin typeface="Open Sans"/>
              </a:rPr>
              <a:t> </a:t>
            </a:r>
            <a:r>
              <a:rPr lang="vi-VN" dirty="0">
                <a:solidFill>
                  <a:srgbClr val="000000"/>
                </a:solidFill>
                <a:latin typeface="Open Sans"/>
              </a:rPr>
              <a:t>Encoder Resistive (loại điện trở)</a:t>
            </a:r>
            <a:endParaRPr lang="vi-VN" dirty="0">
              <a:solidFill>
                <a:srgbClr val="777777"/>
              </a:solidFill>
              <a:latin typeface="Open Sans"/>
            </a:endParaRPr>
          </a:p>
          <a:p>
            <a:pPr>
              <a:lnSpc>
                <a:spcPct val="150000"/>
              </a:lnSpc>
              <a:buFont typeface="Arial" panose="020B0604020202020204" pitchFamily="34" charset="0"/>
              <a:buChar char="•"/>
            </a:pPr>
            <a:r>
              <a:rPr lang="en-US" dirty="0">
                <a:solidFill>
                  <a:srgbClr val="000000"/>
                </a:solidFill>
                <a:latin typeface="Open Sans"/>
              </a:rPr>
              <a:t> </a:t>
            </a:r>
            <a:r>
              <a:rPr lang="vi-VN" dirty="0">
                <a:solidFill>
                  <a:srgbClr val="000000"/>
                </a:solidFill>
                <a:latin typeface="Open Sans"/>
              </a:rPr>
              <a:t>Encoder Optical (loại quang)</a:t>
            </a:r>
            <a:endParaRPr lang="vi-VN" b="0" i="0" dirty="0">
              <a:solidFill>
                <a:srgbClr val="777777"/>
              </a:solidFill>
              <a:effectLst/>
              <a:latin typeface="Open Sans"/>
            </a:endParaRPr>
          </a:p>
        </p:txBody>
      </p:sp>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62536" y="3326582"/>
            <a:ext cx="3757682" cy="2505121"/>
          </a:xfrm>
          <a:prstGeom prst="rect">
            <a:avLst/>
          </a:prstGeom>
        </p:spPr>
      </p:pic>
      <p:pic>
        <p:nvPicPr>
          <p:cNvPr id="7" name="Picture 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030933" y="3204282"/>
            <a:ext cx="2390806" cy="2390806"/>
          </a:xfrm>
          <a:prstGeom prst="rect">
            <a:avLst/>
          </a:prstGeom>
        </p:spPr>
      </p:pic>
      <p:sp>
        <p:nvSpPr>
          <p:cNvPr id="11" name="Footer Placeholder 1">
            <a:extLst>
              <a:ext uri="{FF2B5EF4-FFF2-40B4-BE49-F238E27FC236}">
                <a16:creationId xmlns:a16="http://schemas.microsoft.com/office/drawing/2014/main" id="{EB89AAD7-B8A5-4A40-8C73-88BDB4344F49}"/>
              </a:ext>
            </a:extLst>
          </p:cNvPr>
          <p:cNvSpPr txBox="1">
            <a:spLocks/>
          </p:cNvSpPr>
          <p:nvPr/>
        </p:nvSpPr>
        <p:spPr bwMode="auto">
          <a:xfrm>
            <a:off x="3509963" y="6508750"/>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lang="en-US" altLang="en-US" sz="1200" dirty="0">
                <a:solidFill>
                  <a:srgbClr val="2D2D8A"/>
                </a:solidFill>
                <a:latin typeface="Times New Roman" panose="02020603050405020304" pitchFamily="18" charset="0"/>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a:t>
            </a:r>
            <a:r>
              <a:rPr kumimoji="0" lang="en-US" altLang="en-US" sz="1200" b="1" i="0" u="none" strike="noStrike" kern="1200" cap="none" spc="0" normalizeH="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CAO</a:t>
            </a:r>
            <a:endPar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7068140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txBox="1">
            <a:spLocks noChangeArrowheads="1"/>
          </p:cNvSpPr>
          <p:nvPr/>
        </p:nvSpPr>
        <p:spPr bwMode="auto">
          <a:xfrm>
            <a:off x="1593850" y="1831975"/>
            <a:ext cx="9538748"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lvl="0" fontAlgn="base">
              <a:lnSpc>
                <a:spcPct val="90000"/>
              </a:lnSpc>
              <a:spcBef>
                <a:spcPts val="600"/>
              </a:spcBef>
              <a:spcAft>
                <a:spcPct val="0"/>
              </a:spcAft>
              <a:defRPr/>
            </a:pPr>
            <a:r>
              <a:rPr kumimoji="0" lang="en-US"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lang="en-US" altLang="en-US" sz="2400" dirty="0">
                <a:solidFill>
                  <a:prstClr val="black"/>
                </a:solidFill>
                <a:latin typeface="Times New Roman" panose="02020603050405020304" pitchFamily="18" charset="0"/>
                <a:cs typeface="Times New Roman" panose="02020603050405020304" pitchFamily="18" charset="0"/>
              </a:rPr>
              <a:t>4.2 BỘ ĐẾM XUNG PLC S7-1200</a:t>
            </a:r>
            <a:endParaRPr kumimoji="0" lang="en-US" altLang="en-US" sz="2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9" name="Rectangle 2"/>
          <p:cNvSpPr txBox="1">
            <a:spLocks noChangeArrowheads="1"/>
          </p:cNvSpPr>
          <p:nvPr/>
        </p:nvSpPr>
        <p:spPr bwMode="auto">
          <a:xfrm>
            <a:off x="1047565" y="534988"/>
            <a:ext cx="10156054" cy="1196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ctr" defTabSz="914400" rtl="0" eaLnBrk="1" fontAlgn="base" latinLnBrk="0" hangingPunct="1">
              <a:lnSpc>
                <a:spcPct val="100000"/>
              </a:lnSpc>
              <a:spcBef>
                <a:spcPts val="600"/>
              </a:spcBef>
              <a:spcAft>
                <a:spcPct val="0"/>
              </a:spcAft>
              <a:buClrTx/>
              <a:buSzTx/>
              <a:buFontTx/>
              <a:buNone/>
              <a:tabLst/>
              <a:defRPr/>
            </a:pPr>
            <a:r>
              <a:rPr kumimoji="0" lang="en-US" altLang="en-US" sz="20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Bài</a:t>
            </a:r>
            <a:r>
              <a:rPr kumimoji="0" lang="en-US"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4:</a:t>
            </a:r>
            <a:br>
              <a:rPr kumimoji="0" lang="en-US"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br>
            <a:r>
              <a:rPr kumimoji="0" lang="en-US" altLang="en-US" sz="3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LẬP TRÌNH ĐẾM VÀ PHÁT XUNG TỐC ĐỘ CAO</a:t>
            </a: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65837" y="3225404"/>
            <a:ext cx="4794774" cy="2959188"/>
          </a:xfrm>
          <a:prstGeom prst="rect">
            <a:avLst/>
          </a:prstGeom>
        </p:spPr>
      </p:pic>
    </p:spTree>
    <p:extLst>
      <p:ext uri="{BB962C8B-B14F-4D97-AF65-F5344CB8AC3E}">
        <p14:creationId xmlns:p14="http://schemas.microsoft.com/office/powerpoint/2010/main" val="337001765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iterate type="lt">
                                    <p:tmAbs val="75"/>
                                  </p:iterate>
                                  <p:childTnLst>
                                    <p:set>
                                      <p:cBhvr>
                                        <p:cTn id="6" dur="1" fill="hold">
                                          <p:stCondLst>
                                            <p:cond delay="74"/>
                                          </p:stCondLst>
                                        </p:cTn>
                                        <p:tgtEl>
                                          <p:spTgt spid="6"/>
                                        </p:tgtEl>
                                        <p:attrNameLst>
                                          <p:attrName>style.visibility</p:attrName>
                                        </p:attrNameLst>
                                      </p:cBhvr>
                                      <p:to>
                                        <p:strVal val="visible"/>
                                      </p:to>
                                    </p:set>
                                  </p:childTnLst>
                                </p:cTn>
                              </p:par>
                            </p:childTnLst>
                          </p:cTn>
                        </p:par>
                        <p:par>
                          <p:cTn id="7" fill="hold" nodeType="afterGroup">
                            <p:stCondLst>
                              <p:cond delay="1650"/>
                            </p:stCondLst>
                            <p:childTnLst>
                              <p:par>
                                <p:cTn id="8" presetID="1" presetClass="entr" presetSubtype="0" fill="hold" grpId="0" nodeType="afterEffect">
                                  <p:stCondLst>
                                    <p:cond delay="0"/>
                                  </p:stCondLst>
                                  <p:iterate type="lt">
                                    <p:tmAbs val="75"/>
                                  </p:iterate>
                                  <p:childTnLst>
                                    <p:set>
                                      <p:cBhvr>
                                        <p:cTn id="9" dur="1" fill="hold">
                                          <p:stCondLst>
                                            <p:cond delay="74"/>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utoUpdateAnimBg="0"/>
      <p:bldP spid="9" grpId="0"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5"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4.2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Bộ</a:t>
            </a:r>
            <a:r>
              <a:rPr kumimoji="0" lang="en-US" sz="2000" b="1" i="0" u="none" strike="noStrike" kern="1200" cap="small" spc="0" normalizeH="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đếm</a:t>
            </a:r>
            <a:r>
              <a:rPr kumimoji="0" lang="en-US" sz="2000" b="1" i="0" u="none" strike="noStrike" kern="1200" cap="small" spc="0" normalizeH="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xung</a:t>
            </a:r>
            <a:r>
              <a:rPr kumimoji="0" lang="en-US" sz="2000" b="1" i="0" u="none" strike="noStrike" kern="1200" cap="small" spc="0" normalizeH="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plc s7-1200</a:t>
            </a:r>
            <a:endPar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endParaRPr>
          </a:p>
        </p:txBody>
      </p:sp>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Rectangle 1">
            <a:extLst>
              <a:ext uri="{FF2B5EF4-FFF2-40B4-BE49-F238E27FC236}">
                <a16:creationId xmlns:a16="http://schemas.microsoft.com/office/drawing/2014/main" id="{A61DD919-9A06-431E-8B32-2958F161D3C4}"/>
              </a:ext>
            </a:extLst>
          </p:cNvPr>
          <p:cNvSpPr>
            <a:spLocks noChangeArrowheads="1"/>
          </p:cNvSpPr>
          <p:nvPr/>
        </p:nvSpPr>
        <p:spPr bwMode="auto">
          <a:xfrm>
            <a:off x="457200" y="1068944"/>
            <a:ext cx="287952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defTabSz="685800" eaLnBrk="0" fontAlgn="base" hangingPunct="0">
              <a:lnSpc>
                <a:spcPct val="100000"/>
              </a:lnSpc>
              <a:spcBef>
                <a:spcPct val="0"/>
              </a:spcBef>
              <a:spcAft>
                <a:spcPct val="0"/>
              </a:spcAft>
              <a:buNone/>
            </a:pPr>
            <a:r>
              <a:rPr lang="en-US" altLang="en-US" sz="1800" b="1" dirty="0" err="1">
                <a:solidFill>
                  <a:prstClr val="black"/>
                </a:solidFill>
                <a:latin typeface="Times New Roman" panose="02020603050405020304" pitchFamily="18" charset="0"/>
                <a:cs typeface="Times New Roman" panose="02020603050405020304" pitchFamily="18" charset="0"/>
              </a:rPr>
              <a:t>Khái</a:t>
            </a:r>
            <a:r>
              <a:rPr lang="en-US" altLang="en-US" sz="1800" b="1" dirty="0">
                <a:solidFill>
                  <a:prstClr val="black"/>
                </a:solidFill>
                <a:latin typeface="Times New Roman" panose="02020603050405020304" pitchFamily="18" charset="0"/>
                <a:cs typeface="Times New Roman" panose="02020603050405020304" pitchFamily="18" charset="0"/>
              </a:rPr>
              <a:t> </a:t>
            </a:r>
            <a:r>
              <a:rPr lang="en-US" altLang="en-US" sz="1800" b="1" dirty="0" err="1">
                <a:solidFill>
                  <a:prstClr val="black"/>
                </a:solidFill>
                <a:latin typeface="Times New Roman" panose="02020603050405020304" pitchFamily="18" charset="0"/>
                <a:cs typeface="Times New Roman" panose="02020603050405020304" pitchFamily="18" charset="0"/>
              </a:rPr>
              <a:t>niệm</a:t>
            </a:r>
            <a:r>
              <a:rPr lang="en-US" altLang="en-US" sz="1800" b="1" dirty="0">
                <a:solidFill>
                  <a:prstClr val="black"/>
                </a:solidFill>
                <a:latin typeface="Times New Roman" panose="02020603050405020304" pitchFamily="18" charset="0"/>
                <a:cs typeface="Times New Roman" panose="02020603050405020304" pitchFamily="18" charset="0"/>
              </a:rPr>
              <a:t>:</a:t>
            </a:r>
            <a:endParaRPr lang="en-US" altLang="en-US" sz="1800" b="1" dirty="0">
              <a:solidFill>
                <a:prstClr val="black"/>
              </a:solidFill>
              <a:latin typeface="Arial" panose="020B0604020202020204" pitchFamily="34" charset="0"/>
            </a:endParaRPr>
          </a:p>
        </p:txBody>
      </p:sp>
      <p:sp>
        <p:nvSpPr>
          <p:cNvPr id="11" name="Content Placeholder 2">
            <a:extLst>
              <a:ext uri="{FF2B5EF4-FFF2-40B4-BE49-F238E27FC236}">
                <a16:creationId xmlns:a16="http://schemas.microsoft.com/office/drawing/2014/main" id="{792545C3-EDC9-4383-B708-AB8AFFABB38E}"/>
              </a:ext>
            </a:extLst>
          </p:cNvPr>
          <p:cNvSpPr txBox="1">
            <a:spLocks/>
          </p:cNvSpPr>
          <p:nvPr/>
        </p:nvSpPr>
        <p:spPr bwMode="auto">
          <a:xfrm>
            <a:off x="557626" y="1555883"/>
            <a:ext cx="11027733" cy="892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defTabSz="685800" eaLnBrk="0" fontAlgn="base" hangingPunct="0">
              <a:spcBef>
                <a:spcPts val="750"/>
              </a:spcBef>
              <a:spcAft>
                <a:spcPct val="0"/>
              </a:spcAft>
              <a:buNone/>
            </a:pP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Trong</a:t>
            </a:r>
            <a:r>
              <a:rPr lang="en-US" altLang="en-US" sz="1800" dirty="0">
                <a:solidFill>
                  <a:prstClr val="black"/>
                </a:solidFill>
                <a:latin typeface="Times New Roman" panose="02020603050405020304" pitchFamily="18" charset="0"/>
                <a:cs typeface="Times New Roman" panose="02020603050405020304" pitchFamily="18" charset="0"/>
              </a:rPr>
              <a:t> PLC S7-1200 </a:t>
            </a:r>
            <a:r>
              <a:rPr lang="en-US" altLang="en-US" sz="1800" dirty="0" err="1">
                <a:solidFill>
                  <a:prstClr val="black"/>
                </a:solidFill>
                <a:latin typeface="Times New Roman" panose="02020603050405020304" pitchFamily="18" charset="0"/>
                <a:cs typeface="Times New Roman" panose="02020603050405020304" pitchFamily="18" charset="0"/>
              </a:rPr>
              <a:t>đã</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có</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các</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bộ</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đếm</a:t>
            </a:r>
            <a:r>
              <a:rPr lang="en-US" altLang="en-US" sz="1800" dirty="0">
                <a:solidFill>
                  <a:prstClr val="black"/>
                </a:solidFill>
                <a:latin typeface="Times New Roman" panose="02020603050405020304" pitchFamily="18" charset="0"/>
                <a:cs typeface="Times New Roman" panose="02020603050405020304" pitchFamily="18" charset="0"/>
              </a:rPr>
              <a:t> CU, CD </a:t>
            </a:r>
            <a:r>
              <a:rPr lang="en-US" altLang="en-US" sz="1800" dirty="0" err="1">
                <a:solidFill>
                  <a:prstClr val="black"/>
                </a:solidFill>
                <a:latin typeface="Times New Roman" panose="02020603050405020304" pitchFamily="18" charset="0"/>
                <a:cs typeface="Times New Roman" panose="02020603050405020304" pitchFamily="18" charset="0"/>
              </a:rPr>
              <a:t>và</a:t>
            </a:r>
            <a:r>
              <a:rPr lang="en-US" altLang="en-US" sz="1800" dirty="0">
                <a:solidFill>
                  <a:prstClr val="black"/>
                </a:solidFill>
                <a:latin typeface="Times New Roman" panose="02020603050405020304" pitchFamily="18" charset="0"/>
                <a:cs typeface="Times New Roman" panose="02020603050405020304" pitchFamily="18" charset="0"/>
              </a:rPr>
              <a:t> CUD, </a:t>
            </a:r>
            <a:r>
              <a:rPr lang="en-US" altLang="en-US" sz="1800" dirty="0" err="1">
                <a:solidFill>
                  <a:prstClr val="black"/>
                </a:solidFill>
                <a:latin typeface="Times New Roman" panose="02020603050405020304" pitchFamily="18" charset="0"/>
                <a:cs typeface="Times New Roman" panose="02020603050405020304" pitchFamily="18" charset="0"/>
              </a:rPr>
              <a:t>nhưng</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các</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bộ</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đếm</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này</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chỉ</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đếm</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được</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các</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tín</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hiệu</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xung</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có</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tần</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số</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thấp</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nghĩa</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là</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chu</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kỳ</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xung</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cần</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đếm</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phải</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lớn</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hơn</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chu</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kỳ</a:t>
            </a:r>
            <a:r>
              <a:rPr lang="en-US" altLang="en-US" sz="1800" dirty="0">
                <a:solidFill>
                  <a:prstClr val="black"/>
                </a:solidFill>
                <a:latin typeface="Times New Roman" panose="02020603050405020304" pitchFamily="18" charset="0"/>
                <a:cs typeface="Times New Roman" panose="02020603050405020304" pitchFamily="18" charset="0"/>
              </a:rPr>
              <a:t> 1 </a:t>
            </a:r>
            <a:r>
              <a:rPr lang="en-US" altLang="en-US" sz="1800" dirty="0" err="1">
                <a:solidFill>
                  <a:prstClr val="black"/>
                </a:solidFill>
                <a:latin typeface="Times New Roman" panose="02020603050405020304" pitchFamily="18" charset="0"/>
                <a:cs typeface="Times New Roman" panose="02020603050405020304" pitchFamily="18" charset="0"/>
              </a:rPr>
              <a:t>vòng</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quét</a:t>
            </a:r>
            <a:r>
              <a:rPr lang="en-US" altLang="en-US" sz="1800" dirty="0">
                <a:solidFill>
                  <a:prstClr val="black"/>
                </a:solidFill>
                <a:latin typeface="Times New Roman" panose="02020603050405020304" pitchFamily="18" charset="0"/>
                <a:cs typeface="Times New Roman" panose="02020603050405020304" pitchFamily="18" charset="0"/>
              </a:rPr>
              <a:t> PLC. Do </a:t>
            </a:r>
            <a:r>
              <a:rPr lang="en-US" altLang="en-US" sz="1800" dirty="0" err="1">
                <a:solidFill>
                  <a:prstClr val="black"/>
                </a:solidFill>
                <a:latin typeface="Times New Roman" panose="02020603050405020304" pitchFamily="18" charset="0"/>
                <a:cs typeface="Times New Roman" panose="02020603050405020304" pitchFamily="18" charset="0"/>
              </a:rPr>
              <a:t>đó</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những</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xung</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cần</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đếm</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có</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tần</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số</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cao</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chu</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kỳ</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xung</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nhỏ</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hơn</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chu</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kỳ</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vòng</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quét</a:t>
            </a:r>
            <a:r>
              <a:rPr lang="en-US" altLang="en-US" sz="1800" dirty="0">
                <a:solidFill>
                  <a:prstClr val="black"/>
                </a:solidFill>
                <a:latin typeface="Times New Roman" panose="02020603050405020304" pitchFamily="18" charset="0"/>
                <a:cs typeface="Times New Roman" panose="02020603050405020304" pitchFamily="18" charset="0"/>
              </a:rPr>
              <a:t> PLC </a:t>
            </a:r>
            <a:r>
              <a:rPr lang="en-US" altLang="en-US" sz="1800" dirty="0" err="1">
                <a:solidFill>
                  <a:prstClr val="black"/>
                </a:solidFill>
                <a:latin typeface="Times New Roman" panose="02020603050405020304" pitchFamily="18" charset="0"/>
                <a:cs typeface="Times New Roman" panose="02020603050405020304" pitchFamily="18" charset="0"/>
              </a:rPr>
              <a:t>thì</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phải</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sử</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dụng</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bộ</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đến</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tốc</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độ</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cao</a:t>
            </a:r>
            <a:r>
              <a:rPr lang="en-US" altLang="en-US" sz="1800" dirty="0">
                <a:solidFill>
                  <a:prstClr val="black"/>
                </a:solidFill>
                <a:latin typeface="Times New Roman" panose="02020603050405020304" pitchFamily="18" charset="0"/>
                <a:cs typeface="Times New Roman" panose="02020603050405020304" pitchFamily="18" charset="0"/>
              </a:rPr>
              <a:t> (High Speed Counter ).</a:t>
            </a:r>
          </a:p>
          <a:p>
            <a:pPr defTabSz="685800" eaLnBrk="0" fontAlgn="base" hangingPunct="0">
              <a:spcBef>
                <a:spcPts val="750"/>
              </a:spcBef>
              <a:spcAft>
                <a:spcPct val="0"/>
              </a:spcAft>
              <a:buNone/>
            </a:pPr>
            <a:r>
              <a:rPr lang="en-US" altLang="en-US" sz="1800" dirty="0">
                <a:solidFill>
                  <a:prstClr val="black"/>
                </a:solidFill>
                <a:latin typeface="Times New Roman" panose="02020603050405020304" pitchFamily="18" charset="0"/>
                <a:cs typeface="Times New Roman" panose="02020603050405020304" pitchFamily="18" charset="0"/>
              </a:rPr>
              <a:t>  </a:t>
            </a:r>
          </a:p>
          <a:p>
            <a:pPr defTabSz="685800" eaLnBrk="0" fontAlgn="base" hangingPunct="0">
              <a:spcBef>
                <a:spcPts val="750"/>
              </a:spcBef>
              <a:spcAft>
                <a:spcPct val="0"/>
              </a:spcAft>
              <a:buNone/>
            </a:pPr>
            <a:endParaRPr lang="en-US" altLang="en-US" sz="1800" dirty="0">
              <a:solidFill>
                <a:prstClr val="black"/>
              </a:solidFill>
              <a:latin typeface="Times New Roman" panose="02020603050405020304" pitchFamily="18" charset="0"/>
              <a:cs typeface="Times New Roman" panose="02020603050405020304" pitchFamily="18" charset="0"/>
            </a:endParaRPr>
          </a:p>
        </p:txBody>
      </p:sp>
      <p:sp>
        <p:nvSpPr>
          <p:cNvPr id="12" name="Rectangle 15">
            <a:extLst>
              <a:ext uri="{FF2B5EF4-FFF2-40B4-BE49-F238E27FC236}">
                <a16:creationId xmlns:a16="http://schemas.microsoft.com/office/drawing/2014/main" id="{1E3824F5-C324-4BC0-8F30-C3D2853C48DA}"/>
              </a:ext>
            </a:extLst>
          </p:cNvPr>
          <p:cNvSpPr>
            <a:spLocks noChangeArrowheads="1"/>
          </p:cNvSpPr>
          <p:nvPr/>
        </p:nvSpPr>
        <p:spPr bwMode="auto">
          <a:xfrm>
            <a:off x="457200" y="2791087"/>
            <a:ext cx="429807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defTabSz="685800" eaLnBrk="0" fontAlgn="base" hangingPunct="0">
              <a:lnSpc>
                <a:spcPct val="100000"/>
              </a:lnSpc>
              <a:spcBef>
                <a:spcPct val="0"/>
              </a:spcBef>
              <a:spcAft>
                <a:spcPct val="0"/>
              </a:spcAft>
              <a:buNone/>
            </a:pPr>
            <a:r>
              <a:rPr lang="en-US" altLang="en-US" sz="1800" b="1" dirty="0" err="1">
                <a:solidFill>
                  <a:prstClr val="black"/>
                </a:solidFill>
                <a:latin typeface="Times New Roman" panose="02020603050405020304" pitchFamily="18" charset="0"/>
                <a:cs typeface="Times New Roman" panose="02020603050405020304" pitchFamily="18" charset="0"/>
              </a:rPr>
              <a:t>Lệnh</a:t>
            </a:r>
            <a:r>
              <a:rPr lang="en-US" altLang="en-US" sz="1800" b="1" dirty="0">
                <a:solidFill>
                  <a:prstClr val="black"/>
                </a:solidFill>
                <a:latin typeface="Times New Roman" panose="02020603050405020304" pitchFamily="18" charset="0"/>
                <a:cs typeface="Times New Roman" panose="02020603050405020304" pitchFamily="18" charset="0"/>
              </a:rPr>
              <a:t> CTRL_HSC:</a:t>
            </a:r>
            <a:endParaRPr lang="en-US" altLang="en-US" sz="1800" b="1" dirty="0">
              <a:solidFill>
                <a:prstClr val="black"/>
              </a:solidFill>
              <a:latin typeface="Arial" panose="020B0604020202020204" pitchFamily="34" charset="0"/>
            </a:endParaRPr>
          </a:p>
        </p:txBody>
      </p:sp>
      <p:sp>
        <p:nvSpPr>
          <p:cNvPr id="13" name="Content Placeholder 2">
            <a:extLst>
              <a:ext uri="{FF2B5EF4-FFF2-40B4-BE49-F238E27FC236}">
                <a16:creationId xmlns:a16="http://schemas.microsoft.com/office/drawing/2014/main" id="{2CD8CDAB-2183-4A78-A088-174E12217993}"/>
              </a:ext>
            </a:extLst>
          </p:cNvPr>
          <p:cNvSpPr txBox="1">
            <a:spLocks/>
          </p:cNvSpPr>
          <p:nvPr/>
        </p:nvSpPr>
        <p:spPr bwMode="auto">
          <a:xfrm>
            <a:off x="557626" y="3220782"/>
            <a:ext cx="11027733" cy="12080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defTabSz="685800" eaLnBrk="0" fontAlgn="base" hangingPunct="0">
              <a:spcBef>
                <a:spcPts val="750"/>
              </a:spcBef>
              <a:spcAft>
                <a:spcPct val="0"/>
              </a:spcAft>
              <a:buNone/>
            </a:pPr>
            <a:r>
              <a:rPr lang="en-US" altLang="en-US" sz="1800" dirty="0" err="1">
                <a:solidFill>
                  <a:prstClr val="black"/>
                </a:solidFill>
                <a:latin typeface="Times New Roman" panose="02020603050405020304" pitchFamily="18" charset="0"/>
                <a:cs typeface="Times New Roman" panose="02020603050405020304" pitchFamily="18" charset="0"/>
              </a:rPr>
              <a:t>Trong</a:t>
            </a:r>
            <a:r>
              <a:rPr lang="en-US" altLang="en-US" sz="1800" dirty="0">
                <a:solidFill>
                  <a:prstClr val="black"/>
                </a:solidFill>
                <a:latin typeface="Times New Roman" panose="02020603050405020304" pitchFamily="18" charset="0"/>
                <a:cs typeface="Times New Roman" panose="02020603050405020304" pitchFamily="18" charset="0"/>
              </a:rPr>
              <a:t> PLC S7-1200 </a:t>
            </a:r>
            <a:r>
              <a:rPr lang="en-US" altLang="en-US" sz="1800" dirty="0" err="1">
                <a:solidFill>
                  <a:prstClr val="black"/>
                </a:solidFill>
                <a:latin typeface="Times New Roman" panose="02020603050405020304" pitchFamily="18" charset="0"/>
                <a:cs typeface="Times New Roman" panose="02020603050405020304" pitchFamily="18" charset="0"/>
              </a:rPr>
              <a:t>đã</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có</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các</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bộ</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đếm</a:t>
            </a:r>
            <a:r>
              <a:rPr lang="en-US" altLang="en-US" sz="1800" dirty="0">
                <a:solidFill>
                  <a:prstClr val="black"/>
                </a:solidFill>
                <a:latin typeface="Times New Roman" panose="02020603050405020304" pitchFamily="18" charset="0"/>
                <a:cs typeface="Times New Roman" panose="02020603050405020304" pitchFamily="18" charset="0"/>
              </a:rPr>
              <a:t> CU, CD </a:t>
            </a:r>
            <a:r>
              <a:rPr lang="en-US" altLang="en-US" sz="1800" dirty="0" err="1">
                <a:solidFill>
                  <a:prstClr val="black"/>
                </a:solidFill>
                <a:latin typeface="Times New Roman" panose="02020603050405020304" pitchFamily="18" charset="0"/>
                <a:cs typeface="Times New Roman" panose="02020603050405020304" pitchFamily="18" charset="0"/>
              </a:rPr>
              <a:t>và</a:t>
            </a:r>
            <a:r>
              <a:rPr lang="en-US" altLang="en-US" sz="1800" dirty="0">
                <a:solidFill>
                  <a:prstClr val="black"/>
                </a:solidFill>
                <a:latin typeface="Times New Roman" panose="02020603050405020304" pitchFamily="18" charset="0"/>
                <a:cs typeface="Times New Roman" panose="02020603050405020304" pitchFamily="18" charset="0"/>
              </a:rPr>
              <a:t> CUD, </a:t>
            </a:r>
            <a:r>
              <a:rPr lang="en-US" altLang="en-US" sz="1800" dirty="0" err="1">
                <a:solidFill>
                  <a:prstClr val="black"/>
                </a:solidFill>
                <a:latin typeface="Times New Roman" panose="02020603050405020304" pitchFamily="18" charset="0"/>
                <a:cs typeface="Times New Roman" panose="02020603050405020304" pitchFamily="18" charset="0"/>
              </a:rPr>
              <a:t>nhưng</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các</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bộ</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đếm</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này</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chỉ</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đếm</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được</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các</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tín</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hiệu</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xung</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có</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tần</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số</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thấp</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nghĩa</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là</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chu</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kỳ</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xung</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cần</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đếm</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phải</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lớn</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hơn</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chu</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kỳ</a:t>
            </a:r>
            <a:r>
              <a:rPr lang="en-US" altLang="en-US" sz="1800" dirty="0">
                <a:solidFill>
                  <a:prstClr val="black"/>
                </a:solidFill>
                <a:latin typeface="Times New Roman" panose="02020603050405020304" pitchFamily="18" charset="0"/>
                <a:cs typeface="Times New Roman" panose="02020603050405020304" pitchFamily="18" charset="0"/>
              </a:rPr>
              <a:t> 1 </a:t>
            </a:r>
            <a:r>
              <a:rPr lang="en-US" altLang="en-US" sz="1800" dirty="0" err="1">
                <a:solidFill>
                  <a:prstClr val="black"/>
                </a:solidFill>
                <a:latin typeface="Times New Roman" panose="02020603050405020304" pitchFamily="18" charset="0"/>
                <a:cs typeface="Times New Roman" panose="02020603050405020304" pitchFamily="18" charset="0"/>
              </a:rPr>
              <a:t>vòng</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quét</a:t>
            </a:r>
            <a:r>
              <a:rPr lang="en-US" altLang="en-US" sz="1800" dirty="0">
                <a:solidFill>
                  <a:prstClr val="black"/>
                </a:solidFill>
                <a:latin typeface="Times New Roman" panose="02020603050405020304" pitchFamily="18" charset="0"/>
                <a:cs typeface="Times New Roman" panose="02020603050405020304" pitchFamily="18" charset="0"/>
              </a:rPr>
              <a:t> PLC. Do </a:t>
            </a:r>
            <a:r>
              <a:rPr lang="en-US" altLang="en-US" sz="1800" dirty="0" err="1">
                <a:solidFill>
                  <a:prstClr val="black"/>
                </a:solidFill>
                <a:latin typeface="Times New Roman" panose="02020603050405020304" pitchFamily="18" charset="0"/>
                <a:cs typeface="Times New Roman" panose="02020603050405020304" pitchFamily="18" charset="0"/>
              </a:rPr>
              <a:t>đó</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những</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xung</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cần</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đếm</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có</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tần</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số</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cao</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chu</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kỳ</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xung</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nhỏ</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hơn</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chu</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kỳ</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vòng</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quét</a:t>
            </a:r>
            <a:r>
              <a:rPr lang="en-US" altLang="en-US" sz="1800" dirty="0">
                <a:solidFill>
                  <a:prstClr val="black"/>
                </a:solidFill>
                <a:latin typeface="Times New Roman" panose="02020603050405020304" pitchFamily="18" charset="0"/>
                <a:cs typeface="Times New Roman" panose="02020603050405020304" pitchFamily="18" charset="0"/>
              </a:rPr>
              <a:t> PLC </a:t>
            </a:r>
            <a:r>
              <a:rPr lang="en-US" altLang="en-US" sz="1800" dirty="0" err="1">
                <a:solidFill>
                  <a:prstClr val="black"/>
                </a:solidFill>
                <a:latin typeface="Times New Roman" panose="02020603050405020304" pitchFamily="18" charset="0"/>
                <a:cs typeface="Times New Roman" panose="02020603050405020304" pitchFamily="18" charset="0"/>
              </a:rPr>
              <a:t>thì</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phải</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sử</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dụng</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bộ</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đến</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tốc</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độ</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cao</a:t>
            </a:r>
            <a:r>
              <a:rPr lang="en-US" altLang="en-US" sz="1800" dirty="0">
                <a:solidFill>
                  <a:prstClr val="black"/>
                </a:solidFill>
                <a:latin typeface="Times New Roman" panose="02020603050405020304" pitchFamily="18" charset="0"/>
                <a:cs typeface="Times New Roman" panose="02020603050405020304" pitchFamily="18" charset="0"/>
              </a:rPr>
              <a:t> (High Speed Counter ).</a:t>
            </a:r>
          </a:p>
          <a:p>
            <a:pPr defTabSz="685800" eaLnBrk="0" fontAlgn="base" hangingPunct="0">
              <a:spcBef>
                <a:spcPts val="750"/>
              </a:spcBef>
              <a:spcAft>
                <a:spcPct val="0"/>
              </a:spcAft>
              <a:buNone/>
            </a:pPr>
            <a:r>
              <a:rPr lang="en-US" altLang="en-US" sz="1800" dirty="0">
                <a:solidFill>
                  <a:prstClr val="black"/>
                </a:solidFill>
                <a:latin typeface="Times New Roman" panose="02020603050405020304" pitchFamily="18" charset="0"/>
                <a:cs typeface="Times New Roman" panose="02020603050405020304" pitchFamily="18" charset="0"/>
              </a:rPr>
              <a:t>  </a:t>
            </a:r>
          </a:p>
          <a:p>
            <a:pPr defTabSz="685800" eaLnBrk="0" fontAlgn="base" hangingPunct="0">
              <a:spcBef>
                <a:spcPts val="750"/>
              </a:spcBef>
              <a:spcAft>
                <a:spcPct val="0"/>
              </a:spcAft>
              <a:buNone/>
            </a:pPr>
            <a:endParaRPr lang="en-US" altLang="en-US" sz="1800" dirty="0">
              <a:solidFill>
                <a:prstClr val="black"/>
              </a:solidFill>
              <a:latin typeface="Times New Roman" panose="02020603050405020304" pitchFamily="18" charset="0"/>
              <a:cs typeface="Times New Roman" panose="02020603050405020304" pitchFamily="18" charset="0"/>
            </a:endParaRPr>
          </a:p>
        </p:txBody>
      </p:sp>
      <p:pic>
        <p:nvPicPr>
          <p:cNvPr id="14" name="Picture 17">
            <a:extLst>
              <a:ext uri="{FF2B5EF4-FFF2-40B4-BE49-F238E27FC236}">
                <a16:creationId xmlns:a16="http://schemas.microsoft.com/office/drawing/2014/main" id="{54732718-68F7-4D92-8F13-E3FBCEAB513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55581" y="4083226"/>
            <a:ext cx="2019022" cy="23017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Footer Placeholder 1">
            <a:extLst>
              <a:ext uri="{FF2B5EF4-FFF2-40B4-BE49-F238E27FC236}">
                <a16:creationId xmlns:a16="http://schemas.microsoft.com/office/drawing/2014/main" id="{25A58BE3-FB2E-4002-B5D1-87CE7AB94E3D}"/>
              </a:ext>
            </a:extLst>
          </p:cNvPr>
          <p:cNvSpPr txBox="1">
            <a:spLocks/>
          </p:cNvSpPr>
          <p:nvPr/>
        </p:nvSpPr>
        <p:spPr bwMode="auto">
          <a:xfrm>
            <a:off x="3509963" y="6508750"/>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lang="en-US" altLang="en-US" sz="1200" dirty="0">
                <a:solidFill>
                  <a:srgbClr val="2D2D8A"/>
                </a:solidFill>
                <a:latin typeface="Times New Roman" panose="02020603050405020304" pitchFamily="18" charset="0"/>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a:t>
            </a:r>
            <a:r>
              <a:rPr kumimoji="0" lang="en-US" altLang="en-US" sz="1200" b="1" i="0" u="none" strike="noStrike" kern="1200" cap="none" spc="0" normalizeH="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CAO</a:t>
            </a:r>
            <a:endPar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2300919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4.2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Bộ</a:t>
            </a:r>
            <a:r>
              <a:rPr kumimoji="0" lang="en-US" sz="2000" b="1" i="0" u="none" strike="noStrike" kern="1200" cap="small" spc="0" normalizeH="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đếm</a:t>
            </a:r>
            <a:r>
              <a:rPr kumimoji="0" lang="en-US" sz="2000" b="1" i="0" u="none" strike="noStrike" kern="1200" cap="small" spc="0" normalizeH="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xung</a:t>
            </a:r>
            <a:r>
              <a:rPr kumimoji="0" lang="en-US" sz="2000" b="1" i="0" u="none" strike="noStrike" kern="1200" cap="small" spc="0" normalizeH="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plc s7-1200</a:t>
            </a:r>
            <a:endPar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endParaRPr>
          </a:p>
        </p:txBody>
      </p:sp>
      <p:sp>
        <p:nvSpPr>
          <p:cNvPr id="10" name="Rectangle 9">
            <a:extLst>
              <a:ext uri="{FF2B5EF4-FFF2-40B4-BE49-F238E27FC236}">
                <a16:creationId xmlns:a16="http://schemas.microsoft.com/office/drawing/2014/main" id="{7FAE377B-B5F6-450C-BEDD-3E04CEA65217}"/>
              </a:ext>
            </a:extLst>
          </p:cNvPr>
          <p:cNvSpPr>
            <a:spLocks noChangeArrowheads="1"/>
          </p:cNvSpPr>
          <p:nvPr/>
        </p:nvSpPr>
        <p:spPr bwMode="auto">
          <a:xfrm>
            <a:off x="457200" y="1037195"/>
            <a:ext cx="249018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defTabSz="685800" eaLnBrk="0" fontAlgn="base" hangingPunct="0">
              <a:lnSpc>
                <a:spcPct val="100000"/>
              </a:lnSpc>
              <a:spcBef>
                <a:spcPct val="0"/>
              </a:spcBef>
              <a:spcAft>
                <a:spcPct val="0"/>
              </a:spcAft>
              <a:buNone/>
            </a:pPr>
            <a:r>
              <a:rPr lang="en-US" altLang="en-US" sz="1800" dirty="0" err="1">
                <a:solidFill>
                  <a:prstClr val="black"/>
                </a:solidFill>
                <a:latin typeface="Times New Roman" panose="02020603050405020304" pitchFamily="18" charset="0"/>
                <a:cs typeface="Times New Roman" panose="02020603050405020304" pitchFamily="18" charset="0"/>
              </a:rPr>
              <a:t>Chức</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năng</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của</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lệnh</a:t>
            </a:r>
            <a:r>
              <a:rPr lang="en-US" altLang="en-US" sz="1800" dirty="0">
                <a:solidFill>
                  <a:prstClr val="black"/>
                </a:solidFill>
                <a:latin typeface="Times New Roman" panose="02020603050405020304" pitchFamily="18" charset="0"/>
                <a:cs typeface="Times New Roman" panose="02020603050405020304" pitchFamily="18" charset="0"/>
              </a:rPr>
              <a:t> :</a:t>
            </a:r>
            <a:endParaRPr lang="en-US" altLang="en-US" sz="1800" dirty="0">
              <a:solidFill>
                <a:prstClr val="black"/>
              </a:solidFill>
              <a:latin typeface="Arial" panose="020B0604020202020204" pitchFamily="34" charset="0"/>
            </a:endParaRPr>
          </a:p>
        </p:txBody>
      </p:sp>
      <p:graphicFrame>
        <p:nvGraphicFramePr>
          <p:cNvPr id="11" name="Table 10">
            <a:extLst>
              <a:ext uri="{FF2B5EF4-FFF2-40B4-BE49-F238E27FC236}">
                <a16:creationId xmlns:a16="http://schemas.microsoft.com/office/drawing/2014/main" id="{5E7C9EAB-14BB-40BD-A2D6-3902BCD60D19}"/>
              </a:ext>
            </a:extLst>
          </p:cNvPr>
          <p:cNvGraphicFramePr>
            <a:graphicFrameLocks noGrp="1"/>
          </p:cNvGraphicFramePr>
          <p:nvPr>
            <p:extLst>
              <p:ext uri="{D42A27DB-BD31-4B8C-83A1-F6EECF244321}">
                <p14:modId xmlns:p14="http://schemas.microsoft.com/office/powerpoint/2010/main" val="1793647403"/>
              </p:ext>
            </p:extLst>
          </p:nvPr>
        </p:nvGraphicFramePr>
        <p:xfrm>
          <a:off x="550416" y="1757746"/>
          <a:ext cx="5383859" cy="4625344"/>
        </p:xfrm>
        <a:graphic>
          <a:graphicData uri="http://schemas.openxmlformats.org/drawingml/2006/table">
            <a:tbl>
              <a:tblPr/>
              <a:tblGrid>
                <a:gridCol w="690863">
                  <a:extLst>
                    <a:ext uri="{9D8B030D-6E8A-4147-A177-3AD203B41FA5}">
                      <a16:colId xmlns:a16="http://schemas.microsoft.com/office/drawing/2014/main" val="3974682475"/>
                    </a:ext>
                  </a:extLst>
                </a:gridCol>
                <a:gridCol w="689340">
                  <a:extLst>
                    <a:ext uri="{9D8B030D-6E8A-4147-A177-3AD203B41FA5}">
                      <a16:colId xmlns:a16="http://schemas.microsoft.com/office/drawing/2014/main" val="3864320846"/>
                    </a:ext>
                  </a:extLst>
                </a:gridCol>
                <a:gridCol w="690863">
                  <a:extLst>
                    <a:ext uri="{9D8B030D-6E8A-4147-A177-3AD203B41FA5}">
                      <a16:colId xmlns:a16="http://schemas.microsoft.com/office/drawing/2014/main" val="1958507660"/>
                    </a:ext>
                  </a:extLst>
                </a:gridCol>
                <a:gridCol w="896296">
                  <a:extLst>
                    <a:ext uri="{9D8B030D-6E8A-4147-A177-3AD203B41FA5}">
                      <a16:colId xmlns:a16="http://schemas.microsoft.com/office/drawing/2014/main" val="726229609"/>
                    </a:ext>
                  </a:extLst>
                </a:gridCol>
                <a:gridCol w="2416497">
                  <a:extLst>
                    <a:ext uri="{9D8B030D-6E8A-4147-A177-3AD203B41FA5}">
                      <a16:colId xmlns:a16="http://schemas.microsoft.com/office/drawing/2014/main" val="2407800403"/>
                    </a:ext>
                  </a:extLst>
                </a:gridCol>
              </a:tblGrid>
              <a:tr h="463184">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3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Tên</a:t>
                      </a:r>
                      <a:r>
                        <a:rPr kumimoji="0" lang="en-US" altLang="en-US" sz="13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các</a:t>
                      </a:r>
                      <a:r>
                        <a:rPr kumimoji="0" lang="en-US" altLang="en-US" sz="13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chân</a:t>
                      </a:r>
                      <a:endParaRPr kumimoji="0" lang="en-US" altLang="en-US" sz="13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68580" marR="68580" marT="34292" marB="3429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3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Chức</a:t>
                      </a:r>
                      <a:r>
                        <a:rPr kumimoji="0" lang="en-US" altLang="en-US" sz="13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năng</a:t>
                      </a:r>
                      <a:r>
                        <a:rPr kumimoji="0" lang="en-US" altLang="en-US" sz="13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txBody>
                  <a:tcPr marL="68580" marR="68580" marT="34292" marB="3429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3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Kiểu dữ liệu </a:t>
                      </a:r>
                    </a:p>
                  </a:txBody>
                  <a:tcPr marL="68580" marR="68580" marT="34292" marB="3429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3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Vùng</a:t>
                      </a:r>
                      <a:r>
                        <a:rPr kumimoji="0" lang="en-US" altLang="en-US" sz="13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nhớ</a:t>
                      </a:r>
                      <a:r>
                        <a:rPr kumimoji="0" lang="en-US" altLang="en-US" sz="13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txBody>
                  <a:tcPr marL="68580" marR="68580" marT="34292" marB="3429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3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Mô tả </a:t>
                      </a:r>
                    </a:p>
                  </a:txBody>
                  <a:tcPr marL="68580" marR="68580" marT="34292" marB="3429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023683159"/>
                  </a:ext>
                </a:extLst>
              </a:tr>
              <a:tr h="728710">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3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EN </a:t>
                      </a:r>
                    </a:p>
                  </a:txBody>
                  <a:tcPr marL="53816" marR="10954"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Input  </a:t>
                      </a:r>
                    </a:p>
                  </a:txBody>
                  <a:tcPr marL="53816" marR="10954"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Bool </a:t>
                      </a:r>
                    </a:p>
                  </a:txBody>
                  <a:tcPr marL="53816" marR="10954"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 Q, M, D, L, T, C </a:t>
                      </a:r>
                    </a:p>
                  </a:txBody>
                  <a:tcPr marL="53816" marR="10954"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Khi</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chân</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EN = 1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thì</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cho</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phép</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lệnh</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hoạt</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động</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đọc</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xung</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a:t>
                      </a:r>
                    </a:p>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Khi</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chân</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EN = 0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thì</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không</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cho</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phép</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lệnh</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hoạt</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động</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không</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đọc</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xung</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a:t>
                      </a:r>
                    </a:p>
                  </a:txBody>
                  <a:tcPr marL="53816" marR="10954"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204002546"/>
                  </a:ext>
                </a:extLst>
              </a:tr>
              <a:tr h="728710">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3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HSC </a:t>
                      </a:r>
                    </a:p>
                  </a:txBody>
                  <a:tcPr marL="53816" marR="10954"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Input </a:t>
                      </a:r>
                    </a:p>
                  </a:txBody>
                  <a:tcPr marL="53816" marR="10954"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3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HW_HSC </a:t>
                      </a:r>
                    </a:p>
                  </a:txBody>
                  <a:tcPr marL="53816" marR="10954"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3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I, Q, M hoặc hằng số</a:t>
                      </a:r>
                      <a:r>
                        <a:rPr kumimoji="0" lang="en-US" altLang="en-US" sz="13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a:t>
                      </a:r>
                      <a:endParaRPr kumimoji="0" lang="en-US" altLang="en-US" sz="13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53816" marR="10954"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Xác</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định</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bộ</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đếm</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là</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HSC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mấy</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Mỗi</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HSC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có</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1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mã</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HW_HSC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khác</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nhau</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và</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PLC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sẽ</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tự</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tạo</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ra</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khi</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cấu</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hình</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phần</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cứng</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txBody>
                  <a:tcPr marL="53816" marR="10954"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026857403"/>
                  </a:ext>
                </a:extLst>
              </a:tr>
              <a:tr h="891598">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3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DIR </a:t>
                      </a:r>
                    </a:p>
                  </a:txBody>
                  <a:tcPr marL="53816" marR="10954"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3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Input  </a:t>
                      </a:r>
                    </a:p>
                  </a:txBody>
                  <a:tcPr marL="53816" marR="10954"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3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Bool </a:t>
                      </a:r>
                    </a:p>
                  </a:txBody>
                  <a:tcPr marL="53816" marR="10954"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3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I, Q, M, D, L hoặc hằng số</a:t>
                      </a:r>
                      <a:r>
                        <a:rPr kumimoji="0" lang="en-US" altLang="en-US" sz="13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a:t>
                      </a:r>
                      <a:endParaRPr kumimoji="0" lang="en-US" altLang="en-US" sz="13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53816" marR="10954"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Chọn</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chiều</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đếm</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tăng</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hay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giảm</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Chiều</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đếm</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được</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xác</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định</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ở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chân</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NEW_DIR. </a:t>
                      </a:r>
                    </a:p>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Khi</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ta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kích</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1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xung</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vào</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chân</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này</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thì</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giá</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trị</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quy</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định</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chiều</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đếm</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ở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chân</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NEW_DIR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sẽ</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được</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chấp</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nhận</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txBody>
                  <a:tcPr marL="53816" marR="10954"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038494370"/>
                  </a:ext>
                </a:extLst>
              </a:tr>
              <a:tr h="840636">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3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NEW_D IR </a:t>
                      </a:r>
                    </a:p>
                  </a:txBody>
                  <a:tcPr marL="53816" marR="10954"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3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Input </a:t>
                      </a:r>
                    </a:p>
                  </a:txBody>
                  <a:tcPr marL="53816" marR="10954"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3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Int </a:t>
                      </a:r>
                    </a:p>
                  </a:txBody>
                  <a:tcPr marL="53816" marR="10954"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3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I, Q, M, D, L ho ặc hằng số</a:t>
                      </a:r>
                      <a:r>
                        <a:rPr kumimoji="0" lang="en-US" altLang="en-US" sz="13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a:t>
                      </a:r>
                      <a:endParaRPr kumimoji="0" lang="en-US" altLang="en-US" sz="13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53816" marR="10954"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Giá</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tr</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ị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để</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xác</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định</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chiều</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đếm</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Nếu</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NEW_DIR = 1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thì</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bộ</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đếm</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HSC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sẽ</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đếm</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tăng</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Nếu</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NEW_DIR = -1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thì</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bộ</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đếm</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HSC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sẽ</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đếm</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giảm</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txBody>
                  <a:tcPr marL="53816" marR="10954"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111711267"/>
                  </a:ext>
                </a:extLst>
              </a:tr>
            </a:tbl>
          </a:graphicData>
        </a:graphic>
      </p:graphicFrame>
      <p:graphicFrame>
        <p:nvGraphicFramePr>
          <p:cNvPr id="12" name="Table 11">
            <a:extLst>
              <a:ext uri="{FF2B5EF4-FFF2-40B4-BE49-F238E27FC236}">
                <a16:creationId xmlns:a16="http://schemas.microsoft.com/office/drawing/2014/main" id="{ECCA14DA-4B8A-43CE-BCDF-C8F2867AA83B}"/>
              </a:ext>
            </a:extLst>
          </p:cNvPr>
          <p:cNvGraphicFramePr>
            <a:graphicFrameLocks noGrp="1"/>
          </p:cNvGraphicFramePr>
          <p:nvPr>
            <p:extLst>
              <p:ext uri="{D42A27DB-BD31-4B8C-83A1-F6EECF244321}">
                <p14:modId xmlns:p14="http://schemas.microsoft.com/office/powerpoint/2010/main" val="3478033698"/>
              </p:ext>
            </p:extLst>
          </p:nvPr>
        </p:nvGraphicFramePr>
        <p:xfrm>
          <a:off x="6074766" y="1754174"/>
          <a:ext cx="5660034" cy="4581023"/>
        </p:xfrm>
        <a:graphic>
          <a:graphicData uri="http://schemas.openxmlformats.org/drawingml/2006/table">
            <a:tbl>
              <a:tblPr/>
              <a:tblGrid>
                <a:gridCol w="726302">
                  <a:extLst>
                    <a:ext uri="{9D8B030D-6E8A-4147-A177-3AD203B41FA5}">
                      <a16:colId xmlns:a16="http://schemas.microsoft.com/office/drawing/2014/main" val="1954247132"/>
                    </a:ext>
                  </a:extLst>
                </a:gridCol>
                <a:gridCol w="726302">
                  <a:extLst>
                    <a:ext uri="{9D8B030D-6E8A-4147-A177-3AD203B41FA5}">
                      <a16:colId xmlns:a16="http://schemas.microsoft.com/office/drawing/2014/main" val="2393320140"/>
                    </a:ext>
                  </a:extLst>
                </a:gridCol>
                <a:gridCol w="724702">
                  <a:extLst>
                    <a:ext uri="{9D8B030D-6E8A-4147-A177-3AD203B41FA5}">
                      <a16:colId xmlns:a16="http://schemas.microsoft.com/office/drawing/2014/main" val="202303421"/>
                    </a:ext>
                  </a:extLst>
                </a:gridCol>
                <a:gridCol w="943872">
                  <a:extLst>
                    <a:ext uri="{9D8B030D-6E8A-4147-A177-3AD203B41FA5}">
                      <a16:colId xmlns:a16="http://schemas.microsoft.com/office/drawing/2014/main" val="1446082249"/>
                    </a:ext>
                  </a:extLst>
                </a:gridCol>
                <a:gridCol w="2538856">
                  <a:extLst>
                    <a:ext uri="{9D8B030D-6E8A-4147-A177-3AD203B41FA5}">
                      <a16:colId xmlns:a16="http://schemas.microsoft.com/office/drawing/2014/main" val="2784980753"/>
                    </a:ext>
                  </a:extLst>
                </a:gridCol>
              </a:tblGrid>
              <a:tr h="482999">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3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Tên</a:t>
                      </a:r>
                      <a:r>
                        <a:rPr kumimoji="0" lang="en-US" altLang="en-US" sz="13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các</a:t>
                      </a:r>
                      <a:r>
                        <a:rPr kumimoji="0" lang="en-US" altLang="en-US" sz="13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chân</a:t>
                      </a:r>
                      <a:endParaRPr kumimoji="0" lang="en-US" altLang="en-US" sz="13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3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Chức</a:t>
                      </a:r>
                      <a:r>
                        <a:rPr kumimoji="0" lang="en-US" altLang="en-US" sz="13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năng</a:t>
                      </a:r>
                      <a:r>
                        <a:rPr kumimoji="0" lang="en-US" altLang="en-US" sz="13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3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Kiểu dữ liệu </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3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Vùng nhớ </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3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Mô</a:t>
                      </a:r>
                      <a:r>
                        <a:rPr kumimoji="0" lang="en-US" altLang="en-US" sz="13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tả</a:t>
                      </a:r>
                      <a:r>
                        <a:rPr kumimoji="0" lang="en-US" altLang="en-US" sz="13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899450727"/>
                  </a:ext>
                </a:extLst>
              </a:tr>
              <a:tr h="1082605">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CV </a:t>
                      </a:r>
                    </a:p>
                  </a:txBody>
                  <a:tcPr marL="53816" marR="10954"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Input  </a:t>
                      </a:r>
                    </a:p>
                  </a:txBody>
                  <a:tcPr marL="53816" marR="10954"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Bool </a:t>
                      </a:r>
                    </a:p>
                  </a:txBody>
                  <a:tcPr marL="53816" marR="10954"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 Q, M, D, L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hoặc</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hằng</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số</a:t>
                      </a:r>
                      <a:r>
                        <a:rPr kumimoji="0" lang="en-US" altLang="en-US" sz="13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endPar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53816" marR="10954"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en-US" sz="13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Đặt giá trị bắt đầu đếm. Khi ta kích 1 xung vào chân này thì giá trị đặt ở chân NEW_CV sẽ được chấp nhận và HSC sẽ đếm lại bắt đầu từ giá trị này. </a:t>
                      </a:r>
                    </a:p>
                  </a:txBody>
                  <a:tcPr marL="53816" marR="10954"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307512892"/>
                  </a:ext>
                </a:extLst>
              </a:tr>
              <a:tr h="649563">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3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NEW_C</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3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V </a:t>
                      </a:r>
                    </a:p>
                  </a:txBody>
                  <a:tcPr marL="53816" marR="10954"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3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Input </a:t>
                      </a:r>
                    </a:p>
                  </a:txBody>
                  <a:tcPr marL="53816" marR="10954"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3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Dint </a:t>
                      </a:r>
                    </a:p>
                  </a:txBody>
                  <a:tcPr marL="53816" marR="10954"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 Q, M, D, L ho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ặc</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hằng</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số</a:t>
                      </a:r>
                      <a:r>
                        <a:rPr kumimoji="0" lang="en-US" altLang="en-US" sz="13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endPar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53816" marR="10954"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Đặt</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giá</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trị</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bắt</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đầu</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đếm</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mới</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txBody>
                  <a:tcPr marL="53816" marR="10954"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466106180"/>
                  </a:ext>
                </a:extLst>
              </a:tr>
              <a:tr h="1732167">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3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RV </a:t>
                      </a:r>
                    </a:p>
                  </a:txBody>
                  <a:tcPr marL="53816" marR="10954"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3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Input  </a:t>
                      </a:r>
                    </a:p>
                  </a:txBody>
                  <a:tcPr marL="53816" marR="10954"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3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Bool </a:t>
                      </a:r>
                    </a:p>
                  </a:txBody>
                  <a:tcPr marL="53816" marR="10954"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3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I, Q, M, D, L hoặc hằng số</a:t>
                      </a:r>
                      <a:r>
                        <a:rPr kumimoji="0" lang="en-US" altLang="en-US" sz="13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a:t>
                      </a:r>
                      <a:endParaRPr kumimoji="0" lang="en-US" altLang="en-US" sz="13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53816" marR="10954"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Đặt</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giá</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trị</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cần</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đếm</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Khi</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ta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kích</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1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xung</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vào</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chân</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này</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thì</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giá</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trị</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đặt</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ở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chân</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NEW_RV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sẽ</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được</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chấp</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nhận</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Khi</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HSC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đếm</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được</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số</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xung</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bằng</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với</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giá</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trị</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này</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thì</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chương</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trình</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ngắt</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sẽ</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được</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gọi</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Chương</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trình</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ngắt</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được</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tạo</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ra</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khi</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ta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khai</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báo</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cấu</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hình</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của</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HSC.  </a:t>
                      </a:r>
                    </a:p>
                  </a:txBody>
                  <a:tcPr marL="53816" marR="10954"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895815839"/>
                  </a:ext>
                </a:extLst>
              </a:tr>
              <a:tr h="633689">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3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NEW_R</a:t>
                      </a:r>
                    </a:p>
                  </a:txBody>
                  <a:tcPr marL="53816" marR="10954"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3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Input </a:t>
                      </a:r>
                    </a:p>
                  </a:txBody>
                  <a:tcPr marL="53816" marR="10954"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3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Dint </a:t>
                      </a:r>
                    </a:p>
                  </a:txBody>
                  <a:tcPr marL="53816" marR="10954"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3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I, Q, M, </a:t>
                      </a:r>
                    </a:p>
                  </a:txBody>
                  <a:tcPr marL="53816" marR="10954"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Đặt</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giá</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trị</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cần</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đếm</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txBody>
                  <a:tcPr marL="53816" marR="10954"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065379988"/>
                  </a:ext>
                </a:extLst>
              </a:tr>
            </a:tbl>
          </a:graphicData>
        </a:graphic>
      </p:graphicFrame>
      <p:sp>
        <p:nvSpPr>
          <p:cNvPr id="13" name="Footer Placeholder 1">
            <a:extLst>
              <a:ext uri="{FF2B5EF4-FFF2-40B4-BE49-F238E27FC236}">
                <a16:creationId xmlns:a16="http://schemas.microsoft.com/office/drawing/2014/main" id="{480910F0-7E67-46CB-BA65-15846201681C}"/>
              </a:ext>
            </a:extLst>
          </p:cNvPr>
          <p:cNvSpPr txBox="1">
            <a:spLocks/>
          </p:cNvSpPr>
          <p:nvPr/>
        </p:nvSpPr>
        <p:spPr bwMode="auto">
          <a:xfrm>
            <a:off x="3509963" y="6508750"/>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lang="en-US" altLang="en-US" sz="1200" dirty="0">
                <a:solidFill>
                  <a:srgbClr val="2D2D8A"/>
                </a:solidFill>
                <a:latin typeface="Times New Roman" panose="02020603050405020304" pitchFamily="18" charset="0"/>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a:t>
            </a:r>
            <a:r>
              <a:rPr kumimoji="0" lang="en-US" altLang="en-US" sz="1200" b="1" i="0" u="none" strike="noStrike" kern="1200" cap="none" spc="0" normalizeH="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CAO</a:t>
            </a:r>
            <a:endPar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33811036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4.2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Bộ</a:t>
            </a:r>
            <a:r>
              <a:rPr kumimoji="0" lang="en-US" sz="2000" b="1" i="0" u="none" strike="noStrike" kern="1200" cap="small" spc="0" normalizeH="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đếm</a:t>
            </a:r>
            <a:r>
              <a:rPr kumimoji="0" lang="en-US" sz="2000" b="1" i="0" u="none" strike="noStrike" kern="1200" cap="small" spc="0" normalizeH="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xung</a:t>
            </a:r>
            <a:r>
              <a:rPr kumimoji="0" lang="en-US" sz="2000" b="1" i="0" u="none" strike="noStrike" kern="1200" cap="small" spc="0" normalizeH="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plc s7-1200</a:t>
            </a:r>
            <a:endPar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endParaRPr>
          </a:p>
        </p:txBody>
      </p:sp>
      <p:sp>
        <p:nvSpPr>
          <p:cNvPr id="8" name="Rectangle 7">
            <a:extLst>
              <a:ext uri="{FF2B5EF4-FFF2-40B4-BE49-F238E27FC236}">
                <a16:creationId xmlns:a16="http://schemas.microsoft.com/office/drawing/2014/main" id="{7FAE377B-B5F6-450C-BEDD-3E04CEA65217}"/>
              </a:ext>
            </a:extLst>
          </p:cNvPr>
          <p:cNvSpPr>
            <a:spLocks noChangeArrowheads="1"/>
          </p:cNvSpPr>
          <p:nvPr/>
        </p:nvSpPr>
        <p:spPr bwMode="auto">
          <a:xfrm>
            <a:off x="457200" y="1037195"/>
            <a:ext cx="249018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defTabSz="685800" eaLnBrk="0" fontAlgn="base" hangingPunct="0">
              <a:lnSpc>
                <a:spcPct val="100000"/>
              </a:lnSpc>
              <a:spcBef>
                <a:spcPct val="0"/>
              </a:spcBef>
              <a:spcAft>
                <a:spcPct val="0"/>
              </a:spcAft>
              <a:buNone/>
            </a:pPr>
            <a:r>
              <a:rPr lang="en-US" altLang="en-US" sz="1800" dirty="0" err="1">
                <a:solidFill>
                  <a:prstClr val="black"/>
                </a:solidFill>
                <a:latin typeface="Times New Roman" panose="02020603050405020304" pitchFamily="18" charset="0"/>
                <a:cs typeface="Times New Roman" panose="02020603050405020304" pitchFamily="18" charset="0"/>
              </a:rPr>
              <a:t>Chức</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năng</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của</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lệnh</a:t>
            </a:r>
            <a:r>
              <a:rPr lang="en-US" altLang="en-US" sz="1800" dirty="0">
                <a:solidFill>
                  <a:prstClr val="black"/>
                </a:solidFill>
                <a:latin typeface="Times New Roman" panose="02020603050405020304" pitchFamily="18" charset="0"/>
                <a:cs typeface="Times New Roman" panose="02020603050405020304" pitchFamily="18" charset="0"/>
              </a:rPr>
              <a:t> :</a:t>
            </a:r>
            <a:endParaRPr lang="en-US" altLang="en-US" sz="1800" dirty="0">
              <a:solidFill>
                <a:prstClr val="black"/>
              </a:solidFill>
              <a:latin typeface="Arial" panose="020B0604020202020204" pitchFamily="34" charset="0"/>
            </a:endParaRPr>
          </a:p>
        </p:txBody>
      </p:sp>
      <p:graphicFrame>
        <p:nvGraphicFramePr>
          <p:cNvPr id="9" name="Table 8">
            <a:extLst>
              <a:ext uri="{FF2B5EF4-FFF2-40B4-BE49-F238E27FC236}">
                <a16:creationId xmlns:a16="http://schemas.microsoft.com/office/drawing/2014/main" id="{201476FB-76F4-4C6A-8F97-4D3F14380EE8}"/>
              </a:ext>
            </a:extLst>
          </p:cNvPr>
          <p:cNvGraphicFramePr>
            <a:graphicFrameLocks noGrp="1"/>
          </p:cNvGraphicFramePr>
          <p:nvPr>
            <p:extLst>
              <p:ext uri="{D42A27DB-BD31-4B8C-83A1-F6EECF244321}">
                <p14:modId xmlns:p14="http://schemas.microsoft.com/office/powerpoint/2010/main" val="2258847024"/>
              </p:ext>
            </p:extLst>
          </p:nvPr>
        </p:nvGraphicFramePr>
        <p:xfrm>
          <a:off x="457200" y="1679972"/>
          <a:ext cx="5233387" cy="4257969"/>
        </p:xfrm>
        <a:graphic>
          <a:graphicData uri="http://schemas.openxmlformats.org/drawingml/2006/table">
            <a:tbl>
              <a:tblPr/>
              <a:tblGrid>
                <a:gridCol w="723530">
                  <a:extLst>
                    <a:ext uri="{9D8B030D-6E8A-4147-A177-3AD203B41FA5}">
                      <a16:colId xmlns:a16="http://schemas.microsoft.com/office/drawing/2014/main" val="4009708809"/>
                    </a:ext>
                  </a:extLst>
                </a:gridCol>
                <a:gridCol w="618099">
                  <a:extLst>
                    <a:ext uri="{9D8B030D-6E8A-4147-A177-3AD203B41FA5}">
                      <a16:colId xmlns:a16="http://schemas.microsoft.com/office/drawing/2014/main" val="4205887678"/>
                    </a:ext>
                  </a:extLst>
                </a:gridCol>
                <a:gridCol w="671554">
                  <a:extLst>
                    <a:ext uri="{9D8B030D-6E8A-4147-A177-3AD203B41FA5}">
                      <a16:colId xmlns:a16="http://schemas.microsoft.com/office/drawing/2014/main" val="1552219712"/>
                    </a:ext>
                  </a:extLst>
                </a:gridCol>
                <a:gridCol w="871245">
                  <a:extLst>
                    <a:ext uri="{9D8B030D-6E8A-4147-A177-3AD203B41FA5}">
                      <a16:colId xmlns:a16="http://schemas.microsoft.com/office/drawing/2014/main" val="823767806"/>
                    </a:ext>
                  </a:extLst>
                </a:gridCol>
                <a:gridCol w="2348959">
                  <a:extLst>
                    <a:ext uri="{9D8B030D-6E8A-4147-A177-3AD203B41FA5}">
                      <a16:colId xmlns:a16="http://schemas.microsoft.com/office/drawing/2014/main" val="591914694"/>
                    </a:ext>
                  </a:extLst>
                </a:gridCol>
              </a:tblGrid>
              <a:tr h="552227">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3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Tên</a:t>
                      </a:r>
                      <a:r>
                        <a:rPr kumimoji="0" lang="en-US" altLang="en-US" sz="13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các</a:t>
                      </a:r>
                      <a:r>
                        <a:rPr kumimoji="0" lang="en-US" altLang="en-US" sz="13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chân</a:t>
                      </a:r>
                      <a:endParaRPr kumimoji="0" lang="en-US" altLang="en-US" sz="13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68580" marR="68580" marT="34287" marB="3428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3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Chức</a:t>
                      </a:r>
                      <a:r>
                        <a:rPr kumimoji="0" lang="en-US" altLang="en-US" sz="13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năng</a:t>
                      </a:r>
                      <a:r>
                        <a:rPr kumimoji="0" lang="en-US" altLang="en-US" sz="13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txBody>
                  <a:tcPr marL="68580" marR="68580" marT="34287" marB="3428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3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Kiểu dữ liệu </a:t>
                      </a:r>
                    </a:p>
                  </a:txBody>
                  <a:tcPr marL="68580" marR="68580" marT="34287" marB="3428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3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Vùng nhớ </a:t>
                      </a:r>
                    </a:p>
                  </a:txBody>
                  <a:tcPr marL="68580" marR="68580" marT="34287" marB="3428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3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Mô tả </a:t>
                      </a:r>
                    </a:p>
                  </a:txBody>
                  <a:tcPr marL="68580" marR="68580" marT="34287" marB="3428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235963391"/>
                  </a:ext>
                </a:extLst>
              </a:tr>
              <a:tr h="867610">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3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V </a:t>
                      </a:r>
                    </a:p>
                  </a:txBody>
                  <a:tcPr marL="53816" marR="10954"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txBody>
                  <a:tcPr marL="53816" marR="10954"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txBody>
                  <a:tcPr marL="53816" marR="10954"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 L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hoặc</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hằng</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số</a:t>
                      </a:r>
                      <a:r>
                        <a:rPr kumimoji="0" lang="en-US" altLang="en-US" sz="13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endPar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53816" marR="10954"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txBody>
                  <a:tcPr marL="53816" marR="10954"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572039626"/>
                  </a:ext>
                </a:extLst>
              </a:tr>
              <a:tr h="1837988">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PERIOD </a:t>
                      </a:r>
                    </a:p>
                  </a:txBody>
                  <a:tcPr marL="53816" marR="10954"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3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Input  </a:t>
                      </a:r>
                    </a:p>
                  </a:txBody>
                  <a:tcPr marL="53816" marR="10954"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3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Bool </a:t>
                      </a:r>
                    </a:p>
                  </a:txBody>
                  <a:tcPr marL="53816" marR="10954"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3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I, Q, M, D, L hoặc hằng số</a:t>
                      </a:r>
                      <a:r>
                        <a:rPr kumimoji="0" lang="en-US" altLang="en-US" sz="13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a:t>
                      </a:r>
                      <a:endParaRPr kumimoji="0" lang="en-US" altLang="en-US" sz="13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53816" marR="10954"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Đặt</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giá</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trị</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cần</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đếm</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tần</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số</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Khi</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ta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kích</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1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xung</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vào</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chân</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này</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thì</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giá</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tr</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ị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đặt</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ở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chân</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NEW_ PERIOD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sẽ</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được</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chấp</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nhận</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Khi</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HSC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đếm</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được</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tần</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số</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bằng</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với</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giá</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trị</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này</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thì</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chương</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trình</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ngắt</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sẽ</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được</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gọi</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Chương</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trình</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ngắt</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được</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tạo</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ra</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khi</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ta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khai</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báo</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cấu</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hình</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của</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HSC.  </a:t>
                      </a:r>
                    </a:p>
                  </a:txBody>
                  <a:tcPr marL="53816" marR="10954"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952670886"/>
                  </a:ext>
                </a:extLst>
              </a:tr>
              <a:tr h="1000144">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3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NEW_ PERIOD </a:t>
                      </a:r>
                    </a:p>
                  </a:txBody>
                  <a:tcPr marL="53816" marR="10954"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3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Input </a:t>
                      </a:r>
                    </a:p>
                  </a:txBody>
                  <a:tcPr marL="53816" marR="10954"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3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Int </a:t>
                      </a:r>
                    </a:p>
                  </a:txBody>
                  <a:tcPr marL="53816" marR="10954"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3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I, Q, M, D, L ho ặc hằng số</a:t>
                      </a:r>
                      <a:r>
                        <a:rPr kumimoji="0" lang="en-US" altLang="en-US" sz="13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a:t>
                      </a:r>
                      <a:endParaRPr kumimoji="0" lang="en-US" altLang="en-US" sz="13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53816" marR="10954"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Đặt</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giá</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trị</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tần</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số</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cần</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đếm</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txBody>
                  <a:tcPr marL="53816" marR="10954"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872315779"/>
                  </a:ext>
                </a:extLst>
              </a:tr>
            </a:tbl>
          </a:graphicData>
        </a:graphic>
      </p:graphicFrame>
      <p:graphicFrame>
        <p:nvGraphicFramePr>
          <p:cNvPr id="10" name="Table 9">
            <a:extLst>
              <a:ext uri="{FF2B5EF4-FFF2-40B4-BE49-F238E27FC236}">
                <a16:creationId xmlns:a16="http://schemas.microsoft.com/office/drawing/2014/main" id="{AA7AEEEC-73C7-4AC3-AC8C-6CA719CAD0F9}"/>
              </a:ext>
            </a:extLst>
          </p:cNvPr>
          <p:cNvGraphicFramePr>
            <a:graphicFrameLocks noGrp="1"/>
          </p:cNvGraphicFramePr>
          <p:nvPr>
            <p:extLst>
              <p:ext uri="{D42A27DB-BD31-4B8C-83A1-F6EECF244321}">
                <p14:modId xmlns:p14="http://schemas.microsoft.com/office/powerpoint/2010/main" val="4146472048"/>
              </p:ext>
            </p:extLst>
          </p:nvPr>
        </p:nvGraphicFramePr>
        <p:xfrm>
          <a:off x="5885896" y="1679972"/>
          <a:ext cx="5848906" cy="4257970"/>
        </p:xfrm>
        <a:graphic>
          <a:graphicData uri="http://schemas.openxmlformats.org/drawingml/2006/table">
            <a:tbl>
              <a:tblPr/>
              <a:tblGrid>
                <a:gridCol w="750538">
                  <a:extLst>
                    <a:ext uri="{9D8B030D-6E8A-4147-A177-3AD203B41FA5}">
                      <a16:colId xmlns:a16="http://schemas.microsoft.com/office/drawing/2014/main" val="2234730335"/>
                    </a:ext>
                  </a:extLst>
                </a:gridCol>
                <a:gridCol w="750538">
                  <a:extLst>
                    <a:ext uri="{9D8B030D-6E8A-4147-A177-3AD203B41FA5}">
                      <a16:colId xmlns:a16="http://schemas.microsoft.com/office/drawing/2014/main" val="2767188453"/>
                    </a:ext>
                  </a:extLst>
                </a:gridCol>
                <a:gridCol w="748885">
                  <a:extLst>
                    <a:ext uri="{9D8B030D-6E8A-4147-A177-3AD203B41FA5}">
                      <a16:colId xmlns:a16="http://schemas.microsoft.com/office/drawing/2014/main" val="261239832"/>
                    </a:ext>
                  </a:extLst>
                </a:gridCol>
                <a:gridCol w="975369">
                  <a:extLst>
                    <a:ext uri="{9D8B030D-6E8A-4147-A177-3AD203B41FA5}">
                      <a16:colId xmlns:a16="http://schemas.microsoft.com/office/drawing/2014/main" val="3481019731"/>
                    </a:ext>
                  </a:extLst>
                </a:gridCol>
                <a:gridCol w="2623576">
                  <a:extLst>
                    <a:ext uri="{9D8B030D-6E8A-4147-A177-3AD203B41FA5}">
                      <a16:colId xmlns:a16="http://schemas.microsoft.com/office/drawing/2014/main" val="2714802909"/>
                    </a:ext>
                  </a:extLst>
                </a:gridCol>
              </a:tblGrid>
              <a:tr h="577847">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3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Tên</a:t>
                      </a:r>
                      <a:r>
                        <a:rPr kumimoji="0" lang="en-US" altLang="en-US" sz="13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các</a:t>
                      </a:r>
                      <a:r>
                        <a:rPr kumimoji="0" lang="en-US" altLang="en-US" sz="13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chân</a:t>
                      </a:r>
                      <a:endParaRPr kumimoji="0" lang="en-US" altLang="en-US" sz="13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3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Chức</a:t>
                      </a:r>
                      <a:r>
                        <a:rPr kumimoji="0" lang="en-US" altLang="en-US" sz="13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năng</a:t>
                      </a:r>
                      <a:r>
                        <a:rPr kumimoji="0" lang="en-US" altLang="en-US" sz="13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3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Kiểu dữ liệu </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3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Vùng</a:t>
                      </a:r>
                      <a:r>
                        <a:rPr kumimoji="0" lang="en-US" altLang="en-US" sz="13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nhớ</a:t>
                      </a:r>
                      <a:r>
                        <a:rPr kumimoji="0" lang="en-US" altLang="en-US" sz="13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3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Mô tả </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555087263"/>
                  </a:ext>
                </a:extLst>
              </a:tr>
              <a:tr h="869786">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3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BUSY </a:t>
                      </a:r>
                    </a:p>
                  </a:txBody>
                  <a:tcPr marL="53816" marR="10954"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Output </a:t>
                      </a:r>
                    </a:p>
                  </a:txBody>
                  <a:tcPr marL="53816" marR="10954"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Bool </a:t>
                      </a:r>
                    </a:p>
                  </a:txBody>
                  <a:tcPr marL="53816" marR="10954"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 Q, M, D, L</a:t>
                      </a:r>
                      <a:r>
                        <a:rPr kumimoji="0" lang="en-US" altLang="en-US" sz="13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endPar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53816" marR="10954"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3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Báo tr ạng thái hoạt động của HSC.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3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Nếu bit Busy = 1 thì HSC đang bận.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3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Nếu bit Busy = 0 thì HSC đang sẵn sàng. </a:t>
                      </a:r>
                    </a:p>
                  </a:txBody>
                  <a:tcPr marL="53816" marR="10954"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225578740"/>
                  </a:ext>
                </a:extLst>
              </a:tr>
              <a:tr h="2810337">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STATUS </a:t>
                      </a:r>
                    </a:p>
                  </a:txBody>
                  <a:tcPr marL="53816" marR="10954"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3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Output  </a:t>
                      </a:r>
                    </a:p>
                  </a:txBody>
                  <a:tcPr marL="53816" marR="10954"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3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Word </a:t>
                      </a:r>
                    </a:p>
                  </a:txBody>
                  <a:tcPr marL="53816" marR="10954"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 Q, M, D, L</a:t>
                      </a:r>
                      <a:r>
                        <a:rPr kumimoji="0" lang="en-US" altLang="en-US" sz="13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endPar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53816" marR="10954"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Vùng</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nhớ</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này</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để</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lưu</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mã</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lỗi</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của</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HSC: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Nếu</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vùng</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nhớ</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này</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0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thì</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HSC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không</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có</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lỗi</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Nếu</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vùng</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nhớ</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này</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80A1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thì</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HW_HSC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không</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phù</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hợp</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với</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HSC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đang</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sử</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dụng</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Nếu</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vùng</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nhớ</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này</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80B1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thì</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giá</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trị</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ở NEW_DIR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không</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phù</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h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ợp</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Nếu</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vùng</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nhớ</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này</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80B2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thì</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giá</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trị</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ở NEW_CV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không</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phù</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hợp</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Nếu</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vùng</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nhớ</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này</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80B3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thì</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giá</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trị</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ở NEW_RV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không</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phù</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hợp</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Nếu</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vùng</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nhớ</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này</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80B4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thì</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giá</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trị</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ở NEW_PERIOD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không</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phù</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hợp</a:t>
                      </a:r>
                      <a:r>
                        <a:rPr kumimoji="0" lang="en-US" altLang="en-US" sz="1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txBody>
                  <a:tcPr marL="53816" marR="10954"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768061819"/>
                  </a:ext>
                </a:extLst>
              </a:tr>
            </a:tbl>
          </a:graphicData>
        </a:graphic>
      </p:graphicFrame>
      <p:sp>
        <p:nvSpPr>
          <p:cNvPr id="11" name="Footer Placeholder 1">
            <a:extLst>
              <a:ext uri="{FF2B5EF4-FFF2-40B4-BE49-F238E27FC236}">
                <a16:creationId xmlns:a16="http://schemas.microsoft.com/office/drawing/2014/main" id="{19454656-EEA9-46F0-B35C-788F158C1EA1}"/>
              </a:ext>
            </a:extLst>
          </p:cNvPr>
          <p:cNvSpPr txBox="1">
            <a:spLocks/>
          </p:cNvSpPr>
          <p:nvPr/>
        </p:nvSpPr>
        <p:spPr bwMode="auto">
          <a:xfrm>
            <a:off x="3509963" y="6508750"/>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lang="en-US" altLang="en-US" sz="1200" dirty="0">
                <a:solidFill>
                  <a:srgbClr val="2D2D8A"/>
                </a:solidFill>
                <a:latin typeface="Times New Roman" panose="02020603050405020304" pitchFamily="18" charset="0"/>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a:t>
            </a:r>
            <a:r>
              <a:rPr kumimoji="0" lang="en-US" altLang="en-US" sz="1200" b="1" i="0" u="none" strike="noStrike" kern="1200" cap="none" spc="0" normalizeH="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CAO</a:t>
            </a:r>
            <a:endPar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39047209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4.2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Bộ</a:t>
            </a:r>
            <a:r>
              <a:rPr kumimoji="0" lang="en-US" sz="2000" b="1" i="0" u="none" strike="noStrike" kern="1200" cap="small" spc="0" normalizeH="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đếm</a:t>
            </a:r>
            <a:r>
              <a:rPr kumimoji="0" lang="en-US" sz="2000" b="1" i="0" u="none" strike="noStrike" kern="1200" cap="small" spc="0" normalizeH="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xung</a:t>
            </a:r>
            <a:r>
              <a:rPr kumimoji="0" lang="en-US" sz="2000" b="1" i="0" u="none" strike="noStrike" kern="1200" cap="small" spc="0" normalizeH="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plc s7-1200</a:t>
            </a:r>
            <a:endPar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endParaRPr>
          </a:p>
        </p:txBody>
      </p:sp>
      <p:sp>
        <p:nvSpPr>
          <p:cNvPr id="8" name="Rectangle 9">
            <a:extLst>
              <a:ext uri="{FF2B5EF4-FFF2-40B4-BE49-F238E27FC236}">
                <a16:creationId xmlns:a16="http://schemas.microsoft.com/office/drawing/2014/main" id="{D6DE7ED9-9773-42EB-AEE3-B21B04E1699A}"/>
              </a:ext>
            </a:extLst>
          </p:cNvPr>
          <p:cNvSpPr>
            <a:spLocks noChangeArrowheads="1"/>
          </p:cNvSpPr>
          <p:nvPr/>
        </p:nvSpPr>
        <p:spPr bwMode="auto">
          <a:xfrm>
            <a:off x="355019" y="947709"/>
            <a:ext cx="433239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defTabSz="685800" eaLnBrk="0" fontAlgn="base" hangingPunct="0">
              <a:lnSpc>
                <a:spcPct val="100000"/>
              </a:lnSpc>
              <a:spcBef>
                <a:spcPct val="0"/>
              </a:spcBef>
              <a:spcAft>
                <a:spcPct val="0"/>
              </a:spcAft>
              <a:buNone/>
            </a:pPr>
            <a:r>
              <a:rPr lang="en-US" altLang="en-US" sz="1800" b="1" dirty="0">
                <a:solidFill>
                  <a:prstClr val="black"/>
                </a:solidFill>
                <a:latin typeface="Times New Roman" panose="02020603050405020304" pitchFamily="18" charset="0"/>
                <a:cs typeface="Times New Roman" panose="02020603050405020304" pitchFamily="18" charset="0"/>
              </a:rPr>
              <a:t>CÁC B</a:t>
            </a:r>
            <a:r>
              <a:rPr lang="vi-VN" altLang="en-US" sz="1800" b="1" dirty="0">
                <a:solidFill>
                  <a:prstClr val="black"/>
                </a:solidFill>
                <a:latin typeface="Times New Roman" panose="02020603050405020304" pitchFamily="18" charset="0"/>
                <a:cs typeface="Times New Roman" panose="02020603050405020304" pitchFamily="18" charset="0"/>
              </a:rPr>
              <a:t>Ư</a:t>
            </a:r>
            <a:r>
              <a:rPr lang="en-US" altLang="en-US" sz="1800" b="1" dirty="0">
                <a:solidFill>
                  <a:prstClr val="black"/>
                </a:solidFill>
                <a:latin typeface="Times New Roman" panose="02020603050405020304" pitchFamily="18" charset="0"/>
                <a:cs typeface="Times New Roman" panose="02020603050405020304" pitchFamily="18" charset="0"/>
              </a:rPr>
              <a:t>ỚC KHAI BÁO HCS:</a:t>
            </a:r>
            <a:endParaRPr lang="en-US" altLang="en-US" sz="1800" b="1" dirty="0">
              <a:solidFill>
                <a:prstClr val="black"/>
              </a:solidFill>
              <a:latin typeface="Arial" panose="020B0604020202020204" pitchFamily="34" charset="0"/>
            </a:endParaRPr>
          </a:p>
        </p:txBody>
      </p:sp>
      <p:pic>
        <p:nvPicPr>
          <p:cNvPr id="9" name="Picture 35">
            <a:extLst>
              <a:ext uri="{FF2B5EF4-FFF2-40B4-BE49-F238E27FC236}">
                <a16:creationId xmlns:a16="http://schemas.microsoft.com/office/drawing/2014/main" id="{9780E269-FC6E-465B-9287-69226F10AEA9}"/>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5299"/>
          <a:stretch/>
        </p:blipFill>
        <p:spPr bwMode="auto">
          <a:xfrm>
            <a:off x="1579038" y="1820307"/>
            <a:ext cx="8328441" cy="4545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Rectangle 58">
            <a:extLst>
              <a:ext uri="{FF2B5EF4-FFF2-40B4-BE49-F238E27FC236}">
                <a16:creationId xmlns:a16="http://schemas.microsoft.com/office/drawing/2014/main" id="{0BE0BCD3-DC90-4854-8AC0-2FCF7FDBA394}"/>
              </a:ext>
            </a:extLst>
          </p:cNvPr>
          <p:cNvSpPr>
            <a:spLocks noChangeArrowheads="1"/>
          </p:cNvSpPr>
          <p:nvPr/>
        </p:nvSpPr>
        <p:spPr bwMode="auto">
          <a:xfrm>
            <a:off x="674542" y="1438276"/>
            <a:ext cx="271953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defTabSz="685800" eaLnBrk="0" fontAlgn="base" hangingPunct="0">
              <a:lnSpc>
                <a:spcPct val="100000"/>
              </a:lnSpc>
              <a:spcBef>
                <a:spcPct val="0"/>
              </a:spcBef>
              <a:spcAft>
                <a:spcPct val="0"/>
              </a:spcAft>
              <a:buNone/>
            </a:pPr>
            <a:r>
              <a:rPr lang="en-US" altLang="en-US" sz="1800" b="1" dirty="0">
                <a:solidFill>
                  <a:prstClr val="black"/>
                </a:solidFill>
                <a:latin typeface="Times New Roman" panose="02020603050405020304" pitchFamily="18" charset="0"/>
                <a:cs typeface="Times New Roman" panose="02020603050405020304" pitchFamily="18" charset="0"/>
              </a:rPr>
              <a:t>B</a:t>
            </a:r>
            <a:r>
              <a:rPr lang="vi-VN" altLang="en-US" sz="1800" b="1" dirty="0">
                <a:solidFill>
                  <a:prstClr val="black"/>
                </a:solidFill>
                <a:latin typeface="Times New Roman" panose="02020603050405020304" pitchFamily="18" charset="0"/>
                <a:cs typeface="Times New Roman" panose="02020603050405020304" pitchFamily="18" charset="0"/>
              </a:rPr>
              <a:t>ư</a:t>
            </a:r>
            <a:r>
              <a:rPr lang="en-US" altLang="en-US" sz="1800" b="1" dirty="0" err="1">
                <a:solidFill>
                  <a:prstClr val="black"/>
                </a:solidFill>
                <a:latin typeface="Times New Roman" panose="02020603050405020304" pitchFamily="18" charset="0"/>
                <a:cs typeface="Times New Roman" panose="02020603050405020304" pitchFamily="18" charset="0"/>
              </a:rPr>
              <a:t>ớc</a:t>
            </a:r>
            <a:r>
              <a:rPr lang="en-US" altLang="en-US" sz="1800" b="1" dirty="0">
                <a:solidFill>
                  <a:prstClr val="black"/>
                </a:solidFill>
                <a:latin typeface="Times New Roman" panose="02020603050405020304" pitchFamily="18" charset="0"/>
                <a:cs typeface="Times New Roman" panose="02020603050405020304" pitchFamily="18" charset="0"/>
              </a:rPr>
              <a:t> 1 : </a:t>
            </a:r>
            <a:r>
              <a:rPr lang="en-US" altLang="en-US" sz="1800" dirty="0" err="1">
                <a:solidFill>
                  <a:prstClr val="black"/>
                </a:solidFill>
                <a:latin typeface="Times New Roman" panose="02020603050405020304" pitchFamily="18" charset="0"/>
                <a:cs typeface="Times New Roman" panose="02020603050405020304" pitchFamily="18" charset="0"/>
              </a:rPr>
              <a:t>Chọn</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bộ</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đếm</a:t>
            </a:r>
            <a:endParaRPr lang="en-US" altLang="en-US" sz="1800" dirty="0">
              <a:solidFill>
                <a:prstClr val="black"/>
              </a:solidFill>
              <a:latin typeface="Arial" panose="020B0604020202020204" pitchFamily="34" charset="0"/>
            </a:endParaRPr>
          </a:p>
        </p:txBody>
      </p:sp>
      <p:sp>
        <p:nvSpPr>
          <p:cNvPr id="2" name="Rectangle 1"/>
          <p:cNvSpPr/>
          <p:nvPr/>
        </p:nvSpPr>
        <p:spPr>
          <a:xfrm>
            <a:off x="10080676" y="3335974"/>
            <a:ext cx="2006354" cy="646331"/>
          </a:xfrm>
          <a:prstGeom prst="rect">
            <a:avLst/>
          </a:prstGeom>
        </p:spPr>
        <p:txBody>
          <a:bodyPr wrap="square">
            <a:spAutoFit/>
          </a:bodyPr>
          <a:lstStyle/>
          <a:p>
            <a:pPr marL="638175" indent="-638175" algn="ctr" defTabSz="685800" eaLnBrk="0" fontAlgn="base" hangingPunct="0">
              <a:spcBef>
                <a:spcPct val="0"/>
              </a:spcBef>
              <a:spcAft>
                <a:spcPct val="0"/>
              </a:spcAft>
              <a:defRPr/>
            </a:pPr>
            <a:r>
              <a:rPr lang="en-US" b="1" dirty="0" err="1">
                <a:latin typeface="Arial" panose="020B0604020202020204" pitchFamily="34" charset="0"/>
              </a:rPr>
              <a:t>Chọn</a:t>
            </a:r>
            <a:r>
              <a:rPr lang="en-US" b="1" dirty="0">
                <a:latin typeface="Arial" panose="020B0604020202020204" pitchFamily="34" charset="0"/>
              </a:rPr>
              <a:t> HSC1 </a:t>
            </a:r>
          </a:p>
          <a:p>
            <a:pPr marL="638175" indent="-638175" algn="ctr" defTabSz="685800" eaLnBrk="0" fontAlgn="base" hangingPunct="0">
              <a:spcBef>
                <a:spcPct val="0"/>
              </a:spcBef>
              <a:spcAft>
                <a:spcPct val="0"/>
              </a:spcAft>
              <a:defRPr/>
            </a:pPr>
            <a:r>
              <a:rPr lang="en-US" b="1" dirty="0" err="1">
                <a:latin typeface="Arial" panose="020B0604020202020204" pitchFamily="34" charset="0"/>
              </a:rPr>
              <a:t>trong</a:t>
            </a:r>
            <a:r>
              <a:rPr lang="en-US" b="1" dirty="0">
                <a:latin typeface="Arial" panose="020B0604020202020204" pitchFamily="34" charset="0"/>
              </a:rPr>
              <a:t> </a:t>
            </a:r>
            <a:r>
              <a:rPr lang="en-US" b="1" dirty="0" err="1">
                <a:latin typeface="Arial" panose="020B0604020202020204" pitchFamily="34" charset="0"/>
              </a:rPr>
              <a:t>các</a:t>
            </a:r>
            <a:r>
              <a:rPr lang="en-US" b="1" dirty="0">
                <a:latin typeface="Arial" panose="020B0604020202020204" pitchFamily="34" charset="0"/>
              </a:rPr>
              <a:t> HSC</a:t>
            </a:r>
          </a:p>
        </p:txBody>
      </p:sp>
      <p:sp>
        <p:nvSpPr>
          <p:cNvPr id="13" name="TextBox 12">
            <a:extLst>
              <a:ext uri="{FF2B5EF4-FFF2-40B4-BE49-F238E27FC236}">
                <a16:creationId xmlns:a16="http://schemas.microsoft.com/office/drawing/2014/main" id="{3B7CC783-7EED-4D11-907B-FEFFC7C90FD2}"/>
              </a:ext>
            </a:extLst>
          </p:cNvPr>
          <p:cNvSpPr txBox="1"/>
          <p:nvPr/>
        </p:nvSpPr>
        <p:spPr>
          <a:xfrm>
            <a:off x="10080676" y="3213787"/>
            <a:ext cx="346570" cy="430887"/>
          </a:xfrm>
          <a:prstGeom prst="rect">
            <a:avLst/>
          </a:prstGeom>
          <a:noFill/>
        </p:spPr>
        <p:txBody>
          <a:bodyPr wrap="none" rtlCol="0">
            <a:spAutoFit/>
          </a:bodyPr>
          <a:lstStyle/>
          <a:p>
            <a:r>
              <a:rPr lang="en-US" sz="2200" b="1" dirty="0"/>
              <a:t>1</a:t>
            </a:r>
          </a:p>
        </p:txBody>
      </p:sp>
      <p:sp>
        <p:nvSpPr>
          <p:cNvPr id="18" name="TextBox 17">
            <a:extLst>
              <a:ext uri="{FF2B5EF4-FFF2-40B4-BE49-F238E27FC236}">
                <a16:creationId xmlns:a16="http://schemas.microsoft.com/office/drawing/2014/main" id="{3B7CC783-7EED-4D11-907B-FEFFC7C90FD2}"/>
              </a:ext>
            </a:extLst>
          </p:cNvPr>
          <p:cNvSpPr txBox="1"/>
          <p:nvPr/>
        </p:nvSpPr>
        <p:spPr>
          <a:xfrm>
            <a:off x="10080676" y="5274760"/>
            <a:ext cx="309230" cy="430887"/>
          </a:xfrm>
          <a:prstGeom prst="rect">
            <a:avLst/>
          </a:prstGeom>
          <a:noFill/>
        </p:spPr>
        <p:txBody>
          <a:bodyPr wrap="square" rtlCol="0">
            <a:spAutoFit/>
          </a:bodyPr>
          <a:lstStyle/>
          <a:p>
            <a:r>
              <a:rPr lang="en-US" sz="2200" b="1" dirty="0"/>
              <a:t>2</a:t>
            </a:r>
          </a:p>
        </p:txBody>
      </p:sp>
      <p:cxnSp>
        <p:nvCxnSpPr>
          <p:cNvPr id="4" name="Straight Arrow Connector 3"/>
          <p:cNvCxnSpPr>
            <a:stCxn id="13" idx="2"/>
          </p:cNvCxnSpPr>
          <p:nvPr/>
        </p:nvCxnSpPr>
        <p:spPr>
          <a:xfrm flipH="1">
            <a:off x="4412202" y="3644674"/>
            <a:ext cx="5841759" cy="53791"/>
          </a:xfrm>
          <a:prstGeom prst="straightConnector1">
            <a:avLst/>
          </a:prstGeom>
          <a:ln w="38100">
            <a:solidFill>
              <a:srgbClr val="FF0000"/>
            </a:solidFill>
            <a:tailEnd type="triangle"/>
          </a:ln>
        </p:spPr>
        <p:style>
          <a:lnRef idx="3">
            <a:schemeClr val="accent4"/>
          </a:lnRef>
          <a:fillRef idx="0">
            <a:schemeClr val="accent4"/>
          </a:fillRef>
          <a:effectRef idx="2">
            <a:schemeClr val="accent4"/>
          </a:effectRef>
          <a:fontRef idx="minor">
            <a:schemeClr val="tx1"/>
          </a:fontRef>
        </p:style>
      </p:cxnSp>
      <p:cxnSp>
        <p:nvCxnSpPr>
          <p:cNvPr id="22" name="Straight Arrow Connector 21"/>
          <p:cNvCxnSpPr/>
          <p:nvPr/>
        </p:nvCxnSpPr>
        <p:spPr>
          <a:xfrm flipH="1">
            <a:off x="7261934" y="5522832"/>
            <a:ext cx="2771667" cy="0"/>
          </a:xfrm>
          <a:prstGeom prst="straightConnector1">
            <a:avLst/>
          </a:prstGeom>
          <a:ln w="38100">
            <a:solidFill>
              <a:srgbClr val="FF0000"/>
            </a:solidFill>
            <a:tailEnd type="triangle"/>
          </a:ln>
        </p:spPr>
        <p:style>
          <a:lnRef idx="3">
            <a:schemeClr val="accent4"/>
          </a:lnRef>
          <a:fillRef idx="0">
            <a:schemeClr val="accent4"/>
          </a:fillRef>
          <a:effectRef idx="2">
            <a:schemeClr val="accent4"/>
          </a:effectRef>
          <a:fontRef idx="minor">
            <a:schemeClr val="tx1"/>
          </a:fontRef>
        </p:style>
      </p:cxnSp>
      <p:sp>
        <p:nvSpPr>
          <p:cNvPr id="26" name="Rectangle 25"/>
          <p:cNvSpPr/>
          <p:nvPr/>
        </p:nvSpPr>
        <p:spPr>
          <a:xfrm>
            <a:off x="10080676" y="5300681"/>
            <a:ext cx="2006354" cy="369332"/>
          </a:xfrm>
          <a:prstGeom prst="rect">
            <a:avLst/>
          </a:prstGeom>
        </p:spPr>
        <p:txBody>
          <a:bodyPr wrap="square">
            <a:spAutoFit/>
          </a:bodyPr>
          <a:lstStyle/>
          <a:p>
            <a:pPr marL="638175" indent="-638175" algn="ctr" defTabSz="685800" eaLnBrk="0" fontAlgn="base" hangingPunct="0">
              <a:spcBef>
                <a:spcPct val="0"/>
              </a:spcBef>
              <a:spcAft>
                <a:spcPct val="0"/>
              </a:spcAft>
              <a:defRPr/>
            </a:pPr>
            <a:r>
              <a:rPr lang="en-US" b="1" dirty="0" err="1">
                <a:latin typeface="Arial" panose="020B0604020202020204" pitchFamily="34" charset="0"/>
              </a:rPr>
              <a:t>Chọn</a:t>
            </a:r>
            <a:r>
              <a:rPr lang="en-US" b="1" dirty="0">
                <a:latin typeface="Arial" panose="020B0604020202020204" pitchFamily="34" charset="0"/>
              </a:rPr>
              <a:t> enable</a:t>
            </a:r>
          </a:p>
        </p:txBody>
      </p:sp>
      <p:sp>
        <p:nvSpPr>
          <p:cNvPr id="16" name="Footer Placeholder 1">
            <a:extLst>
              <a:ext uri="{FF2B5EF4-FFF2-40B4-BE49-F238E27FC236}">
                <a16:creationId xmlns:a16="http://schemas.microsoft.com/office/drawing/2014/main" id="{0B2103DF-8CF5-4CC1-9C70-93FC9CCBCD3C}"/>
              </a:ext>
            </a:extLst>
          </p:cNvPr>
          <p:cNvSpPr txBox="1">
            <a:spLocks/>
          </p:cNvSpPr>
          <p:nvPr/>
        </p:nvSpPr>
        <p:spPr bwMode="auto">
          <a:xfrm>
            <a:off x="3509963" y="6508750"/>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lang="en-US" altLang="en-US" sz="1200" dirty="0">
                <a:solidFill>
                  <a:srgbClr val="2D2D8A"/>
                </a:solidFill>
                <a:latin typeface="Times New Roman" panose="02020603050405020304" pitchFamily="18" charset="0"/>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a:t>
            </a:r>
            <a:r>
              <a:rPr kumimoji="0" lang="en-US" altLang="en-US" sz="1200" b="1" i="0" u="none" strike="noStrike" kern="1200" cap="none" spc="0" normalizeH="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CAO</a:t>
            </a:r>
            <a:endPar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26943605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4.2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Bộ</a:t>
            </a:r>
            <a:r>
              <a:rPr kumimoji="0" lang="en-US" sz="2000" b="1" i="0" u="none" strike="noStrike" kern="1200" cap="small" spc="0" normalizeH="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đếm</a:t>
            </a:r>
            <a:r>
              <a:rPr kumimoji="0" lang="en-US" sz="2000" b="1" i="0" u="none" strike="noStrike" kern="1200" cap="small" spc="0" normalizeH="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xung</a:t>
            </a:r>
            <a:r>
              <a:rPr kumimoji="0" lang="en-US" sz="2000" b="1" i="0" u="none" strike="noStrike" kern="1200" cap="small" spc="0" normalizeH="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plc s7-1200</a:t>
            </a:r>
            <a:endPar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endParaRPr>
          </a:p>
        </p:txBody>
      </p:sp>
      <p:sp>
        <p:nvSpPr>
          <p:cNvPr id="10" name="Rectangle 58">
            <a:extLst>
              <a:ext uri="{FF2B5EF4-FFF2-40B4-BE49-F238E27FC236}">
                <a16:creationId xmlns:a16="http://schemas.microsoft.com/office/drawing/2014/main" id="{5CC2B5A4-23E7-474C-93CE-A3E12399848E}"/>
              </a:ext>
            </a:extLst>
          </p:cNvPr>
          <p:cNvSpPr>
            <a:spLocks noChangeArrowheads="1"/>
          </p:cNvSpPr>
          <p:nvPr/>
        </p:nvSpPr>
        <p:spPr bwMode="auto">
          <a:xfrm>
            <a:off x="457200" y="1382713"/>
            <a:ext cx="11277600"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defTabSz="685800" eaLnBrk="0" fontAlgn="base" hangingPunct="0">
              <a:lnSpc>
                <a:spcPct val="100000"/>
              </a:lnSpc>
              <a:spcBef>
                <a:spcPct val="0"/>
              </a:spcBef>
              <a:spcAft>
                <a:spcPct val="0"/>
              </a:spcAft>
              <a:buNone/>
            </a:pPr>
            <a:r>
              <a:rPr lang="en-US" altLang="en-US" sz="1800" b="1" dirty="0">
                <a:solidFill>
                  <a:prstClr val="black"/>
                </a:solidFill>
                <a:latin typeface="Times New Roman" panose="02020603050405020304" pitchFamily="18" charset="0"/>
                <a:cs typeface="Times New Roman" panose="02020603050405020304" pitchFamily="18" charset="0"/>
              </a:rPr>
              <a:t>B</a:t>
            </a:r>
            <a:r>
              <a:rPr lang="vi-VN" altLang="en-US" sz="1800" b="1" dirty="0">
                <a:solidFill>
                  <a:prstClr val="black"/>
                </a:solidFill>
                <a:latin typeface="Times New Roman" panose="02020603050405020304" pitchFamily="18" charset="0"/>
                <a:cs typeface="Times New Roman" panose="02020603050405020304" pitchFamily="18" charset="0"/>
              </a:rPr>
              <a:t>ư</a:t>
            </a:r>
            <a:r>
              <a:rPr lang="en-US" altLang="en-US" sz="1800" b="1" dirty="0" err="1">
                <a:solidFill>
                  <a:prstClr val="black"/>
                </a:solidFill>
                <a:latin typeface="Times New Roman" panose="02020603050405020304" pitchFamily="18" charset="0"/>
                <a:cs typeface="Times New Roman" panose="02020603050405020304" pitchFamily="18" charset="0"/>
              </a:rPr>
              <a:t>ớc</a:t>
            </a:r>
            <a:r>
              <a:rPr lang="en-US" altLang="en-US" sz="1800" b="1" dirty="0">
                <a:solidFill>
                  <a:prstClr val="black"/>
                </a:solidFill>
                <a:latin typeface="Times New Roman" panose="02020603050405020304" pitchFamily="18" charset="0"/>
                <a:cs typeface="Times New Roman" panose="02020603050405020304" pitchFamily="18" charset="0"/>
              </a:rPr>
              <a:t> 2 </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Khai</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báo</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các</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thông</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số</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của</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bộ</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đếm</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trong</a:t>
            </a:r>
            <a:r>
              <a:rPr lang="en-US" altLang="en-US" sz="1800" dirty="0">
                <a:solidFill>
                  <a:prstClr val="black"/>
                </a:solidFill>
                <a:latin typeface="Times New Roman" panose="02020603050405020304" pitchFamily="18" charset="0"/>
                <a:cs typeface="Times New Roman" panose="02020603050405020304" pitchFamily="18" charset="0"/>
              </a:rPr>
              <a:t> Function </a:t>
            </a:r>
            <a:r>
              <a:rPr lang="en-US" altLang="en-US" sz="1800" dirty="0" err="1">
                <a:solidFill>
                  <a:prstClr val="black"/>
                </a:solidFill>
                <a:latin typeface="Times New Roman" panose="02020603050405020304" pitchFamily="18" charset="0"/>
                <a:cs typeface="Times New Roman" panose="02020603050405020304" pitchFamily="18" charset="0"/>
              </a:rPr>
              <a:t>Trong</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Funtion</a:t>
            </a:r>
            <a:r>
              <a:rPr lang="en-US" altLang="en-US" sz="1800" dirty="0">
                <a:solidFill>
                  <a:prstClr val="black"/>
                </a:solidFill>
                <a:latin typeface="Times New Roman" panose="02020603050405020304" pitchFamily="18" charset="0"/>
                <a:cs typeface="Times New Roman" panose="02020603050405020304" pitchFamily="18" charset="0"/>
              </a:rPr>
              <a:t>, ta </a:t>
            </a:r>
            <a:r>
              <a:rPr lang="en-US" altLang="en-US" sz="1800" dirty="0" err="1">
                <a:solidFill>
                  <a:prstClr val="black"/>
                </a:solidFill>
                <a:latin typeface="Times New Roman" panose="02020603050405020304" pitchFamily="18" charset="0"/>
                <a:cs typeface="Times New Roman" panose="02020603050405020304" pitchFamily="18" charset="0"/>
              </a:rPr>
              <a:t>chọn</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theo</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thứ</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tự</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từ</a:t>
            </a:r>
            <a:r>
              <a:rPr lang="en-US" altLang="en-US" sz="1800" dirty="0">
                <a:solidFill>
                  <a:prstClr val="black"/>
                </a:solidFill>
                <a:latin typeface="Times New Roman" panose="02020603050405020304" pitchFamily="18" charset="0"/>
                <a:cs typeface="Times New Roman" panose="02020603050405020304" pitchFamily="18" charset="0"/>
              </a:rPr>
              <a:t> 1 </a:t>
            </a:r>
            <a:r>
              <a:rPr lang="en-US" altLang="en-US" sz="1800" dirty="0" err="1">
                <a:solidFill>
                  <a:prstClr val="black"/>
                </a:solidFill>
                <a:latin typeface="Times New Roman" panose="02020603050405020304" pitchFamily="18" charset="0"/>
                <a:cs typeface="Times New Roman" panose="02020603050405020304" pitchFamily="18" charset="0"/>
              </a:rPr>
              <a:t>đến</a:t>
            </a:r>
            <a:r>
              <a:rPr lang="en-US" altLang="en-US" sz="1800" dirty="0">
                <a:solidFill>
                  <a:prstClr val="black"/>
                </a:solidFill>
                <a:latin typeface="Times New Roman" panose="02020603050405020304" pitchFamily="18" charset="0"/>
                <a:cs typeface="Times New Roman" panose="02020603050405020304" pitchFamily="18" charset="0"/>
              </a:rPr>
              <a:t> 5 </a:t>
            </a:r>
            <a:r>
              <a:rPr lang="en-US" altLang="en-US" sz="1800" dirty="0" err="1">
                <a:solidFill>
                  <a:prstClr val="black"/>
                </a:solidFill>
                <a:latin typeface="Times New Roman" panose="02020603050405020304" pitchFamily="18" charset="0"/>
                <a:cs typeface="Times New Roman" panose="02020603050405020304" pitchFamily="18" charset="0"/>
              </a:rPr>
              <a:t>như</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trong</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hình</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Loại</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tín</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hiệu</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cần</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đếm</a:t>
            </a:r>
            <a:r>
              <a:rPr lang="en-US" altLang="en-US" sz="1800" dirty="0">
                <a:solidFill>
                  <a:prstClr val="black"/>
                </a:solidFill>
                <a:latin typeface="Times New Roman" panose="02020603050405020304" pitchFamily="18" charset="0"/>
                <a:cs typeface="Times New Roman" panose="02020603050405020304" pitchFamily="18" charset="0"/>
              </a:rPr>
              <a:t>: Count </a:t>
            </a:r>
            <a:r>
              <a:rPr lang="en-US" altLang="en-US" sz="1800" dirty="0" err="1">
                <a:solidFill>
                  <a:prstClr val="black"/>
                </a:solidFill>
                <a:latin typeface="Times New Roman" panose="02020603050405020304" pitchFamily="18" charset="0"/>
                <a:cs typeface="Times New Roman" panose="02020603050405020304" pitchFamily="18" charset="0"/>
              </a:rPr>
              <a:t>đếm</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xung</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và</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Frequence</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đếm</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tần</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số</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Số</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pha</a:t>
            </a:r>
            <a:r>
              <a:rPr lang="en-US" altLang="en-US" sz="1800" dirty="0">
                <a:solidFill>
                  <a:prstClr val="black"/>
                </a:solidFill>
                <a:latin typeface="Times New Roman" panose="02020603050405020304" pitchFamily="18" charset="0"/>
                <a:cs typeface="Times New Roman" panose="02020603050405020304" pitchFamily="18" charset="0"/>
              </a:rPr>
              <a:t>: Single phase, two phase.</a:t>
            </a:r>
          </a:p>
          <a:p>
            <a:pPr algn="just" defTabSz="685800" eaLnBrk="0" fontAlgn="base" hangingPunct="0">
              <a:lnSpc>
                <a:spcPct val="100000"/>
              </a:lnSpc>
              <a:spcBef>
                <a:spcPct val="0"/>
              </a:spcBef>
              <a:spcAft>
                <a:spcPct val="0"/>
              </a:spcAft>
              <a:buNone/>
            </a:pPr>
            <a:endParaRPr lang="en-US" altLang="en-US" sz="1800" dirty="0">
              <a:solidFill>
                <a:prstClr val="black"/>
              </a:solidFill>
              <a:latin typeface="Arial" panose="020B0604020202020204" pitchFamily="34" charset="0"/>
            </a:endParaRPr>
          </a:p>
        </p:txBody>
      </p:sp>
      <p:sp>
        <p:nvSpPr>
          <p:cNvPr id="11" name="Rectangle 9">
            <a:extLst>
              <a:ext uri="{FF2B5EF4-FFF2-40B4-BE49-F238E27FC236}">
                <a16:creationId xmlns:a16="http://schemas.microsoft.com/office/drawing/2014/main" id="{D6DE7ED9-9773-42EB-AEE3-B21B04E1699A}"/>
              </a:ext>
            </a:extLst>
          </p:cNvPr>
          <p:cNvSpPr>
            <a:spLocks noChangeArrowheads="1"/>
          </p:cNvSpPr>
          <p:nvPr/>
        </p:nvSpPr>
        <p:spPr bwMode="auto">
          <a:xfrm>
            <a:off x="355019" y="947709"/>
            <a:ext cx="433239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defTabSz="685800" eaLnBrk="0" fontAlgn="base" hangingPunct="0">
              <a:lnSpc>
                <a:spcPct val="100000"/>
              </a:lnSpc>
              <a:spcBef>
                <a:spcPct val="0"/>
              </a:spcBef>
              <a:spcAft>
                <a:spcPct val="0"/>
              </a:spcAft>
              <a:buNone/>
            </a:pPr>
            <a:r>
              <a:rPr lang="en-US" altLang="en-US" sz="1800" b="1" dirty="0">
                <a:solidFill>
                  <a:prstClr val="black"/>
                </a:solidFill>
                <a:latin typeface="Times New Roman" panose="02020603050405020304" pitchFamily="18" charset="0"/>
                <a:cs typeface="Times New Roman" panose="02020603050405020304" pitchFamily="18" charset="0"/>
              </a:rPr>
              <a:t>CÁC B</a:t>
            </a:r>
            <a:r>
              <a:rPr lang="vi-VN" altLang="en-US" sz="1800" b="1" dirty="0">
                <a:solidFill>
                  <a:prstClr val="black"/>
                </a:solidFill>
                <a:latin typeface="Times New Roman" panose="02020603050405020304" pitchFamily="18" charset="0"/>
                <a:cs typeface="Times New Roman" panose="02020603050405020304" pitchFamily="18" charset="0"/>
              </a:rPr>
              <a:t>Ư</a:t>
            </a:r>
            <a:r>
              <a:rPr lang="en-US" altLang="en-US" sz="1800" b="1" dirty="0">
                <a:solidFill>
                  <a:prstClr val="black"/>
                </a:solidFill>
                <a:latin typeface="Times New Roman" panose="02020603050405020304" pitchFamily="18" charset="0"/>
                <a:cs typeface="Times New Roman" panose="02020603050405020304" pitchFamily="18" charset="0"/>
              </a:rPr>
              <a:t>ỚC KHAI BÁO HCS:</a:t>
            </a:r>
            <a:endParaRPr lang="en-US" altLang="en-US" sz="1800" b="1" dirty="0">
              <a:solidFill>
                <a:prstClr val="black"/>
              </a:solidFill>
              <a:latin typeface="Arial" panose="020B0604020202020204" pitchFamily="34" charset="0"/>
            </a:endParaRPr>
          </a:p>
        </p:txBody>
      </p:sp>
      <p:pic>
        <p:nvPicPr>
          <p:cNvPr id="12" name="Picture 62">
            <a:extLst>
              <a:ext uri="{FF2B5EF4-FFF2-40B4-BE49-F238E27FC236}">
                <a16:creationId xmlns:a16="http://schemas.microsoft.com/office/drawing/2014/main" id="{A79CFDC4-F890-4F75-A802-9A94EBAFAC57}"/>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5251"/>
          <a:stretch/>
        </p:blipFill>
        <p:spPr bwMode="auto">
          <a:xfrm>
            <a:off x="1658938" y="2090727"/>
            <a:ext cx="7908276" cy="4283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1" name="Group 20"/>
          <p:cNvGrpSpPr/>
          <p:nvPr/>
        </p:nvGrpSpPr>
        <p:grpSpPr>
          <a:xfrm>
            <a:off x="711499" y="3097235"/>
            <a:ext cx="3159165" cy="430887"/>
            <a:chOff x="711499" y="3097235"/>
            <a:chExt cx="3159165" cy="430887"/>
          </a:xfrm>
        </p:grpSpPr>
        <p:sp>
          <p:nvSpPr>
            <p:cNvPr id="14" name="TextBox 13">
              <a:extLst>
                <a:ext uri="{FF2B5EF4-FFF2-40B4-BE49-F238E27FC236}">
                  <a16:creationId xmlns:a16="http://schemas.microsoft.com/office/drawing/2014/main" id="{3B7CC783-7EED-4D11-907B-FEFFC7C90FD2}"/>
                </a:ext>
              </a:extLst>
            </p:cNvPr>
            <p:cNvSpPr txBox="1"/>
            <p:nvPr/>
          </p:nvSpPr>
          <p:spPr>
            <a:xfrm>
              <a:off x="711499" y="3097235"/>
              <a:ext cx="346570" cy="430887"/>
            </a:xfrm>
            <a:prstGeom prst="rect">
              <a:avLst/>
            </a:prstGeom>
            <a:noFill/>
          </p:spPr>
          <p:txBody>
            <a:bodyPr wrap="none" rtlCol="0">
              <a:spAutoFit/>
            </a:bodyPr>
            <a:lstStyle/>
            <a:p>
              <a:r>
                <a:rPr lang="en-US" sz="2200" b="1" dirty="0"/>
                <a:t>1</a:t>
              </a:r>
            </a:p>
          </p:txBody>
        </p:sp>
        <p:cxnSp>
          <p:nvCxnSpPr>
            <p:cNvPr id="15" name="Straight Arrow Connector 14"/>
            <p:cNvCxnSpPr/>
            <p:nvPr/>
          </p:nvCxnSpPr>
          <p:spPr>
            <a:xfrm flipV="1">
              <a:off x="1058069" y="3380908"/>
              <a:ext cx="2812595" cy="12790"/>
            </a:xfrm>
            <a:prstGeom prst="straightConnector1">
              <a:avLst/>
            </a:prstGeom>
            <a:ln w="38100">
              <a:solidFill>
                <a:srgbClr val="FF0000"/>
              </a:solidFill>
              <a:tailEnd type="triangle"/>
            </a:ln>
          </p:spPr>
          <p:style>
            <a:lnRef idx="3">
              <a:schemeClr val="accent4"/>
            </a:lnRef>
            <a:fillRef idx="0">
              <a:schemeClr val="accent4"/>
            </a:fillRef>
            <a:effectRef idx="2">
              <a:schemeClr val="accent4"/>
            </a:effectRef>
            <a:fontRef idx="minor">
              <a:schemeClr val="tx1"/>
            </a:fontRef>
          </p:style>
        </p:cxnSp>
      </p:grpSp>
      <p:sp>
        <p:nvSpPr>
          <p:cNvPr id="17" name="TextBox 16">
            <a:extLst>
              <a:ext uri="{FF2B5EF4-FFF2-40B4-BE49-F238E27FC236}">
                <a16:creationId xmlns:a16="http://schemas.microsoft.com/office/drawing/2014/main" id="{3B7CC783-7EED-4D11-907B-FEFFC7C90FD2}"/>
              </a:ext>
            </a:extLst>
          </p:cNvPr>
          <p:cNvSpPr txBox="1"/>
          <p:nvPr/>
        </p:nvSpPr>
        <p:spPr>
          <a:xfrm>
            <a:off x="9821513" y="4508431"/>
            <a:ext cx="346570" cy="430887"/>
          </a:xfrm>
          <a:prstGeom prst="rect">
            <a:avLst/>
          </a:prstGeom>
          <a:noFill/>
        </p:spPr>
        <p:txBody>
          <a:bodyPr wrap="none" rtlCol="0">
            <a:spAutoFit/>
          </a:bodyPr>
          <a:lstStyle/>
          <a:p>
            <a:r>
              <a:rPr lang="en-US" sz="2200" b="1" dirty="0"/>
              <a:t>2</a:t>
            </a:r>
          </a:p>
        </p:txBody>
      </p:sp>
      <p:cxnSp>
        <p:nvCxnSpPr>
          <p:cNvPr id="18" name="Straight Arrow Connector 17"/>
          <p:cNvCxnSpPr/>
          <p:nvPr/>
        </p:nvCxnSpPr>
        <p:spPr>
          <a:xfrm flipH="1" flipV="1">
            <a:off x="7564437" y="4913909"/>
            <a:ext cx="2511718" cy="13502"/>
          </a:xfrm>
          <a:prstGeom prst="straightConnector1">
            <a:avLst/>
          </a:prstGeom>
          <a:ln w="38100">
            <a:solidFill>
              <a:srgbClr val="FF0000"/>
            </a:solidFill>
            <a:tailEnd type="triangle"/>
          </a:ln>
        </p:spPr>
        <p:style>
          <a:lnRef idx="3">
            <a:schemeClr val="accent4"/>
          </a:lnRef>
          <a:fillRef idx="0">
            <a:schemeClr val="accent4"/>
          </a:fillRef>
          <a:effectRef idx="2">
            <a:schemeClr val="accent4"/>
          </a:effectRef>
          <a:fontRef idx="minor">
            <a:schemeClr val="tx1"/>
          </a:fontRef>
        </p:style>
      </p:cxnSp>
      <p:sp>
        <p:nvSpPr>
          <p:cNvPr id="22" name="TextBox 21">
            <a:extLst>
              <a:ext uri="{FF2B5EF4-FFF2-40B4-BE49-F238E27FC236}">
                <a16:creationId xmlns:a16="http://schemas.microsoft.com/office/drawing/2014/main" id="{3B7CC783-7EED-4D11-907B-FEFFC7C90FD2}"/>
              </a:ext>
            </a:extLst>
          </p:cNvPr>
          <p:cNvSpPr txBox="1"/>
          <p:nvPr/>
        </p:nvSpPr>
        <p:spPr>
          <a:xfrm>
            <a:off x="9821513" y="5204198"/>
            <a:ext cx="346570" cy="430887"/>
          </a:xfrm>
          <a:prstGeom prst="rect">
            <a:avLst/>
          </a:prstGeom>
          <a:noFill/>
        </p:spPr>
        <p:txBody>
          <a:bodyPr wrap="none" rtlCol="0">
            <a:spAutoFit/>
          </a:bodyPr>
          <a:lstStyle/>
          <a:p>
            <a:r>
              <a:rPr lang="en-US" sz="2200" b="1" dirty="0"/>
              <a:t>4</a:t>
            </a:r>
          </a:p>
        </p:txBody>
      </p:sp>
      <p:cxnSp>
        <p:nvCxnSpPr>
          <p:cNvPr id="26" name="Straight Arrow Connector 25"/>
          <p:cNvCxnSpPr/>
          <p:nvPr/>
        </p:nvCxnSpPr>
        <p:spPr>
          <a:xfrm flipH="1" flipV="1">
            <a:off x="7564437" y="5609676"/>
            <a:ext cx="2511718" cy="13502"/>
          </a:xfrm>
          <a:prstGeom prst="straightConnector1">
            <a:avLst/>
          </a:prstGeom>
          <a:ln w="38100">
            <a:solidFill>
              <a:srgbClr val="FF0000"/>
            </a:solidFill>
            <a:tailEnd type="triangle"/>
          </a:ln>
        </p:spPr>
        <p:style>
          <a:lnRef idx="3">
            <a:schemeClr val="accent4"/>
          </a:lnRef>
          <a:fillRef idx="0">
            <a:schemeClr val="accent4"/>
          </a:fillRef>
          <a:effectRef idx="2">
            <a:schemeClr val="accent4"/>
          </a:effectRef>
          <a:fontRef idx="minor">
            <a:schemeClr val="tx1"/>
          </a:fontRef>
        </p:style>
      </p:cxnSp>
      <p:sp>
        <p:nvSpPr>
          <p:cNvPr id="27" name="TextBox 26">
            <a:extLst>
              <a:ext uri="{FF2B5EF4-FFF2-40B4-BE49-F238E27FC236}">
                <a16:creationId xmlns:a16="http://schemas.microsoft.com/office/drawing/2014/main" id="{3B7CC783-7EED-4D11-907B-FEFFC7C90FD2}"/>
              </a:ext>
            </a:extLst>
          </p:cNvPr>
          <p:cNvSpPr txBox="1"/>
          <p:nvPr/>
        </p:nvSpPr>
        <p:spPr>
          <a:xfrm>
            <a:off x="766391" y="4685732"/>
            <a:ext cx="346570" cy="430887"/>
          </a:xfrm>
          <a:prstGeom prst="rect">
            <a:avLst/>
          </a:prstGeom>
          <a:noFill/>
        </p:spPr>
        <p:txBody>
          <a:bodyPr wrap="none" rtlCol="0">
            <a:spAutoFit/>
          </a:bodyPr>
          <a:lstStyle/>
          <a:p>
            <a:r>
              <a:rPr lang="en-US" sz="2200" b="1" dirty="0"/>
              <a:t>3</a:t>
            </a:r>
          </a:p>
        </p:txBody>
      </p:sp>
      <p:cxnSp>
        <p:nvCxnSpPr>
          <p:cNvPr id="28" name="Straight Arrow Connector 27"/>
          <p:cNvCxnSpPr/>
          <p:nvPr/>
        </p:nvCxnSpPr>
        <p:spPr>
          <a:xfrm flipV="1">
            <a:off x="1104033" y="5093224"/>
            <a:ext cx="4249202" cy="9127"/>
          </a:xfrm>
          <a:prstGeom prst="straightConnector1">
            <a:avLst/>
          </a:prstGeom>
          <a:ln w="38100">
            <a:solidFill>
              <a:srgbClr val="FF0000"/>
            </a:solidFill>
            <a:tailEnd type="triangle"/>
          </a:ln>
        </p:spPr>
        <p:style>
          <a:lnRef idx="3">
            <a:schemeClr val="accent4"/>
          </a:lnRef>
          <a:fillRef idx="0">
            <a:schemeClr val="accent4"/>
          </a:fillRef>
          <a:effectRef idx="2">
            <a:schemeClr val="accent4"/>
          </a:effectRef>
          <a:fontRef idx="minor">
            <a:schemeClr val="tx1"/>
          </a:fontRef>
        </p:style>
      </p:cxnSp>
      <p:sp>
        <p:nvSpPr>
          <p:cNvPr id="29" name="TextBox 28">
            <a:extLst>
              <a:ext uri="{FF2B5EF4-FFF2-40B4-BE49-F238E27FC236}">
                <a16:creationId xmlns:a16="http://schemas.microsoft.com/office/drawing/2014/main" id="{3B7CC783-7EED-4D11-907B-FEFFC7C90FD2}"/>
              </a:ext>
            </a:extLst>
          </p:cNvPr>
          <p:cNvSpPr txBox="1"/>
          <p:nvPr/>
        </p:nvSpPr>
        <p:spPr>
          <a:xfrm>
            <a:off x="766391" y="5400983"/>
            <a:ext cx="346570" cy="430887"/>
          </a:xfrm>
          <a:prstGeom prst="rect">
            <a:avLst/>
          </a:prstGeom>
          <a:noFill/>
        </p:spPr>
        <p:txBody>
          <a:bodyPr wrap="none" rtlCol="0">
            <a:spAutoFit/>
          </a:bodyPr>
          <a:lstStyle/>
          <a:p>
            <a:r>
              <a:rPr lang="en-US" sz="2200" b="1" dirty="0"/>
              <a:t>5</a:t>
            </a:r>
          </a:p>
        </p:txBody>
      </p:sp>
      <p:cxnSp>
        <p:nvCxnSpPr>
          <p:cNvPr id="30" name="Straight Arrow Connector 29"/>
          <p:cNvCxnSpPr/>
          <p:nvPr/>
        </p:nvCxnSpPr>
        <p:spPr>
          <a:xfrm flipV="1">
            <a:off x="1104033" y="5705378"/>
            <a:ext cx="3982872" cy="24722"/>
          </a:xfrm>
          <a:prstGeom prst="straightConnector1">
            <a:avLst/>
          </a:prstGeom>
          <a:ln w="38100">
            <a:solidFill>
              <a:srgbClr val="FF0000"/>
            </a:solidFill>
            <a:tailEnd type="triangle"/>
          </a:ln>
        </p:spPr>
        <p:style>
          <a:lnRef idx="3">
            <a:schemeClr val="accent4"/>
          </a:lnRef>
          <a:fillRef idx="0">
            <a:schemeClr val="accent4"/>
          </a:fillRef>
          <a:effectRef idx="2">
            <a:schemeClr val="accent4"/>
          </a:effectRef>
          <a:fontRef idx="minor">
            <a:schemeClr val="tx1"/>
          </a:fontRef>
        </p:style>
      </p:cxnSp>
      <p:sp>
        <p:nvSpPr>
          <p:cNvPr id="25" name="Footer Placeholder 1">
            <a:extLst>
              <a:ext uri="{FF2B5EF4-FFF2-40B4-BE49-F238E27FC236}">
                <a16:creationId xmlns:a16="http://schemas.microsoft.com/office/drawing/2014/main" id="{CB051089-AE14-4A15-8846-0F11E43A69BA}"/>
              </a:ext>
            </a:extLst>
          </p:cNvPr>
          <p:cNvSpPr txBox="1">
            <a:spLocks/>
          </p:cNvSpPr>
          <p:nvPr/>
        </p:nvSpPr>
        <p:spPr bwMode="auto">
          <a:xfrm>
            <a:off x="3509963" y="6508750"/>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lang="en-US" altLang="en-US" sz="1200" dirty="0">
                <a:solidFill>
                  <a:srgbClr val="2D2D8A"/>
                </a:solidFill>
                <a:latin typeface="Times New Roman" panose="02020603050405020304" pitchFamily="18" charset="0"/>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a:t>
            </a:r>
            <a:r>
              <a:rPr kumimoji="0" lang="en-US" altLang="en-US" sz="1200" b="1" i="0" u="none" strike="noStrike" kern="1200" cap="none" spc="0" normalizeH="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CAO</a:t>
            </a:r>
            <a:endPar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1881569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4.2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Bộ</a:t>
            </a:r>
            <a:r>
              <a:rPr kumimoji="0" lang="en-US" sz="2000" b="1" i="0" u="none" strike="noStrike" kern="1200" cap="small" spc="0" normalizeH="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đếm</a:t>
            </a:r>
            <a:r>
              <a:rPr kumimoji="0" lang="en-US" sz="2000" b="1" i="0" u="none" strike="noStrike" kern="1200" cap="small" spc="0" normalizeH="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xung</a:t>
            </a:r>
            <a:r>
              <a:rPr kumimoji="0" lang="en-US" sz="2000" b="1" i="0" u="none" strike="noStrike" kern="1200" cap="small" spc="0" normalizeH="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plc s7-1200</a:t>
            </a:r>
            <a:endPar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endParaRPr>
          </a:p>
        </p:txBody>
      </p:sp>
      <p:sp>
        <p:nvSpPr>
          <p:cNvPr id="10" name="Rectangle 58">
            <a:extLst>
              <a:ext uri="{FF2B5EF4-FFF2-40B4-BE49-F238E27FC236}">
                <a16:creationId xmlns:a16="http://schemas.microsoft.com/office/drawing/2014/main" id="{56F3A24F-005B-4436-B1D5-6046F4B4B3B3}"/>
              </a:ext>
            </a:extLst>
          </p:cNvPr>
          <p:cNvSpPr>
            <a:spLocks noChangeArrowheads="1"/>
          </p:cNvSpPr>
          <p:nvPr/>
        </p:nvSpPr>
        <p:spPr bwMode="auto">
          <a:xfrm>
            <a:off x="457200" y="1329740"/>
            <a:ext cx="793908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defTabSz="685800" eaLnBrk="0" fontAlgn="base" hangingPunct="0">
              <a:lnSpc>
                <a:spcPct val="100000"/>
              </a:lnSpc>
              <a:spcBef>
                <a:spcPct val="0"/>
              </a:spcBef>
              <a:spcAft>
                <a:spcPct val="0"/>
              </a:spcAft>
              <a:buNone/>
            </a:pPr>
            <a:r>
              <a:rPr lang="en-US" altLang="en-US" sz="1800" b="1" dirty="0">
                <a:solidFill>
                  <a:prstClr val="black"/>
                </a:solidFill>
                <a:latin typeface="Times New Roman" panose="02020603050405020304" pitchFamily="18" charset="0"/>
                <a:cs typeface="Times New Roman" panose="02020603050405020304" pitchFamily="18" charset="0"/>
              </a:rPr>
              <a:t>B</a:t>
            </a:r>
            <a:r>
              <a:rPr lang="vi-VN" altLang="en-US" sz="1800" b="1" dirty="0">
                <a:solidFill>
                  <a:prstClr val="black"/>
                </a:solidFill>
                <a:latin typeface="Times New Roman" panose="02020603050405020304" pitchFamily="18" charset="0"/>
                <a:cs typeface="Times New Roman" panose="02020603050405020304" pitchFamily="18" charset="0"/>
              </a:rPr>
              <a:t>ư</a:t>
            </a:r>
            <a:r>
              <a:rPr lang="en-US" altLang="en-US" sz="1800" b="1" dirty="0" err="1">
                <a:solidFill>
                  <a:prstClr val="black"/>
                </a:solidFill>
                <a:latin typeface="Times New Roman" panose="02020603050405020304" pitchFamily="18" charset="0"/>
                <a:cs typeface="Times New Roman" panose="02020603050405020304" pitchFamily="18" charset="0"/>
              </a:rPr>
              <a:t>ớc</a:t>
            </a:r>
            <a:r>
              <a:rPr lang="en-US" altLang="en-US" sz="1800" b="1" dirty="0">
                <a:solidFill>
                  <a:prstClr val="black"/>
                </a:solidFill>
                <a:latin typeface="Times New Roman" panose="02020603050405020304" pitchFamily="18" charset="0"/>
                <a:cs typeface="Times New Roman" panose="02020603050405020304" pitchFamily="18" charset="0"/>
              </a:rPr>
              <a:t> 3 </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Khai</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báo</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các</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thông</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số</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trong</a:t>
            </a:r>
            <a:r>
              <a:rPr lang="en-US" altLang="en-US" sz="1800" dirty="0">
                <a:solidFill>
                  <a:prstClr val="black"/>
                </a:solidFill>
                <a:latin typeface="Times New Roman" panose="02020603050405020304" pitchFamily="18" charset="0"/>
                <a:cs typeface="Times New Roman" panose="02020603050405020304" pitchFamily="18" charset="0"/>
              </a:rPr>
              <a:t> Reset initial value</a:t>
            </a:r>
          </a:p>
        </p:txBody>
      </p:sp>
      <p:sp>
        <p:nvSpPr>
          <p:cNvPr id="11" name="Rectangle 9">
            <a:extLst>
              <a:ext uri="{FF2B5EF4-FFF2-40B4-BE49-F238E27FC236}">
                <a16:creationId xmlns:a16="http://schemas.microsoft.com/office/drawing/2014/main" id="{D6DE7ED9-9773-42EB-AEE3-B21B04E1699A}"/>
              </a:ext>
            </a:extLst>
          </p:cNvPr>
          <p:cNvSpPr>
            <a:spLocks noChangeArrowheads="1"/>
          </p:cNvSpPr>
          <p:nvPr/>
        </p:nvSpPr>
        <p:spPr bwMode="auto">
          <a:xfrm>
            <a:off x="355019" y="947709"/>
            <a:ext cx="433239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defTabSz="685800" eaLnBrk="0" fontAlgn="base" hangingPunct="0">
              <a:lnSpc>
                <a:spcPct val="100000"/>
              </a:lnSpc>
              <a:spcBef>
                <a:spcPct val="0"/>
              </a:spcBef>
              <a:spcAft>
                <a:spcPct val="0"/>
              </a:spcAft>
              <a:buNone/>
            </a:pPr>
            <a:r>
              <a:rPr lang="en-US" altLang="en-US" sz="1800" b="1" dirty="0">
                <a:solidFill>
                  <a:prstClr val="black"/>
                </a:solidFill>
                <a:latin typeface="Times New Roman" panose="02020603050405020304" pitchFamily="18" charset="0"/>
                <a:cs typeface="Times New Roman" panose="02020603050405020304" pitchFamily="18" charset="0"/>
              </a:rPr>
              <a:t>CÁC B</a:t>
            </a:r>
            <a:r>
              <a:rPr lang="vi-VN" altLang="en-US" sz="1800" b="1" dirty="0">
                <a:solidFill>
                  <a:prstClr val="black"/>
                </a:solidFill>
                <a:latin typeface="Times New Roman" panose="02020603050405020304" pitchFamily="18" charset="0"/>
                <a:cs typeface="Times New Roman" panose="02020603050405020304" pitchFamily="18" charset="0"/>
              </a:rPr>
              <a:t>Ư</a:t>
            </a:r>
            <a:r>
              <a:rPr lang="en-US" altLang="en-US" sz="1800" b="1" dirty="0">
                <a:solidFill>
                  <a:prstClr val="black"/>
                </a:solidFill>
                <a:latin typeface="Times New Roman" panose="02020603050405020304" pitchFamily="18" charset="0"/>
                <a:cs typeface="Times New Roman" panose="02020603050405020304" pitchFamily="18" charset="0"/>
              </a:rPr>
              <a:t>ỚC KHAI BÁO HCS:</a:t>
            </a:r>
            <a:endParaRPr lang="en-US" altLang="en-US" sz="1800" b="1" dirty="0">
              <a:solidFill>
                <a:prstClr val="black"/>
              </a:solidFill>
              <a:latin typeface="Arial" panose="020B0604020202020204" pitchFamily="34" charset="0"/>
            </a:endParaRPr>
          </a:p>
        </p:txBody>
      </p:sp>
      <p:pic>
        <p:nvPicPr>
          <p:cNvPr id="12" name="Picture 23">
            <a:extLst>
              <a:ext uri="{FF2B5EF4-FFF2-40B4-BE49-F238E27FC236}">
                <a16:creationId xmlns:a16="http://schemas.microsoft.com/office/drawing/2014/main" id="{9C859CD3-C029-4B5B-BB65-A6118D789ADB}"/>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5629"/>
          <a:stretch/>
        </p:blipFill>
        <p:spPr bwMode="auto">
          <a:xfrm>
            <a:off x="1713228" y="1804987"/>
            <a:ext cx="8100367" cy="45780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3" name="Group 12"/>
          <p:cNvGrpSpPr/>
          <p:nvPr/>
        </p:nvGrpSpPr>
        <p:grpSpPr>
          <a:xfrm>
            <a:off x="1118586" y="4721848"/>
            <a:ext cx="4225771" cy="430887"/>
            <a:chOff x="711499" y="3097235"/>
            <a:chExt cx="3159165" cy="430887"/>
          </a:xfrm>
        </p:grpSpPr>
        <p:sp>
          <p:nvSpPr>
            <p:cNvPr id="14" name="TextBox 13">
              <a:extLst>
                <a:ext uri="{FF2B5EF4-FFF2-40B4-BE49-F238E27FC236}">
                  <a16:creationId xmlns:a16="http://schemas.microsoft.com/office/drawing/2014/main" id="{3B7CC783-7EED-4D11-907B-FEFFC7C90FD2}"/>
                </a:ext>
              </a:extLst>
            </p:cNvPr>
            <p:cNvSpPr txBox="1"/>
            <p:nvPr/>
          </p:nvSpPr>
          <p:spPr>
            <a:xfrm>
              <a:off x="711499" y="3097235"/>
              <a:ext cx="346570" cy="430887"/>
            </a:xfrm>
            <a:prstGeom prst="rect">
              <a:avLst/>
            </a:prstGeom>
            <a:noFill/>
          </p:spPr>
          <p:txBody>
            <a:bodyPr wrap="none" rtlCol="0">
              <a:spAutoFit/>
            </a:bodyPr>
            <a:lstStyle/>
            <a:p>
              <a:r>
                <a:rPr lang="en-US" sz="2200" b="1" dirty="0"/>
                <a:t>1</a:t>
              </a:r>
            </a:p>
          </p:txBody>
        </p:sp>
        <p:cxnSp>
          <p:nvCxnSpPr>
            <p:cNvPr id="15" name="Straight Arrow Connector 14"/>
            <p:cNvCxnSpPr/>
            <p:nvPr/>
          </p:nvCxnSpPr>
          <p:spPr>
            <a:xfrm flipV="1">
              <a:off x="1058069" y="3380908"/>
              <a:ext cx="2812595" cy="12790"/>
            </a:xfrm>
            <a:prstGeom prst="straightConnector1">
              <a:avLst/>
            </a:prstGeom>
            <a:ln w="38100">
              <a:solidFill>
                <a:srgbClr val="FF0000"/>
              </a:solidFill>
              <a:tailEnd type="triangle"/>
            </a:ln>
          </p:spPr>
          <p:style>
            <a:lnRef idx="3">
              <a:schemeClr val="accent4"/>
            </a:lnRef>
            <a:fillRef idx="0">
              <a:schemeClr val="accent4"/>
            </a:fillRef>
            <a:effectRef idx="2">
              <a:schemeClr val="accent4"/>
            </a:effectRef>
            <a:fontRef idx="minor">
              <a:schemeClr val="tx1"/>
            </a:fontRef>
          </p:style>
        </p:cxnSp>
      </p:grpSp>
      <p:grpSp>
        <p:nvGrpSpPr>
          <p:cNvPr id="16" name="Group 15"/>
          <p:cNvGrpSpPr/>
          <p:nvPr/>
        </p:nvGrpSpPr>
        <p:grpSpPr>
          <a:xfrm>
            <a:off x="7812351" y="4802867"/>
            <a:ext cx="2478876" cy="430887"/>
            <a:chOff x="-1420807" y="3097235"/>
            <a:chExt cx="2478876" cy="430887"/>
          </a:xfrm>
        </p:grpSpPr>
        <p:sp>
          <p:nvSpPr>
            <p:cNvPr id="17" name="TextBox 16">
              <a:extLst>
                <a:ext uri="{FF2B5EF4-FFF2-40B4-BE49-F238E27FC236}">
                  <a16:creationId xmlns:a16="http://schemas.microsoft.com/office/drawing/2014/main" id="{3B7CC783-7EED-4D11-907B-FEFFC7C90FD2}"/>
                </a:ext>
              </a:extLst>
            </p:cNvPr>
            <p:cNvSpPr txBox="1"/>
            <p:nvPr/>
          </p:nvSpPr>
          <p:spPr>
            <a:xfrm>
              <a:off x="711499" y="3097235"/>
              <a:ext cx="346570" cy="430887"/>
            </a:xfrm>
            <a:prstGeom prst="rect">
              <a:avLst/>
            </a:prstGeom>
            <a:noFill/>
          </p:spPr>
          <p:txBody>
            <a:bodyPr wrap="none" rtlCol="0">
              <a:spAutoFit/>
            </a:bodyPr>
            <a:lstStyle/>
            <a:p>
              <a:r>
                <a:rPr lang="en-US" sz="2200" b="1" dirty="0"/>
                <a:t>2</a:t>
              </a:r>
            </a:p>
          </p:txBody>
        </p:sp>
        <p:cxnSp>
          <p:nvCxnSpPr>
            <p:cNvPr id="18" name="Straight Arrow Connector 17"/>
            <p:cNvCxnSpPr/>
            <p:nvPr/>
          </p:nvCxnSpPr>
          <p:spPr>
            <a:xfrm flipH="1">
              <a:off x="-1420807" y="3447103"/>
              <a:ext cx="2132306" cy="0"/>
            </a:xfrm>
            <a:prstGeom prst="straightConnector1">
              <a:avLst/>
            </a:prstGeom>
            <a:ln w="38100">
              <a:solidFill>
                <a:srgbClr val="FF0000"/>
              </a:solidFill>
              <a:tailEnd type="triangle"/>
            </a:ln>
          </p:spPr>
          <p:style>
            <a:lnRef idx="3">
              <a:schemeClr val="accent4"/>
            </a:lnRef>
            <a:fillRef idx="0">
              <a:schemeClr val="accent4"/>
            </a:fillRef>
            <a:effectRef idx="2">
              <a:schemeClr val="accent4"/>
            </a:effectRef>
            <a:fontRef idx="minor">
              <a:schemeClr val="tx1"/>
            </a:fontRef>
          </p:style>
        </p:cxnSp>
      </p:grpSp>
      <p:sp>
        <p:nvSpPr>
          <p:cNvPr id="19" name="Footer Placeholder 1">
            <a:extLst>
              <a:ext uri="{FF2B5EF4-FFF2-40B4-BE49-F238E27FC236}">
                <a16:creationId xmlns:a16="http://schemas.microsoft.com/office/drawing/2014/main" id="{C305447E-CD86-4C97-85DA-09D52B72DF9F}"/>
              </a:ext>
            </a:extLst>
          </p:cNvPr>
          <p:cNvSpPr txBox="1">
            <a:spLocks/>
          </p:cNvSpPr>
          <p:nvPr/>
        </p:nvSpPr>
        <p:spPr bwMode="auto">
          <a:xfrm>
            <a:off x="3509963" y="6508750"/>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lang="en-US" altLang="en-US" sz="1200" dirty="0">
                <a:solidFill>
                  <a:srgbClr val="2D2D8A"/>
                </a:solidFill>
                <a:latin typeface="Times New Roman" panose="02020603050405020304" pitchFamily="18" charset="0"/>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a:t>
            </a:r>
            <a:r>
              <a:rPr kumimoji="0" lang="en-US" altLang="en-US" sz="1200" b="1" i="0" u="none" strike="noStrike" kern="1200" cap="none" spc="0" normalizeH="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CAO</a:t>
            </a:r>
            <a:endPar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39191870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4.2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Bộ</a:t>
            </a:r>
            <a:r>
              <a:rPr kumimoji="0" lang="en-US" sz="2000" b="1" i="0" u="none" strike="noStrike" kern="1200" cap="small" spc="0" normalizeH="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đếm</a:t>
            </a:r>
            <a:r>
              <a:rPr kumimoji="0" lang="en-US" sz="2000" b="1" i="0" u="none" strike="noStrike" kern="1200" cap="small" spc="0" normalizeH="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xung</a:t>
            </a:r>
            <a:r>
              <a:rPr kumimoji="0" lang="en-US" sz="2000" b="1" i="0" u="none" strike="noStrike" kern="1200" cap="small" spc="0" normalizeH="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plc s7-1200</a:t>
            </a:r>
            <a:endPar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endParaRPr>
          </a:p>
        </p:txBody>
      </p:sp>
      <p:pic>
        <p:nvPicPr>
          <p:cNvPr id="10" name="Picture 10">
            <a:extLst>
              <a:ext uri="{FF2B5EF4-FFF2-40B4-BE49-F238E27FC236}">
                <a16:creationId xmlns:a16="http://schemas.microsoft.com/office/drawing/2014/main" id="{2E5B9C74-FA21-49A6-8F81-D763E635025F}"/>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5453"/>
          <a:stretch/>
        </p:blipFill>
        <p:spPr bwMode="auto">
          <a:xfrm>
            <a:off x="1798953" y="1807369"/>
            <a:ext cx="7966483" cy="45723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ectangle 58">
            <a:extLst>
              <a:ext uri="{FF2B5EF4-FFF2-40B4-BE49-F238E27FC236}">
                <a16:creationId xmlns:a16="http://schemas.microsoft.com/office/drawing/2014/main" id="{814EBC21-0440-4AE7-957C-6AA91F2ECC41}"/>
              </a:ext>
            </a:extLst>
          </p:cNvPr>
          <p:cNvSpPr>
            <a:spLocks noChangeArrowheads="1"/>
          </p:cNvSpPr>
          <p:nvPr/>
        </p:nvSpPr>
        <p:spPr bwMode="auto">
          <a:xfrm>
            <a:off x="457200" y="1313321"/>
            <a:ext cx="793908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defTabSz="685800" eaLnBrk="0" fontAlgn="base" hangingPunct="0">
              <a:lnSpc>
                <a:spcPct val="100000"/>
              </a:lnSpc>
              <a:spcBef>
                <a:spcPct val="0"/>
              </a:spcBef>
              <a:spcAft>
                <a:spcPct val="0"/>
              </a:spcAft>
              <a:buNone/>
            </a:pPr>
            <a:r>
              <a:rPr lang="en-US" altLang="en-US" sz="1800" b="1" dirty="0">
                <a:solidFill>
                  <a:prstClr val="black"/>
                </a:solidFill>
                <a:latin typeface="Times New Roman" panose="02020603050405020304" pitchFamily="18" charset="0"/>
                <a:cs typeface="Times New Roman" panose="02020603050405020304" pitchFamily="18" charset="0"/>
              </a:rPr>
              <a:t>B</a:t>
            </a:r>
            <a:r>
              <a:rPr lang="vi-VN" altLang="en-US" sz="1800" b="1" dirty="0">
                <a:solidFill>
                  <a:prstClr val="black"/>
                </a:solidFill>
                <a:latin typeface="Times New Roman" panose="02020603050405020304" pitchFamily="18" charset="0"/>
                <a:cs typeface="Times New Roman" panose="02020603050405020304" pitchFamily="18" charset="0"/>
              </a:rPr>
              <a:t>ư</a:t>
            </a:r>
            <a:r>
              <a:rPr lang="en-US" altLang="en-US" sz="1800" b="1" dirty="0" err="1">
                <a:solidFill>
                  <a:prstClr val="black"/>
                </a:solidFill>
                <a:latin typeface="Times New Roman" panose="02020603050405020304" pitchFamily="18" charset="0"/>
                <a:cs typeface="Times New Roman" panose="02020603050405020304" pitchFamily="18" charset="0"/>
              </a:rPr>
              <a:t>ớc</a:t>
            </a:r>
            <a:r>
              <a:rPr lang="en-US" altLang="en-US" sz="1800" b="1" dirty="0">
                <a:solidFill>
                  <a:prstClr val="black"/>
                </a:solidFill>
                <a:latin typeface="Times New Roman" panose="02020603050405020304" pitchFamily="18" charset="0"/>
                <a:cs typeface="Times New Roman" panose="02020603050405020304" pitchFamily="18" charset="0"/>
              </a:rPr>
              <a:t> 4 </a:t>
            </a:r>
            <a:r>
              <a:rPr lang="en-US" altLang="en-US" sz="1800" dirty="0">
                <a:solidFill>
                  <a:prstClr val="black"/>
                </a:solidFill>
                <a:latin typeface="Times New Roman" panose="02020603050405020304" pitchFamily="18" charset="0"/>
                <a:cs typeface="Times New Roman" panose="02020603050405020304" pitchFamily="18" charset="0"/>
              </a:rPr>
              <a:t>:</a:t>
            </a:r>
            <a:r>
              <a:rPr lang="en-US" altLang="en-US" sz="1800" dirty="0" err="1">
                <a:solidFill>
                  <a:prstClr val="black"/>
                </a:solidFill>
                <a:latin typeface="Times New Roman" panose="02020603050405020304" pitchFamily="18" charset="0"/>
                <a:cs typeface="Times New Roman" panose="02020603050405020304" pitchFamily="18" charset="0"/>
              </a:rPr>
              <a:t>Khai</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báo</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thông</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số</a:t>
            </a:r>
            <a:r>
              <a:rPr lang="en-US" altLang="en-US" sz="1800" dirty="0">
                <a:solidFill>
                  <a:prstClr val="black"/>
                </a:solidFill>
                <a:latin typeface="Times New Roman" panose="02020603050405020304" pitchFamily="18" charset="0"/>
                <a:cs typeface="Times New Roman" panose="02020603050405020304" pitchFamily="18" charset="0"/>
              </a:rPr>
              <a:t> Event </a:t>
            </a:r>
            <a:r>
              <a:rPr lang="en-US" altLang="en-US" sz="1800" dirty="0" err="1">
                <a:solidFill>
                  <a:prstClr val="black"/>
                </a:solidFill>
                <a:latin typeface="Times New Roman" panose="02020603050405020304" pitchFamily="18" charset="0"/>
                <a:cs typeface="Times New Roman" panose="02020603050405020304" pitchFamily="18" charset="0"/>
              </a:rPr>
              <a:t>configuation</a:t>
            </a:r>
            <a:r>
              <a:rPr lang="en-US" altLang="en-US" sz="1800" dirty="0">
                <a:solidFill>
                  <a:prstClr val="black"/>
                </a:solidFill>
                <a:latin typeface="Times New Roman" panose="02020603050405020304" pitchFamily="18" charset="0"/>
                <a:cs typeface="Times New Roman" panose="02020603050405020304" pitchFamily="18" charset="0"/>
              </a:rPr>
              <a:t>.</a:t>
            </a:r>
          </a:p>
        </p:txBody>
      </p:sp>
      <p:sp>
        <p:nvSpPr>
          <p:cNvPr id="12" name="Rectangle 9">
            <a:extLst>
              <a:ext uri="{FF2B5EF4-FFF2-40B4-BE49-F238E27FC236}">
                <a16:creationId xmlns:a16="http://schemas.microsoft.com/office/drawing/2014/main" id="{D6DE7ED9-9773-42EB-AEE3-B21B04E1699A}"/>
              </a:ext>
            </a:extLst>
          </p:cNvPr>
          <p:cNvSpPr>
            <a:spLocks noChangeArrowheads="1"/>
          </p:cNvSpPr>
          <p:nvPr/>
        </p:nvSpPr>
        <p:spPr bwMode="auto">
          <a:xfrm>
            <a:off x="355019" y="947709"/>
            <a:ext cx="433239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defTabSz="685800" eaLnBrk="0" fontAlgn="base" hangingPunct="0">
              <a:lnSpc>
                <a:spcPct val="100000"/>
              </a:lnSpc>
              <a:spcBef>
                <a:spcPct val="0"/>
              </a:spcBef>
              <a:spcAft>
                <a:spcPct val="0"/>
              </a:spcAft>
              <a:buNone/>
            </a:pPr>
            <a:r>
              <a:rPr lang="en-US" altLang="en-US" sz="1800" b="1" dirty="0">
                <a:solidFill>
                  <a:prstClr val="black"/>
                </a:solidFill>
                <a:latin typeface="Times New Roman" panose="02020603050405020304" pitchFamily="18" charset="0"/>
                <a:cs typeface="Times New Roman" panose="02020603050405020304" pitchFamily="18" charset="0"/>
              </a:rPr>
              <a:t>CÁC B</a:t>
            </a:r>
            <a:r>
              <a:rPr lang="vi-VN" altLang="en-US" sz="1800" b="1" dirty="0">
                <a:solidFill>
                  <a:prstClr val="black"/>
                </a:solidFill>
                <a:latin typeface="Times New Roman" panose="02020603050405020304" pitchFamily="18" charset="0"/>
                <a:cs typeface="Times New Roman" panose="02020603050405020304" pitchFamily="18" charset="0"/>
              </a:rPr>
              <a:t>Ư</a:t>
            </a:r>
            <a:r>
              <a:rPr lang="en-US" altLang="en-US" sz="1800" b="1" dirty="0">
                <a:solidFill>
                  <a:prstClr val="black"/>
                </a:solidFill>
                <a:latin typeface="Times New Roman" panose="02020603050405020304" pitchFamily="18" charset="0"/>
                <a:cs typeface="Times New Roman" panose="02020603050405020304" pitchFamily="18" charset="0"/>
              </a:rPr>
              <a:t>ỚC KHAI BÁO HCS:</a:t>
            </a:r>
            <a:endParaRPr lang="en-US" altLang="en-US" sz="1800" b="1" dirty="0">
              <a:solidFill>
                <a:prstClr val="black"/>
              </a:solidFill>
              <a:latin typeface="Arial" panose="020B0604020202020204" pitchFamily="34" charset="0"/>
            </a:endParaRPr>
          </a:p>
        </p:txBody>
      </p:sp>
      <p:grpSp>
        <p:nvGrpSpPr>
          <p:cNvPr id="13" name="Group 12"/>
          <p:cNvGrpSpPr/>
          <p:nvPr/>
        </p:nvGrpSpPr>
        <p:grpSpPr>
          <a:xfrm>
            <a:off x="1216683" y="4892901"/>
            <a:ext cx="4225771" cy="430887"/>
            <a:chOff x="711499" y="3097235"/>
            <a:chExt cx="3159165" cy="430887"/>
          </a:xfrm>
        </p:grpSpPr>
        <p:sp>
          <p:nvSpPr>
            <p:cNvPr id="14" name="TextBox 13">
              <a:extLst>
                <a:ext uri="{FF2B5EF4-FFF2-40B4-BE49-F238E27FC236}">
                  <a16:creationId xmlns:a16="http://schemas.microsoft.com/office/drawing/2014/main" id="{3B7CC783-7EED-4D11-907B-FEFFC7C90FD2}"/>
                </a:ext>
              </a:extLst>
            </p:cNvPr>
            <p:cNvSpPr txBox="1"/>
            <p:nvPr/>
          </p:nvSpPr>
          <p:spPr>
            <a:xfrm>
              <a:off x="711499" y="3097235"/>
              <a:ext cx="346570" cy="430887"/>
            </a:xfrm>
            <a:prstGeom prst="rect">
              <a:avLst/>
            </a:prstGeom>
            <a:noFill/>
          </p:spPr>
          <p:txBody>
            <a:bodyPr wrap="none" rtlCol="0">
              <a:spAutoFit/>
            </a:bodyPr>
            <a:lstStyle/>
            <a:p>
              <a:r>
                <a:rPr lang="en-US" sz="2200" b="1" dirty="0"/>
                <a:t>1</a:t>
              </a:r>
            </a:p>
          </p:txBody>
        </p:sp>
        <p:cxnSp>
          <p:nvCxnSpPr>
            <p:cNvPr id="15" name="Straight Arrow Connector 14"/>
            <p:cNvCxnSpPr/>
            <p:nvPr/>
          </p:nvCxnSpPr>
          <p:spPr>
            <a:xfrm flipV="1">
              <a:off x="1058069" y="3380908"/>
              <a:ext cx="2812595" cy="12790"/>
            </a:xfrm>
            <a:prstGeom prst="straightConnector1">
              <a:avLst/>
            </a:prstGeom>
            <a:ln w="38100">
              <a:solidFill>
                <a:srgbClr val="FF0000"/>
              </a:solidFill>
              <a:tailEnd type="triangle"/>
            </a:ln>
          </p:spPr>
          <p:style>
            <a:lnRef idx="3">
              <a:schemeClr val="accent4"/>
            </a:lnRef>
            <a:fillRef idx="0">
              <a:schemeClr val="accent4"/>
            </a:fillRef>
            <a:effectRef idx="2">
              <a:schemeClr val="accent4"/>
            </a:effectRef>
            <a:fontRef idx="minor">
              <a:schemeClr val="tx1"/>
            </a:fontRef>
          </p:style>
        </p:cxnSp>
      </p:grpSp>
      <p:grpSp>
        <p:nvGrpSpPr>
          <p:cNvPr id="16" name="Group 15"/>
          <p:cNvGrpSpPr/>
          <p:nvPr/>
        </p:nvGrpSpPr>
        <p:grpSpPr>
          <a:xfrm>
            <a:off x="6738151" y="4961130"/>
            <a:ext cx="3553076" cy="430887"/>
            <a:chOff x="-2495007" y="3255498"/>
            <a:chExt cx="3553076" cy="430887"/>
          </a:xfrm>
        </p:grpSpPr>
        <p:sp>
          <p:nvSpPr>
            <p:cNvPr id="17" name="TextBox 16">
              <a:extLst>
                <a:ext uri="{FF2B5EF4-FFF2-40B4-BE49-F238E27FC236}">
                  <a16:creationId xmlns:a16="http://schemas.microsoft.com/office/drawing/2014/main" id="{3B7CC783-7EED-4D11-907B-FEFFC7C90FD2}"/>
                </a:ext>
              </a:extLst>
            </p:cNvPr>
            <p:cNvSpPr txBox="1"/>
            <p:nvPr/>
          </p:nvSpPr>
          <p:spPr>
            <a:xfrm>
              <a:off x="711499" y="3255498"/>
              <a:ext cx="346570" cy="430887"/>
            </a:xfrm>
            <a:prstGeom prst="rect">
              <a:avLst/>
            </a:prstGeom>
            <a:noFill/>
          </p:spPr>
          <p:txBody>
            <a:bodyPr wrap="none" rtlCol="0">
              <a:spAutoFit/>
            </a:bodyPr>
            <a:lstStyle/>
            <a:p>
              <a:r>
                <a:rPr lang="en-US" sz="2200" b="1" dirty="0"/>
                <a:t>2</a:t>
              </a:r>
            </a:p>
          </p:txBody>
        </p:sp>
        <p:cxnSp>
          <p:nvCxnSpPr>
            <p:cNvPr id="18" name="Straight Arrow Connector 17"/>
            <p:cNvCxnSpPr/>
            <p:nvPr/>
          </p:nvCxnSpPr>
          <p:spPr>
            <a:xfrm flipH="1">
              <a:off x="-2495007" y="3606236"/>
              <a:ext cx="3206506" cy="23839"/>
            </a:xfrm>
            <a:prstGeom prst="straightConnector1">
              <a:avLst/>
            </a:prstGeom>
            <a:ln w="38100">
              <a:solidFill>
                <a:srgbClr val="FF0000"/>
              </a:solidFill>
              <a:tailEnd type="triangle"/>
            </a:ln>
          </p:spPr>
          <p:style>
            <a:lnRef idx="3">
              <a:schemeClr val="accent4"/>
            </a:lnRef>
            <a:fillRef idx="0">
              <a:schemeClr val="accent4"/>
            </a:fillRef>
            <a:effectRef idx="2">
              <a:schemeClr val="accent4"/>
            </a:effectRef>
            <a:fontRef idx="minor">
              <a:schemeClr val="tx1"/>
            </a:fontRef>
          </p:style>
        </p:cxnSp>
      </p:grpSp>
      <p:sp>
        <p:nvSpPr>
          <p:cNvPr id="19" name="Footer Placeholder 1">
            <a:extLst>
              <a:ext uri="{FF2B5EF4-FFF2-40B4-BE49-F238E27FC236}">
                <a16:creationId xmlns:a16="http://schemas.microsoft.com/office/drawing/2014/main" id="{DC3C2935-BC93-4AAC-9965-EE17CEC7814C}"/>
              </a:ext>
            </a:extLst>
          </p:cNvPr>
          <p:cNvSpPr txBox="1">
            <a:spLocks/>
          </p:cNvSpPr>
          <p:nvPr/>
        </p:nvSpPr>
        <p:spPr bwMode="auto">
          <a:xfrm>
            <a:off x="3509963" y="6508750"/>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lang="en-US" altLang="en-US" sz="1200" dirty="0">
                <a:solidFill>
                  <a:srgbClr val="2D2D8A"/>
                </a:solidFill>
                <a:latin typeface="Times New Roman" panose="02020603050405020304" pitchFamily="18" charset="0"/>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a:t>
            </a:r>
            <a:r>
              <a:rPr kumimoji="0" lang="en-US" altLang="en-US" sz="1200" b="1" i="0" u="none" strike="noStrike" kern="1200" cap="none" spc="0" normalizeH="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CAO</a:t>
            </a:r>
            <a:endPar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2427042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4.2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Bộ</a:t>
            </a:r>
            <a:r>
              <a:rPr kumimoji="0" lang="en-US" sz="2000" b="1" i="0" u="none" strike="noStrike" kern="1200" cap="small" spc="0" normalizeH="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đếm</a:t>
            </a:r>
            <a:r>
              <a:rPr kumimoji="0" lang="en-US" sz="2000" b="1" i="0" u="none" strike="noStrike" kern="1200" cap="small" spc="0" normalizeH="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xung</a:t>
            </a:r>
            <a:r>
              <a:rPr kumimoji="0" lang="en-US" sz="2000" b="1" i="0" u="none" strike="noStrike" kern="1200" cap="small" spc="0" normalizeH="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plc s7-1200</a:t>
            </a:r>
            <a:endPar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endParaRPr>
          </a:p>
        </p:txBody>
      </p:sp>
      <p:sp>
        <p:nvSpPr>
          <p:cNvPr id="10" name="Rectangle 58">
            <a:extLst>
              <a:ext uri="{FF2B5EF4-FFF2-40B4-BE49-F238E27FC236}">
                <a16:creationId xmlns:a16="http://schemas.microsoft.com/office/drawing/2014/main" id="{6663CF4E-3408-4CAF-84B6-C08A0C61D202}"/>
              </a:ext>
            </a:extLst>
          </p:cNvPr>
          <p:cNvSpPr>
            <a:spLocks noChangeArrowheads="1"/>
          </p:cNvSpPr>
          <p:nvPr/>
        </p:nvSpPr>
        <p:spPr bwMode="auto">
          <a:xfrm>
            <a:off x="451127" y="1280566"/>
            <a:ext cx="793908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defTabSz="685800" eaLnBrk="0" fontAlgn="base" hangingPunct="0">
              <a:lnSpc>
                <a:spcPct val="100000"/>
              </a:lnSpc>
              <a:spcBef>
                <a:spcPct val="0"/>
              </a:spcBef>
              <a:spcAft>
                <a:spcPct val="0"/>
              </a:spcAft>
              <a:buNone/>
            </a:pPr>
            <a:r>
              <a:rPr lang="en-US" altLang="en-US" sz="1800" b="1">
                <a:solidFill>
                  <a:prstClr val="black"/>
                </a:solidFill>
                <a:latin typeface="Times New Roman" panose="02020603050405020304" pitchFamily="18" charset="0"/>
                <a:cs typeface="Times New Roman" panose="02020603050405020304" pitchFamily="18" charset="0"/>
              </a:rPr>
              <a:t>B</a:t>
            </a:r>
            <a:r>
              <a:rPr lang="vi-VN" altLang="en-US" sz="1800" b="1">
                <a:solidFill>
                  <a:prstClr val="black"/>
                </a:solidFill>
                <a:latin typeface="Times New Roman" panose="02020603050405020304" pitchFamily="18" charset="0"/>
                <a:cs typeface="Times New Roman" panose="02020603050405020304" pitchFamily="18" charset="0"/>
              </a:rPr>
              <a:t>ư</a:t>
            </a:r>
            <a:r>
              <a:rPr lang="en-US" altLang="en-US" sz="1800" b="1">
                <a:solidFill>
                  <a:prstClr val="black"/>
                </a:solidFill>
                <a:latin typeface="Times New Roman" panose="02020603050405020304" pitchFamily="18" charset="0"/>
                <a:cs typeface="Times New Roman" panose="02020603050405020304" pitchFamily="18" charset="0"/>
              </a:rPr>
              <a:t>ớc 5 </a:t>
            </a:r>
            <a:r>
              <a:rPr lang="en-US" altLang="en-US" sz="1800">
                <a:solidFill>
                  <a:prstClr val="black"/>
                </a:solidFill>
                <a:latin typeface="Times New Roman" panose="02020603050405020304" pitchFamily="18" charset="0"/>
                <a:cs typeface="Times New Roman" panose="02020603050405020304" pitchFamily="18" charset="0"/>
              </a:rPr>
              <a:t>:Thông số trong Hardware input.</a:t>
            </a:r>
          </a:p>
        </p:txBody>
      </p:sp>
      <p:pic>
        <p:nvPicPr>
          <p:cNvPr id="11" name="Picture 11">
            <a:extLst>
              <a:ext uri="{FF2B5EF4-FFF2-40B4-BE49-F238E27FC236}">
                <a16:creationId xmlns:a16="http://schemas.microsoft.com/office/drawing/2014/main" id="{06169364-6730-4597-9FB7-55DCC071246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58938" y="1862593"/>
            <a:ext cx="8505994" cy="43623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Rectangle 9">
            <a:extLst>
              <a:ext uri="{FF2B5EF4-FFF2-40B4-BE49-F238E27FC236}">
                <a16:creationId xmlns:a16="http://schemas.microsoft.com/office/drawing/2014/main" id="{D6DE7ED9-9773-42EB-AEE3-B21B04E1699A}"/>
              </a:ext>
            </a:extLst>
          </p:cNvPr>
          <p:cNvSpPr>
            <a:spLocks noChangeArrowheads="1"/>
          </p:cNvSpPr>
          <p:nvPr/>
        </p:nvSpPr>
        <p:spPr bwMode="auto">
          <a:xfrm>
            <a:off x="355019" y="947709"/>
            <a:ext cx="433239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defTabSz="685800" eaLnBrk="0" fontAlgn="base" hangingPunct="0">
              <a:lnSpc>
                <a:spcPct val="100000"/>
              </a:lnSpc>
              <a:spcBef>
                <a:spcPct val="0"/>
              </a:spcBef>
              <a:spcAft>
                <a:spcPct val="0"/>
              </a:spcAft>
              <a:buNone/>
            </a:pPr>
            <a:r>
              <a:rPr lang="en-US" altLang="en-US" sz="1800" b="1" dirty="0">
                <a:solidFill>
                  <a:prstClr val="black"/>
                </a:solidFill>
                <a:latin typeface="Times New Roman" panose="02020603050405020304" pitchFamily="18" charset="0"/>
                <a:cs typeface="Times New Roman" panose="02020603050405020304" pitchFamily="18" charset="0"/>
              </a:rPr>
              <a:t>CÁC B</a:t>
            </a:r>
            <a:r>
              <a:rPr lang="vi-VN" altLang="en-US" sz="1800" b="1" dirty="0">
                <a:solidFill>
                  <a:prstClr val="black"/>
                </a:solidFill>
                <a:latin typeface="Times New Roman" panose="02020603050405020304" pitchFamily="18" charset="0"/>
                <a:cs typeface="Times New Roman" panose="02020603050405020304" pitchFamily="18" charset="0"/>
              </a:rPr>
              <a:t>Ư</a:t>
            </a:r>
            <a:r>
              <a:rPr lang="en-US" altLang="en-US" sz="1800" b="1" dirty="0">
                <a:solidFill>
                  <a:prstClr val="black"/>
                </a:solidFill>
                <a:latin typeface="Times New Roman" panose="02020603050405020304" pitchFamily="18" charset="0"/>
                <a:cs typeface="Times New Roman" panose="02020603050405020304" pitchFamily="18" charset="0"/>
              </a:rPr>
              <a:t>ỚC KHAI BÁO HCS:</a:t>
            </a:r>
            <a:endParaRPr lang="en-US" altLang="en-US" sz="1800" b="1" dirty="0">
              <a:solidFill>
                <a:prstClr val="black"/>
              </a:solidFill>
              <a:latin typeface="Arial" panose="020B0604020202020204" pitchFamily="34" charset="0"/>
            </a:endParaRPr>
          </a:p>
        </p:txBody>
      </p:sp>
      <p:sp>
        <p:nvSpPr>
          <p:cNvPr id="13" name="Footer Placeholder 1">
            <a:extLst>
              <a:ext uri="{FF2B5EF4-FFF2-40B4-BE49-F238E27FC236}">
                <a16:creationId xmlns:a16="http://schemas.microsoft.com/office/drawing/2014/main" id="{A6FFCA4F-06EA-4F20-B906-6BD46853CD16}"/>
              </a:ext>
            </a:extLst>
          </p:cNvPr>
          <p:cNvSpPr txBox="1">
            <a:spLocks/>
          </p:cNvSpPr>
          <p:nvPr/>
        </p:nvSpPr>
        <p:spPr bwMode="auto">
          <a:xfrm>
            <a:off x="3509963" y="6508750"/>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lang="en-US" altLang="en-US" sz="1200" dirty="0">
                <a:solidFill>
                  <a:srgbClr val="2D2D8A"/>
                </a:solidFill>
                <a:latin typeface="Times New Roman" panose="02020603050405020304" pitchFamily="18" charset="0"/>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a:t>
            </a:r>
            <a:r>
              <a:rPr kumimoji="0" lang="en-US" altLang="en-US" sz="1200" b="1" i="0" u="none" strike="noStrike" kern="1200" cap="none" spc="0" normalizeH="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CAO</a:t>
            </a:r>
            <a:endPar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17943725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4.2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Bộ</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đếm</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xung</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plc s7-1200</a:t>
            </a:r>
          </a:p>
        </p:txBody>
      </p:sp>
      <p:sp>
        <p:nvSpPr>
          <p:cNvPr id="12" name="Rectangle 9">
            <a:extLst>
              <a:ext uri="{FF2B5EF4-FFF2-40B4-BE49-F238E27FC236}">
                <a16:creationId xmlns:a16="http://schemas.microsoft.com/office/drawing/2014/main" id="{D6DE7ED9-9773-42EB-AEE3-B21B04E1699A}"/>
              </a:ext>
            </a:extLst>
          </p:cNvPr>
          <p:cNvSpPr>
            <a:spLocks noChangeArrowheads="1"/>
          </p:cNvSpPr>
          <p:nvPr/>
        </p:nvSpPr>
        <p:spPr bwMode="auto">
          <a:xfrm>
            <a:off x="355019" y="947709"/>
            <a:ext cx="433239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tabLst/>
              <a:defRPr/>
            </a:pPr>
            <a:r>
              <a:rPr kumimoji="0" lang="en-US"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CÁC B</a:t>
            </a:r>
            <a:r>
              <a:rPr kumimoji="0" lang="vi-VN"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Ư</a:t>
            </a:r>
            <a:r>
              <a:rPr kumimoji="0" lang="en-US"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ỚC KHAI BÁO HCS:</a:t>
            </a:r>
            <a:endParaRPr kumimoji="0" lang="en-US" altLang="en-US" sz="1800" b="1"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13" name="Rectangle 58">
            <a:extLst>
              <a:ext uri="{FF2B5EF4-FFF2-40B4-BE49-F238E27FC236}">
                <a16:creationId xmlns:a16="http://schemas.microsoft.com/office/drawing/2014/main" id="{D677AC92-0237-4610-8486-2095894317F5}"/>
              </a:ext>
            </a:extLst>
          </p:cNvPr>
          <p:cNvSpPr>
            <a:spLocks noChangeArrowheads="1"/>
          </p:cNvSpPr>
          <p:nvPr/>
        </p:nvSpPr>
        <p:spPr bwMode="auto">
          <a:xfrm>
            <a:off x="457200" y="1366038"/>
            <a:ext cx="793908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defTabSz="685800" eaLnBrk="0" fontAlgn="base" hangingPunct="0">
              <a:lnSpc>
                <a:spcPct val="100000"/>
              </a:lnSpc>
              <a:spcBef>
                <a:spcPct val="0"/>
              </a:spcBef>
              <a:spcAft>
                <a:spcPct val="0"/>
              </a:spcAft>
              <a:buNone/>
            </a:pPr>
            <a:r>
              <a:rPr lang="en-US" altLang="en-US" sz="1800" b="1" dirty="0">
                <a:solidFill>
                  <a:prstClr val="black"/>
                </a:solidFill>
                <a:latin typeface="Times New Roman" panose="02020603050405020304" pitchFamily="18" charset="0"/>
                <a:cs typeface="Times New Roman" panose="02020603050405020304" pitchFamily="18" charset="0"/>
              </a:rPr>
              <a:t>B</a:t>
            </a:r>
            <a:r>
              <a:rPr lang="vi-VN" altLang="en-US" sz="1800" b="1" dirty="0">
                <a:solidFill>
                  <a:prstClr val="black"/>
                </a:solidFill>
                <a:latin typeface="Times New Roman" panose="02020603050405020304" pitchFamily="18" charset="0"/>
                <a:cs typeface="Times New Roman" panose="02020603050405020304" pitchFamily="18" charset="0"/>
              </a:rPr>
              <a:t>ư</a:t>
            </a:r>
            <a:r>
              <a:rPr lang="en-US" altLang="en-US" sz="1800" b="1" dirty="0" err="1">
                <a:solidFill>
                  <a:prstClr val="black"/>
                </a:solidFill>
                <a:latin typeface="Times New Roman" panose="02020603050405020304" pitchFamily="18" charset="0"/>
                <a:cs typeface="Times New Roman" panose="02020603050405020304" pitchFamily="18" charset="0"/>
              </a:rPr>
              <a:t>ớc</a:t>
            </a:r>
            <a:r>
              <a:rPr lang="en-US" altLang="en-US" sz="1800" b="1" dirty="0">
                <a:solidFill>
                  <a:prstClr val="black"/>
                </a:solidFill>
                <a:latin typeface="Times New Roman" panose="02020603050405020304" pitchFamily="18" charset="0"/>
                <a:cs typeface="Times New Roman" panose="02020603050405020304" pitchFamily="18" charset="0"/>
              </a:rPr>
              <a:t> 6 </a:t>
            </a:r>
            <a:r>
              <a:rPr lang="en-US" altLang="en-US" sz="1800" dirty="0">
                <a:solidFill>
                  <a:prstClr val="black"/>
                </a:solidFill>
                <a:latin typeface="Times New Roman" panose="02020603050405020304" pitchFamily="18" charset="0"/>
                <a:cs typeface="Times New Roman" panose="02020603050405020304" pitchFamily="18" charset="0"/>
              </a:rPr>
              <a:t>:</a:t>
            </a:r>
            <a:r>
              <a:rPr lang="en-US" altLang="en-US" sz="1800" dirty="0" err="1">
                <a:solidFill>
                  <a:prstClr val="black"/>
                </a:solidFill>
                <a:latin typeface="Times New Roman" panose="02020603050405020304" pitchFamily="18" charset="0"/>
                <a:cs typeface="Times New Roman" panose="02020603050405020304" pitchFamily="18" charset="0"/>
              </a:rPr>
              <a:t>Thông</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số</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trong</a:t>
            </a:r>
            <a:r>
              <a:rPr lang="en-US" altLang="en-US" sz="1800" dirty="0">
                <a:solidFill>
                  <a:prstClr val="black"/>
                </a:solidFill>
                <a:latin typeface="Times New Roman" panose="02020603050405020304" pitchFamily="18" charset="0"/>
                <a:cs typeface="Times New Roman" panose="02020603050405020304" pitchFamily="18" charset="0"/>
              </a:rPr>
              <a:t> I/O Addresses.</a:t>
            </a:r>
          </a:p>
        </p:txBody>
      </p:sp>
      <p:pic>
        <p:nvPicPr>
          <p:cNvPr id="14" name="Picture 10">
            <a:extLst>
              <a:ext uri="{FF2B5EF4-FFF2-40B4-BE49-F238E27FC236}">
                <a16:creationId xmlns:a16="http://schemas.microsoft.com/office/drawing/2014/main" id="{9680A969-B7E7-4755-B440-6D0645F3A8D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97862" y="1834498"/>
            <a:ext cx="8752930" cy="4309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Footer Placeholder 1">
            <a:extLst>
              <a:ext uri="{FF2B5EF4-FFF2-40B4-BE49-F238E27FC236}">
                <a16:creationId xmlns:a16="http://schemas.microsoft.com/office/drawing/2014/main" id="{6DF22C68-B26F-444E-9AB0-3B2E7E0B9453}"/>
              </a:ext>
            </a:extLst>
          </p:cNvPr>
          <p:cNvSpPr txBox="1">
            <a:spLocks/>
          </p:cNvSpPr>
          <p:nvPr/>
        </p:nvSpPr>
        <p:spPr bwMode="auto">
          <a:xfrm>
            <a:off x="3509963" y="6508750"/>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lang="en-US" altLang="en-US" sz="1200" dirty="0">
                <a:solidFill>
                  <a:srgbClr val="2D2D8A"/>
                </a:solidFill>
                <a:latin typeface="Times New Roman" panose="02020603050405020304" pitchFamily="18" charset="0"/>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a:t>
            </a:r>
            <a:r>
              <a:rPr kumimoji="0" lang="en-US" altLang="en-US" sz="1200" b="1" i="0" u="none" strike="noStrike" kern="1200" cap="none" spc="0" normalizeH="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CAO</a:t>
            </a:r>
            <a:endPar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6213543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4.2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Bộ</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đếm</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xung</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plc s7-1200</a:t>
            </a:r>
          </a:p>
        </p:txBody>
      </p:sp>
      <p:sp>
        <p:nvSpPr>
          <p:cNvPr id="12" name="Rectangle 9">
            <a:extLst>
              <a:ext uri="{FF2B5EF4-FFF2-40B4-BE49-F238E27FC236}">
                <a16:creationId xmlns:a16="http://schemas.microsoft.com/office/drawing/2014/main" id="{D6DE7ED9-9773-42EB-AEE3-B21B04E1699A}"/>
              </a:ext>
            </a:extLst>
          </p:cNvPr>
          <p:cNvSpPr>
            <a:spLocks noChangeArrowheads="1"/>
          </p:cNvSpPr>
          <p:nvPr/>
        </p:nvSpPr>
        <p:spPr bwMode="auto">
          <a:xfrm>
            <a:off x="355019" y="947709"/>
            <a:ext cx="433239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tabLst/>
              <a:defRPr/>
            </a:pPr>
            <a:r>
              <a:rPr kumimoji="0" lang="en-US"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CÁC B</a:t>
            </a:r>
            <a:r>
              <a:rPr kumimoji="0" lang="vi-VN"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Ư</a:t>
            </a:r>
            <a:r>
              <a:rPr kumimoji="0" lang="en-US"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ỚC KHAI BÁO HCS:</a:t>
            </a:r>
            <a:endParaRPr kumimoji="0" lang="en-US" altLang="en-US" sz="1800" b="1"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8" name="Rectangle 58">
            <a:extLst>
              <a:ext uri="{FF2B5EF4-FFF2-40B4-BE49-F238E27FC236}">
                <a16:creationId xmlns:a16="http://schemas.microsoft.com/office/drawing/2014/main" id="{B6B422DF-4229-45D8-8D72-143671D4DA8F}"/>
              </a:ext>
            </a:extLst>
          </p:cNvPr>
          <p:cNvSpPr>
            <a:spLocks noChangeArrowheads="1"/>
          </p:cNvSpPr>
          <p:nvPr/>
        </p:nvSpPr>
        <p:spPr bwMode="auto">
          <a:xfrm>
            <a:off x="457200" y="1343812"/>
            <a:ext cx="793908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defTabSz="685800" eaLnBrk="0" fontAlgn="base" hangingPunct="0">
              <a:lnSpc>
                <a:spcPct val="100000"/>
              </a:lnSpc>
              <a:spcBef>
                <a:spcPct val="0"/>
              </a:spcBef>
              <a:spcAft>
                <a:spcPct val="0"/>
              </a:spcAft>
              <a:buNone/>
            </a:pPr>
            <a:r>
              <a:rPr lang="en-US" altLang="en-US" sz="1800" b="1" dirty="0">
                <a:solidFill>
                  <a:prstClr val="black"/>
                </a:solidFill>
                <a:latin typeface="Times New Roman" panose="02020603050405020304" pitchFamily="18" charset="0"/>
                <a:cs typeface="Times New Roman" panose="02020603050405020304" pitchFamily="18" charset="0"/>
              </a:rPr>
              <a:t>B</a:t>
            </a:r>
            <a:r>
              <a:rPr lang="vi-VN" altLang="en-US" sz="1800" b="1" dirty="0">
                <a:solidFill>
                  <a:prstClr val="black"/>
                </a:solidFill>
                <a:latin typeface="Times New Roman" panose="02020603050405020304" pitchFamily="18" charset="0"/>
                <a:cs typeface="Times New Roman" panose="02020603050405020304" pitchFamily="18" charset="0"/>
              </a:rPr>
              <a:t>ư</a:t>
            </a:r>
            <a:r>
              <a:rPr lang="en-US" altLang="en-US" sz="1800" b="1" dirty="0" err="1">
                <a:solidFill>
                  <a:prstClr val="black"/>
                </a:solidFill>
                <a:latin typeface="Times New Roman" panose="02020603050405020304" pitchFamily="18" charset="0"/>
                <a:cs typeface="Times New Roman" panose="02020603050405020304" pitchFamily="18" charset="0"/>
              </a:rPr>
              <a:t>ớc</a:t>
            </a:r>
            <a:r>
              <a:rPr lang="en-US" altLang="en-US" sz="1800" b="1" dirty="0">
                <a:solidFill>
                  <a:prstClr val="black"/>
                </a:solidFill>
                <a:latin typeface="Times New Roman" panose="02020603050405020304" pitchFamily="18" charset="0"/>
                <a:cs typeface="Times New Roman" panose="02020603050405020304" pitchFamily="18" charset="0"/>
              </a:rPr>
              <a:t> 7</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Thông</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số</a:t>
            </a:r>
            <a:r>
              <a:rPr lang="en-US" altLang="en-US" sz="1800" dirty="0">
                <a:solidFill>
                  <a:prstClr val="black"/>
                </a:solidFill>
                <a:latin typeface="Times New Roman" panose="02020603050405020304" pitchFamily="18" charset="0"/>
                <a:cs typeface="Times New Roman" panose="02020603050405020304" pitchFamily="18" charset="0"/>
              </a:rPr>
              <a:t> Hardware identifier.</a:t>
            </a:r>
          </a:p>
        </p:txBody>
      </p:sp>
      <p:pic>
        <p:nvPicPr>
          <p:cNvPr id="10" name="Picture 11">
            <a:extLst>
              <a:ext uri="{FF2B5EF4-FFF2-40B4-BE49-F238E27FC236}">
                <a16:creationId xmlns:a16="http://schemas.microsoft.com/office/drawing/2014/main" id="{8B3EFD08-DBD2-4CCF-8E89-5300C6CC902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68382" y="1797780"/>
            <a:ext cx="8820926" cy="44609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1">
            <a:extLst>
              <a:ext uri="{FF2B5EF4-FFF2-40B4-BE49-F238E27FC236}">
                <a16:creationId xmlns:a16="http://schemas.microsoft.com/office/drawing/2014/main" id="{460CAF54-160A-4279-998A-9C1F7395BB3C}"/>
              </a:ext>
            </a:extLst>
          </p:cNvPr>
          <p:cNvSpPr txBox="1">
            <a:spLocks/>
          </p:cNvSpPr>
          <p:nvPr/>
        </p:nvSpPr>
        <p:spPr bwMode="auto">
          <a:xfrm>
            <a:off x="3509963" y="6508750"/>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lang="en-US" altLang="en-US" sz="1200" dirty="0">
                <a:solidFill>
                  <a:srgbClr val="2D2D8A"/>
                </a:solidFill>
                <a:latin typeface="Times New Roman" panose="02020603050405020304" pitchFamily="18" charset="0"/>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a:t>
            </a:r>
            <a:r>
              <a:rPr kumimoji="0" lang="en-US" altLang="en-US" sz="1200" b="1" i="0" u="none" strike="noStrike" kern="1200" cap="none" spc="0" normalizeH="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CAO</a:t>
            </a:r>
            <a:endPar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36925911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4.2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Bộ</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đếm</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xung</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plc s7-1200</a:t>
            </a:r>
          </a:p>
        </p:txBody>
      </p:sp>
      <p:sp>
        <p:nvSpPr>
          <p:cNvPr id="12" name="Rectangle 9">
            <a:extLst>
              <a:ext uri="{FF2B5EF4-FFF2-40B4-BE49-F238E27FC236}">
                <a16:creationId xmlns:a16="http://schemas.microsoft.com/office/drawing/2014/main" id="{D6DE7ED9-9773-42EB-AEE3-B21B04E1699A}"/>
              </a:ext>
            </a:extLst>
          </p:cNvPr>
          <p:cNvSpPr>
            <a:spLocks noChangeArrowheads="1"/>
          </p:cNvSpPr>
          <p:nvPr/>
        </p:nvSpPr>
        <p:spPr bwMode="auto">
          <a:xfrm>
            <a:off x="355019" y="947709"/>
            <a:ext cx="433239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tabLst/>
              <a:defRPr/>
            </a:pPr>
            <a:r>
              <a:rPr kumimoji="0" lang="en-US"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CÁC B</a:t>
            </a:r>
            <a:r>
              <a:rPr kumimoji="0" lang="vi-VN"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Ư</a:t>
            </a:r>
            <a:r>
              <a:rPr kumimoji="0" lang="en-US"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ỚC KHAI BÁO HCS:</a:t>
            </a:r>
            <a:endParaRPr kumimoji="0" lang="en-US" altLang="en-US" sz="1800" b="1"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8" name="Rectangle 58">
            <a:extLst>
              <a:ext uri="{FF2B5EF4-FFF2-40B4-BE49-F238E27FC236}">
                <a16:creationId xmlns:a16="http://schemas.microsoft.com/office/drawing/2014/main" id="{533AF3CB-BA5F-47B2-9B16-E99599EA84AC}"/>
              </a:ext>
            </a:extLst>
          </p:cNvPr>
          <p:cNvSpPr>
            <a:spLocks noChangeArrowheads="1"/>
          </p:cNvSpPr>
          <p:nvPr/>
        </p:nvSpPr>
        <p:spPr bwMode="auto">
          <a:xfrm>
            <a:off x="457200" y="1338359"/>
            <a:ext cx="1047121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defTabSz="685800" eaLnBrk="0" fontAlgn="base" hangingPunct="0">
              <a:lnSpc>
                <a:spcPct val="100000"/>
              </a:lnSpc>
              <a:spcBef>
                <a:spcPct val="0"/>
              </a:spcBef>
              <a:spcAft>
                <a:spcPct val="0"/>
              </a:spcAft>
              <a:buNone/>
            </a:pPr>
            <a:r>
              <a:rPr lang="en-US" altLang="en-US" sz="1800" b="1" dirty="0">
                <a:solidFill>
                  <a:prstClr val="black"/>
                </a:solidFill>
                <a:latin typeface="Times New Roman" panose="02020603050405020304" pitchFamily="18" charset="0"/>
                <a:cs typeface="Times New Roman" panose="02020603050405020304" pitchFamily="18" charset="0"/>
              </a:rPr>
              <a:t>B</a:t>
            </a:r>
            <a:r>
              <a:rPr lang="vi-VN" altLang="en-US" sz="1800" b="1" dirty="0">
                <a:solidFill>
                  <a:prstClr val="black"/>
                </a:solidFill>
                <a:latin typeface="Times New Roman" panose="02020603050405020304" pitchFamily="18" charset="0"/>
                <a:cs typeface="Times New Roman" panose="02020603050405020304" pitchFamily="18" charset="0"/>
              </a:rPr>
              <a:t>ư</a:t>
            </a:r>
            <a:r>
              <a:rPr lang="en-US" altLang="en-US" sz="1800" b="1" dirty="0" err="1">
                <a:solidFill>
                  <a:prstClr val="black"/>
                </a:solidFill>
                <a:latin typeface="Times New Roman" panose="02020603050405020304" pitchFamily="18" charset="0"/>
                <a:cs typeface="Times New Roman" panose="02020603050405020304" pitchFamily="18" charset="0"/>
              </a:rPr>
              <a:t>ớc</a:t>
            </a:r>
            <a:r>
              <a:rPr lang="en-US" altLang="en-US" sz="1800" b="1" dirty="0">
                <a:solidFill>
                  <a:prstClr val="black"/>
                </a:solidFill>
                <a:latin typeface="Times New Roman" panose="02020603050405020304" pitchFamily="18" charset="0"/>
                <a:cs typeface="Times New Roman" panose="02020603050405020304" pitchFamily="18" charset="0"/>
              </a:rPr>
              <a:t> 8</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Sau</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khi</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khai</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báo</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các</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thông</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số</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cho</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phần</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cứng</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vào</a:t>
            </a:r>
            <a:r>
              <a:rPr lang="en-US" altLang="en-US" sz="1800" dirty="0">
                <a:solidFill>
                  <a:prstClr val="black"/>
                </a:solidFill>
                <a:latin typeface="Times New Roman" panose="02020603050405020304" pitchFamily="18" charset="0"/>
                <a:cs typeface="Times New Roman" panose="02020603050405020304" pitchFamily="18" charset="0"/>
              </a:rPr>
              <a:t> OB1 </a:t>
            </a:r>
            <a:r>
              <a:rPr lang="en-US" altLang="en-US" sz="1800" dirty="0" err="1">
                <a:solidFill>
                  <a:prstClr val="black"/>
                </a:solidFill>
                <a:latin typeface="Times New Roman" panose="02020603050405020304" pitchFamily="18" charset="0"/>
                <a:cs typeface="Times New Roman" panose="02020603050405020304" pitchFamily="18" charset="0"/>
              </a:rPr>
              <a:t>để</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viết</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ch</a:t>
            </a:r>
            <a:r>
              <a:rPr lang="vi-VN" altLang="en-US" sz="1800" dirty="0">
                <a:solidFill>
                  <a:prstClr val="black"/>
                </a:solidFill>
                <a:latin typeface="Times New Roman" panose="02020603050405020304" pitchFamily="18" charset="0"/>
                <a:cs typeface="Times New Roman" panose="02020603050405020304" pitchFamily="18" charset="0"/>
              </a:rPr>
              <a:t>ư</a:t>
            </a:r>
            <a:r>
              <a:rPr lang="en-US" altLang="en-US" sz="1800" dirty="0" err="1">
                <a:solidFill>
                  <a:prstClr val="black"/>
                </a:solidFill>
                <a:latin typeface="Times New Roman" panose="02020603050405020304" pitchFamily="18" charset="0"/>
                <a:cs typeface="Times New Roman" panose="02020603050405020304" pitchFamily="18" charset="0"/>
              </a:rPr>
              <a:t>ơng</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trình</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nh</a:t>
            </a:r>
            <a:r>
              <a:rPr lang="vi-VN" altLang="en-US" sz="1800" dirty="0">
                <a:solidFill>
                  <a:prstClr val="black"/>
                </a:solidFill>
                <a:latin typeface="Times New Roman" panose="02020603050405020304" pitchFamily="18" charset="0"/>
                <a:cs typeface="Times New Roman" panose="02020603050405020304" pitchFamily="18" charset="0"/>
              </a:rPr>
              <a:t>ư</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sau</a:t>
            </a:r>
            <a:r>
              <a:rPr lang="en-US" altLang="en-US" sz="1800" dirty="0">
                <a:solidFill>
                  <a:prstClr val="black"/>
                </a:solidFill>
                <a:latin typeface="Times New Roman" panose="02020603050405020304" pitchFamily="18" charset="0"/>
                <a:cs typeface="Times New Roman" panose="02020603050405020304" pitchFamily="18" charset="0"/>
              </a:rPr>
              <a:t> :</a:t>
            </a:r>
          </a:p>
        </p:txBody>
      </p:sp>
      <p:pic>
        <p:nvPicPr>
          <p:cNvPr id="10" name="Picture 15">
            <a:extLst>
              <a:ext uri="{FF2B5EF4-FFF2-40B4-BE49-F238E27FC236}">
                <a16:creationId xmlns:a16="http://schemas.microsoft.com/office/drawing/2014/main" id="{3F8C867A-888C-4589-BED0-5C3119572B0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53823" y="1820412"/>
            <a:ext cx="8674232" cy="43508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1">
            <a:extLst>
              <a:ext uri="{FF2B5EF4-FFF2-40B4-BE49-F238E27FC236}">
                <a16:creationId xmlns:a16="http://schemas.microsoft.com/office/drawing/2014/main" id="{D3D81F4A-3A0C-455A-83EE-E60D77727E97}"/>
              </a:ext>
            </a:extLst>
          </p:cNvPr>
          <p:cNvSpPr txBox="1">
            <a:spLocks/>
          </p:cNvSpPr>
          <p:nvPr/>
        </p:nvSpPr>
        <p:spPr bwMode="auto">
          <a:xfrm>
            <a:off x="3509963" y="6508750"/>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lang="en-US" altLang="en-US" sz="1200" dirty="0">
                <a:solidFill>
                  <a:srgbClr val="2D2D8A"/>
                </a:solidFill>
                <a:latin typeface="Times New Roman" panose="02020603050405020304" pitchFamily="18" charset="0"/>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a:t>
            </a:r>
            <a:r>
              <a:rPr kumimoji="0" lang="en-US" altLang="en-US" sz="1200" b="1" i="0" u="none" strike="noStrike" kern="1200" cap="none" spc="0" normalizeH="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CAO</a:t>
            </a:r>
            <a:endPar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20254197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4.2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Bộ</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đếm</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xung</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plc s7-1200</a:t>
            </a:r>
          </a:p>
        </p:txBody>
      </p:sp>
      <p:sp>
        <p:nvSpPr>
          <p:cNvPr id="12" name="Rectangle 9">
            <a:extLst>
              <a:ext uri="{FF2B5EF4-FFF2-40B4-BE49-F238E27FC236}">
                <a16:creationId xmlns:a16="http://schemas.microsoft.com/office/drawing/2014/main" id="{D6DE7ED9-9773-42EB-AEE3-B21B04E1699A}"/>
              </a:ext>
            </a:extLst>
          </p:cNvPr>
          <p:cNvSpPr>
            <a:spLocks noChangeArrowheads="1"/>
          </p:cNvSpPr>
          <p:nvPr/>
        </p:nvSpPr>
        <p:spPr bwMode="auto">
          <a:xfrm>
            <a:off x="355019" y="947709"/>
            <a:ext cx="433239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tabLst/>
              <a:defRPr/>
            </a:pPr>
            <a:r>
              <a:rPr kumimoji="0" lang="en-US"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CÁC B</a:t>
            </a:r>
            <a:r>
              <a:rPr kumimoji="0" lang="vi-VN"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Ư</a:t>
            </a:r>
            <a:r>
              <a:rPr kumimoji="0" lang="en-US"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ỚC KHAI BÁO HCS:</a:t>
            </a:r>
            <a:endParaRPr kumimoji="0" lang="en-US" altLang="en-US" sz="1800" b="1"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8" name="Rectangle 58">
            <a:extLst>
              <a:ext uri="{FF2B5EF4-FFF2-40B4-BE49-F238E27FC236}">
                <a16:creationId xmlns:a16="http://schemas.microsoft.com/office/drawing/2014/main" id="{533AF3CB-BA5F-47B2-9B16-E99599EA84AC}"/>
              </a:ext>
            </a:extLst>
          </p:cNvPr>
          <p:cNvSpPr>
            <a:spLocks noChangeArrowheads="1"/>
          </p:cNvSpPr>
          <p:nvPr/>
        </p:nvSpPr>
        <p:spPr bwMode="auto">
          <a:xfrm>
            <a:off x="457200" y="1338359"/>
            <a:ext cx="1047121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tabLst/>
              <a:defRPr/>
            </a:pPr>
            <a:r>
              <a:rPr kumimoji="0" lang="en-US"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B</a:t>
            </a:r>
            <a:r>
              <a:rPr kumimoji="0" lang="vi-VN"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ư</a:t>
            </a:r>
            <a:r>
              <a:rPr kumimoji="0" lang="en-US" altLang="en-US" sz="18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ớc</a:t>
            </a:r>
            <a:r>
              <a:rPr kumimoji="0" lang="en-US"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8</a:t>
            </a:r>
            <a:r>
              <a:rPr kumimoji="0" lang="en-US"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Sau</a:t>
            </a:r>
            <a:r>
              <a:rPr kumimoji="0" lang="en-US"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khi</a:t>
            </a:r>
            <a:r>
              <a:rPr kumimoji="0" lang="en-US"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khai</a:t>
            </a:r>
            <a:r>
              <a:rPr kumimoji="0" lang="en-US"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báo</a:t>
            </a:r>
            <a:r>
              <a:rPr kumimoji="0" lang="en-US"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các</a:t>
            </a:r>
            <a:r>
              <a:rPr kumimoji="0" lang="en-US"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thông</a:t>
            </a:r>
            <a:r>
              <a:rPr kumimoji="0" lang="en-US"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số</a:t>
            </a:r>
            <a:r>
              <a:rPr kumimoji="0" lang="en-US"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cho</a:t>
            </a:r>
            <a:r>
              <a:rPr kumimoji="0" lang="en-US"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phần</a:t>
            </a:r>
            <a:r>
              <a:rPr kumimoji="0" lang="en-US"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cứng</a:t>
            </a:r>
            <a:r>
              <a:rPr kumimoji="0" lang="en-US"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vào</a:t>
            </a:r>
            <a:r>
              <a:rPr kumimoji="0" lang="en-US"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OB1 </a:t>
            </a:r>
            <a:r>
              <a:rPr kumimoji="0" lang="en-US"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để</a:t>
            </a:r>
            <a:r>
              <a:rPr kumimoji="0" lang="en-US"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viết</a:t>
            </a:r>
            <a:r>
              <a:rPr kumimoji="0" lang="en-US"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a:t>
            </a:r>
            <a:r>
              <a:rPr kumimoji="0" lang="vi-VN"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ư</a:t>
            </a:r>
            <a:r>
              <a:rPr kumimoji="0" lang="en-US"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ơng</a:t>
            </a:r>
            <a:r>
              <a:rPr kumimoji="0" lang="en-US"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trình</a:t>
            </a:r>
            <a:r>
              <a:rPr kumimoji="0" lang="en-US"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nh</a:t>
            </a:r>
            <a:r>
              <a:rPr kumimoji="0" lang="vi-VN"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ư</a:t>
            </a:r>
            <a:r>
              <a:rPr kumimoji="0" lang="en-US"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sau</a:t>
            </a:r>
            <a:r>
              <a:rPr kumimoji="0" lang="en-US"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p>
        </p:txBody>
      </p:sp>
      <p:pic>
        <p:nvPicPr>
          <p:cNvPr id="11" name="Picture 10">
            <a:extLst>
              <a:ext uri="{FF2B5EF4-FFF2-40B4-BE49-F238E27FC236}">
                <a16:creationId xmlns:a16="http://schemas.microsoft.com/office/drawing/2014/main" id="{AF5F267A-5336-4BB7-A309-11A3AECACFF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09729" y="1875082"/>
            <a:ext cx="8647835" cy="4339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Footer Placeholder 1">
            <a:extLst>
              <a:ext uri="{FF2B5EF4-FFF2-40B4-BE49-F238E27FC236}">
                <a16:creationId xmlns:a16="http://schemas.microsoft.com/office/drawing/2014/main" id="{5F1C5820-C858-4633-B895-8A2AFE3F2FA4}"/>
              </a:ext>
            </a:extLst>
          </p:cNvPr>
          <p:cNvSpPr txBox="1">
            <a:spLocks/>
          </p:cNvSpPr>
          <p:nvPr/>
        </p:nvSpPr>
        <p:spPr bwMode="auto">
          <a:xfrm>
            <a:off x="3509963" y="6508750"/>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lang="en-US" altLang="en-US" sz="1200" dirty="0">
                <a:solidFill>
                  <a:srgbClr val="2D2D8A"/>
                </a:solidFill>
                <a:latin typeface="Times New Roman" panose="02020603050405020304" pitchFamily="18" charset="0"/>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a:t>
            </a:r>
            <a:r>
              <a:rPr kumimoji="0" lang="en-US" altLang="en-US" sz="1200" b="1" i="0" u="none" strike="noStrike" kern="1200" cap="none" spc="0" normalizeH="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CAO</a:t>
            </a:r>
            <a:endPar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34287673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4.2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Bộ</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đếm</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xung</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plc s7-1200</a:t>
            </a:r>
          </a:p>
        </p:txBody>
      </p:sp>
      <p:sp>
        <p:nvSpPr>
          <p:cNvPr id="12" name="Rectangle 9">
            <a:extLst>
              <a:ext uri="{FF2B5EF4-FFF2-40B4-BE49-F238E27FC236}">
                <a16:creationId xmlns:a16="http://schemas.microsoft.com/office/drawing/2014/main" id="{D6DE7ED9-9773-42EB-AEE3-B21B04E1699A}"/>
              </a:ext>
            </a:extLst>
          </p:cNvPr>
          <p:cNvSpPr>
            <a:spLocks noChangeArrowheads="1"/>
          </p:cNvSpPr>
          <p:nvPr/>
        </p:nvSpPr>
        <p:spPr bwMode="auto">
          <a:xfrm>
            <a:off x="355019" y="947709"/>
            <a:ext cx="433239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tabLst/>
              <a:defRPr/>
            </a:pPr>
            <a:r>
              <a:rPr kumimoji="0" lang="en-US"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CÁC B</a:t>
            </a:r>
            <a:r>
              <a:rPr kumimoji="0" lang="vi-VN"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Ư</a:t>
            </a:r>
            <a:r>
              <a:rPr kumimoji="0" lang="en-US"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ỚC KHAI BÁO HCS:</a:t>
            </a:r>
            <a:endParaRPr kumimoji="0" lang="en-US" altLang="en-US" sz="1800" b="1"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8" name="Rectangle 58">
            <a:extLst>
              <a:ext uri="{FF2B5EF4-FFF2-40B4-BE49-F238E27FC236}">
                <a16:creationId xmlns:a16="http://schemas.microsoft.com/office/drawing/2014/main" id="{533AF3CB-BA5F-47B2-9B16-E99599EA84AC}"/>
              </a:ext>
            </a:extLst>
          </p:cNvPr>
          <p:cNvSpPr>
            <a:spLocks noChangeArrowheads="1"/>
          </p:cNvSpPr>
          <p:nvPr/>
        </p:nvSpPr>
        <p:spPr bwMode="auto">
          <a:xfrm>
            <a:off x="457200" y="1338359"/>
            <a:ext cx="1047121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tabLst/>
              <a:defRPr/>
            </a:pPr>
            <a:r>
              <a:rPr kumimoji="0" lang="en-US"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B</a:t>
            </a:r>
            <a:r>
              <a:rPr kumimoji="0" lang="vi-VN"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ư</a:t>
            </a:r>
            <a:r>
              <a:rPr kumimoji="0" lang="en-US" altLang="en-US" sz="18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ớc</a:t>
            </a:r>
            <a:r>
              <a:rPr kumimoji="0" lang="en-US"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8</a:t>
            </a:r>
            <a:r>
              <a:rPr kumimoji="0" lang="en-US"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Sau</a:t>
            </a:r>
            <a:r>
              <a:rPr kumimoji="0" lang="en-US"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khi</a:t>
            </a:r>
            <a:r>
              <a:rPr kumimoji="0" lang="en-US"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khai</a:t>
            </a:r>
            <a:r>
              <a:rPr kumimoji="0" lang="en-US"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báo</a:t>
            </a:r>
            <a:r>
              <a:rPr kumimoji="0" lang="en-US"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các</a:t>
            </a:r>
            <a:r>
              <a:rPr kumimoji="0" lang="en-US"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thông</a:t>
            </a:r>
            <a:r>
              <a:rPr kumimoji="0" lang="en-US"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số</a:t>
            </a:r>
            <a:r>
              <a:rPr kumimoji="0" lang="en-US"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cho</a:t>
            </a:r>
            <a:r>
              <a:rPr kumimoji="0" lang="en-US"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phần</a:t>
            </a:r>
            <a:r>
              <a:rPr kumimoji="0" lang="en-US"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cứng</a:t>
            </a:r>
            <a:r>
              <a:rPr kumimoji="0" lang="en-US"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vào</a:t>
            </a:r>
            <a:r>
              <a:rPr kumimoji="0" lang="en-US"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OB1 </a:t>
            </a:r>
            <a:r>
              <a:rPr kumimoji="0" lang="en-US"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để</a:t>
            </a:r>
            <a:r>
              <a:rPr kumimoji="0" lang="en-US"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viết</a:t>
            </a:r>
            <a:r>
              <a:rPr kumimoji="0" lang="en-US"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a:t>
            </a:r>
            <a:r>
              <a:rPr kumimoji="0" lang="vi-VN"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ư</a:t>
            </a:r>
            <a:r>
              <a:rPr kumimoji="0" lang="en-US"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ơng</a:t>
            </a:r>
            <a:r>
              <a:rPr kumimoji="0" lang="en-US"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trình</a:t>
            </a:r>
            <a:r>
              <a:rPr kumimoji="0" lang="en-US"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nh</a:t>
            </a:r>
            <a:r>
              <a:rPr kumimoji="0" lang="vi-VN"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ư</a:t>
            </a:r>
            <a:r>
              <a:rPr kumimoji="0" lang="en-US"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sau</a:t>
            </a:r>
            <a:r>
              <a:rPr kumimoji="0" lang="en-US"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p>
        </p:txBody>
      </p:sp>
      <p:pic>
        <p:nvPicPr>
          <p:cNvPr id="10" name="Picture 11">
            <a:extLst>
              <a:ext uri="{FF2B5EF4-FFF2-40B4-BE49-F238E27FC236}">
                <a16:creationId xmlns:a16="http://schemas.microsoft.com/office/drawing/2014/main" id="{A70D9398-B44E-4647-90CA-D0E21FEDC9E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48180" y="2106817"/>
            <a:ext cx="9058391" cy="32908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1">
            <a:extLst>
              <a:ext uri="{FF2B5EF4-FFF2-40B4-BE49-F238E27FC236}">
                <a16:creationId xmlns:a16="http://schemas.microsoft.com/office/drawing/2014/main" id="{81DCC6A1-641F-4119-BD22-DEA972A47A8E}"/>
              </a:ext>
            </a:extLst>
          </p:cNvPr>
          <p:cNvSpPr txBox="1">
            <a:spLocks/>
          </p:cNvSpPr>
          <p:nvPr/>
        </p:nvSpPr>
        <p:spPr bwMode="auto">
          <a:xfrm>
            <a:off x="3509963" y="6508750"/>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lang="en-US" altLang="en-US" sz="1200" dirty="0">
                <a:solidFill>
                  <a:srgbClr val="2D2D8A"/>
                </a:solidFill>
                <a:latin typeface="Times New Roman" panose="02020603050405020304" pitchFamily="18" charset="0"/>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a:t>
            </a:r>
            <a:r>
              <a:rPr kumimoji="0" lang="en-US" altLang="en-US" sz="1200" b="1" i="0" u="none" strike="noStrike" kern="1200" cap="none" spc="0" normalizeH="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CAO</a:t>
            </a:r>
            <a:endPar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27433830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4.2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Bộ</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đếm</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xung</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plc s7-1200</a:t>
            </a:r>
          </a:p>
        </p:txBody>
      </p:sp>
      <p:sp>
        <p:nvSpPr>
          <p:cNvPr id="12" name="Rectangle 9">
            <a:extLst>
              <a:ext uri="{FF2B5EF4-FFF2-40B4-BE49-F238E27FC236}">
                <a16:creationId xmlns:a16="http://schemas.microsoft.com/office/drawing/2014/main" id="{D6DE7ED9-9773-42EB-AEE3-B21B04E1699A}"/>
              </a:ext>
            </a:extLst>
          </p:cNvPr>
          <p:cNvSpPr>
            <a:spLocks noChangeArrowheads="1"/>
          </p:cNvSpPr>
          <p:nvPr/>
        </p:nvSpPr>
        <p:spPr bwMode="auto">
          <a:xfrm>
            <a:off x="355019" y="947709"/>
            <a:ext cx="433239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tabLst/>
              <a:defRPr/>
            </a:pPr>
            <a:r>
              <a:rPr kumimoji="0" lang="en-US"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CÁC B</a:t>
            </a:r>
            <a:r>
              <a:rPr kumimoji="0" lang="vi-VN"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Ư</a:t>
            </a:r>
            <a:r>
              <a:rPr kumimoji="0" lang="en-US"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ỚC KHAI BÁO HCS:</a:t>
            </a:r>
            <a:endParaRPr kumimoji="0" lang="en-US" altLang="en-US" sz="1800" b="1"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8" name="Rectangle 58">
            <a:extLst>
              <a:ext uri="{FF2B5EF4-FFF2-40B4-BE49-F238E27FC236}">
                <a16:creationId xmlns:a16="http://schemas.microsoft.com/office/drawing/2014/main" id="{5620CF99-77D5-4F2B-8725-1A14CBADC0C7}"/>
              </a:ext>
            </a:extLst>
          </p:cNvPr>
          <p:cNvSpPr>
            <a:spLocks noChangeArrowheads="1"/>
          </p:cNvSpPr>
          <p:nvPr/>
        </p:nvSpPr>
        <p:spPr bwMode="auto">
          <a:xfrm>
            <a:off x="457200" y="1342888"/>
            <a:ext cx="793908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defTabSz="685800" eaLnBrk="0" fontAlgn="base" hangingPunct="0">
              <a:lnSpc>
                <a:spcPct val="100000"/>
              </a:lnSpc>
              <a:spcBef>
                <a:spcPct val="0"/>
              </a:spcBef>
              <a:spcAft>
                <a:spcPct val="0"/>
              </a:spcAft>
              <a:buNone/>
            </a:pPr>
            <a:r>
              <a:rPr lang="en-US" altLang="en-US" sz="1800">
                <a:solidFill>
                  <a:prstClr val="black"/>
                </a:solidFill>
                <a:latin typeface="Times New Roman" panose="02020603050405020304" pitchFamily="18" charset="0"/>
                <a:cs typeface="Times New Roman" panose="02020603050405020304" pitchFamily="18" charset="0"/>
              </a:rPr>
              <a:t>Ch</a:t>
            </a:r>
            <a:r>
              <a:rPr lang="vi-VN" altLang="en-US" sz="1800">
                <a:solidFill>
                  <a:prstClr val="black"/>
                </a:solidFill>
                <a:latin typeface="Times New Roman" panose="02020603050405020304" pitchFamily="18" charset="0"/>
                <a:cs typeface="Times New Roman" panose="02020603050405020304" pitchFamily="18" charset="0"/>
              </a:rPr>
              <a:t>ư</a:t>
            </a:r>
            <a:r>
              <a:rPr lang="en-US" altLang="en-US" sz="1800">
                <a:solidFill>
                  <a:prstClr val="black"/>
                </a:solidFill>
                <a:latin typeface="Times New Roman" panose="02020603050405020304" pitchFamily="18" charset="0"/>
                <a:cs typeface="Times New Roman" panose="02020603050405020304" pitchFamily="18" charset="0"/>
              </a:rPr>
              <a:t>ơng trình ngắt 0B40:</a:t>
            </a:r>
          </a:p>
        </p:txBody>
      </p:sp>
      <p:pic>
        <p:nvPicPr>
          <p:cNvPr id="10" name="Picture 10">
            <a:extLst>
              <a:ext uri="{FF2B5EF4-FFF2-40B4-BE49-F238E27FC236}">
                <a16:creationId xmlns:a16="http://schemas.microsoft.com/office/drawing/2014/main" id="{A4EC6F19-1ECB-43DE-9773-0A186D6488B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58542" y="1820519"/>
            <a:ext cx="8702634" cy="4346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1">
            <a:extLst>
              <a:ext uri="{FF2B5EF4-FFF2-40B4-BE49-F238E27FC236}">
                <a16:creationId xmlns:a16="http://schemas.microsoft.com/office/drawing/2014/main" id="{99E1356B-9198-400D-8BDF-CF2FAA5EEF95}"/>
              </a:ext>
            </a:extLst>
          </p:cNvPr>
          <p:cNvSpPr txBox="1">
            <a:spLocks/>
          </p:cNvSpPr>
          <p:nvPr/>
        </p:nvSpPr>
        <p:spPr bwMode="auto">
          <a:xfrm>
            <a:off x="3509963" y="6508750"/>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lang="en-US" altLang="en-US" sz="1200" dirty="0">
                <a:solidFill>
                  <a:srgbClr val="2D2D8A"/>
                </a:solidFill>
                <a:latin typeface="Times New Roman" panose="02020603050405020304" pitchFamily="18" charset="0"/>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a:t>
            </a:r>
            <a:r>
              <a:rPr kumimoji="0" lang="en-US" altLang="en-US" sz="1200" b="1" i="0" u="none" strike="noStrike" kern="1200" cap="none" spc="0" normalizeH="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CAO</a:t>
            </a:r>
            <a:endPar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29609361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txBox="1">
            <a:spLocks noChangeArrowheads="1"/>
          </p:cNvSpPr>
          <p:nvPr/>
        </p:nvSpPr>
        <p:spPr bwMode="auto">
          <a:xfrm>
            <a:off x="1593850" y="1831975"/>
            <a:ext cx="9538748"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l" defTabSz="914400" rtl="0" eaLnBrk="1" fontAlgn="base" latinLnBrk="0" hangingPunct="1">
              <a:lnSpc>
                <a:spcPct val="90000"/>
              </a:lnSpc>
              <a:spcBef>
                <a:spcPts val="600"/>
              </a:spcBef>
              <a:spcAft>
                <a:spcPct val="0"/>
              </a:spcAft>
              <a:buClrTx/>
              <a:buSzTx/>
              <a:buFontTx/>
              <a:buNone/>
              <a:tabLst/>
              <a:defRPr/>
            </a:pPr>
            <a:r>
              <a:rPr kumimoji="0" lang="en-US"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altLang="en-US" sz="2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4.3 PHÁT</a:t>
            </a:r>
            <a:r>
              <a:rPr kumimoji="0" lang="en-US" altLang="en-US" sz="2400" b="1" i="0" u="none" strike="noStrike" kern="1200" cap="none" spc="0" normalizeH="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XUNG BẰNG PWM</a:t>
            </a:r>
            <a:endParaRPr kumimoji="0" lang="en-US" altLang="en-US" sz="2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9" name="Rectangle 2"/>
          <p:cNvSpPr txBox="1">
            <a:spLocks noChangeArrowheads="1"/>
          </p:cNvSpPr>
          <p:nvPr/>
        </p:nvSpPr>
        <p:spPr bwMode="auto">
          <a:xfrm>
            <a:off x="1047565" y="534988"/>
            <a:ext cx="10156054" cy="1196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ctr" defTabSz="914400" rtl="0" eaLnBrk="1" fontAlgn="base" latinLnBrk="0" hangingPunct="1">
              <a:lnSpc>
                <a:spcPct val="100000"/>
              </a:lnSpc>
              <a:spcBef>
                <a:spcPts val="600"/>
              </a:spcBef>
              <a:spcAft>
                <a:spcPct val="0"/>
              </a:spcAft>
              <a:buClrTx/>
              <a:buSzTx/>
              <a:buFontTx/>
              <a:buNone/>
              <a:tabLst/>
              <a:defRPr/>
            </a:pPr>
            <a:r>
              <a:rPr kumimoji="0" lang="en-US" altLang="en-US" sz="20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Bài</a:t>
            </a:r>
            <a:r>
              <a:rPr kumimoji="0" lang="en-US"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4:</a:t>
            </a:r>
            <a:br>
              <a:rPr kumimoji="0" lang="en-US"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br>
            <a:r>
              <a:rPr kumimoji="0" lang="en-US" altLang="en-US" sz="3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LẬP TRÌNH ĐẾM VÀ PHÁT XUNG TỐC ĐỘ CAO</a:t>
            </a: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26824" y="3155950"/>
            <a:ext cx="4794774" cy="2959188"/>
          </a:xfrm>
          <a:prstGeom prst="rect">
            <a:avLst/>
          </a:prstGeom>
        </p:spPr>
      </p:pic>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221598" y="3333516"/>
            <a:ext cx="4600898" cy="2490236"/>
          </a:xfrm>
          <a:prstGeom prst="rect">
            <a:avLst/>
          </a:prstGeom>
        </p:spPr>
      </p:pic>
    </p:spTree>
    <p:extLst>
      <p:ext uri="{BB962C8B-B14F-4D97-AF65-F5344CB8AC3E}">
        <p14:creationId xmlns:p14="http://schemas.microsoft.com/office/powerpoint/2010/main" val="216251153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iterate type="lt">
                                    <p:tmAbs val="75"/>
                                  </p:iterate>
                                  <p:childTnLst>
                                    <p:set>
                                      <p:cBhvr>
                                        <p:cTn id="6" dur="1" fill="hold">
                                          <p:stCondLst>
                                            <p:cond delay="74"/>
                                          </p:stCondLst>
                                        </p:cTn>
                                        <p:tgtEl>
                                          <p:spTgt spid="6"/>
                                        </p:tgtEl>
                                        <p:attrNameLst>
                                          <p:attrName>style.visibility</p:attrName>
                                        </p:attrNameLst>
                                      </p:cBhvr>
                                      <p:to>
                                        <p:strVal val="visible"/>
                                      </p:to>
                                    </p:set>
                                  </p:childTnLst>
                                </p:cTn>
                              </p:par>
                            </p:childTnLst>
                          </p:cTn>
                        </p:par>
                        <p:par>
                          <p:cTn id="7" fill="hold" nodeType="afterGroup">
                            <p:stCondLst>
                              <p:cond delay="1350"/>
                            </p:stCondLst>
                            <p:childTnLst>
                              <p:par>
                                <p:cTn id="8" presetID="1" presetClass="entr" presetSubtype="0" fill="hold" grpId="0" nodeType="afterEffect">
                                  <p:stCondLst>
                                    <p:cond delay="0"/>
                                  </p:stCondLst>
                                  <p:iterate type="lt">
                                    <p:tmAbs val="75"/>
                                  </p:iterate>
                                  <p:childTnLst>
                                    <p:set>
                                      <p:cBhvr>
                                        <p:cTn id="9" dur="1" fill="hold">
                                          <p:stCondLst>
                                            <p:cond delay="74"/>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utoUpdateAnimBg="0"/>
      <p:bldP spid="9" grpId="0"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4.3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Phát</a:t>
            </a:r>
            <a:r>
              <a:rPr kumimoji="0" lang="en-US" sz="2000" b="1" i="0" u="none" strike="noStrike" kern="1200" cap="small" spc="0" normalizeH="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xung</a:t>
            </a:r>
            <a:r>
              <a:rPr kumimoji="0" lang="en-US" sz="2000" b="1" i="0" u="none" strike="noStrike" kern="1200" cap="small" spc="0" normalizeH="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bằng</a:t>
            </a:r>
            <a:r>
              <a:rPr kumimoji="0" lang="en-US" sz="2000" b="1" i="0" u="none" strike="noStrike" kern="1200" cap="small" spc="0" normalizeH="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pwm</a:t>
            </a:r>
            <a:endPar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endParaRPr>
          </a:p>
        </p:txBody>
      </p:sp>
      <p:sp>
        <p:nvSpPr>
          <p:cNvPr id="8" name="TextBox 5">
            <a:extLst>
              <a:ext uri="{FF2B5EF4-FFF2-40B4-BE49-F238E27FC236}">
                <a16:creationId xmlns:a16="http://schemas.microsoft.com/office/drawing/2014/main" id="{7349A9F9-259D-4F7D-8DEE-04D0C0D53C20}"/>
              </a:ext>
            </a:extLst>
          </p:cNvPr>
          <p:cNvSpPr txBox="1">
            <a:spLocks noChangeArrowheads="1"/>
          </p:cNvSpPr>
          <p:nvPr/>
        </p:nvSpPr>
        <p:spPr bwMode="auto">
          <a:xfrm>
            <a:off x="629841" y="897731"/>
            <a:ext cx="129394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defTabSz="685800" eaLnBrk="0" fontAlgn="base" hangingPunct="0">
              <a:lnSpc>
                <a:spcPct val="100000"/>
              </a:lnSpc>
              <a:spcBef>
                <a:spcPct val="0"/>
              </a:spcBef>
              <a:spcAft>
                <a:spcPct val="0"/>
              </a:spcAft>
              <a:buNone/>
            </a:pPr>
            <a:r>
              <a:rPr lang="en-US" altLang="en-US" sz="1800" b="1" dirty="0" err="1">
                <a:solidFill>
                  <a:prstClr val="black"/>
                </a:solidFill>
                <a:latin typeface="Times New Roman" panose="02020603050405020304" pitchFamily="18" charset="0"/>
                <a:cs typeface="Times New Roman" panose="02020603050405020304" pitchFamily="18" charset="0"/>
              </a:rPr>
              <a:t>Khái</a:t>
            </a:r>
            <a:r>
              <a:rPr lang="en-US" altLang="en-US" sz="1800" b="1" dirty="0">
                <a:solidFill>
                  <a:prstClr val="black"/>
                </a:solidFill>
                <a:latin typeface="Times New Roman" panose="02020603050405020304" pitchFamily="18" charset="0"/>
                <a:cs typeface="Times New Roman" panose="02020603050405020304" pitchFamily="18" charset="0"/>
              </a:rPr>
              <a:t> </a:t>
            </a:r>
            <a:r>
              <a:rPr lang="en-US" altLang="en-US" sz="1800" b="1" dirty="0" err="1">
                <a:solidFill>
                  <a:prstClr val="black"/>
                </a:solidFill>
                <a:latin typeface="Times New Roman" panose="02020603050405020304" pitchFamily="18" charset="0"/>
                <a:cs typeface="Times New Roman" panose="02020603050405020304" pitchFamily="18" charset="0"/>
              </a:rPr>
              <a:t>niệm</a:t>
            </a:r>
            <a:r>
              <a:rPr lang="en-US" altLang="en-US" sz="1800" b="1" dirty="0">
                <a:solidFill>
                  <a:prstClr val="black"/>
                </a:solidFill>
                <a:latin typeface="Times New Roman" panose="02020603050405020304" pitchFamily="18" charset="0"/>
                <a:cs typeface="Times New Roman" panose="02020603050405020304" pitchFamily="18" charset="0"/>
              </a:rPr>
              <a:t>:</a:t>
            </a:r>
          </a:p>
        </p:txBody>
      </p:sp>
      <p:sp>
        <p:nvSpPr>
          <p:cNvPr id="10" name="Rectangle 1">
            <a:extLst>
              <a:ext uri="{FF2B5EF4-FFF2-40B4-BE49-F238E27FC236}">
                <a16:creationId xmlns:a16="http://schemas.microsoft.com/office/drawing/2014/main" id="{6A6BB0E1-F24E-4F46-AE12-4CA4CE378872}"/>
              </a:ext>
            </a:extLst>
          </p:cNvPr>
          <p:cNvSpPr>
            <a:spLocks noChangeArrowheads="1"/>
          </p:cNvSpPr>
          <p:nvPr/>
        </p:nvSpPr>
        <p:spPr bwMode="auto">
          <a:xfrm>
            <a:off x="863203" y="1181851"/>
            <a:ext cx="6922513"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defTabSz="685800" eaLnBrk="0" fontAlgn="base" hangingPunct="0">
              <a:lnSpc>
                <a:spcPct val="100000"/>
              </a:lnSpc>
              <a:spcBef>
                <a:spcPct val="0"/>
              </a:spcBef>
              <a:spcAft>
                <a:spcPct val="0"/>
              </a:spcAft>
              <a:buNone/>
            </a:pPr>
            <a:r>
              <a:rPr lang="en-US" altLang="en-US" sz="1800" dirty="0" err="1">
                <a:solidFill>
                  <a:prstClr val="black"/>
                </a:solidFill>
                <a:latin typeface="Times New Roman" panose="02020603050405020304" pitchFamily="18" charset="0"/>
                <a:cs typeface="Times New Roman" panose="02020603050405020304" pitchFamily="18" charset="0"/>
              </a:rPr>
              <a:t>Xung</a:t>
            </a:r>
            <a:r>
              <a:rPr lang="en-US" altLang="en-US" sz="1800" dirty="0">
                <a:solidFill>
                  <a:prstClr val="black"/>
                </a:solidFill>
                <a:latin typeface="Times New Roman" panose="02020603050405020304" pitchFamily="18" charset="0"/>
                <a:cs typeface="Times New Roman" panose="02020603050405020304" pitchFamily="18" charset="0"/>
              </a:rPr>
              <a:t> PWM </a:t>
            </a:r>
            <a:r>
              <a:rPr lang="en-US" altLang="en-US" sz="1800" dirty="0" err="1">
                <a:solidFill>
                  <a:prstClr val="black"/>
                </a:solidFill>
                <a:latin typeface="Times New Roman" panose="02020603050405020304" pitchFamily="18" charset="0"/>
                <a:cs typeface="Times New Roman" panose="02020603050405020304" pitchFamily="18" charset="0"/>
              </a:rPr>
              <a:t>là</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xung</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được</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phát</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ra</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có</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dạng</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sau</a:t>
            </a:r>
            <a:r>
              <a:rPr lang="en-US" altLang="en-US" sz="1800" dirty="0">
                <a:solidFill>
                  <a:prstClr val="black"/>
                </a:solidFill>
                <a:latin typeface="Times New Roman" panose="02020603050405020304" pitchFamily="18" charset="0"/>
                <a:cs typeface="Times New Roman" panose="02020603050405020304" pitchFamily="18" charset="0"/>
              </a:rPr>
              <a:t>:</a:t>
            </a:r>
          </a:p>
          <a:p>
            <a:pPr algn="just" defTabSz="685800" eaLnBrk="0" fontAlgn="base" hangingPunct="0">
              <a:lnSpc>
                <a:spcPct val="100000"/>
              </a:lnSpc>
              <a:spcBef>
                <a:spcPct val="0"/>
              </a:spcBef>
              <a:spcAft>
                <a:spcPct val="0"/>
              </a:spcAft>
              <a:buNone/>
            </a:pPr>
            <a:r>
              <a:rPr lang="en-US" altLang="en-US" sz="1800" dirty="0" err="1">
                <a:solidFill>
                  <a:prstClr val="black"/>
                </a:solidFill>
                <a:latin typeface="Times New Roman" panose="02020603050405020304" pitchFamily="18" charset="0"/>
                <a:cs typeface="Times New Roman" panose="02020603050405020304" pitchFamily="18" charset="0"/>
              </a:rPr>
              <a:t>Phần</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trăm</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độ</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rộng</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xung</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được</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tính</a:t>
            </a:r>
            <a:endParaRPr lang="en-US" altLang="en-US" sz="1800" dirty="0">
              <a:solidFill>
                <a:prstClr val="black"/>
              </a:solidFill>
              <a:latin typeface="Times New Roman" panose="02020603050405020304" pitchFamily="18" charset="0"/>
              <a:cs typeface="Times New Roman" panose="02020603050405020304" pitchFamily="18" charset="0"/>
            </a:endParaRPr>
          </a:p>
        </p:txBody>
      </p:sp>
      <p:grpSp>
        <p:nvGrpSpPr>
          <p:cNvPr id="11" name="Group 10">
            <a:extLst>
              <a:ext uri="{FF2B5EF4-FFF2-40B4-BE49-F238E27FC236}">
                <a16:creationId xmlns:a16="http://schemas.microsoft.com/office/drawing/2014/main" id="{187C50E5-9B0B-444F-B3C2-10AFC4606A9B}"/>
              </a:ext>
            </a:extLst>
          </p:cNvPr>
          <p:cNvGrpSpPr/>
          <p:nvPr/>
        </p:nvGrpSpPr>
        <p:grpSpPr>
          <a:xfrm>
            <a:off x="559293" y="2778711"/>
            <a:ext cx="10966867" cy="3121124"/>
            <a:chOff x="262232" y="2778711"/>
            <a:chExt cx="10966867" cy="3121124"/>
          </a:xfrm>
        </p:grpSpPr>
        <p:pic>
          <p:nvPicPr>
            <p:cNvPr id="13" name="Picture 12">
              <a:extLst>
                <a:ext uri="{FF2B5EF4-FFF2-40B4-BE49-F238E27FC236}">
                  <a16:creationId xmlns:a16="http://schemas.microsoft.com/office/drawing/2014/main" id="{95D70C20-AE8E-4E2B-B4AB-15B2D406D6E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2232" y="3016064"/>
              <a:ext cx="4921749" cy="28249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Picture 15">
              <a:extLst>
                <a:ext uri="{FF2B5EF4-FFF2-40B4-BE49-F238E27FC236}">
                  <a16:creationId xmlns:a16="http://schemas.microsoft.com/office/drawing/2014/main" id="{A055E63F-9B18-4571-A593-F53E14D397C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02274" y="2778711"/>
              <a:ext cx="5526825" cy="3121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5" name="Picture 16">
            <a:extLst>
              <a:ext uri="{FF2B5EF4-FFF2-40B4-BE49-F238E27FC236}">
                <a16:creationId xmlns:a16="http://schemas.microsoft.com/office/drawing/2014/main" id="{34FD61CD-5F68-4A3D-8799-2867E31386B7}"/>
              </a:ext>
            </a:extLst>
          </p:cNvPr>
          <p:cNvPicPr>
            <a:picLocks noChangeAspect="1" noChangeArrowheads="1"/>
          </p:cNvPicPr>
          <p:nvPr/>
        </p:nvPicPr>
        <p:blipFill>
          <a:blip r:embed="rId6" cstate="hqprint">
            <a:extLst>
              <a:ext uri="{28A0092B-C50C-407E-A947-70E740481C1C}">
                <a14:useLocalDpi xmlns:a14="http://schemas.microsoft.com/office/drawing/2010/main" val="0"/>
              </a:ext>
            </a:extLst>
          </a:blip>
          <a:srcRect/>
          <a:stretch>
            <a:fillRect/>
          </a:stretch>
        </p:blipFill>
        <p:spPr bwMode="auto">
          <a:xfrm>
            <a:off x="3858087" y="2000514"/>
            <a:ext cx="1828347" cy="61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Rectangle 17">
            <a:extLst>
              <a:ext uri="{FF2B5EF4-FFF2-40B4-BE49-F238E27FC236}">
                <a16:creationId xmlns:a16="http://schemas.microsoft.com/office/drawing/2014/main" id="{10AFFC7E-E6D3-45A4-908A-DE076FD6C996}"/>
              </a:ext>
            </a:extLst>
          </p:cNvPr>
          <p:cNvSpPr>
            <a:spLocks noChangeArrowheads="1"/>
          </p:cNvSpPr>
          <p:nvPr/>
        </p:nvSpPr>
        <p:spPr bwMode="auto">
          <a:xfrm>
            <a:off x="6096000" y="2006088"/>
            <a:ext cx="395274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defTabSz="685800" eaLnBrk="0" fontAlgn="base" hangingPunct="0">
              <a:lnSpc>
                <a:spcPct val="100000"/>
              </a:lnSpc>
              <a:spcBef>
                <a:spcPct val="0"/>
              </a:spcBef>
              <a:spcAft>
                <a:spcPct val="0"/>
              </a:spcAft>
              <a:buNone/>
            </a:pPr>
            <a:r>
              <a:rPr lang="en-US" altLang="en-US" sz="1800" i="1" u="sng" dirty="0" err="1">
                <a:solidFill>
                  <a:prstClr val="black"/>
                </a:solidFill>
                <a:latin typeface="Times New Roman" panose="02020603050405020304" pitchFamily="18" charset="0"/>
                <a:cs typeface="Times New Roman" panose="02020603050405020304" pitchFamily="18" charset="0"/>
              </a:rPr>
              <a:t>Trong</a:t>
            </a:r>
            <a:r>
              <a:rPr lang="en-US" altLang="en-US" sz="1800" i="1" u="sng" dirty="0">
                <a:solidFill>
                  <a:prstClr val="black"/>
                </a:solidFill>
                <a:latin typeface="Times New Roman" panose="02020603050405020304" pitchFamily="18" charset="0"/>
                <a:cs typeface="Times New Roman" panose="02020603050405020304" pitchFamily="18" charset="0"/>
              </a:rPr>
              <a:t> </a:t>
            </a:r>
            <a:r>
              <a:rPr lang="en-US" altLang="en-US" sz="1800" i="1" u="sng" dirty="0" err="1">
                <a:solidFill>
                  <a:prstClr val="black"/>
                </a:solidFill>
                <a:latin typeface="Times New Roman" panose="02020603050405020304" pitchFamily="18" charset="0"/>
                <a:cs typeface="Times New Roman" panose="02020603050405020304" pitchFamily="18" charset="0"/>
              </a:rPr>
              <a:t>đó</a:t>
            </a:r>
            <a:r>
              <a:rPr lang="en-US" altLang="en-US" sz="1800" i="1" u="sng" dirty="0">
                <a:solidFill>
                  <a:prstClr val="black"/>
                </a:solidFill>
                <a:latin typeface="Times New Roman" panose="02020603050405020304" pitchFamily="18" charset="0"/>
                <a:cs typeface="Times New Roman" panose="02020603050405020304" pitchFamily="18" charset="0"/>
              </a:rPr>
              <a:t>:</a:t>
            </a:r>
            <a:r>
              <a:rPr lang="en-US" altLang="en-US" sz="1800" dirty="0">
                <a:solidFill>
                  <a:prstClr val="black"/>
                </a:solidFill>
                <a:latin typeface="Times New Roman" panose="02020603050405020304" pitchFamily="18" charset="0"/>
                <a:cs typeface="Times New Roman" panose="02020603050405020304" pitchFamily="18" charset="0"/>
              </a:rPr>
              <a:t>  	T </a:t>
            </a:r>
            <a:r>
              <a:rPr lang="en-US" altLang="en-US" sz="1800" dirty="0" err="1">
                <a:solidFill>
                  <a:prstClr val="black"/>
                </a:solidFill>
                <a:latin typeface="Times New Roman" panose="02020603050405020304" pitchFamily="18" charset="0"/>
                <a:cs typeface="Times New Roman" panose="02020603050405020304" pitchFamily="18" charset="0"/>
              </a:rPr>
              <a:t>là</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chu</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kỳ</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xung</a:t>
            </a:r>
            <a:r>
              <a:rPr lang="en-US" altLang="en-US" sz="1800" dirty="0">
                <a:solidFill>
                  <a:prstClr val="black"/>
                </a:solidFill>
                <a:latin typeface="Times New Roman" panose="02020603050405020304" pitchFamily="18" charset="0"/>
                <a:cs typeface="Times New Roman" panose="02020603050405020304" pitchFamily="18" charset="0"/>
              </a:rPr>
              <a:t>. </a:t>
            </a:r>
          </a:p>
          <a:p>
            <a:pPr defTabSz="685800" eaLnBrk="0" fontAlgn="base" hangingPunct="0">
              <a:lnSpc>
                <a:spcPct val="100000"/>
              </a:lnSpc>
              <a:spcBef>
                <a:spcPct val="0"/>
              </a:spcBef>
              <a:spcAft>
                <a:spcPct val="0"/>
              </a:spcAft>
              <a:buNone/>
            </a:pPr>
            <a:r>
              <a:rPr lang="en-US" altLang="en-US" sz="1800" dirty="0">
                <a:solidFill>
                  <a:prstClr val="black"/>
                </a:solidFill>
                <a:latin typeface="Times New Roman" panose="02020603050405020304" pitchFamily="18" charset="0"/>
                <a:cs typeface="Times New Roman" panose="02020603050405020304" pitchFamily="18" charset="0"/>
              </a:rPr>
              <a:t> 		T</a:t>
            </a:r>
            <a:r>
              <a:rPr lang="en-US" altLang="en-US" sz="1800" baseline="-25000" dirty="0">
                <a:solidFill>
                  <a:prstClr val="black"/>
                </a:solidFill>
                <a:latin typeface="Times New Roman" panose="02020603050405020304" pitchFamily="18" charset="0"/>
                <a:cs typeface="Times New Roman" panose="02020603050405020304" pitchFamily="18" charset="0"/>
              </a:rPr>
              <a:t>0</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độ</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rộng</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xung</a:t>
            </a:r>
            <a:r>
              <a:rPr lang="en-US" altLang="en-US" sz="1800" dirty="0">
                <a:solidFill>
                  <a:prstClr val="black"/>
                </a:solidFill>
                <a:latin typeface="Times New Roman" panose="02020603050405020304" pitchFamily="18" charset="0"/>
                <a:cs typeface="Times New Roman" panose="02020603050405020304" pitchFamily="18" charset="0"/>
              </a:rPr>
              <a:t> </a:t>
            </a:r>
          </a:p>
        </p:txBody>
      </p:sp>
      <p:sp>
        <p:nvSpPr>
          <p:cNvPr id="17" name="Footer Placeholder 1">
            <a:extLst>
              <a:ext uri="{FF2B5EF4-FFF2-40B4-BE49-F238E27FC236}">
                <a16:creationId xmlns:a16="http://schemas.microsoft.com/office/drawing/2014/main" id="{2A12C826-4F9B-410F-974D-1D5B37FFA967}"/>
              </a:ext>
            </a:extLst>
          </p:cNvPr>
          <p:cNvSpPr txBox="1">
            <a:spLocks/>
          </p:cNvSpPr>
          <p:nvPr/>
        </p:nvSpPr>
        <p:spPr bwMode="auto">
          <a:xfrm>
            <a:off x="3509963" y="6508750"/>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lang="en-US" altLang="en-US" sz="1200" dirty="0">
                <a:solidFill>
                  <a:srgbClr val="2D2D8A"/>
                </a:solidFill>
                <a:latin typeface="Times New Roman" panose="02020603050405020304" pitchFamily="18" charset="0"/>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a:t>
            </a:r>
            <a:r>
              <a:rPr kumimoji="0" lang="en-US" altLang="en-US" sz="1200" b="1" i="0" u="none" strike="noStrike" kern="1200" cap="none" spc="0" normalizeH="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CAO</a:t>
            </a:r>
            <a:endPar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33972744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4.3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Phát</a:t>
            </a:r>
            <a:r>
              <a:rPr kumimoji="0" lang="en-US" sz="2000" b="1" i="0" u="none" strike="noStrike" kern="1200" cap="small" spc="0" normalizeH="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xung</a:t>
            </a:r>
            <a:r>
              <a:rPr kumimoji="0" lang="en-US" sz="2000" b="1" i="0" u="none" strike="noStrike" kern="1200" cap="small" spc="0" normalizeH="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bằng</a:t>
            </a:r>
            <a:r>
              <a:rPr kumimoji="0" lang="en-US" sz="2000" b="1" i="0" u="none" strike="noStrike" kern="1200" cap="small" spc="0" normalizeH="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pwm</a:t>
            </a:r>
            <a:endPar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endParaRPr>
          </a:p>
        </p:txBody>
      </p:sp>
      <p:sp>
        <p:nvSpPr>
          <p:cNvPr id="10" name="TextBox 5">
            <a:extLst>
              <a:ext uri="{FF2B5EF4-FFF2-40B4-BE49-F238E27FC236}">
                <a16:creationId xmlns:a16="http://schemas.microsoft.com/office/drawing/2014/main" id="{425316DF-66E1-40A8-ACAE-6EF612E72ADB}"/>
              </a:ext>
            </a:extLst>
          </p:cNvPr>
          <p:cNvSpPr txBox="1">
            <a:spLocks noChangeArrowheads="1"/>
          </p:cNvSpPr>
          <p:nvPr/>
        </p:nvSpPr>
        <p:spPr bwMode="auto">
          <a:xfrm>
            <a:off x="457200" y="833957"/>
            <a:ext cx="273504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defTabSz="685800" eaLnBrk="0" fontAlgn="base" hangingPunct="0">
              <a:lnSpc>
                <a:spcPct val="100000"/>
              </a:lnSpc>
              <a:spcBef>
                <a:spcPct val="0"/>
              </a:spcBef>
              <a:spcAft>
                <a:spcPct val="0"/>
              </a:spcAft>
              <a:buNone/>
            </a:pPr>
            <a:r>
              <a:rPr lang="en-US" altLang="en-US" sz="1800" b="1" dirty="0">
                <a:solidFill>
                  <a:prstClr val="black"/>
                </a:solidFill>
                <a:latin typeface="Times New Roman" panose="02020603050405020304" pitchFamily="18" charset="0"/>
                <a:cs typeface="Times New Roman" panose="02020603050405020304" pitchFamily="18" charset="0"/>
              </a:rPr>
              <a:t>CÁC B</a:t>
            </a:r>
            <a:r>
              <a:rPr lang="vi-VN" altLang="en-US" sz="1800" b="1" dirty="0">
                <a:solidFill>
                  <a:prstClr val="black"/>
                </a:solidFill>
                <a:latin typeface="Times New Roman" panose="02020603050405020304" pitchFamily="18" charset="0"/>
                <a:cs typeface="Times New Roman" panose="02020603050405020304" pitchFamily="18" charset="0"/>
              </a:rPr>
              <a:t>Ư</a:t>
            </a:r>
            <a:r>
              <a:rPr lang="en-US" altLang="en-US" sz="1800" b="1" dirty="0">
                <a:solidFill>
                  <a:prstClr val="black"/>
                </a:solidFill>
                <a:latin typeface="Times New Roman" panose="02020603050405020304" pitchFamily="18" charset="0"/>
                <a:cs typeface="Times New Roman" panose="02020603050405020304" pitchFamily="18" charset="0"/>
              </a:rPr>
              <a:t>ỚC KHAI BÁO:</a:t>
            </a:r>
          </a:p>
        </p:txBody>
      </p:sp>
      <p:sp>
        <p:nvSpPr>
          <p:cNvPr id="11" name="Rectangle 10">
            <a:extLst>
              <a:ext uri="{FF2B5EF4-FFF2-40B4-BE49-F238E27FC236}">
                <a16:creationId xmlns:a16="http://schemas.microsoft.com/office/drawing/2014/main" id="{A80450B9-DBC8-4F28-9BDC-109F706D7689}"/>
              </a:ext>
            </a:extLst>
          </p:cNvPr>
          <p:cNvSpPr>
            <a:spLocks noChangeArrowheads="1"/>
          </p:cNvSpPr>
          <p:nvPr/>
        </p:nvSpPr>
        <p:spPr bwMode="auto">
          <a:xfrm>
            <a:off x="457200" y="1253610"/>
            <a:ext cx="793908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defTabSz="685800" eaLnBrk="0" fontAlgn="base" hangingPunct="0">
              <a:lnSpc>
                <a:spcPct val="100000"/>
              </a:lnSpc>
              <a:spcBef>
                <a:spcPct val="0"/>
              </a:spcBef>
              <a:spcAft>
                <a:spcPct val="0"/>
              </a:spcAft>
              <a:buNone/>
            </a:pPr>
            <a:r>
              <a:rPr lang="en-US" altLang="en-US" sz="1800" b="1" dirty="0">
                <a:solidFill>
                  <a:prstClr val="black"/>
                </a:solidFill>
                <a:latin typeface="Times New Roman" panose="02020603050405020304" pitchFamily="18" charset="0"/>
                <a:cs typeface="Times New Roman" panose="02020603050405020304" pitchFamily="18" charset="0"/>
              </a:rPr>
              <a:t>B</a:t>
            </a:r>
            <a:r>
              <a:rPr lang="vi-VN" altLang="en-US" sz="1800" b="1" dirty="0">
                <a:solidFill>
                  <a:prstClr val="black"/>
                </a:solidFill>
                <a:latin typeface="Times New Roman" panose="02020603050405020304" pitchFamily="18" charset="0"/>
                <a:cs typeface="Times New Roman" panose="02020603050405020304" pitchFamily="18" charset="0"/>
              </a:rPr>
              <a:t>ư</a:t>
            </a:r>
            <a:r>
              <a:rPr lang="en-US" altLang="en-US" sz="1800" b="1" dirty="0" err="1">
                <a:solidFill>
                  <a:prstClr val="black"/>
                </a:solidFill>
                <a:latin typeface="Times New Roman" panose="02020603050405020304" pitchFamily="18" charset="0"/>
                <a:cs typeface="Times New Roman" panose="02020603050405020304" pitchFamily="18" charset="0"/>
              </a:rPr>
              <a:t>ớc</a:t>
            </a:r>
            <a:r>
              <a:rPr lang="en-US" altLang="en-US" sz="1800" b="1" dirty="0">
                <a:solidFill>
                  <a:prstClr val="black"/>
                </a:solidFill>
                <a:latin typeface="Times New Roman" panose="02020603050405020304" pitchFamily="18" charset="0"/>
                <a:cs typeface="Times New Roman" panose="02020603050405020304" pitchFamily="18" charset="0"/>
              </a:rPr>
              <a:t> 1</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Trong</a:t>
            </a:r>
            <a:r>
              <a:rPr lang="en-US" altLang="en-US" sz="1800" dirty="0">
                <a:solidFill>
                  <a:prstClr val="black"/>
                </a:solidFill>
                <a:latin typeface="Times New Roman" panose="02020603050405020304" pitchFamily="18" charset="0"/>
                <a:cs typeface="Times New Roman" panose="02020603050405020304" pitchFamily="18" charset="0"/>
              </a:rPr>
              <a:t> General </a:t>
            </a:r>
            <a:r>
              <a:rPr lang="en-US" altLang="en-US" sz="1800" dirty="0" err="1">
                <a:solidFill>
                  <a:prstClr val="black"/>
                </a:solidFill>
                <a:latin typeface="Times New Roman" panose="02020603050405020304" pitchFamily="18" charset="0"/>
                <a:cs typeface="Times New Roman" panose="02020603050405020304" pitchFamily="18" charset="0"/>
              </a:rPr>
              <a:t>tích</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vào</a:t>
            </a:r>
            <a:r>
              <a:rPr lang="en-US" altLang="en-US" sz="1800" dirty="0">
                <a:solidFill>
                  <a:prstClr val="black"/>
                </a:solidFill>
                <a:latin typeface="Times New Roman" panose="02020603050405020304" pitchFamily="18" charset="0"/>
                <a:cs typeface="Times New Roman" panose="02020603050405020304" pitchFamily="18" charset="0"/>
              </a:rPr>
              <a:t> Enable</a:t>
            </a:r>
          </a:p>
        </p:txBody>
      </p:sp>
      <p:pic>
        <p:nvPicPr>
          <p:cNvPr id="13" name="Picture 11">
            <a:extLst>
              <a:ext uri="{FF2B5EF4-FFF2-40B4-BE49-F238E27FC236}">
                <a16:creationId xmlns:a16="http://schemas.microsoft.com/office/drawing/2014/main" id="{8C4EAA29-EF4A-4EC9-B61E-AA17389C19AB}"/>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5411"/>
          <a:stretch/>
        </p:blipFill>
        <p:spPr bwMode="auto">
          <a:xfrm>
            <a:off x="1658938" y="1761386"/>
            <a:ext cx="8230786" cy="4503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4" name="Group 13"/>
          <p:cNvGrpSpPr/>
          <p:nvPr/>
        </p:nvGrpSpPr>
        <p:grpSpPr>
          <a:xfrm>
            <a:off x="1216683" y="4892901"/>
            <a:ext cx="4908908" cy="430887"/>
            <a:chOff x="711499" y="3097235"/>
            <a:chExt cx="3669875" cy="430887"/>
          </a:xfrm>
        </p:grpSpPr>
        <p:sp>
          <p:nvSpPr>
            <p:cNvPr id="15" name="TextBox 14">
              <a:extLst>
                <a:ext uri="{FF2B5EF4-FFF2-40B4-BE49-F238E27FC236}">
                  <a16:creationId xmlns:a16="http://schemas.microsoft.com/office/drawing/2014/main" id="{3B7CC783-7EED-4D11-907B-FEFFC7C90FD2}"/>
                </a:ext>
              </a:extLst>
            </p:cNvPr>
            <p:cNvSpPr txBox="1"/>
            <p:nvPr/>
          </p:nvSpPr>
          <p:spPr>
            <a:xfrm>
              <a:off x="711499" y="3097235"/>
              <a:ext cx="346570" cy="430887"/>
            </a:xfrm>
            <a:prstGeom prst="rect">
              <a:avLst/>
            </a:prstGeom>
            <a:noFill/>
          </p:spPr>
          <p:txBody>
            <a:bodyPr wrap="none" rtlCol="0">
              <a:spAutoFit/>
            </a:bodyPr>
            <a:lstStyle/>
            <a:p>
              <a:r>
                <a:rPr lang="en-US" sz="2200" b="1" dirty="0"/>
                <a:t>1</a:t>
              </a:r>
            </a:p>
          </p:txBody>
        </p:sp>
        <p:cxnSp>
          <p:nvCxnSpPr>
            <p:cNvPr id="16" name="Straight Arrow Connector 15"/>
            <p:cNvCxnSpPr/>
            <p:nvPr/>
          </p:nvCxnSpPr>
          <p:spPr>
            <a:xfrm flipV="1">
              <a:off x="923549" y="3380016"/>
              <a:ext cx="3457825" cy="8877"/>
            </a:xfrm>
            <a:prstGeom prst="straightConnector1">
              <a:avLst/>
            </a:prstGeom>
            <a:ln w="38100">
              <a:solidFill>
                <a:srgbClr val="FF0000"/>
              </a:solidFill>
              <a:tailEnd type="triangle"/>
            </a:ln>
          </p:spPr>
          <p:style>
            <a:lnRef idx="3">
              <a:schemeClr val="accent4"/>
            </a:lnRef>
            <a:fillRef idx="0">
              <a:schemeClr val="accent4"/>
            </a:fillRef>
            <a:effectRef idx="2">
              <a:schemeClr val="accent4"/>
            </a:effectRef>
            <a:fontRef idx="minor">
              <a:schemeClr val="tx1"/>
            </a:fontRef>
          </p:style>
        </p:cxnSp>
      </p:grpSp>
      <p:sp>
        <p:nvSpPr>
          <p:cNvPr id="17" name="Footer Placeholder 1">
            <a:extLst>
              <a:ext uri="{FF2B5EF4-FFF2-40B4-BE49-F238E27FC236}">
                <a16:creationId xmlns:a16="http://schemas.microsoft.com/office/drawing/2014/main" id="{08BFEC12-C6E6-41D9-9B1D-33AFEA88B663}"/>
              </a:ext>
            </a:extLst>
          </p:cNvPr>
          <p:cNvSpPr txBox="1">
            <a:spLocks/>
          </p:cNvSpPr>
          <p:nvPr/>
        </p:nvSpPr>
        <p:spPr bwMode="auto">
          <a:xfrm>
            <a:off x="3509963" y="6508750"/>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lang="en-US" altLang="en-US" sz="1200" dirty="0">
                <a:solidFill>
                  <a:srgbClr val="2D2D8A"/>
                </a:solidFill>
                <a:latin typeface="Times New Roman" panose="02020603050405020304" pitchFamily="18" charset="0"/>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a:t>
            </a:r>
            <a:r>
              <a:rPr kumimoji="0" lang="en-US" altLang="en-US" sz="1200" b="1" i="0" u="none" strike="noStrike" kern="1200" cap="none" spc="0" normalizeH="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CAO</a:t>
            </a:r>
            <a:endPar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409089003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4.3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Phát</a:t>
            </a:r>
            <a:r>
              <a:rPr kumimoji="0" lang="en-US" sz="2000" b="1" i="0" u="none" strike="noStrike" kern="1200" cap="small" spc="0" normalizeH="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xung</a:t>
            </a:r>
            <a:r>
              <a:rPr kumimoji="0" lang="en-US" sz="2000" b="1" i="0" u="none" strike="noStrike" kern="1200" cap="small" spc="0" normalizeH="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bằng</a:t>
            </a:r>
            <a:r>
              <a:rPr kumimoji="0" lang="en-US" sz="2000" b="1" i="0" u="none" strike="noStrike" kern="1200" cap="small" spc="0" normalizeH="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pwm</a:t>
            </a:r>
            <a:endPar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endParaRPr>
          </a:p>
        </p:txBody>
      </p:sp>
      <p:sp>
        <p:nvSpPr>
          <p:cNvPr id="10" name="TextBox 5">
            <a:extLst>
              <a:ext uri="{FF2B5EF4-FFF2-40B4-BE49-F238E27FC236}">
                <a16:creationId xmlns:a16="http://schemas.microsoft.com/office/drawing/2014/main" id="{425316DF-66E1-40A8-ACAE-6EF612E72ADB}"/>
              </a:ext>
            </a:extLst>
          </p:cNvPr>
          <p:cNvSpPr txBox="1">
            <a:spLocks noChangeArrowheads="1"/>
          </p:cNvSpPr>
          <p:nvPr/>
        </p:nvSpPr>
        <p:spPr bwMode="auto">
          <a:xfrm>
            <a:off x="457200" y="833957"/>
            <a:ext cx="273504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defTabSz="685800" eaLnBrk="0" fontAlgn="base" hangingPunct="0">
              <a:lnSpc>
                <a:spcPct val="100000"/>
              </a:lnSpc>
              <a:spcBef>
                <a:spcPct val="0"/>
              </a:spcBef>
              <a:spcAft>
                <a:spcPct val="0"/>
              </a:spcAft>
              <a:buNone/>
            </a:pPr>
            <a:r>
              <a:rPr lang="en-US" altLang="en-US" sz="1800" b="1" dirty="0">
                <a:solidFill>
                  <a:prstClr val="black"/>
                </a:solidFill>
                <a:latin typeface="Times New Roman" panose="02020603050405020304" pitchFamily="18" charset="0"/>
                <a:cs typeface="Times New Roman" panose="02020603050405020304" pitchFamily="18" charset="0"/>
              </a:rPr>
              <a:t>CÁC B</a:t>
            </a:r>
            <a:r>
              <a:rPr lang="vi-VN" altLang="en-US" sz="1800" b="1" dirty="0">
                <a:solidFill>
                  <a:prstClr val="black"/>
                </a:solidFill>
                <a:latin typeface="Times New Roman" panose="02020603050405020304" pitchFamily="18" charset="0"/>
                <a:cs typeface="Times New Roman" panose="02020603050405020304" pitchFamily="18" charset="0"/>
              </a:rPr>
              <a:t>Ư</a:t>
            </a:r>
            <a:r>
              <a:rPr lang="en-US" altLang="en-US" sz="1800" b="1" dirty="0">
                <a:solidFill>
                  <a:prstClr val="black"/>
                </a:solidFill>
                <a:latin typeface="Times New Roman" panose="02020603050405020304" pitchFamily="18" charset="0"/>
                <a:cs typeface="Times New Roman" panose="02020603050405020304" pitchFamily="18" charset="0"/>
              </a:rPr>
              <a:t>ỚC KHAI BÁO:</a:t>
            </a:r>
          </a:p>
        </p:txBody>
      </p:sp>
      <p:pic>
        <p:nvPicPr>
          <p:cNvPr id="11" name="Picture 12">
            <a:extLst>
              <a:ext uri="{FF2B5EF4-FFF2-40B4-BE49-F238E27FC236}">
                <a16:creationId xmlns:a16="http://schemas.microsoft.com/office/drawing/2014/main" id="{CA361B80-9C09-4D74-888A-4416A473842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60025" y="2006378"/>
            <a:ext cx="8386870" cy="3684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Rectangle 12">
            <a:extLst>
              <a:ext uri="{FF2B5EF4-FFF2-40B4-BE49-F238E27FC236}">
                <a16:creationId xmlns:a16="http://schemas.microsoft.com/office/drawing/2014/main" id="{A80450B9-DBC8-4F28-9BDC-109F706D7689}"/>
              </a:ext>
            </a:extLst>
          </p:cNvPr>
          <p:cNvSpPr>
            <a:spLocks noChangeArrowheads="1"/>
          </p:cNvSpPr>
          <p:nvPr/>
        </p:nvSpPr>
        <p:spPr bwMode="auto">
          <a:xfrm>
            <a:off x="457200" y="1253610"/>
            <a:ext cx="793908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defTabSz="685800" eaLnBrk="0" fontAlgn="base" hangingPunct="0">
              <a:lnSpc>
                <a:spcPct val="100000"/>
              </a:lnSpc>
              <a:spcBef>
                <a:spcPct val="0"/>
              </a:spcBef>
              <a:spcAft>
                <a:spcPct val="0"/>
              </a:spcAft>
              <a:buNone/>
            </a:pPr>
            <a:r>
              <a:rPr lang="en-US" altLang="en-US" sz="1800" b="1" dirty="0">
                <a:solidFill>
                  <a:prstClr val="black"/>
                </a:solidFill>
                <a:latin typeface="Times New Roman" panose="02020603050405020304" pitchFamily="18" charset="0"/>
                <a:cs typeface="Times New Roman" panose="02020603050405020304" pitchFamily="18" charset="0"/>
              </a:rPr>
              <a:t>B</a:t>
            </a:r>
            <a:r>
              <a:rPr lang="vi-VN" altLang="en-US" sz="1800" b="1" dirty="0">
                <a:solidFill>
                  <a:prstClr val="black"/>
                </a:solidFill>
                <a:latin typeface="Times New Roman" panose="02020603050405020304" pitchFamily="18" charset="0"/>
                <a:cs typeface="Times New Roman" panose="02020603050405020304" pitchFamily="18" charset="0"/>
              </a:rPr>
              <a:t>ư</a:t>
            </a:r>
            <a:r>
              <a:rPr lang="en-US" altLang="en-US" sz="1800" b="1" dirty="0" err="1">
                <a:solidFill>
                  <a:prstClr val="black"/>
                </a:solidFill>
                <a:latin typeface="Times New Roman" panose="02020603050405020304" pitchFamily="18" charset="0"/>
                <a:cs typeface="Times New Roman" panose="02020603050405020304" pitchFamily="18" charset="0"/>
              </a:rPr>
              <a:t>ớc</a:t>
            </a:r>
            <a:r>
              <a:rPr lang="en-US" altLang="en-US" sz="1800" b="1" dirty="0">
                <a:solidFill>
                  <a:prstClr val="black"/>
                </a:solidFill>
                <a:latin typeface="Times New Roman" panose="02020603050405020304" pitchFamily="18" charset="0"/>
                <a:cs typeface="Times New Roman" panose="02020603050405020304" pitchFamily="18" charset="0"/>
              </a:rPr>
              <a:t> 2</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Trong</a:t>
            </a:r>
            <a:r>
              <a:rPr lang="en-US" altLang="en-US" sz="1800" dirty="0">
                <a:solidFill>
                  <a:prstClr val="black"/>
                </a:solidFill>
                <a:latin typeface="Times New Roman" panose="02020603050405020304" pitchFamily="18" charset="0"/>
                <a:cs typeface="Times New Roman" panose="02020603050405020304" pitchFamily="18" charset="0"/>
              </a:rPr>
              <a:t> Parameter </a:t>
            </a:r>
            <a:r>
              <a:rPr lang="en-US" altLang="en-US" sz="1800" dirty="0" err="1">
                <a:solidFill>
                  <a:prstClr val="black"/>
                </a:solidFill>
                <a:latin typeface="Times New Roman" panose="02020603050405020304" pitchFamily="18" charset="0"/>
                <a:cs typeface="Times New Roman" panose="02020603050405020304" pitchFamily="18" charset="0"/>
              </a:rPr>
              <a:t>tích</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vào</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chọn</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xung</a:t>
            </a:r>
            <a:r>
              <a:rPr lang="en-US" altLang="en-US" sz="1800" dirty="0">
                <a:solidFill>
                  <a:prstClr val="black"/>
                </a:solidFill>
                <a:latin typeface="Times New Roman" panose="02020603050405020304" pitchFamily="18" charset="0"/>
                <a:cs typeface="Times New Roman" panose="02020603050405020304" pitchFamily="18" charset="0"/>
              </a:rPr>
              <a:t> PWM</a:t>
            </a:r>
          </a:p>
        </p:txBody>
      </p:sp>
      <p:grpSp>
        <p:nvGrpSpPr>
          <p:cNvPr id="14" name="Group 13"/>
          <p:cNvGrpSpPr/>
          <p:nvPr/>
        </p:nvGrpSpPr>
        <p:grpSpPr>
          <a:xfrm>
            <a:off x="1007156" y="2762696"/>
            <a:ext cx="919299" cy="430887"/>
            <a:chOff x="1178726" y="3124807"/>
            <a:chExt cx="687263" cy="430887"/>
          </a:xfrm>
        </p:grpSpPr>
        <p:sp>
          <p:nvSpPr>
            <p:cNvPr id="15" name="TextBox 14">
              <a:extLst>
                <a:ext uri="{FF2B5EF4-FFF2-40B4-BE49-F238E27FC236}">
                  <a16:creationId xmlns:a16="http://schemas.microsoft.com/office/drawing/2014/main" id="{3B7CC783-7EED-4D11-907B-FEFFC7C90FD2}"/>
                </a:ext>
              </a:extLst>
            </p:cNvPr>
            <p:cNvSpPr txBox="1"/>
            <p:nvPr/>
          </p:nvSpPr>
          <p:spPr>
            <a:xfrm>
              <a:off x="1178726" y="3124807"/>
              <a:ext cx="346570" cy="430887"/>
            </a:xfrm>
            <a:prstGeom prst="rect">
              <a:avLst/>
            </a:prstGeom>
            <a:noFill/>
          </p:spPr>
          <p:txBody>
            <a:bodyPr wrap="none" rtlCol="0">
              <a:spAutoFit/>
            </a:bodyPr>
            <a:lstStyle/>
            <a:p>
              <a:r>
                <a:rPr lang="en-US" sz="2200" b="1" dirty="0"/>
                <a:t>1</a:t>
              </a:r>
            </a:p>
          </p:txBody>
        </p:sp>
        <p:cxnSp>
          <p:nvCxnSpPr>
            <p:cNvPr id="16" name="Straight Arrow Connector 15"/>
            <p:cNvCxnSpPr/>
            <p:nvPr/>
          </p:nvCxnSpPr>
          <p:spPr>
            <a:xfrm>
              <a:off x="1394769" y="3389396"/>
              <a:ext cx="471220" cy="0"/>
            </a:xfrm>
            <a:prstGeom prst="straightConnector1">
              <a:avLst/>
            </a:prstGeom>
            <a:ln w="38100">
              <a:solidFill>
                <a:srgbClr val="FF0000"/>
              </a:solidFill>
              <a:tailEnd type="triangle"/>
            </a:ln>
          </p:spPr>
          <p:style>
            <a:lnRef idx="3">
              <a:schemeClr val="accent4"/>
            </a:lnRef>
            <a:fillRef idx="0">
              <a:schemeClr val="accent4"/>
            </a:fillRef>
            <a:effectRef idx="2">
              <a:schemeClr val="accent4"/>
            </a:effectRef>
            <a:fontRef idx="minor">
              <a:schemeClr val="tx1"/>
            </a:fontRef>
          </p:style>
        </p:cxnSp>
      </p:grpSp>
      <p:grpSp>
        <p:nvGrpSpPr>
          <p:cNvPr id="17" name="Group 16"/>
          <p:cNvGrpSpPr/>
          <p:nvPr/>
        </p:nvGrpSpPr>
        <p:grpSpPr>
          <a:xfrm>
            <a:off x="1058069" y="3557048"/>
            <a:ext cx="5037931" cy="430887"/>
            <a:chOff x="615042" y="3146298"/>
            <a:chExt cx="3766332" cy="430887"/>
          </a:xfrm>
        </p:grpSpPr>
        <p:sp>
          <p:nvSpPr>
            <p:cNvPr id="18" name="TextBox 17">
              <a:extLst>
                <a:ext uri="{FF2B5EF4-FFF2-40B4-BE49-F238E27FC236}">
                  <a16:creationId xmlns:a16="http://schemas.microsoft.com/office/drawing/2014/main" id="{3B7CC783-7EED-4D11-907B-FEFFC7C90FD2}"/>
                </a:ext>
              </a:extLst>
            </p:cNvPr>
            <p:cNvSpPr txBox="1"/>
            <p:nvPr/>
          </p:nvSpPr>
          <p:spPr>
            <a:xfrm>
              <a:off x="615042" y="3146298"/>
              <a:ext cx="259094" cy="430887"/>
            </a:xfrm>
            <a:prstGeom prst="rect">
              <a:avLst/>
            </a:prstGeom>
            <a:noFill/>
          </p:spPr>
          <p:txBody>
            <a:bodyPr wrap="none" rtlCol="0">
              <a:spAutoFit/>
            </a:bodyPr>
            <a:lstStyle/>
            <a:p>
              <a:r>
                <a:rPr lang="en-US" sz="2200" b="1" dirty="0"/>
                <a:t>2</a:t>
              </a:r>
            </a:p>
          </p:txBody>
        </p:sp>
        <p:cxnSp>
          <p:nvCxnSpPr>
            <p:cNvPr id="19" name="Straight Arrow Connector 18"/>
            <p:cNvCxnSpPr>
              <a:stCxn id="18" idx="3"/>
            </p:cNvCxnSpPr>
            <p:nvPr/>
          </p:nvCxnSpPr>
          <p:spPr>
            <a:xfrm>
              <a:off x="874136" y="3361742"/>
              <a:ext cx="3507238" cy="18275"/>
            </a:xfrm>
            <a:prstGeom prst="straightConnector1">
              <a:avLst/>
            </a:prstGeom>
            <a:ln w="38100">
              <a:solidFill>
                <a:srgbClr val="FF0000"/>
              </a:solidFill>
              <a:tailEnd type="triangle"/>
            </a:ln>
          </p:spPr>
          <p:style>
            <a:lnRef idx="3">
              <a:schemeClr val="accent4"/>
            </a:lnRef>
            <a:fillRef idx="0">
              <a:schemeClr val="accent4"/>
            </a:fillRef>
            <a:effectRef idx="2">
              <a:schemeClr val="accent4"/>
            </a:effectRef>
            <a:fontRef idx="minor">
              <a:schemeClr val="tx1"/>
            </a:fontRef>
          </p:style>
        </p:cxnSp>
      </p:grpSp>
      <p:sp>
        <p:nvSpPr>
          <p:cNvPr id="20" name="Footer Placeholder 1">
            <a:extLst>
              <a:ext uri="{FF2B5EF4-FFF2-40B4-BE49-F238E27FC236}">
                <a16:creationId xmlns:a16="http://schemas.microsoft.com/office/drawing/2014/main" id="{A2BE63A5-2366-4EE1-9044-75BA236402A9}"/>
              </a:ext>
            </a:extLst>
          </p:cNvPr>
          <p:cNvSpPr txBox="1">
            <a:spLocks/>
          </p:cNvSpPr>
          <p:nvPr/>
        </p:nvSpPr>
        <p:spPr bwMode="auto">
          <a:xfrm>
            <a:off x="3509963" y="6508750"/>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lang="en-US" altLang="en-US" sz="1200" dirty="0">
                <a:solidFill>
                  <a:srgbClr val="2D2D8A"/>
                </a:solidFill>
                <a:latin typeface="Times New Roman" panose="02020603050405020304" pitchFamily="18" charset="0"/>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a:t>
            </a:r>
            <a:r>
              <a:rPr kumimoji="0" lang="en-US" altLang="en-US" sz="1200" b="1" i="0" u="none" strike="noStrike" kern="1200" cap="none" spc="0" normalizeH="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CAO</a:t>
            </a:r>
            <a:endPar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179939768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4.3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Phát</a:t>
            </a:r>
            <a:r>
              <a:rPr kumimoji="0" lang="en-US" sz="2000" b="1" i="0" u="none" strike="noStrike" kern="1200" cap="small" spc="0" normalizeH="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xung</a:t>
            </a:r>
            <a:r>
              <a:rPr kumimoji="0" lang="en-US" sz="2000" b="1" i="0" u="none" strike="noStrike" kern="1200" cap="small" spc="0" normalizeH="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bằng</a:t>
            </a:r>
            <a:r>
              <a:rPr kumimoji="0" lang="en-US" sz="2000" b="1" i="0" u="none" strike="noStrike" kern="1200" cap="small" spc="0" normalizeH="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pwm</a:t>
            </a:r>
            <a:endPar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endParaRPr>
          </a:p>
        </p:txBody>
      </p:sp>
      <p:sp>
        <p:nvSpPr>
          <p:cNvPr id="10" name="TextBox 5">
            <a:extLst>
              <a:ext uri="{FF2B5EF4-FFF2-40B4-BE49-F238E27FC236}">
                <a16:creationId xmlns:a16="http://schemas.microsoft.com/office/drawing/2014/main" id="{425316DF-66E1-40A8-ACAE-6EF612E72ADB}"/>
              </a:ext>
            </a:extLst>
          </p:cNvPr>
          <p:cNvSpPr txBox="1">
            <a:spLocks noChangeArrowheads="1"/>
          </p:cNvSpPr>
          <p:nvPr/>
        </p:nvSpPr>
        <p:spPr bwMode="auto">
          <a:xfrm>
            <a:off x="457200" y="833957"/>
            <a:ext cx="273504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defTabSz="685800" eaLnBrk="0" fontAlgn="base" hangingPunct="0">
              <a:lnSpc>
                <a:spcPct val="100000"/>
              </a:lnSpc>
              <a:spcBef>
                <a:spcPct val="0"/>
              </a:spcBef>
              <a:spcAft>
                <a:spcPct val="0"/>
              </a:spcAft>
              <a:buNone/>
            </a:pPr>
            <a:r>
              <a:rPr lang="en-US" altLang="en-US" sz="1800" b="1" dirty="0">
                <a:solidFill>
                  <a:prstClr val="black"/>
                </a:solidFill>
                <a:latin typeface="Times New Roman" panose="02020603050405020304" pitchFamily="18" charset="0"/>
                <a:cs typeface="Times New Roman" panose="02020603050405020304" pitchFamily="18" charset="0"/>
              </a:rPr>
              <a:t>CÁC B</a:t>
            </a:r>
            <a:r>
              <a:rPr lang="vi-VN" altLang="en-US" sz="1800" b="1" dirty="0">
                <a:solidFill>
                  <a:prstClr val="black"/>
                </a:solidFill>
                <a:latin typeface="Times New Roman" panose="02020603050405020304" pitchFamily="18" charset="0"/>
                <a:cs typeface="Times New Roman" panose="02020603050405020304" pitchFamily="18" charset="0"/>
              </a:rPr>
              <a:t>Ư</a:t>
            </a:r>
            <a:r>
              <a:rPr lang="en-US" altLang="en-US" sz="1800" b="1" dirty="0">
                <a:solidFill>
                  <a:prstClr val="black"/>
                </a:solidFill>
                <a:latin typeface="Times New Roman" panose="02020603050405020304" pitchFamily="18" charset="0"/>
                <a:cs typeface="Times New Roman" panose="02020603050405020304" pitchFamily="18" charset="0"/>
              </a:rPr>
              <a:t>ỚC KHAI BÁO:</a:t>
            </a:r>
          </a:p>
        </p:txBody>
      </p:sp>
      <p:sp>
        <p:nvSpPr>
          <p:cNvPr id="11" name="Rectangle 10">
            <a:extLst>
              <a:ext uri="{FF2B5EF4-FFF2-40B4-BE49-F238E27FC236}">
                <a16:creationId xmlns:a16="http://schemas.microsoft.com/office/drawing/2014/main" id="{23C5FCC0-F5EC-4ED1-9DE5-A1355DCAF91D}"/>
              </a:ext>
            </a:extLst>
          </p:cNvPr>
          <p:cNvSpPr>
            <a:spLocks noChangeArrowheads="1"/>
          </p:cNvSpPr>
          <p:nvPr/>
        </p:nvSpPr>
        <p:spPr bwMode="auto">
          <a:xfrm>
            <a:off x="457200" y="1277784"/>
            <a:ext cx="793908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defTabSz="685800" eaLnBrk="0" fontAlgn="base" hangingPunct="0">
              <a:lnSpc>
                <a:spcPct val="100000"/>
              </a:lnSpc>
              <a:spcBef>
                <a:spcPct val="0"/>
              </a:spcBef>
              <a:spcAft>
                <a:spcPct val="0"/>
              </a:spcAft>
              <a:buNone/>
            </a:pPr>
            <a:r>
              <a:rPr lang="en-US" altLang="en-US" sz="1800" b="1" dirty="0">
                <a:solidFill>
                  <a:prstClr val="black"/>
                </a:solidFill>
                <a:latin typeface="Times New Roman" panose="02020603050405020304" pitchFamily="18" charset="0"/>
                <a:cs typeface="Times New Roman" panose="02020603050405020304" pitchFamily="18" charset="0"/>
              </a:rPr>
              <a:t>B</a:t>
            </a:r>
            <a:r>
              <a:rPr lang="vi-VN" altLang="en-US" sz="1800" b="1" dirty="0">
                <a:solidFill>
                  <a:prstClr val="black"/>
                </a:solidFill>
                <a:latin typeface="Times New Roman" panose="02020603050405020304" pitchFamily="18" charset="0"/>
                <a:cs typeface="Times New Roman" panose="02020603050405020304" pitchFamily="18" charset="0"/>
              </a:rPr>
              <a:t>ư</a:t>
            </a:r>
            <a:r>
              <a:rPr lang="en-US" altLang="en-US" sz="1800" b="1" dirty="0" err="1">
                <a:solidFill>
                  <a:prstClr val="black"/>
                </a:solidFill>
                <a:latin typeface="Times New Roman" panose="02020603050405020304" pitchFamily="18" charset="0"/>
                <a:cs typeface="Times New Roman" panose="02020603050405020304" pitchFamily="18" charset="0"/>
              </a:rPr>
              <a:t>ớc</a:t>
            </a:r>
            <a:r>
              <a:rPr lang="en-US" altLang="en-US" sz="1800" b="1" dirty="0">
                <a:solidFill>
                  <a:prstClr val="black"/>
                </a:solidFill>
                <a:latin typeface="Times New Roman" panose="02020603050405020304" pitchFamily="18" charset="0"/>
                <a:cs typeface="Times New Roman" panose="02020603050405020304" pitchFamily="18" charset="0"/>
              </a:rPr>
              <a:t> 3</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Thông</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số</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trong</a:t>
            </a:r>
            <a:r>
              <a:rPr lang="en-US" altLang="en-US" sz="1800" dirty="0">
                <a:solidFill>
                  <a:prstClr val="black"/>
                </a:solidFill>
                <a:latin typeface="Times New Roman" panose="02020603050405020304" pitchFamily="18" charset="0"/>
                <a:cs typeface="Times New Roman" panose="02020603050405020304" pitchFamily="18" charset="0"/>
              </a:rPr>
              <a:t> Hardware Output</a:t>
            </a:r>
          </a:p>
        </p:txBody>
      </p:sp>
      <p:pic>
        <p:nvPicPr>
          <p:cNvPr id="13" name="Picture 12">
            <a:extLst>
              <a:ext uri="{FF2B5EF4-FFF2-40B4-BE49-F238E27FC236}">
                <a16:creationId xmlns:a16="http://schemas.microsoft.com/office/drawing/2014/main" id="{6DC4CCC2-9BDB-471A-A9C7-DF086D8702E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58939" y="1974735"/>
            <a:ext cx="8781202" cy="38820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Footer Placeholder 1">
            <a:extLst>
              <a:ext uri="{FF2B5EF4-FFF2-40B4-BE49-F238E27FC236}">
                <a16:creationId xmlns:a16="http://schemas.microsoft.com/office/drawing/2014/main" id="{3AE3D8A3-0251-4EBF-B9F3-C90CBCED8C5A}"/>
              </a:ext>
            </a:extLst>
          </p:cNvPr>
          <p:cNvSpPr txBox="1">
            <a:spLocks/>
          </p:cNvSpPr>
          <p:nvPr/>
        </p:nvSpPr>
        <p:spPr bwMode="auto">
          <a:xfrm>
            <a:off x="3509963" y="6508750"/>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lang="en-US" altLang="en-US" sz="1200" dirty="0">
                <a:solidFill>
                  <a:srgbClr val="2D2D8A"/>
                </a:solidFill>
                <a:latin typeface="Times New Roman" panose="02020603050405020304" pitchFamily="18" charset="0"/>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a:t>
            </a:r>
            <a:r>
              <a:rPr kumimoji="0" lang="en-US" altLang="en-US" sz="1200" b="1" i="0" u="none" strike="noStrike" kern="1200" cap="none" spc="0" normalizeH="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CAO</a:t>
            </a:r>
            <a:endPar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9872630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4.3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Phát</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xung</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bằng</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pwm</a:t>
            </a:r>
            <a:endPar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endParaRPr>
          </a:p>
        </p:txBody>
      </p:sp>
      <p:sp>
        <p:nvSpPr>
          <p:cNvPr id="10" name="TextBox 5">
            <a:extLst>
              <a:ext uri="{FF2B5EF4-FFF2-40B4-BE49-F238E27FC236}">
                <a16:creationId xmlns:a16="http://schemas.microsoft.com/office/drawing/2014/main" id="{425316DF-66E1-40A8-ACAE-6EF612E72ADB}"/>
              </a:ext>
            </a:extLst>
          </p:cNvPr>
          <p:cNvSpPr txBox="1">
            <a:spLocks noChangeArrowheads="1"/>
          </p:cNvSpPr>
          <p:nvPr/>
        </p:nvSpPr>
        <p:spPr bwMode="auto">
          <a:xfrm>
            <a:off x="457200" y="833957"/>
            <a:ext cx="273504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tabLst/>
              <a:defRPr/>
            </a:pPr>
            <a:r>
              <a:rPr kumimoji="0" lang="en-US"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CÁC B</a:t>
            </a:r>
            <a:r>
              <a:rPr kumimoji="0" lang="vi-VN"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Ư</a:t>
            </a:r>
            <a:r>
              <a:rPr kumimoji="0" lang="en-US"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ỚC KHAI BÁO:</a:t>
            </a:r>
          </a:p>
        </p:txBody>
      </p:sp>
      <p:sp>
        <p:nvSpPr>
          <p:cNvPr id="11" name="Rectangle 10">
            <a:extLst>
              <a:ext uri="{FF2B5EF4-FFF2-40B4-BE49-F238E27FC236}">
                <a16:creationId xmlns:a16="http://schemas.microsoft.com/office/drawing/2014/main" id="{23C5FCC0-F5EC-4ED1-9DE5-A1355DCAF91D}"/>
              </a:ext>
            </a:extLst>
          </p:cNvPr>
          <p:cNvSpPr>
            <a:spLocks noChangeArrowheads="1"/>
          </p:cNvSpPr>
          <p:nvPr/>
        </p:nvSpPr>
        <p:spPr bwMode="auto">
          <a:xfrm>
            <a:off x="457200" y="1277784"/>
            <a:ext cx="793908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tabLst/>
              <a:defRPr/>
            </a:pPr>
            <a:r>
              <a:rPr kumimoji="0" lang="en-US"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B</a:t>
            </a:r>
            <a:r>
              <a:rPr kumimoji="0" lang="vi-VN"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ư</a:t>
            </a:r>
            <a:r>
              <a:rPr kumimoji="0" lang="en-US" altLang="en-US" sz="18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ớc</a:t>
            </a:r>
            <a:r>
              <a:rPr kumimoji="0" lang="en-US"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4</a:t>
            </a:r>
            <a:r>
              <a:rPr kumimoji="0" lang="en-US"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Thông</a:t>
            </a:r>
            <a:r>
              <a:rPr kumimoji="0" lang="en-US"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số</a:t>
            </a:r>
            <a:r>
              <a:rPr kumimoji="0" lang="en-US"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trong</a:t>
            </a:r>
            <a:r>
              <a:rPr kumimoji="0" lang="en-US"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I/O</a:t>
            </a:r>
          </a:p>
        </p:txBody>
      </p:sp>
      <p:pic>
        <p:nvPicPr>
          <p:cNvPr id="12" name="Picture 11">
            <a:extLst>
              <a:ext uri="{FF2B5EF4-FFF2-40B4-BE49-F238E27FC236}">
                <a16:creationId xmlns:a16="http://schemas.microsoft.com/office/drawing/2014/main" id="{2377EE2B-5D5B-436E-A6E1-CDE1554D033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17095" y="1858742"/>
            <a:ext cx="8701103" cy="4045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Footer Placeholder 1">
            <a:extLst>
              <a:ext uri="{FF2B5EF4-FFF2-40B4-BE49-F238E27FC236}">
                <a16:creationId xmlns:a16="http://schemas.microsoft.com/office/drawing/2014/main" id="{C47B47C5-8ED5-4B29-B13D-C8CFBBDC1785}"/>
              </a:ext>
            </a:extLst>
          </p:cNvPr>
          <p:cNvSpPr txBox="1">
            <a:spLocks/>
          </p:cNvSpPr>
          <p:nvPr/>
        </p:nvSpPr>
        <p:spPr bwMode="auto">
          <a:xfrm>
            <a:off x="3509963" y="6508750"/>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lang="en-US" altLang="en-US" sz="1200" dirty="0">
                <a:solidFill>
                  <a:srgbClr val="2D2D8A"/>
                </a:solidFill>
                <a:latin typeface="Times New Roman" panose="02020603050405020304" pitchFamily="18" charset="0"/>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a:t>
            </a:r>
            <a:r>
              <a:rPr kumimoji="0" lang="en-US" altLang="en-US" sz="1200" b="1" i="0" u="none" strike="noStrike" kern="1200" cap="none" spc="0" normalizeH="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CAO</a:t>
            </a:r>
            <a:endPar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117482501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4.3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Phát</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xung</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bằng</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pwm</a:t>
            </a:r>
            <a:endPar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endParaRPr>
          </a:p>
        </p:txBody>
      </p:sp>
      <p:sp>
        <p:nvSpPr>
          <p:cNvPr id="10" name="TextBox 5">
            <a:extLst>
              <a:ext uri="{FF2B5EF4-FFF2-40B4-BE49-F238E27FC236}">
                <a16:creationId xmlns:a16="http://schemas.microsoft.com/office/drawing/2014/main" id="{425316DF-66E1-40A8-ACAE-6EF612E72ADB}"/>
              </a:ext>
            </a:extLst>
          </p:cNvPr>
          <p:cNvSpPr txBox="1">
            <a:spLocks noChangeArrowheads="1"/>
          </p:cNvSpPr>
          <p:nvPr/>
        </p:nvSpPr>
        <p:spPr bwMode="auto">
          <a:xfrm>
            <a:off x="457200" y="833957"/>
            <a:ext cx="273504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tabLst/>
              <a:defRPr/>
            </a:pPr>
            <a:r>
              <a:rPr kumimoji="0" lang="en-US"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CÁC B</a:t>
            </a:r>
            <a:r>
              <a:rPr kumimoji="0" lang="vi-VN"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Ư</a:t>
            </a:r>
            <a:r>
              <a:rPr kumimoji="0" lang="en-US"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ỚC KHAI BÁO:</a:t>
            </a:r>
          </a:p>
        </p:txBody>
      </p:sp>
      <p:sp>
        <p:nvSpPr>
          <p:cNvPr id="11" name="Rectangle 10">
            <a:extLst>
              <a:ext uri="{FF2B5EF4-FFF2-40B4-BE49-F238E27FC236}">
                <a16:creationId xmlns:a16="http://schemas.microsoft.com/office/drawing/2014/main" id="{23C5FCC0-F5EC-4ED1-9DE5-A1355DCAF91D}"/>
              </a:ext>
            </a:extLst>
          </p:cNvPr>
          <p:cNvSpPr>
            <a:spLocks noChangeArrowheads="1"/>
          </p:cNvSpPr>
          <p:nvPr/>
        </p:nvSpPr>
        <p:spPr bwMode="auto">
          <a:xfrm>
            <a:off x="457200" y="1277784"/>
            <a:ext cx="793908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tabLst/>
              <a:defRPr/>
            </a:pPr>
            <a:r>
              <a:rPr kumimoji="0" lang="en-US"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B</a:t>
            </a:r>
            <a:r>
              <a:rPr kumimoji="0" lang="vi-VN"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ư</a:t>
            </a:r>
            <a:r>
              <a:rPr kumimoji="0" lang="en-US" altLang="en-US" sz="18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ớc</a:t>
            </a:r>
            <a:r>
              <a:rPr kumimoji="0" lang="en-US"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5</a:t>
            </a:r>
            <a:r>
              <a:rPr kumimoji="0" lang="en-US"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Thông</a:t>
            </a:r>
            <a:r>
              <a:rPr kumimoji="0" lang="en-US"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số</a:t>
            </a:r>
            <a:r>
              <a:rPr kumimoji="0" lang="en-US"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trong</a:t>
            </a:r>
            <a:r>
              <a:rPr kumimoji="0" lang="en-US"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alt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Indentifier</a:t>
            </a:r>
            <a:endParaRPr kumimoji="0" lang="en-US"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13" name="Picture 11">
            <a:extLst>
              <a:ext uri="{FF2B5EF4-FFF2-40B4-BE49-F238E27FC236}">
                <a16:creationId xmlns:a16="http://schemas.microsoft.com/office/drawing/2014/main" id="{0AE93074-3220-4010-8B01-7C19ADA857B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75380" y="2032678"/>
            <a:ext cx="9264281" cy="35719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Footer Placeholder 1">
            <a:extLst>
              <a:ext uri="{FF2B5EF4-FFF2-40B4-BE49-F238E27FC236}">
                <a16:creationId xmlns:a16="http://schemas.microsoft.com/office/drawing/2014/main" id="{10CE8E5A-3391-4EB5-ADFD-DC6E2BCFD13A}"/>
              </a:ext>
            </a:extLst>
          </p:cNvPr>
          <p:cNvSpPr txBox="1">
            <a:spLocks/>
          </p:cNvSpPr>
          <p:nvPr/>
        </p:nvSpPr>
        <p:spPr bwMode="auto">
          <a:xfrm>
            <a:off x="3509963" y="6508750"/>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lang="en-US" altLang="en-US" sz="1200" dirty="0">
                <a:solidFill>
                  <a:srgbClr val="2D2D8A"/>
                </a:solidFill>
                <a:latin typeface="Times New Roman" panose="02020603050405020304" pitchFamily="18" charset="0"/>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a:t>
            </a:r>
            <a:r>
              <a:rPr kumimoji="0" lang="en-US" altLang="en-US" sz="1200" b="1" i="0" u="none" strike="noStrike" kern="1200" cap="none" spc="0" normalizeH="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CAO</a:t>
            </a:r>
            <a:endPar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42029244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180239"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14</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 CAO</a:t>
            </a:r>
          </a:p>
        </p:txBody>
      </p: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4.3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Phát</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xung</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bằng</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pwm</a:t>
            </a:r>
            <a:endPar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endParaRPr>
          </a:p>
        </p:txBody>
      </p:sp>
      <p:sp>
        <p:nvSpPr>
          <p:cNvPr id="10" name="TextBox 5">
            <a:extLst>
              <a:ext uri="{FF2B5EF4-FFF2-40B4-BE49-F238E27FC236}">
                <a16:creationId xmlns:a16="http://schemas.microsoft.com/office/drawing/2014/main" id="{425316DF-66E1-40A8-ACAE-6EF612E72ADB}"/>
              </a:ext>
            </a:extLst>
          </p:cNvPr>
          <p:cNvSpPr txBox="1">
            <a:spLocks noChangeArrowheads="1"/>
          </p:cNvSpPr>
          <p:nvPr/>
        </p:nvSpPr>
        <p:spPr bwMode="auto">
          <a:xfrm>
            <a:off x="457200" y="833957"/>
            <a:ext cx="234775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tabLst/>
              <a:defRPr/>
            </a:pPr>
            <a:r>
              <a:rPr kumimoji="0" lang="en-US"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LỆNH</a:t>
            </a:r>
            <a:r>
              <a:rPr kumimoji="0" lang="en-US" altLang="en-US" sz="1800" b="1" i="0" u="none" strike="noStrike" kern="1200" cap="none" spc="0" normalizeH="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PHÁT XUNG</a:t>
            </a:r>
            <a:r>
              <a:rPr kumimoji="0" lang="en-US"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t>
            </a:r>
          </a:p>
        </p:txBody>
      </p:sp>
      <p:pic>
        <p:nvPicPr>
          <p:cNvPr id="12" name="Picture 10">
            <a:extLst>
              <a:ext uri="{FF2B5EF4-FFF2-40B4-BE49-F238E27FC236}">
                <a16:creationId xmlns:a16="http://schemas.microsoft.com/office/drawing/2014/main" id="{E4FB6372-799B-4BD1-9B8D-A5C03519BDF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58409" y="3792615"/>
            <a:ext cx="3363972" cy="2503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TextBox 5">
            <a:extLst>
              <a:ext uri="{FF2B5EF4-FFF2-40B4-BE49-F238E27FC236}">
                <a16:creationId xmlns:a16="http://schemas.microsoft.com/office/drawing/2014/main" id="{35FF7E46-F44C-4F2A-AE2D-6287AFCFD27A}"/>
              </a:ext>
            </a:extLst>
          </p:cNvPr>
          <p:cNvSpPr txBox="1">
            <a:spLocks noChangeArrowheads="1"/>
          </p:cNvSpPr>
          <p:nvPr/>
        </p:nvSpPr>
        <p:spPr bwMode="auto">
          <a:xfrm>
            <a:off x="775684" y="1302232"/>
            <a:ext cx="10959115" cy="21200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defTabSz="685800" eaLnBrk="0" fontAlgn="base" hangingPunct="0">
              <a:lnSpc>
                <a:spcPct val="150000"/>
              </a:lnSpc>
              <a:spcBef>
                <a:spcPct val="0"/>
              </a:spcBef>
              <a:spcAft>
                <a:spcPct val="0"/>
              </a:spcAft>
              <a:buNone/>
            </a:pPr>
            <a:r>
              <a:rPr lang="en-US" altLang="en-US" sz="1800" dirty="0" err="1">
                <a:solidFill>
                  <a:prstClr val="black"/>
                </a:solidFill>
                <a:latin typeface="Times New Roman" panose="02020603050405020304" pitchFamily="18" charset="0"/>
                <a:cs typeface="Times New Roman" panose="02020603050405020304" pitchFamily="18" charset="0"/>
              </a:rPr>
              <a:t>Cú</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pháp</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lệnh</a:t>
            </a:r>
            <a:r>
              <a:rPr lang="en-US" altLang="en-US" sz="1800" dirty="0">
                <a:solidFill>
                  <a:prstClr val="black"/>
                </a:solidFill>
                <a:latin typeface="Times New Roman" panose="02020603050405020304" pitchFamily="18" charset="0"/>
                <a:cs typeface="Times New Roman" panose="02020603050405020304" pitchFamily="18" charset="0"/>
              </a:rPr>
              <a:t>: </a:t>
            </a:r>
          </a:p>
          <a:p>
            <a:pPr defTabSz="685800" eaLnBrk="0" fontAlgn="base" hangingPunct="0">
              <a:lnSpc>
                <a:spcPct val="150000"/>
              </a:lnSpc>
              <a:spcBef>
                <a:spcPct val="0"/>
              </a:spcBef>
              <a:spcAft>
                <a:spcPct val="0"/>
              </a:spcAft>
              <a:buNone/>
            </a:pPr>
            <a:r>
              <a:rPr lang="en-US" altLang="en-US" sz="1800" dirty="0">
                <a:solidFill>
                  <a:prstClr val="black"/>
                </a:solidFill>
                <a:latin typeface="Times New Roman" panose="02020603050405020304" pitchFamily="18" charset="0"/>
                <a:cs typeface="Times New Roman" panose="02020603050405020304" pitchFamily="18" charset="0"/>
              </a:rPr>
              <a:t>PWM: </a:t>
            </a:r>
            <a:r>
              <a:rPr lang="en-US" altLang="en-US" sz="1800" dirty="0" err="1">
                <a:solidFill>
                  <a:prstClr val="black"/>
                </a:solidFill>
                <a:latin typeface="Times New Roman" panose="02020603050405020304" pitchFamily="18" charset="0"/>
                <a:cs typeface="Times New Roman" panose="02020603050405020304" pitchFamily="18" charset="0"/>
              </a:rPr>
              <a:t>Xác</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định</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bộ</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phát</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xung</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trong</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khai</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báo</a:t>
            </a:r>
            <a:r>
              <a:rPr lang="en-US" altLang="en-US" sz="1800" dirty="0">
                <a:solidFill>
                  <a:prstClr val="black"/>
                </a:solidFill>
                <a:latin typeface="Times New Roman" panose="02020603050405020304" pitchFamily="18" charset="0"/>
                <a:cs typeface="Times New Roman" panose="02020603050405020304" pitchFamily="18" charset="0"/>
              </a:rPr>
              <a:t> Hardware </a:t>
            </a:r>
            <a:r>
              <a:rPr lang="en-US" altLang="en-US" sz="1800" dirty="0" err="1">
                <a:solidFill>
                  <a:prstClr val="black"/>
                </a:solidFill>
                <a:latin typeface="Times New Roman" panose="02020603050405020304" pitchFamily="18" charset="0"/>
                <a:cs typeface="Times New Roman" panose="02020603050405020304" pitchFamily="18" charset="0"/>
              </a:rPr>
              <a:t>Idenitifier</a:t>
            </a:r>
            <a:endParaRPr lang="en-US" altLang="en-US" sz="1800" dirty="0">
              <a:solidFill>
                <a:prstClr val="black"/>
              </a:solidFill>
              <a:latin typeface="Times New Roman" panose="02020603050405020304" pitchFamily="18" charset="0"/>
              <a:cs typeface="Times New Roman" panose="02020603050405020304" pitchFamily="18" charset="0"/>
            </a:endParaRPr>
          </a:p>
          <a:p>
            <a:pPr defTabSz="685800" eaLnBrk="0" fontAlgn="base" hangingPunct="0">
              <a:lnSpc>
                <a:spcPct val="150000"/>
              </a:lnSpc>
              <a:spcBef>
                <a:spcPct val="0"/>
              </a:spcBef>
              <a:spcAft>
                <a:spcPct val="0"/>
              </a:spcAft>
              <a:buNone/>
            </a:pPr>
            <a:r>
              <a:rPr lang="en-US" altLang="en-US" sz="1800" dirty="0">
                <a:solidFill>
                  <a:prstClr val="black"/>
                </a:solidFill>
                <a:latin typeface="Times New Roman" panose="02020603050405020304" pitchFamily="18" charset="0"/>
                <a:cs typeface="Times New Roman" panose="02020603050405020304" pitchFamily="18" charset="0"/>
              </a:rPr>
              <a:t>DB1: </a:t>
            </a:r>
            <a:r>
              <a:rPr lang="en-US" altLang="en-US" sz="1800" dirty="0" err="1">
                <a:solidFill>
                  <a:prstClr val="black"/>
                </a:solidFill>
                <a:latin typeface="Times New Roman" panose="02020603050405020304" pitchFamily="18" charset="0"/>
                <a:cs typeface="Times New Roman" panose="02020603050405020304" pitchFamily="18" charset="0"/>
              </a:rPr>
              <a:t>Được</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tạo</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một</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cách</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tự</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động</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để</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lấy</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lệnh</a:t>
            </a:r>
            <a:endParaRPr lang="en-US" altLang="en-US" sz="1800" dirty="0">
              <a:solidFill>
                <a:prstClr val="black"/>
              </a:solidFill>
              <a:latin typeface="Times New Roman" panose="02020603050405020304" pitchFamily="18" charset="0"/>
              <a:cs typeface="Times New Roman" panose="02020603050405020304" pitchFamily="18" charset="0"/>
            </a:endParaRPr>
          </a:p>
          <a:p>
            <a:pPr defTabSz="685800" eaLnBrk="0" fontAlgn="base" hangingPunct="0">
              <a:lnSpc>
                <a:spcPct val="150000"/>
              </a:lnSpc>
              <a:spcBef>
                <a:spcPct val="0"/>
              </a:spcBef>
              <a:spcAft>
                <a:spcPct val="0"/>
              </a:spcAft>
              <a:buNone/>
            </a:pPr>
            <a:r>
              <a:rPr lang="en-US" altLang="en-US" sz="1800" dirty="0">
                <a:solidFill>
                  <a:prstClr val="black"/>
                </a:solidFill>
                <a:latin typeface="Times New Roman" panose="02020603050405020304" pitchFamily="18" charset="0"/>
                <a:cs typeface="Times New Roman" panose="02020603050405020304" pitchFamily="18" charset="0"/>
              </a:rPr>
              <a:t>ENABLE: </a:t>
            </a:r>
            <a:r>
              <a:rPr lang="en-US" altLang="en-US" sz="1800" dirty="0" err="1">
                <a:solidFill>
                  <a:prstClr val="black"/>
                </a:solidFill>
                <a:latin typeface="Times New Roman" panose="02020603050405020304" pitchFamily="18" charset="0"/>
                <a:cs typeface="Times New Roman" panose="02020603050405020304" pitchFamily="18" charset="0"/>
              </a:rPr>
              <a:t>Chân</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này</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cho</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phép</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lệnh</a:t>
            </a:r>
            <a:r>
              <a:rPr lang="en-US" altLang="en-US" sz="1800" dirty="0">
                <a:solidFill>
                  <a:prstClr val="black"/>
                </a:solidFill>
                <a:latin typeface="Times New Roman" panose="02020603050405020304" pitchFamily="18" charset="0"/>
                <a:cs typeface="Times New Roman" panose="02020603050405020304" pitchFamily="18" charset="0"/>
              </a:rPr>
              <a:t> PWM </a:t>
            </a:r>
            <a:r>
              <a:rPr lang="en-US" altLang="en-US" sz="1800" dirty="0" err="1">
                <a:solidFill>
                  <a:prstClr val="black"/>
                </a:solidFill>
                <a:latin typeface="Times New Roman" panose="02020603050405020304" pitchFamily="18" charset="0"/>
                <a:cs typeface="Times New Roman" panose="02020603050405020304" pitchFamily="18" charset="0"/>
              </a:rPr>
              <a:t>phát</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xung</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Nếu</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chân</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này</a:t>
            </a:r>
            <a:r>
              <a:rPr lang="en-US" altLang="en-US" sz="1800" dirty="0">
                <a:solidFill>
                  <a:prstClr val="black"/>
                </a:solidFill>
                <a:latin typeface="Times New Roman" panose="02020603050405020304" pitchFamily="18" charset="0"/>
                <a:cs typeface="Times New Roman" panose="02020603050405020304" pitchFamily="18" charset="0"/>
              </a:rPr>
              <a:t> ở </a:t>
            </a:r>
            <a:r>
              <a:rPr lang="en-US" altLang="en-US" sz="1800" dirty="0" err="1">
                <a:solidFill>
                  <a:prstClr val="black"/>
                </a:solidFill>
                <a:latin typeface="Times New Roman" panose="02020603050405020304" pitchFamily="18" charset="0"/>
                <a:cs typeface="Times New Roman" panose="02020603050405020304" pitchFamily="18" charset="0"/>
              </a:rPr>
              <a:t>mức</a:t>
            </a:r>
            <a:r>
              <a:rPr lang="en-US" altLang="en-US" sz="1800" dirty="0">
                <a:solidFill>
                  <a:prstClr val="black"/>
                </a:solidFill>
                <a:latin typeface="Times New Roman" panose="02020603050405020304" pitchFamily="18" charset="0"/>
                <a:cs typeface="Times New Roman" panose="02020603050405020304" pitchFamily="18" charset="0"/>
              </a:rPr>
              <a:t> 1 </a:t>
            </a:r>
            <a:r>
              <a:rPr lang="en-US" altLang="en-US" sz="1800" dirty="0" err="1">
                <a:solidFill>
                  <a:prstClr val="black"/>
                </a:solidFill>
                <a:latin typeface="Times New Roman" panose="02020603050405020304" pitchFamily="18" charset="0"/>
                <a:cs typeface="Times New Roman" panose="02020603050405020304" pitchFamily="18" charset="0"/>
              </a:rPr>
              <a:t>thì</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cho</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phép</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phát</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xung</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và</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ngược</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lại</a:t>
            </a:r>
            <a:endParaRPr lang="en-US" altLang="en-US" sz="1800" dirty="0">
              <a:solidFill>
                <a:prstClr val="black"/>
              </a:solidFill>
              <a:latin typeface="Times New Roman" panose="02020603050405020304" pitchFamily="18" charset="0"/>
              <a:cs typeface="Times New Roman" panose="02020603050405020304" pitchFamily="18" charset="0"/>
            </a:endParaRPr>
          </a:p>
          <a:p>
            <a:pPr defTabSz="685800" eaLnBrk="0" fontAlgn="base" hangingPunct="0">
              <a:lnSpc>
                <a:spcPct val="150000"/>
              </a:lnSpc>
              <a:spcBef>
                <a:spcPct val="0"/>
              </a:spcBef>
              <a:spcAft>
                <a:spcPct val="0"/>
              </a:spcAft>
              <a:buNone/>
            </a:pPr>
            <a:r>
              <a:rPr lang="en-US" altLang="en-US" sz="1800" dirty="0">
                <a:solidFill>
                  <a:prstClr val="black"/>
                </a:solidFill>
                <a:latin typeface="Times New Roman" panose="02020603050405020304" pitchFamily="18" charset="0"/>
                <a:cs typeface="Times New Roman" panose="02020603050405020304" pitchFamily="18" charset="0"/>
              </a:rPr>
              <a:t>STATUS: </a:t>
            </a:r>
            <a:r>
              <a:rPr lang="en-US" altLang="en-US" sz="1800" dirty="0" err="1">
                <a:solidFill>
                  <a:prstClr val="black"/>
                </a:solidFill>
                <a:latin typeface="Times New Roman" panose="02020603050405020304" pitchFamily="18" charset="0"/>
                <a:cs typeface="Times New Roman" panose="02020603050405020304" pitchFamily="18" charset="0"/>
              </a:rPr>
              <a:t>Chân</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dùng</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để</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lưu</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trạng</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thái</a:t>
            </a:r>
            <a:r>
              <a:rPr lang="en-US" altLang="en-US" sz="1800" dirty="0">
                <a:solidFill>
                  <a:prstClr val="black"/>
                </a:solidFill>
                <a:latin typeface="Times New Roman" panose="02020603050405020304" pitchFamily="18" charset="0"/>
                <a:cs typeface="Times New Roman" panose="02020603050405020304" pitchFamily="18" charset="0"/>
              </a:rPr>
              <a:t> </a:t>
            </a:r>
            <a:r>
              <a:rPr lang="en-US" altLang="en-US" sz="1800" dirty="0" err="1">
                <a:solidFill>
                  <a:prstClr val="black"/>
                </a:solidFill>
                <a:latin typeface="Times New Roman" panose="02020603050405020304" pitchFamily="18" charset="0"/>
                <a:cs typeface="Times New Roman" panose="02020603050405020304" pitchFamily="18" charset="0"/>
              </a:rPr>
              <a:t>lỗi</a:t>
            </a:r>
            <a:endParaRPr lang="en-US" altLang="en-US" sz="1800" dirty="0">
              <a:solidFill>
                <a:prstClr val="black"/>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6775346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bg>
      <p:bgPr>
        <a:solidFill>
          <a:srgbClr val="E7E3D4"/>
        </a:solidFill>
        <a:effectLst/>
      </p:bgPr>
    </p:bg>
    <p:spTree>
      <p:nvGrpSpPr>
        <p:cNvPr id="1" name=""/>
        <p:cNvGrpSpPr/>
        <p:nvPr/>
      </p:nvGrpSpPr>
      <p:grpSpPr>
        <a:xfrm>
          <a:off x="0" y="0"/>
          <a:ext cx="0" cy="0"/>
          <a:chOff x="0" y="0"/>
          <a:chExt cx="0" cy="0"/>
        </a:xfrm>
      </p:grpSpPr>
      <p:pic>
        <p:nvPicPr>
          <p:cNvPr id="224258"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535113" y="0"/>
            <a:ext cx="9132887" cy="684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98612550"/>
      </p:ext>
    </p:extLst>
  </p:cSld>
  <p:clrMapOvr>
    <a:masterClrMapping/>
  </p:clrMapOvr>
</p:sld>
</file>

<file path=ppt/theme/theme1.xml><?xml version="1.0" encoding="utf-8"?>
<a:theme xmlns:a="http://schemas.openxmlformats.org/drawingml/2006/main" name="4_Default Design">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WelcomeDoc">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Segoe UI">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10001108_Welcome to Powerpoint 2016_CLR_v2" id="{CAB9082A-965C-42BE-8170-C940D3319B60}" vid="{82B84162-888A-4FD2-BEC9-B29B6DB2C73F}"/>
    </a:ext>
  </a:extLst>
</a:theme>
</file>

<file path=ppt/theme/theme3.xml><?xml version="1.0" encoding="utf-8"?>
<a:theme xmlns:a="http://schemas.openxmlformats.org/drawingml/2006/main" name="5_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38100" cap="flat" cmpd="sng" algn="ctr">
          <a:solidFill>
            <a:schemeClr val="bg1"/>
          </a:solidFill>
          <a:prstDash val="solid"/>
          <a:round/>
          <a:headEnd type="none" w="med" len="med"/>
          <a:tailEnd type="none" w="med" len="med"/>
        </a:ln>
        <a:effectLst/>
      </a:spPr>
      <a:bodyPr vert="horz" wrap="square" lIns="90000" tIns="46800" rIns="90000" bIns="4680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bg1"/>
            </a:solidFill>
            <a:effectLst/>
            <a:latin typeface="Arial" charset="0"/>
          </a:defRPr>
        </a:defPPr>
      </a:lstStyle>
    </a:spDef>
    <a:lnDef>
      <a:spPr bwMode="auto">
        <a:xfrm>
          <a:off x="0" y="0"/>
          <a:ext cx="1" cy="1"/>
        </a:xfrm>
        <a:custGeom>
          <a:avLst/>
          <a:gdLst/>
          <a:ahLst/>
          <a:cxnLst/>
          <a:rect l="0" t="0" r="0" b="0"/>
          <a:pathLst/>
        </a:custGeom>
        <a:noFill/>
        <a:ln w="38100" cap="flat" cmpd="sng" algn="ctr">
          <a:solidFill>
            <a:schemeClr val="bg1"/>
          </a:solidFill>
          <a:prstDash val="solid"/>
          <a:round/>
          <a:headEnd type="none" w="med" len="med"/>
          <a:tailEnd type="none" w="med" len="med"/>
        </a:ln>
        <a:effectLst/>
      </a:spPr>
      <a:bodyPr vert="horz" wrap="square" lIns="90000" tIns="46800" rIns="90000" bIns="4680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bg1"/>
            </a:solidFill>
            <a:effectLst/>
            <a:latin typeface="Arial"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733</TotalTime>
  <Words>2491</Words>
  <Application>Microsoft Office PowerPoint</Application>
  <PresentationFormat>Widescreen</PresentationFormat>
  <Paragraphs>289</Paragraphs>
  <Slides>33</Slides>
  <Notes>27</Notes>
  <HiddenSlides>0</HiddenSlides>
  <MMClips>0</MMClips>
  <ScaleCrop>false</ScaleCrop>
  <HeadingPairs>
    <vt:vector size="6" baseType="variant">
      <vt:variant>
        <vt:lpstr>Fonts Used</vt:lpstr>
      </vt:variant>
      <vt:variant>
        <vt:i4>8</vt:i4>
      </vt:variant>
      <vt:variant>
        <vt:lpstr>Theme</vt:lpstr>
      </vt:variant>
      <vt:variant>
        <vt:i4>3</vt:i4>
      </vt:variant>
      <vt:variant>
        <vt:lpstr>Slide Titles</vt:lpstr>
      </vt:variant>
      <vt:variant>
        <vt:i4>33</vt:i4>
      </vt:variant>
    </vt:vector>
  </HeadingPairs>
  <TitlesOfParts>
    <vt:vector size="44" baseType="lpstr">
      <vt:lpstr>Arial</vt:lpstr>
      <vt:lpstr>Calibri</vt:lpstr>
      <vt:lpstr>Calibri Light</vt:lpstr>
      <vt:lpstr>Open Sans</vt:lpstr>
      <vt:lpstr>Segoe UI</vt:lpstr>
      <vt:lpstr>Segoe UI Light</vt:lpstr>
      <vt:lpstr>Slabo 27px</vt:lpstr>
      <vt:lpstr>Times New Roman</vt:lpstr>
      <vt:lpstr>4_Default Design</vt:lpstr>
      <vt:lpstr>WelcomeDoc</vt:lpstr>
      <vt:lpstr>5_Default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1.3 THIẾT BỊ ĐIỀU KHIỂN LẬP TRÌNH S7-1200  1.4 XỬ LÝ CHƯƠNG TRÌNH  1.5 KẾT NỐI DÂY GIỮA PLC VÀ CÁC THIẾT BỊ NGOẠI VI  1.6 KIỂM TRA VIỆC KẾT NỐI DÂY BẰNG PHẦN MỀM</dc:title>
  <dc:creator>ngha14051997@gmail.com</dc:creator>
  <cp:lastModifiedBy>Xuan Quang</cp:lastModifiedBy>
  <cp:revision>120</cp:revision>
  <dcterms:created xsi:type="dcterms:W3CDTF">2021-07-02T09:40:39Z</dcterms:created>
  <dcterms:modified xsi:type="dcterms:W3CDTF">2021-11-26T13:50:42Z</dcterms:modified>
</cp:coreProperties>
</file>