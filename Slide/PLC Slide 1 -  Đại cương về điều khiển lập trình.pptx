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 id="2147486096" r:id="rId2"/>
    <p:sldMasterId id="2147486132" r:id="rId3"/>
    <p:sldMasterId id="2147486144" r:id="rId4"/>
  </p:sldMasterIdLst>
  <p:notesMasterIdLst>
    <p:notesMasterId r:id="rId52"/>
  </p:notesMasterIdLst>
  <p:handoutMasterIdLst>
    <p:handoutMasterId r:id="rId53"/>
  </p:handoutMasterIdLst>
  <p:sldIdLst>
    <p:sldId id="418" r:id="rId5"/>
    <p:sldId id="271" r:id="rId6"/>
    <p:sldId id="268" r:id="rId7"/>
    <p:sldId id="258" r:id="rId8"/>
    <p:sldId id="259" r:id="rId9"/>
    <p:sldId id="260" r:id="rId10"/>
    <p:sldId id="261" r:id="rId11"/>
    <p:sldId id="262" r:id="rId12"/>
    <p:sldId id="263" r:id="rId13"/>
    <p:sldId id="264" r:id="rId14"/>
    <p:sldId id="265" r:id="rId15"/>
    <p:sldId id="266" r:id="rId16"/>
    <p:sldId id="267" r:id="rId17"/>
    <p:sldId id="274" r:id="rId18"/>
    <p:sldId id="275" r:id="rId19"/>
    <p:sldId id="419" r:id="rId20"/>
    <p:sldId id="278" r:id="rId21"/>
    <p:sldId id="279" r:id="rId22"/>
    <p:sldId id="420" r:id="rId23"/>
    <p:sldId id="42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304" r:id="rId41"/>
    <p:sldId id="307" r:id="rId42"/>
    <p:sldId id="308" r:id="rId43"/>
    <p:sldId id="309" r:id="rId44"/>
    <p:sldId id="310" r:id="rId45"/>
    <p:sldId id="311" r:id="rId46"/>
    <p:sldId id="312" r:id="rId47"/>
    <p:sldId id="313" r:id="rId48"/>
    <p:sldId id="314" r:id="rId49"/>
    <p:sldId id="315" r:id="rId50"/>
    <p:sldId id="316" r:id="rId51"/>
  </p:sldIdLst>
  <p:sldSz cx="12192000" cy="6858000"/>
  <p:notesSz cx="6858000" cy="9144000"/>
  <p:defaultTextStyle>
    <a:defPPr>
      <a:defRPr lang="en-US"/>
    </a:defPPr>
    <a:lvl1pPr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1pPr>
    <a:lvl2pPr marL="4572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2pPr>
    <a:lvl3pPr marL="9144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3pPr>
    <a:lvl4pPr marL="13716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4pPr>
    <a:lvl5pPr marL="18288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5pPr>
    <a:lvl6pPr marL="2286000" algn="l" defTabSz="914400" rtl="0" eaLnBrk="1" latinLnBrk="0" hangingPunct="1">
      <a:defRPr sz="2800" b="1" kern="1200">
        <a:solidFill>
          <a:schemeClr val="bg1"/>
        </a:solidFill>
        <a:latin typeface="Arial" panose="020B0604020202020204" pitchFamily="34" charset="0"/>
        <a:ea typeface="+mn-ea"/>
        <a:cs typeface="+mn-cs"/>
      </a:defRPr>
    </a:lvl6pPr>
    <a:lvl7pPr marL="2743200" algn="l" defTabSz="914400" rtl="0" eaLnBrk="1" latinLnBrk="0" hangingPunct="1">
      <a:defRPr sz="2800" b="1" kern="1200">
        <a:solidFill>
          <a:schemeClr val="bg1"/>
        </a:solidFill>
        <a:latin typeface="Arial" panose="020B0604020202020204" pitchFamily="34" charset="0"/>
        <a:ea typeface="+mn-ea"/>
        <a:cs typeface="+mn-cs"/>
      </a:defRPr>
    </a:lvl7pPr>
    <a:lvl8pPr marL="3200400" algn="l" defTabSz="914400" rtl="0" eaLnBrk="1" latinLnBrk="0" hangingPunct="1">
      <a:defRPr sz="2800" b="1" kern="1200">
        <a:solidFill>
          <a:schemeClr val="bg1"/>
        </a:solidFill>
        <a:latin typeface="Arial" panose="020B0604020202020204" pitchFamily="34" charset="0"/>
        <a:ea typeface="+mn-ea"/>
        <a:cs typeface="+mn-cs"/>
      </a:defRPr>
    </a:lvl8pPr>
    <a:lvl9pPr marL="3657600" algn="l" defTabSz="914400" rtl="0" eaLnBrk="1" latinLnBrk="0" hangingPunct="1">
      <a:defRPr sz="2800" b="1" kern="1200">
        <a:solidFill>
          <a:schemeClr val="bg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DC41"/>
    <a:srgbClr val="E8E4D4"/>
    <a:srgbClr val="E7E3D4"/>
    <a:srgbClr val="A19F9F"/>
    <a:srgbClr val="ED8843"/>
    <a:srgbClr val="969494"/>
    <a:srgbClr val="5C5C5C"/>
    <a:srgbClr val="787878"/>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31" autoAdjust="0"/>
    <p:restoredTop sz="97362" autoAdjust="0"/>
  </p:normalViewPr>
  <p:slideViewPr>
    <p:cSldViewPr>
      <p:cViewPr>
        <p:scale>
          <a:sx n="76" d="100"/>
          <a:sy n="76" d="100"/>
        </p:scale>
        <p:origin x="1018" y="16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5" d="100"/>
          <a:sy n="85" d="100"/>
        </p:scale>
        <p:origin x="380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BE0D1C-C4EF-40F5-A5F0-4FF20FF7FD77}" type="doc">
      <dgm:prSet loTypeId="urn:microsoft.com/office/officeart/2005/8/layout/cycle5" loCatId="cycle" qsTypeId="urn:microsoft.com/office/officeart/2005/8/quickstyle/simple5" qsCatId="simple" csTypeId="urn:microsoft.com/office/officeart/2005/8/colors/accent2_4" csCatId="accent2" phldr="1"/>
      <dgm:spPr/>
      <dgm:t>
        <a:bodyPr/>
        <a:lstStyle/>
        <a:p>
          <a:endParaRPr lang="en-US"/>
        </a:p>
      </dgm:t>
    </dgm:pt>
    <dgm:pt modelId="{6FD2D2E2-C49B-488D-8397-EBF80425C392}">
      <dgm:prSet phldrT="[Text]"/>
      <dgm:spPr/>
      <dgm:t>
        <a:bodyPr/>
        <a:lstStyle/>
        <a:p>
          <a:r>
            <a:rPr lang="en-US" dirty="0"/>
            <a:t>SEND SIGNAL TO OUTPUT</a:t>
          </a:r>
        </a:p>
      </dgm:t>
    </dgm:pt>
    <dgm:pt modelId="{0FF30899-0040-43CF-B9C6-6B8B0C5DB302}" type="parTrans" cxnId="{769715EC-A59A-44A6-8F0F-793561170C95}">
      <dgm:prSet/>
      <dgm:spPr/>
      <dgm:t>
        <a:bodyPr/>
        <a:lstStyle/>
        <a:p>
          <a:endParaRPr lang="en-US"/>
        </a:p>
      </dgm:t>
    </dgm:pt>
    <dgm:pt modelId="{C19AB75B-FA96-4331-801D-98C3B72D44DD}" type="sibTrans" cxnId="{769715EC-A59A-44A6-8F0F-793561170C95}">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57B43A68-8A7F-472C-AA66-2AB4920674F2}">
      <dgm:prSet phldrT="[Text]"/>
      <dgm:spPr/>
      <dgm:t>
        <a:bodyPr/>
        <a:lstStyle/>
        <a:p>
          <a:r>
            <a:rPr lang="en-US" dirty="0"/>
            <a:t>RECEIVING SIGNALS FROM INPUTS</a:t>
          </a:r>
        </a:p>
      </dgm:t>
    </dgm:pt>
    <dgm:pt modelId="{08125D83-D015-4476-8021-0A570BD019A6}" type="parTrans" cxnId="{25AFC94C-D31D-4C4E-BE36-55459C4D191C}">
      <dgm:prSet/>
      <dgm:spPr/>
      <dgm:t>
        <a:bodyPr/>
        <a:lstStyle/>
        <a:p>
          <a:endParaRPr lang="en-US"/>
        </a:p>
      </dgm:t>
    </dgm:pt>
    <dgm:pt modelId="{F6B001A4-2693-4B14-9EC2-75D792B32D1A}" type="sibTrans" cxnId="{25AFC94C-D31D-4C4E-BE36-55459C4D191C}">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37907067-4759-4250-9112-7BA9F36DFB50}">
      <dgm:prSet phldrT="[Text]"/>
      <dgm:spPr/>
      <dgm:t>
        <a:bodyPr/>
        <a:lstStyle/>
        <a:p>
          <a:r>
            <a:rPr lang="en-US" dirty="0"/>
            <a:t>PROGRAM IMPLEMENTATION</a:t>
          </a:r>
        </a:p>
      </dgm:t>
    </dgm:pt>
    <dgm:pt modelId="{A3699B35-D3BF-4B96-AC86-3C2DA726C743}" type="parTrans" cxnId="{6C404F31-8F92-471C-AEDA-B8B5749B243C}">
      <dgm:prSet/>
      <dgm:spPr/>
      <dgm:t>
        <a:bodyPr/>
        <a:lstStyle/>
        <a:p>
          <a:endParaRPr lang="en-US"/>
        </a:p>
      </dgm:t>
    </dgm:pt>
    <dgm:pt modelId="{91672268-AAEE-41FE-B39D-8682D89833E9}" type="sibTrans" cxnId="{6C404F31-8F92-471C-AEDA-B8B5749B243C}">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1C060219-CA1B-43C4-8A97-540FEB35CAC1}">
      <dgm:prSet phldrT="[Text]"/>
      <dgm:spPr/>
      <dgm:t>
        <a:bodyPr/>
        <a:lstStyle/>
        <a:p>
          <a:r>
            <a:rPr lang="en-US" dirty="0"/>
            <a:t>MEDIA HANDLING</a:t>
          </a:r>
        </a:p>
      </dgm:t>
    </dgm:pt>
    <dgm:pt modelId="{BD4FDBAD-F1B4-46B9-9687-D86A9A399719}" type="parTrans" cxnId="{4B23533F-1B56-49A8-8015-0E0A2B998881}">
      <dgm:prSet/>
      <dgm:spPr/>
      <dgm:t>
        <a:bodyPr/>
        <a:lstStyle/>
        <a:p>
          <a:endParaRPr lang="en-US"/>
        </a:p>
      </dgm:t>
    </dgm:pt>
    <dgm:pt modelId="{E87943CA-5001-4D71-886A-1DF8339ACA47}" type="sibTrans" cxnId="{4B23533F-1B56-49A8-8015-0E0A2B998881}">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A96E389E-DFB9-4E63-B701-2655641974EC}">
      <dgm:prSet phldrT="[Text]"/>
      <dgm:spPr/>
      <dgm:t>
        <a:bodyPr/>
        <a:lstStyle/>
        <a:p>
          <a:r>
            <a:rPr lang="en-US" dirty="0"/>
            <a:t>CPU STATUS CHECK</a:t>
          </a:r>
        </a:p>
      </dgm:t>
    </dgm:pt>
    <dgm:pt modelId="{A6C6C4DC-36DD-4CB4-89A4-EC9EF69C70D7}" type="parTrans" cxnId="{6C550B36-A329-4A05-B341-F8B0DFD69909}">
      <dgm:prSet/>
      <dgm:spPr/>
      <dgm:t>
        <a:bodyPr/>
        <a:lstStyle/>
        <a:p>
          <a:endParaRPr lang="en-US"/>
        </a:p>
      </dgm:t>
    </dgm:pt>
    <dgm:pt modelId="{318568AE-1EBF-47D5-A1BD-82D85589136C}" type="sibTrans" cxnId="{6C550B36-A329-4A05-B341-F8B0DFD69909}">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71F85781-1C18-413D-8778-17D29F25C594}" type="pres">
      <dgm:prSet presAssocID="{E8BE0D1C-C4EF-40F5-A5F0-4FF20FF7FD77}" presName="cycle" presStyleCnt="0">
        <dgm:presLayoutVars>
          <dgm:dir/>
          <dgm:resizeHandles val="exact"/>
        </dgm:presLayoutVars>
      </dgm:prSet>
      <dgm:spPr/>
    </dgm:pt>
    <dgm:pt modelId="{00C88F94-2A0B-4223-B260-60133EA965F2}" type="pres">
      <dgm:prSet presAssocID="{6FD2D2E2-C49B-488D-8397-EBF80425C392}" presName="node" presStyleLbl="node1" presStyleIdx="0" presStyleCnt="5">
        <dgm:presLayoutVars>
          <dgm:bulletEnabled val="1"/>
        </dgm:presLayoutVars>
      </dgm:prSet>
      <dgm:spPr/>
    </dgm:pt>
    <dgm:pt modelId="{7876292E-96B5-4353-A5B9-77BE7029368B}" type="pres">
      <dgm:prSet presAssocID="{6FD2D2E2-C49B-488D-8397-EBF80425C392}" presName="spNode" presStyleCnt="0"/>
      <dgm:spPr/>
    </dgm:pt>
    <dgm:pt modelId="{3308A82F-B016-4F72-860C-B755B2FA1521}" type="pres">
      <dgm:prSet presAssocID="{C19AB75B-FA96-4331-801D-98C3B72D44DD}" presName="sibTrans" presStyleLbl="sibTrans1D1" presStyleIdx="0" presStyleCnt="5"/>
      <dgm:spPr/>
    </dgm:pt>
    <dgm:pt modelId="{8DE781EC-E8AB-4DC6-BDBF-CE7787BC5287}" type="pres">
      <dgm:prSet presAssocID="{57B43A68-8A7F-472C-AA66-2AB4920674F2}" presName="node" presStyleLbl="node1" presStyleIdx="1" presStyleCnt="5">
        <dgm:presLayoutVars>
          <dgm:bulletEnabled val="1"/>
        </dgm:presLayoutVars>
      </dgm:prSet>
      <dgm:spPr/>
    </dgm:pt>
    <dgm:pt modelId="{79E88C71-C628-4BC1-83CD-0E0567E30979}" type="pres">
      <dgm:prSet presAssocID="{57B43A68-8A7F-472C-AA66-2AB4920674F2}" presName="spNode" presStyleCnt="0"/>
      <dgm:spPr/>
    </dgm:pt>
    <dgm:pt modelId="{F1DD9702-298E-46C5-BB7D-3B1590717C99}" type="pres">
      <dgm:prSet presAssocID="{F6B001A4-2693-4B14-9EC2-75D792B32D1A}" presName="sibTrans" presStyleLbl="sibTrans1D1" presStyleIdx="1" presStyleCnt="5"/>
      <dgm:spPr/>
    </dgm:pt>
    <dgm:pt modelId="{641D6EEE-15A1-4FAA-BF70-B4481EE5283F}" type="pres">
      <dgm:prSet presAssocID="{37907067-4759-4250-9112-7BA9F36DFB50}" presName="node" presStyleLbl="node1" presStyleIdx="2" presStyleCnt="5">
        <dgm:presLayoutVars>
          <dgm:bulletEnabled val="1"/>
        </dgm:presLayoutVars>
      </dgm:prSet>
      <dgm:spPr/>
    </dgm:pt>
    <dgm:pt modelId="{4FC1E5B3-3749-4434-8F87-8C2287CF7706}" type="pres">
      <dgm:prSet presAssocID="{37907067-4759-4250-9112-7BA9F36DFB50}" presName="spNode" presStyleCnt="0"/>
      <dgm:spPr/>
    </dgm:pt>
    <dgm:pt modelId="{3E304FF8-2B90-4B88-BCBA-3CDDC09799B5}" type="pres">
      <dgm:prSet presAssocID="{91672268-AAEE-41FE-B39D-8682D89833E9}" presName="sibTrans" presStyleLbl="sibTrans1D1" presStyleIdx="2" presStyleCnt="5"/>
      <dgm:spPr/>
    </dgm:pt>
    <dgm:pt modelId="{644B6CBE-EB78-4357-940F-DB7061C654FA}" type="pres">
      <dgm:prSet presAssocID="{1C060219-CA1B-43C4-8A97-540FEB35CAC1}" presName="node" presStyleLbl="node1" presStyleIdx="3" presStyleCnt="5">
        <dgm:presLayoutVars>
          <dgm:bulletEnabled val="1"/>
        </dgm:presLayoutVars>
      </dgm:prSet>
      <dgm:spPr/>
    </dgm:pt>
    <dgm:pt modelId="{0AAA0143-4570-445B-B682-FE976C20FD8E}" type="pres">
      <dgm:prSet presAssocID="{1C060219-CA1B-43C4-8A97-540FEB35CAC1}" presName="spNode" presStyleCnt="0"/>
      <dgm:spPr/>
    </dgm:pt>
    <dgm:pt modelId="{4BD11C53-4978-4FAA-A3E1-424A15A58B78}" type="pres">
      <dgm:prSet presAssocID="{E87943CA-5001-4D71-886A-1DF8339ACA47}" presName="sibTrans" presStyleLbl="sibTrans1D1" presStyleIdx="3" presStyleCnt="5"/>
      <dgm:spPr/>
    </dgm:pt>
    <dgm:pt modelId="{EE58CA6A-626C-41BD-900C-8DCEBF753E2C}" type="pres">
      <dgm:prSet presAssocID="{A96E389E-DFB9-4E63-B701-2655641974EC}" presName="node" presStyleLbl="node1" presStyleIdx="4" presStyleCnt="5">
        <dgm:presLayoutVars>
          <dgm:bulletEnabled val="1"/>
        </dgm:presLayoutVars>
      </dgm:prSet>
      <dgm:spPr/>
    </dgm:pt>
    <dgm:pt modelId="{E2BBE52C-7F34-4FA9-B7A0-88E13690C7C9}" type="pres">
      <dgm:prSet presAssocID="{A96E389E-DFB9-4E63-B701-2655641974EC}" presName="spNode" presStyleCnt="0"/>
      <dgm:spPr/>
    </dgm:pt>
    <dgm:pt modelId="{D39E2406-1363-46F2-8BFD-DA55F0E2CFE0}" type="pres">
      <dgm:prSet presAssocID="{318568AE-1EBF-47D5-A1BD-82D85589136C}" presName="sibTrans" presStyleLbl="sibTrans1D1" presStyleIdx="4" presStyleCnt="5"/>
      <dgm:spPr/>
    </dgm:pt>
  </dgm:ptLst>
  <dgm:cxnLst>
    <dgm:cxn modelId="{90524009-6276-43E6-BB34-AEAC0F6AAE59}" type="presOf" srcId="{F6B001A4-2693-4B14-9EC2-75D792B32D1A}" destId="{F1DD9702-298E-46C5-BB7D-3B1590717C99}" srcOrd="0" destOrd="0" presId="urn:microsoft.com/office/officeart/2005/8/layout/cycle5"/>
    <dgm:cxn modelId="{9202971A-66F7-4761-BE6F-AE6431CD111D}" type="presOf" srcId="{A96E389E-DFB9-4E63-B701-2655641974EC}" destId="{EE58CA6A-626C-41BD-900C-8DCEBF753E2C}" srcOrd="0" destOrd="0" presId="urn:microsoft.com/office/officeart/2005/8/layout/cycle5"/>
    <dgm:cxn modelId="{6C404F31-8F92-471C-AEDA-B8B5749B243C}" srcId="{E8BE0D1C-C4EF-40F5-A5F0-4FF20FF7FD77}" destId="{37907067-4759-4250-9112-7BA9F36DFB50}" srcOrd="2" destOrd="0" parTransId="{A3699B35-D3BF-4B96-AC86-3C2DA726C743}" sibTransId="{91672268-AAEE-41FE-B39D-8682D89833E9}"/>
    <dgm:cxn modelId="{6C550B36-A329-4A05-B341-F8B0DFD69909}" srcId="{E8BE0D1C-C4EF-40F5-A5F0-4FF20FF7FD77}" destId="{A96E389E-DFB9-4E63-B701-2655641974EC}" srcOrd="4" destOrd="0" parTransId="{A6C6C4DC-36DD-4CB4-89A4-EC9EF69C70D7}" sibTransId="{318568AE-1EBF-47D5-A1BD-82D85589136C}"/>
    <dgm:cxn modelId="{A4230D3A-ACE7-4B64-830B-4E57649B42A2}" type="presOf" srcId="{57B43A68-8A7F-472C-AA66-2AB4920674F2}" destId="{8DE781EC-E8AB-4DC6-BDBF-CE7787BC5287}" srcOrd="0" destOrd="0" presId="urn:microsoft.com/office/officeart/2005/8/layout/cycle5"/>
    <dgm:cxn modelId="{4B23533F-1B56-49A8-8015-0E0A2B998881}" srcId="{E8BE0D1C-C4EF-40F5-A5F0-4FF20FF7FD77}" destId="{1C060219-CA1B-43C4-8A97-540FEB35CAC1}" srcOrd="3" destOrd="0" parTransId="{BD4FDBAD-F1B4-46B9-9687-D86A9A399719}" sibTransId="{E87943CA-5001-4D71-886A-1DF8339ACA47}"/>
    <dgm:cxn modelId="{6ABA7041-1695-427A-9652-09C799C3F383}" type="presOf" srcId="{C19AB75B-FA96-4331-801D-98C3B72D44DD}" destId="{3308A82F-B016-4F72-860C-B755B2FA1521}" srcOrd="0" destOrd="0" presId="urn:microsoft.com/office/officeart/2005/8/layout/cycle5"/>
    <dgm:cxn modelId="{25AFC94C-D31D-4C4E-BE36-55459C4D191C}" srcId="{E8BE0D1C-C4EF-40F5-A5F0-4FF20FF7FD77}" destId="{57B43A68-8A7F-472C-AA66-2AB4920674F2}" srcOrd="1" destOrd="0" parTransId="{08125D83-D015-4476-8021-0A570BD019A6}" sibTransId="{F6B001A4-2693-4B14-9EC2-75D792B32D1A}"/>
    <dgm:cxn modelId="{1EDCD876-6796-4ECB-8795-030A331DA92C}" type="presOf" srcId="{6FD2D2E2-C49B-488D-8397-EBF80425C392}" destId="{00C88F94-2A0B-4223-B260-60133EA965F2}" srcOrd="0" destOrd="0" presId="urn:microsoft.com/office/officeart/2005/8/layout/cycle5"/>
    <dgm:cxn modelId="{B3240979-D87A-47EC-A80E-8A5150DB6C8E}" type="presOf" srcId="{37907067-4759-4250-9112-7BA9F36DFB50}" destId="{641D6EEE-15A1-4FAA-BF70-B4481EE5283F}" srcOrd="0" destOrd="0" presId="urn:microsoft.com/office/officeart/2005/8/layout/cycle5"/>
    <dgm:cxn modelId="{DEB36A7C-03C9-4E48-B516-699526CC8729}" type="presOf" srcId="{1C060219-CA1B-43C4-8A97-540FEB35CAC1}" destId="{644B6CBE-EB78-4357-940F-DB7061C654FA}" srcOrd="0" destOrd="0" presId="urn:microsoft.com/office/officeart/2005/8/layout/cycle5"/>
    <dgm:cxn modelId="{14AD5E85-FE94-432C-8444-32E4A61E27E4}" type="presOf" srcId="{E87943CA-5001-4D71-886A-1DF8339ACA47}" destId="{4BD11C53-4978-4FAA-A3E1-424A15A58B78}" srcOrd="0" destOrd="0" presId="urn:microsoft.com/office/officeart/2005/8/layout/cycle5"/>
    <dgm:cxn modelId="{60128586-3238-458C-9A6D-73BB93951997}" type="presOf" srcId="{318568AE-1EBF-47D5-A1BD-82D85589136C}" destId="{D39E2406-1363-46F2-8BFD-DA55F0E2CFE0}" srcOrd="0" destOrd="0" presId="urn:microsoft.com/office/officeart/2005/8/layout/cycle5"/>
    <dgm:cxn modelId="{94857BB0-2074-4485-8B98-597151FA73B8}" type="presOf" srcId="{E8BE0D1C-C4EF-40F5-A5F0-4FF20FF7FD77}" destId="{71F85781-1C18-413D-8778-17D29F25C594}" srcOrd="0" destOrd="0" presId="urn:microsoft.com/office/officeart/2005/8/layout/cycle5"/>
    <dgm:cxn modelId="{A63180C7-6404-496C-9CC5-A67A32A8869F}" type="presOf" srcId="{91672268-AAEE-41FE-B39D-8682D89833E9}" destId="{3E304FF8-2B90-4B88-BCBA-3CDDC09799B5}" srcOrd="0" destOrd="0" presId="urn:microsoft.com/office/officeart/2005/8/layout/cycle5"/>
    <dgm:cxn modelId="{769715EC-A59A-44A6-8F0F-793561170C95}" srcId="{E8BE0D1C-C4EF-40F5-A5F0-4FF20FF7FD77}" destId="{6FD2D2E2-C49B-488D-8397-EBF80425C392}" srcOrd="0" destOrd="0" parTransId="{0FF30899-0040-43CF-B9C6-6B8B0C5DB302}" sibTransId="{C19AB75B-FA96-4331-801D-98C3B72D44DD}"/>
    <dgm:cxn modelId="{926777D1-0759-4EC6-B427-A06526E83E85}" type="presParOf" srcId="{71F85781-1C18-413D-8778-17D29F25C594}" destId="{00C88F94-2A0B-4223-B260-60133EA965F2}" srcOrd="0" destOrd="0" presId="urn:microsoft.com/office/officeart/2005/8/layout/cycle5"/>
    <dgm:cxn modelId="{3C73772B-83F2-4898-9282-F47EE11800FD}" type="presParOf" srcId="{71F85781-1C18-413D-8778-17D29F25C594}" destId="{7876292E-96B5-4353-A5B9-77BE7029368B}" srcOrd="1" destOrd="0" presId="urn:microsoft.com/office/officeart/2005/8/layout/cycle5"/>
    <dgm:cxn modelId="{AE1E5878-2C89-496F-88C8-35D7D00F02FA}" type="presParOf" srcId="{71F85781-1C18-413D-8778-17D29F25C594}" destId="{3308A82F-B016-4F72-860C-B755B2FA1521}" srcOrd="2" destOrd="0" presId="urn:microsoft.com/office/officeart/2005/8/layout/cycle5"/>
    <dgm:cxn modelId="{8E3BB8EE-E7D7-49DB-AD12-D190A0C98B32}" type="presParOf" srcId="{71F85781-1C18-413D-8778-17D29F25C594}" destId="{8DE781EC-E8AB-4DC6-BDBF-CE7787BC5287}" srcOrd="3" destOrd="0" presId="urn:microsoft.com/office/officeart/2005/8/layout/cycle5"/>
    <dgm:cxn modelId="{811FD8D8-BF8F-48CF-AEC5-D43AB529BC23}" type="presParOf" srcId="{71F85781-1C18-413D-8778-17D29F25C594}" destId="{79E88C71-C628-4BC1-83CD-0E0567E30979}" srcOrd="4" destOrd="0" presId="urn:microsoft.com/office/officeart/2005/8/layout/cycle5"/>
    <dgm:cxn modelId="{AB1CA34E-6F31-434F-A1B6-6FA484E071AC}" type="presParOf" srcId="{71F85781-1C18-413D-8778-17D29F25C594}" destId="{F1DD9702-298E-46C5-BB7D-3B1590717C99}" srcOrd="5" destOrd="0" presId="urn:microsoft.com/office/officeart/2005/8/layout/cycle5"/>
    <dgm:cxn modelId="{E537EF22-7A05-4420-BBBB-FED07F7992BE}" type="presParOf" srcId="{71F85781-1C18-413D-8778-17D29F25C594}" destId="{641D6EEE-15A1-4FAA-BF70-B4481EE5283F}" srcOrd="6" destOrd="0" presId="urn:microsoft.com/office/officeart/2005/8/layout/cycle5"/>
    <dgm:cxn modelId="{670AA574-A55F-44BA-817D-27A7861130E0}" type="presParOf" srcId="{71F85781-1C18-413D-8778-17D29F25C594}" destId="{4FC1E5B3-3749-4434-8F87-8C2287CF7706}" srcOrd="7" destOrd="0" presId="urn:microsoft.com/office/officeart/2005/8/layout/cycle5"/>
    <dgm:cxn modelId="{A3E857D3-C56A-46E2-9F8C-C88664BB37B6}" type="presParOf" srcId="{71F85781-1C18-413D-8778-17D29F25C594}" destId="{3E304FF8-2B90-4B88-BCBA-3CDDC09799B5}" srcOrd="8" destOrd="0" presId="urn:microsoft.com/office/officeart/2005/8/layout/cycle5"/>
    <dgm:cxn modelId="{79803A4A-86F5-4137-B1FA-51DB62296140}" type="presParOf" srcId="{71F85781-1C18-413D-8778-17D29F25C594}" destId="{644B6CBE-EB78-4357-940F-DB7061C654FA}" srcOrd="9" destOrd="0" presId="urn:microsoft.com/office/officeart/2005/8/layout/cycle5"/>
    <dgm:cxn modelId="{9C4C5B9F-EFB2-451E-93E8-6ED354EDC2B9}" type="presParOf" srcId="{71F85781-1C18-413D-8778-17D29F25C594}" destId="{0AAA0143-4570-445B-B682-FE976C20FD8E}" srcOrd="10" destOrd="0" presId="urn:microsoft.com/office/officeart/2005/8/layout/cycle5"/>
    <dgm:cxn modelId="{96A6DD1C-4F42-4EB3-B351-51D89CDFAB33}" type="presParOf" srcId="{71F85781-1C18-413D-8778-17D29F25C594}" destId="{4BD11C53-4978-4FAA-A3E1-424A15A58B78}" srcOrd="11" destOrd="0" presId="urn:microsoft.com/office/officeart/2005/8/layout/cycle5"/>
    <dgm:cxn modelId="{B2EFC7A9-8CF1-4775-8EA5-DB2A8CAD9D03}" type="presParOf" srcId="{71F85781-1C18-413D-8778-17D29F25C594}" destId="{EE58CA6A-626C-41BD-900C-8DCEBF753E2C}" srcOrd="12" destOrd="0" presId="urn:microsoft.com/office/officeart/2005/8/layout/cycle5"/>
    <dgm:cxn modelId="{86A5076C-9F27-447E-AC71-F503B2B02E18}" type="presParOf" srcId="{71F85781-1C18-413D-8778-17D29F25C594}" destId="{E2BBE52C-7F34-4FA9-B7A0-88E13690C7C9}" srcOrd="13" destOrd="0" presId="urn:microsoft.com/office/officeart/2005/8/layout/cycle5"/>
    <dgm:cxn modelId="{8C0C38E8-0395-48F5-B33D-AC46BE744225}" type="presParOf" srcId="{71F85781-1C18-413D-8778-17D29F25C594}" destId="{D39E2406-1363-46F2-8BFD-DA55F0E2CFE0}" srcOrd="14" destOrd="0" presId="urn:microsoft.com/office/officeart/2005/8/layout/cycle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BE0D1C-C4EF-40F5-A5F0-4FF20FF7FD77}" type="doc">
      <dgm:prSet loTypeId="urn:microsoft.com/office/officeart/2005/8/layout/cycle5" loCatId="cycle" qsTypeId="urn:microsoft.com/office/officeart/2005/8/quickstyle/simple5" qsCatId="simple" csTypeId="urn:microsoft.com/office/officeart/2005/8/colors/accent2_4" csCatId="accent2" phldr="1"/>
      <dgm:spPr/>
      <dgm:t>
        <a:bodyPr/>
        <a:lstStyle/>
        <a:p>
          <a:endParaRPr lang="en-US"/>
        </a:p>
      </dgm:t>
    </dgm:pt>
    <dgm:pt modelId="{6FD2D2E2-C49B-488D-8397-EBF80425C392}">
      <dgm:prSet phldrT="[Text]" custT="1"/>
      <dgm:spPr/>
      <dgm:t>
        <a:bodyPr/>
        <a:lstStyle/>
        <a:p>
          <a:r>
            <a:rPr lang="en-US" sz="1400" dirty="0"/>
            <a:t>SEND SIGNAL TO OUTPUT</a:t>
          </a:r>
        </a:p>
      </dgm:t>
    </dgm:pt>
    <dgm:pt modelId="{0FF30899-0040-43CF-B9C6-6B8B0C5DB302}" type="parTrans" cxnId="{769715EC-A59A-44A6-8F0F-793561170C95}">
      <dgm:prSet/>
      <dgm:spPr/>
      <dgm:t>
        <a:bodyPr/>
        <a:lstStyle/>
        <a:p>
          <a:endParaRPr lang="en-US"/>
        </a:p>
      </dgm:t>
    </dgm:pt>
    <dgm:pt modelId="{C19AB75B-FA96-4331-801D-98C3B72D44DD}" type="sibTrans" cxnId="{769715EC-A59A-44A6-8F0F-793561170C95}">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57B43A68-8A7F-472C-AA66-2AB4920674F2}">
      <dgm:prSet phldrT="[Text]" custT="1"/>
      <dgm:spPr/>
      <dgm:t>
        <a:bodyPr/>
        <a:lstStyle/>
        <a:p>
          <a:r>
            <a:rPr lang="en-US" sz="1400" dirty="0"/>
            <a:t>RECEIVING SIGNALS FROM INPUTS</a:t>
          </a:r>
        </a:p>
      </dgm:t>
    </dgm:pt>
    <dgm:pt modelId="{08125D83-D015-4476-8021-0A570BD019A6}" type="parTrans" cxnId="{25AFC94C-D31D-4C4E-BE36-55459C4D191C}">
      <dgm:prSet/>
      <dgm:spPr/>
      <dgm:t>
        <a:bodyPr/>
        <a:lstStyle/>
        <a:p>
          <a:endParaRPr lang="en-US"/>
        </a:p>
      </dgm:t>
    </dgm:pt>
    <dgm:pt modelId="{F6B001A4-2693-4B14-9EC2-75D792B32D1A}" type="sibTrans" cxnId="{25AFC94C-D31D-4C4E-BE36-55459C4D191C}">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37907067-4759-4250-9112-7BA9F36DFB50}">
      <dgm:prSet phldrT="[Text]" custT="1"/>
      <dgm:spPr/>
      <dgm:t>
        <a:bodyPr/>
        <a:lstStyle/>
        <a:p>
          <a:r>
            <a:rPr lang="en-US" sz="1400" dirty="0"/>
            <a:t>PROGRAM IMPLEMENTATION</a:t>
          </a:r>
        </a:p>
      </dgm:t>
    </dgm:pt>
    <dgm:pt modelId="{A3699B35-D3BF-4B96-AC86-3C2DA726C743}" type="parTrans" cxnId="{6C404F31-8F92-471C-AEDA-B8B5749B243C}">
      <dgm:prSet/>
      <dgm:spPr/>
      <dgm:t>
        <a:bodyPr/>
        <a:lstStyle/>
        <a:p>
          <a:endParaRPr lang="en-US"/>
        </a:p>
      </dgm:t>
    </dgm:pt>
    <dgm:pt modelId="{91672268-AAEE-41FE-B39D-8682D89833E9}" type="sibTrans" cxnId="{6C404F31-8F92-471C-AEDA-B8B5749B243C}">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1C060219-CA1B-43C4-8A97-540FEB35CAC1}">
      <dgm:prSet phldrT="[Text]" custT="1"/>
      <dgm:spPr/>
      <dgm:t>
        <a:bodyPr/>
        <a:lstStyle/>
        <a:p>
          <a:r>
            <a:rPr lang="en-US" sz="1400" dirty="0"/>
            <a:t>MEDIA HANDLING</a:t>
          </a:r>
        </a:p>
      </dgm:t>
    </dgm:pt>
    <dgm:pt modelId="{BD4FDBAD-F1B4-46B9-9687-D86A9A399719}" type="parTrans" cxnId="{4B23533F-1B56-49A8-8015-0E0A2B998881}">
      <dgm:prSet/>
      <dgm:spPr/>
      <dgm:t>
        <a:bodyPr/>
        <a:lstStyle/>
        <a:p>
          <a:endParaRPr lang="en-US"/>
        </a:p>
      </dgm:t>
    </dgm:pt>
    <dgm:pt modelId="{E87943CA-5001-4D71-886A-1DF8339ACA47}" type="sibTrans" cxnId="{4B23533F-1B56-49A8-8015-0E0A2B998881}">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A96E389E-DFB9-4E63-B701-2655641974EC}">
      <dgm:prSet phldrT="[Text]" custT="1"/>
      <dgm:spPr/>
      <dgm:t>
        <a:bodyPr/>
        <a:lstStyle/>
        <a:p>
          <a:r>
            <a:rPr lang="en-US" sz="1400" dirty="0"/>
            <a:t>CPU STATUS CHECK</a:t>
          </a:r>
        </a:p>
      </dgm:t>
    </dgm:pt>
    <dgm:pt modelId="{A6C6C4DC-36DD-4CB4-89A4-EC9EF69C70D7}" type="parTrans" cxnId="{6C550B36-A329-4A05-B341-F8B0DFD69909}">
      <dgm:prSet/>
      <dgm:spPr/>
      <dgm:t>
        <a:bodyPr/>
        <a:lstStyle/>
        <a:p>
          <a:endParaRPr lang="en-US"/>
        </a:p>
      </dgm:t>
    </dgm:pt>
    <dgm:pt modelId="{318568AE-1EBF-47D5-A1BD-82D85589136C}" type="sibTrans" cxnId="{6C550B36-A329-4A05-B341-F8B0DFD69909}">
      <dgm:prSet>
        <dgm:style>
          <a:lnRef idx="3">
            <a:schemeClr val="accent4"/>
          </a:lnRef>
          <a:fillRef idx="0">
            <a:schemeClr val="accent4"/>
          </a:fillRef>
          <a:effectRef idx="2">
            <a:schemeClr val="accent4"/>
          </a:effectRef>
          <a:fontRef idx="minor">
            <a:schemeClr val="tx1"/>
          </a:fontRef>
        </dgm:style>
      </dgm:prSet>
      <dgm:spPr/>
      <dgm:t>
        <a:bodyPr/>
        <a:lstStyle/>
        <a:p>
          <a:endParaRPr lang="en-US"/>
        </a:p>
      </dgm:t>
    </dgm:pt>
    <dgm:pt modelId="{71F85781-1C18-413D-8778-17D29F25C594}" type="pres">
      <dgm:prSet presAssocID="{E8BE0D1C-C4EF-40F5-A5F0-4FF20FF7FD77}" presName="cycle" presStyleCnt="0">
        <dgm:presLayoutVars>
          <dgm:dir/>
          <dgm:resizeHandles val="exact"/>
        </dgm:presLayoutVars>
      </dgm:prSet>
      <dgm:spPr/>
    </dgm:pt>
    <dgm:pt modelId="{00C88F94-2A0B-4223-B260-60133EA965F2}" type="pres">
      <dgm:prSet presAssocID="{6FD2D2E2-C49B-488D-8397-EBF80425C392}" presName="node" presStyleLbl="node1" presStyleIdx="0" presStyleCnt="5">
        <dgm:presLayoutVars>
          <dgm:bulletEnabled val="1"/>
        </dgm:presLayoutVars>
      </dgm:prSet>
      <dgm:spPr/>
    </dgm:pt>
    <dgm:pt modelId="{7876292E-96B5-4353-A5B9-77BE7029368B}" type="pres">
      <dgm:prSet presAssocID="{6FD2D2E2-C49B-488D-8397-EBF80425C392}" presName="spNode" presStyleCnt="0"/>
      <dgm:spPr/>
    </dgm:pt>
    <dgm:pt modelId="{3308A82F-B016-4F72-860C-B755B2FA1521}" type="pres">
      <dgm:prSet presAssocID="{C19AB75B-FA96-4331-801D-98C3B72D44DD}" presName="sibTrans" presStyleLbl="sibTrans1D1" presStyleIdx="0" presStyleCnt="5"/>
      <dgm:spPr/>
    </dgm:pt>
    <dgm:pt modelId="{8DE781EC-E8AB-4DC6-BDBF-CE7787BC5287}" type="pres">
      <dgm:prSet presAssocID="{57B43A68-8A7F-472C-AA66-2AB4920674F2}" presName="node" presStyleLbl="node1" presStyleIdx="1" presStyleCnt="5">
        <dgm:presLayoutVars>
          <dgm:bulletEnabled val="1"/>
        </dgm:presLayoutVars>
      </dgm:prSet>
      <dgm:spPr/>
    </dgm:pt>
    <dgm:pt modelId="{79E88C71-C628-4BC1-83CD-0E0567E30979}" type="pres">
      <dgm:prSet presAssocID="{57B43A68-8A7F-472C-AA66-2AB4920674F2}" presName="spNode" presStyleCnt="0"/>
      <dgm:spPr/>
    </dgm:pt>
    <dgm:pt modelId="{F1DD9702-298E-46C5-BB7D-3B1590717C99}" type="pres">
      <dgm:prSet presAssocID="{F6B001A4-2693-4B14-9EC2-75D792B32D1A}" presName="sibTrans" presStyleLbl="sibTrans1D1" presStyleIdx="1" presStyleCnt="5"/>
      <dgm:spPr/>
    </dgm:pt>
    <dgm:pt modelId="{641D6EEE-15A1-4FAA-BF70-B4481EE5283F}" type="pres">
      <dgm:prSet presAssocID="{37907067-4759-4250-9112-7BA9F36DFB50}" presName="node" presStyleLbl="node1" presStyleIdx="2" presStyleCnt="5">
        <dgm:presLayoutVars>
          <dgm:bulletEnabled val="1"/>
        </dgm:presLayoutVars>
      </dgm:prSet>
      <dgm:spPr/>
    </dgm:pt>
    <dgm:pt modelId="{4FC1E5B3-3749-4434-8F87-8C2287CF7706}" type="pres">
      <dgm:prSet presAssocID="{37907067-4759-4250-9112-7BA9F36DFB50}" presName="spNode" presStyleCnt="0"/>
      <dgm:spPr/>
    </dgm:pt>
    <dgm:pt modelId="{3E304FF8-2B90-4B88-BCBA-3CDDC09799B5}" type="pres">
      <dgm:prSet presAssocID="{91672268-AAEE-41FE-B39D-8682D89833E9}" presName="sibTrans" presStyleLbl="sibTrans1D1" presStyleIdx="2" presStyleCnt="5"/>
      <dgm:spPr/>
    </dgm:pt>
    <dgm:pt modelId="{644B6CBE-EB78-4357-940F-DB7061C654FA}" type="pres">
      <dgm:prSet presAssocID="{1C060219-CA1B-43C4-8A97-540FEB35CAC1}" presName="node" presStyleLbl="node1" presStyleIdx="3" presStyleCnt="5">
        <dgm:presLayoutVars>
          <dgm:bulletEnabled val="1"/>
        </dgm:presLayoutVars>
      </dgm:prSet>
      <dgm:spPr/>
    </dgm:pt>
    <dgm:pt modelId="{0AAA0143-4570-445B-B682-FE976C20FD8E}" type="pres">
      <dgm:prSet presAssocID="{1C060219-CA1B-43C4-8A97-540FEB35CAC1}" presName="spNode" presStyleCnt="0"/>
      <dgm:spPr/>
    </dgm:pt>
    <dgm:pt modelId="{4BD11C53-4978-4FAA-A3E1-424A15A58B78}" type="pres">
      <dgm:prSet presAssocID="{E87943CA-5001-4D71-886A-1DF8339ACA47}" presName="sibTrans" presStyleLbl="sibTrans1D1" presStyleIdx="3" presStyleCnt="5"/>
      <dgm:spPr/>
    </dgm:pt>
    <dgm:pt modelId="{EE58CA6A-626C-41BD-900C-8DCEBF753E2C}" type="pres">
      <dgm:prSet presAssocID="{A96E389E-DFB9-4E63-B701-2655641974EC}" presName="node" presStyleLbl="node1" presStyleIdx="4" presStyleCnt="5">
        <dgm:presLayoutVars>
          <dgm:bulletEnabled val="1"/>
        </dgm:presLayoutVars>
      </dgm:prSet>
      <dgm:spPr/>
    </dgm:pt>
    <dgm:pt modelId="{E2BBE52C-7F34-4FA9-B7A0-88E13690C7C9}" type="pres">
      <dgm:prSet presAssocID="{A96E389E-DFB9-4E63-B701-2655641974EC}" presName="spNode" presStyleCnt="0"/>
      <dgm:spPr/>
    </dgm:pt>
    <dgm:pt modelId="{D39E2406-1363-46F2-8BFD-DA55F0E2CFE0}" type="pres">
      <dgm:prSet presAssocID="{318568AE-1EBF-47D5-A1BD-82D85589136C}" presName="sibTrans" presStyleLbl="sibTrans1D1" presStyleIdx="4" presStyleCnt="5"/>
      <dgm:spPr/>
    </dgm:pt>
  </dgm:ptLst>
  <dgm:cxnLst>
    <dgm:cxn modelId="{1C64E20D-B643-4171-A1C7-71A9D4D388E0}" type="presOf" srcId="{91672268-AAEE-41FE-B39D-8682D89833E9}" destId="{3E304FF8-2B90-4B88-BCBA-3CDDC09799B5}" srcOrd="0" destOrd="0" presId="urn:microsoft.com/office/officeart/2005/8/layout/cycle5"/>
    <dgm:cxn modelId="{6C404F31-8F92-471C-AEDA-B8B5749B243C}" srcId="{E8BE0D1C-C4EF-40F5-A5F0-4FF20FF7FD77}" destId="{37907067-4759-4250-9112-7BA9F36DFB50}" srcOrd="2" destOrd="0" parTransId="{A3699B35-D3BF-4B96-AC86-3C2DA726C743}" sibTransId="{91672268-AAEE-41FE-B39D-8682D89833E9}"/>
    <dgm:cxn modelId="{6C550B36-A329-4A05-B341-F8B0DFD69909}" srcId="{E8BE0D1C-C4EF-40F5-A5F0-4FF20FF7FD77}" destId="{A96E389E-DFB9-4E63-B701-2655641974EC}" srcOrd="4" destOrd="0" parTransId="{A6C6C4DC-36DD-4CB4-89A4-EC9EF69C70D7}" sibTransId="{318568AE-1EBF-47D5-A1BD-82D85589136C}"/>
    <dgm:cxn modelId="{4B23533F-1B56-49A8-8015-0E0A2B998881}" srcId="{E8BE0D1C-C4EF-40F5-A5F0-4FF20FF7FD77}" destId="{1C060219-CA1B-43C4-8A97-540FEB35CAC1}" srcOrd="3" destOrd="0" parTransId="{BD4FDBAD-F1B4-46B9-9687-D86A9A399719}" sibTransId="{E87943CA-5001-4D71-886A-1DF8339ACA47}"/>
    <dgm:cxn modelId="{915D8B62-9213-4CED-BD71-0B3C0E782BF0}" type="presOf" srcId="{E8BE0D1C-C4EF-40F5-A5F0-4FF20FF7FD77}" destId="{71F85781-1C18-413D-8778-17D29F25C594}" srcOrd="0" destOrd="0" presId="urn:microsoft.com/office/officeart/2005/8/layout/cycle5"/>
    <dgm:cxn modelId="{25AFC94C-D31D-4C4E-BE36-55459C4D191C}" srcId="{E8BE0D1C-C4EF-40F5-A5F0-4FF20FF7FD77}" destId="{57B43A68-8A7F-472C-AA66-2AB4920674F2}" srcOrd="1" destOrd="0" parTransId="{08125D83-D015-4476-8021-0A570BD019A6}" sibTransId="{F6B001A4-2693-4B14-9EC2-75D792B32D1A}"/>
    <dgm:cxn modelId="{A6012D7F-8EC1-4018-881D-F8200B1A27B2}" type="presOf" srcId="{C19AB75B-FA96-4331-801D-98C3B72D44DD}" destId="{3308A82F-B016-4F72-860C-B755B2FA1521}" srcOrd="0" destOrd="0" presId="urn:microsoft.com/office/officeart/2005/8/layout/cycle5"/>
    <dgm:cxn modelId="{AF7D6587-D78F-456E-B4D8-8820425B9EB5}" type="presOf" srcId="{F6B001A4-2693-4B14-9EC2-75D792B32D1A}" destId="{F1DD9702-298E-46C5-BB7D-3B1590717C99}" srcOrd="0" destOrd="0" presId="urn:microsoft.com/office/officeart/2005/8/layout/cycle5"/>
    <dgm:cxn modelId="{59238B94-9E49-4E46-A234-4B4E19A360C1}" type="presOf" srcId="{6FD2D2E2-C49B-488D-8397-EBF80425C392}" destId="{00C88F94-2A0B-4223-B260-60133EA965F2}" srcOrd="0" destOrd="0" presId="urn:microsoft.com/office/officeart/2005/8/layout/cycle5"/>
    <dgm:cxn modelId="{F6D07B9E-AF7A-4C34-91BA-6194D47E42E4}" type="presOf" srcId="{E87943CA-5001-4D71-886A-1DF8339ACA47}" destId="{4BD11C53-4978-4FAA-A3E1-424A15A58B78}" srcOrd="0" destOrd="0" presId="urn:microsoft.com/office/officeart/2005/8/layout/cycle5"/>
    <dgm:cxn modelId="{2CCA94A7-0588-479D-926D-99BE7ED88865}" type="presOf" srcId="{318568AE-1EBF-47D5-A1BD-82D85589136C}" destId="{D39E2406-1363-46F2-8BFD-DA55F0E2CFE0}" srcOrd="0" destOrd="0" presId="urn:microsoft.com/office/officeart/2005/8/layout/cycle5"/>
    <dgm:cxn modelId="{A76C1AAB-4D8F-4053-A1CD-7F3C9FA78527}" type="presOf" srcId="{37907067-4759-4250-9112-7BA9F36DFB50}" destId="{641D6EEE-15A1-4FAA-BF70-B4481EE5283F}" srcOrd="0" destOrd="0" presId="urn:microsoft.com/office/officeart/2005/8/layout/cycle5"/>
    <dgm:cxn modelId="{653164B1-5547-41BB-885C-4B3FC07EF9D8}" type="presOf" srcId="{1C060219-CA1B-43C4-8A97-540FEB35CAC1}" destId="{644B6CBE-EB78-4357-940F-DB7061C654FA}" srcOrd="0" destOrd="0" presId="urn:microsoft.com/office/officeart/2005/8/layout/cycle5"/>
    <dgm:cxn modelId="{D4CF74EA-181D-4A4A-A894-2C4038A00EB4}" type="presOf" srcId="{57B43A68-8A7F-472C-AA66-2AB4920674F2}" destId="{8DE781EC-E8AB-4DC6-BDBF-CE7787BC5287}" srcOrd="0" destOrd="0" presId="urn:microsoft.com/office/officeart/2005/8/layout/cycle5"/>
    <dgm:cxn modelId="{769715EC-A59A-44A6-8F0F-793561170C95}" srcId="{E8BE0D1C-C4EF-40F5-A5F0-4FF20FF7FD77}" destId="{6FD2D2E2-C49B-488D-8397-EBF80425C392}" srcOrd="0" destOrd="0" parTransId="{0FF30899-0040-43CF-B9C6-6B8B0C5DB302}" sibTransId="{C19AB75B-FA96-4331-801D-98C3B72D44DD}"/>
    <dgm:cxn modelId="{CDBD82FF-00C5-4A24-AF92-493ED6A5ACC6}" type="presOf" srcId="{A96E389E-DFB9-4E63-B701-2655641974EC}" destId="{EE58CA6A-626C-41BD-900C-8DCEBF753E2C}" srcOrd="0" destOrd="0" presId="urn:microsoft.com/office/officeart/2005/8/layout/cycle5"/>
    <dgm:cxn modelId="{F71CB00F-0154-445C-88E9-F23754AE0754}" type="presParOf" srcId="{71F85781-1C18-413D-8778-17D29F25C594}" destId="{00C88F94-2A0B-4223-B260-60133EA965F2}" srcOrd="0" destOrd="0" presId="urn:microsoft.com/office/officeart/2005/8/layout/cycle5"/>
    <dgm:cxn modelId="{341E4C01-4440-4C2E-93ED-0A6800D1C78C}" type="presParOf" srcId="{71F85781-1C18-413D-8778-17D29F25C594}" destId="{7876292E-96B5-4353-A5B9-77BE7029368B}" srcOrd="1" destOrd="0" presId="urn:microsoft.com/office/officeart/2005/8/layout/cycle5"/>
    <dgm:cxn modelId="{02AC2275-D0FB-4944-A91F-8B198A2E1D6D}" type="presParOf" srcId="{71F85781-1C18-413D-8778-17D29F25C594}" destId="{3308A82F-B016-4F72-860C-B755B2FA1521}" srcOrd="2" destOrd="0" presId="urn:microsoft.com/office/officeart/2005/8/layout/cycle5"/>
    <dgm:cxn modelId="{28D3EC38-690A-45E1-B2FE-0A69F6D2177E}" type="presParOf" srcId="{71F85781-1C18-413D-8778-17D29F25C594}" destId="{8DE781EC-E8AB-4DC6-BDBF-CE7787BC5287}" srcOrd="3" destOrd="0" presId="urn:microsoft.com/office/officeart/2005/8/layout/cycle5"/>
    <dgm:cxn modelId="{1F401FC0-2269-4C15-9B39-D5A5F6A5B333}" type="presParOf" srcId="{71F85781-1C18-413D-8778-17D29F25C594}" destId="{79E88C71-C628-4BC1-83CD-0E0567E30979}" srcOrd="4" destOrd="0" presId="urn:microsoft.com/office/officeart/2005/8/layout/cycle5"/>
    <dgm:cxn modelId="{9EE6B709-5A76-48E0-93D9-70D1F13B4D74}" type="presParOf" srcId="{71F85781-1C18-413D-8778-17D29F25C594}" destId="{F1DD9702-298E-46C5-BB7D-3B1590717C99}" srcOrd="5" destOrd="0" presId="urn:microsoft.com/office/officeart/2005/8/layout/cycle5"/>
    <dgm:cxn modelId="{582BA2EC-04D5-45A2-A56B-07E09E6FB4C6}" type="presParOf" srcId="{71F85781-1C18-413D-8778-17D29F25C594}" destId="{641D6EEE-15A1-4FAA-BF70-B4481EE5283F}" srcOrd="6" destOrd="0" presId="urn:microsoft.com/office/officeart/2005/8/layout/cycle5"/>
    <dgm:cxn modelId="{0B5852AB-F905-4478-B808-609055FA3713}" type="presParOf" srcId="{71F85781-1C18-413D-8778-17D29F25C594}" destId="{4FC1E5B3-3749-4434-8F87-8C2287CF7706}" srcOrd="7" destOrd="0" presId="urn:microsoft.com/office/officeart/2005/8/layout/cycle5"/>
    <dgm:cxn modelId="{540224A4-BA58-401A-917B-362A778800A4}" type="presParOf" srcId="{71F85781-1C18-413D-8778-17D29F25C594}" destId="{3E304FF8-2B90-4B88-BCBA-3CDDC09799B5}" srcOrd="8" destOrd="0" presId="urn:microsoft.com/office/officeart/2005/8/layout/cycle5"/>
    <dgm:cxn modelId="{5C6D636C-9247-40E5-8402-8F2567A8AFDD}" type="presParOf" srcId="{71F85781-1C18-413D-8778-17D29F25C594}" destId="{644B6CBE-EB78-4357-940F-DB7061C654FA}" srcOrd="9" destOrd="0" presId="urn:microsoft.com/office/officeart/2005/8/layout/cycle5"/>
    <dgm:cxn modelId="{57B54D59-E818-4F45-A0FD-0C67A8CDBA67}" type="presParOf" srcId="{71F85781-1C18-413D-8778-17D29F25C594}" destId="{0AAA0143-4570-445B-B682-FE976C20FD8E}" srcOrd="10" destOrd="0" presId="urn:microsoft.com/office/officeart/2005/8/layout/cycle5"/>
    <dgm:cxn modelId="{356131D2-AE57-4D2B-86E9-40FE2288EDCC}" type="presParOf" srcId="{71F85781-1C18-413D-8778-17D29F25C594}" destId="{4BD11C53-4978-4FAA-A3E1-424A15A58B78}" srcOrd="11" destOrd="0" presId="urn:microsoft.com/office/officeart/2005/8/layout/cycle5"/>
    <dgm:cxn modelId="{1BD2F322-DFD5-4A58-9DF7-9AECE7B75475}" type="presParOf" srcId="{71F85781-1C18-413D-8778-17D29F25C594}" destId="{EE58CA6A-626C-41BD-900C-8DCEBF753E2C}" srcOrd="12" destOrd="0" presId="urn:microsoft.com/office/officeart/2005/8/layout/cycle5"/>
    <dgm:cxn modelId="{ADC4F14E-7053-4E23-951B-30C36AB4287E}" type="presParOf" srcId="{71F85781-1C18-413D-8778-17D29F25C594}" destId="{E2BBE52C-7F34-4FA9-B7A0-88E13690C7C9}" srcOrd="13" destOrd="0" presId="urn:microsoft.com/office/officeart/2005/8/layout/cycle5"/>
    <dgm:cxn modelId="{1ED88F95-02EC-496D-8541-56CB6A6FE0DC}" type="presParOf" srcId="{71F85781-1C18-413D-8778-17D29F25C594}" destId="{D39E2406-1363-46F2-8BFD-DA55F0E2CFE0}" srcOrd="14" destOrd="0" presId="urn:microsoft.com/office/officeart/2005/8/layout/cycle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88F94-2A0B-4223-B260-60133EA965F2}">
      <dsp:nvSpPr>
        <dsp:cNvPr id="0" name=""/>
        <dsp:cNvSpPr/>
      </dsp:nvSpPr>
      <dsp:spPr>
        <a:xfrm>
          <a:off x="1817300" y="1933"/>
          <a:ext cx="1227360" cy="797784"/>
        </a:xfrm>
        <a:prstGeom prst="roundRect">
          <a:avLst/>
        </a:prstGeom>
        <a:gradFill rotWithShape="0">
          <a:gsLst>
            <a:gs pos="0">
              <a:schemeClr val="accent2">
                <a:shade val="50000"/>
                <a:hueOff val="0"/>
                <a:satOff val="0"/>
                <a:lumOff val="0"/>
                <a:alphaOff val="0"/>
                <a:satMod val="103000"/>
                <a:lumMod val="102000"/>
                <a:tint val="94000"/>
              </a:schemeClr>
            </a:gs>
            <a:gs pos="50000">
              <a:schemeClr val="accent2">
                <a:shade val="50000"/>
                <a:hueOff val="0"/>
                <a:satOff val="0"/>
                <a:lumOff val="0"/>
                <a:alphaOff val="0"/>
                <a:satMod val="110000"/>
                <a:lumMod val="100000"/>
                <a:shade val="100000"/>
              </a:schemeClr>
            </a:gs>
            <a:gs pos="100000">
              <a:schemeClr val="accent2">
                <a:shade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SEND SIGNAL TO OUTPUT</a:t>
          </a:r>
        </a:p>
      </dsp:txBody>
      <dsp:txXfrm>
        <a:off x="1856245" y="40878"/>
        <a:ext cx="1149470" cy="719894"/>
      </dsp:txXfrm>
    </dsp:sp>
    <dsp:sp modelId="{3308A82F-B016-4F72-860C-B755B2FA1521}">
      <dsp:nvSpPr>
        <dsp:cNvPr id="0" name=""/>
        <dsp:cNvSpPr/>
      </dsp:nvSpPr>
      <dsp:spPr>
        <a:xfrm>
          <a:off x="837348" y="400825"/>
          <a:ext cx="3187264" cy="3187264"/>
        </a:xfrm>
        <a:custGeom>
          <a:avLst/>
          <a:gdLst/>
          <a:ahLst/>
          <a:cxnLst/>
          <a:rect l="0" t="0" r="0" b="0"/>
          <a:pathLst>
            <a:path>
              <a:moveTo>
                <a:pt x="2371674" y="202836"/>
              </a:moveTo>
              <a:arcTo wR="1593632" hR="1593632" stAng="17953418" swAng="1211566"/>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8DE781EC-E8AB-4DC6-BDBF-CE7787BC5287}">
      <dsp:nvSpPr>
        <dsp:cNvPr id="0" name=""/>
        <dsp:cNvSpPr/>
      </dsp:nvSpPr>
      <dsp:spPr>
        <a:xfrm>
          <a:off x="3332934" y="1103105"/>
          <a:ext cx="1227360" cy="797784"/>
        </a:xfrm>
        <a:prstGeom prst="roundRect">
          <a:avLst/>
        </a:prstGeom>
        <a:gradFill rotWithShape="0">
          <a:gsLst>
            <a:gs pos="0">
              <a:schemeClr val="accent2">
                <a:shade val="50000"/>
                <a:hueOff val="-236469"/>
                <a:satOff val="3113"/>
                <a:lumOff val="18647"/>
                <a:alphaOff val="0"/>
                <a:satMod val="103000"/>
                <a:lumMod val="102000"/>
                <a:tint val="94000"/>
              </a:schemeClr>
            </a:gs>
            <a:gs pos="50000">
              <a:schemeClr val="accent2">
                <a:shade val="50000"/>
                <a:hueOff val="-236469"/>
                <a:satOff val="3113"/>
                <a:lumOff val="18647"/>
                <a:alphaOff val="0"/>
                <a:satMod val="110000"/>
                <a:lumMod val="100000"/>
                <a:shade val="100000"/>
              </a:schemeClr>
            </a:gs>
            <a:gs pos="100000">
              <a:schemeClr val="accent2">
                <a:shade val="50000"/>
                <a:hueOff val="-236469"/>
                <a:satOff val="3113"/>
                <a:lumOff val="1864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RECEIVING SIGNALS FROM INPUTS</a:t>
          </a:r>
        </a:p>
      </dsp:txBody>
      <dsp:txXfrm>
        <a:off x="3371879" y="1142050"/>
        <a:ext cx="1149470" cy="719894"/>
      </dsp:txXfrm>
    </dsp:sp>
    <dsp:sp modelId="{F1DD9702-298E-46C5-BB7D-3B1590717C99}">
      <dsp:nvSpPr>
        <dsp:cNvPr id="0" name=""/>
        <dsp:cNvSpPr/>
      </dsp:nvSpPr>
      <dsp:spPr>
        <a:xfrm>
          <a:off x="837348" y="400825"/>
          <a:ext cx="3187264" cy="3187264"/>
        </a:xfrm>
        <a:custGeom>
          <a:avLst/>
          <a:gdLst/>
          <a:ahLst/>
          <a:cxnLst/>
          <a:rect l="0" t="0" r="0" b="0"/>
          <a:pathLst>
            <a:path>
              <a:moveTo>
                <a:pt x="3183442" y="1703944"/>
              </a:moveTo>
              <a:arcTo wR="1593632" hR="1593632" stAng="21838153" swAng="1359747"/>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641D6EEE-15A1-4FAA-BF70-B4481EE5283F}">
      <dsp:nvSpPr>
        <dsp:cNvPr id="0" name=""/>
        <dsp:cNvSpPr/>
      </dsp:nvSpPr>
      <dsp:spPr>
        <a:xfrm>
          <a:off x="2754013" y="2884840"/>
          <a:ext cx="1227360" cy="797784"/>
        </a:xfrm>
        <a:prstGeom prst="roundRect">
          <a:avLst/>
        </a:prstGeom>
        <a:gradFill rotWithShape="0">
          <a:gsLst>
            <a:gs pos="0">
              <a:schemeClr val="accent2">
                <a:shade val="50000"/>
                <a:hueOff val="-472938"/>
                <a:satOff val="6226"/>
                <a:lumOff val="37294"/>
                <a:alphaOff val="0"/>
                <a:satMod val="103000"/>
                <a:lumMod val="102000"/>
                <a:tint val="94000"/>
              </a:schemeClr>
            </a:gs>
            <a:gs pos="50000">
              <a:schemeClr val="accent2">
                <a:shade val="50000"/>
                <a:hueOff val="-472938"/>
                <a:satOff val="6226"/>
                <a:lumOff val="37294"/>
                <a:alphaOff val="0"/>
                <a:satMod val="110000"/>
                <a:lumMod val="100000"/>
                <a:shade val="100000"/>
              </a:schemeClr>
            </a:gs>
            <a:gs pos="100000">
              <a:schemeClr val="accent2">
                <a:shade val="50000"/>
                <a:hueOff val="-472938"/>
                <a:satOff val="6226"/>
                <a:lumOff val="3729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PROGRAM IMPLEMENTATION</a:t>
          </a:r>
        </a:p>
      </dsp:txBody>
      <dsp:txXfrm>
        <a:off x="2792958" y="2923785"/>
        <a:ext cx="1149470" cy="719894"/>
      </dsp:txXfrm>
    </dsp:sp>
    <dsp:sp modelId="{3E304FF8-2B90-4B88-BCBA-3CDDC09799B5}">
      <dsp:nvSpPr>
        <dsp:cNvPr id="0" name=""/>
        <dsp:cNvSpPr/>
      </dsp:nvSpPr>
      <dsp:spPr>
        <a:xfrm>
          <a:off x="837348" y="400825"/>
          <a:ext cx="3187264" cy="3187264"/>
        </a:xfrm>
        <a:custGeom>
          <a:avLst/>
          <a:gdLst/>
          <a:ahLst/>
          <a:cxnLst/>
          <a:rect l="0" t="0" r="0" b="0"/>
          <a:pathLst>
            <a:path>
              <a:moveTo>
                <a:pt x="1789212" y="3175217"/>
              </a:moveTo>
              <a:arcTo wR="1593632" hR="1593632" stAng="4977033" swAng="845933"/>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644B6CBE-EB78-4357-940F-DB7061C654FA}">
      <dsp:nvSpPr>
        <dsp:cNvPr id="0" name=""/>
        <dsp:cNvSpPr/>
      </dsp:nvSpPr>
      <dsp:spPr>
        <a:xfrm>
          <a:off x="880586" y="2884840"/>
          <a:ext cx="1227360" cy="797784"/>
        </a:xfrm>
        <a:prstGeom prst="roundRect">
          <a:avLst/>
        </a:prstGeom>
        <a:gradFill rotWithShape="0">
          <a:gsLst>
            <a:gs pos="0">
              <a:schemeClr val="accent2">
                <a:shade val="50000"/>
                <a:hueOff val="-472938"/>
                <a:satOff val="6226"/>
                <a:lumOff val="37294"/>
                <a:alphaOff val="0"/>
                <a:satMod val="103000"/>
                <a:lumMod val="102000"/>
                <a:tint val="94000"/>
              </a:schemeClr>
            </a:gs>
            <a:gs pos="50000">
              <a:schemeClr val="accent2">
                <a:shade val="50000"/>
                <a:hueOff val="-472938"/>
                <a:satOff val="6226"/>
                <a:lumOff val="37294"/>
                <a:alphaOff val="0"/>
                <a:satMod val="110000"/>
                <a:lumMod val="100000"/>
                <a:shade val="100000"/>
              </a:schemeClr>
            </a:gs>
            <a:gs pos="100000">
              <a:schemeClr val="accent2">
                <a:shade val="50000"/>
                <a:hueOff val="-472938"/>
                <a:satOff val="6226"/>
                <a:lumOff val="3729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MEDIA HANDLING</a:t>
          </a:r>
        </a:p>
      </dsp:txBody>
      <dsp:txXfrm>
        <a:off x="919531" y="2923785"/>
        <a:ext cx="1149470" cy="719894"/>
      </dsp:txXfrm>
    </dsp:sp>
    <dsp:sp modelId="{4BD11C53-4978-4FAA-A3E1-424A15A58B78}">
      <dsp:nvSpPr>
        <dsp:cNvPr id="0" name=""/>
        <dsp:cNvSpPr/>
      </dsp:nvSpPr>
      <dsp:spPr>
        <a:xfrm>
          <a:off x="837348" y="400825"/>
          <a:ext cx="3187264" cy="3187264"/>
        </a:xfrm>
        <a:custGeom>
          <a:avLst/>
          <a:gdLst/>
          <a:ahLst/>
          <a:cxnLst/>
          <a:rect l="0" t="0" r="0" b="0"/>
          <a:pathLst>
            <a:path>
              <a:moveTo>
                <a:pt x="169073" y="2307983"/>
              </a:moveTo>
              <a:arcTo wR="1593632" hR="1593632" stAng="9202099" swAng="1359747"/>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EE58CA6A-626C-41BD-900C-8DCEBF753E2C}">
      <dsp:nvSpPr>
        <dsp:cNvPr id="0" name=""/>
        <dsp:cNvSpPr/>
      </dsp:nvSpPr>
      <dsp:spPr>
        <a:xfrm>
          <a:off x="301666" y="1103105"/>
          <a:ext cx="1227360" cy="797784"/>
        </a:xfrm>
        <a:prstGeom prst="roundRect">
          <a:avLst/>
        </a:prstGeom>
        <a:gradFill rotWithShape="0">
          <a:gsLst>
            <a:gs pos="0">
              <a:schemeClr val="accent2">
                <a:shade val="50000"/>
                <a:hueOff val="-236469"/>
                <a:satOff val="3113"/>
                <a:lumOff val="18647"/>
                <a:alphaOff val="0"/>
                <a:satMod val="103000"/>
                <a:lumMod val="102000"/>
                <a:tint val="94000"/>
              </a:schemeClr>
            </a:gs>
            <a:gs pos="50000">
              <a:schemeClr val="accent2">
                <a:shade val="50000"/>
                <a:hueOff val="-236469"/>
                <a:satOff val="3113"/>
                <a:lumOff val="18647"/>
                <a:alphaOff val="0"/>
                <a:satMod val="110000"/>
                <a:lumMod val="100000"/>
                <a:shade val="100000"/>
              </a:schemeClr>
            </a:gs>
            <a:gs pos="100000">
              <a:schemeClr val="accent2">
                <a:shade val="50000"/>
                <a:hueOff val="-236469"/>
                <a:satOff val="3113"/>
                <a:lumOff val="1864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CPU STATUS CHECK</a:t>
          </a:r>
        </a:p>
      </dsp:txBody>
      <dsp:txXfrm>
        <a:off x="340611" y="1142050"/>
        <a:ext cx="1149470" cy="719894"/>
      </dsp:txXfrm>
    </dsp:sp>
    <dsp:sp modelId="{D39E2406-1363-46F2-8BFD-DA55F0E2CFE0}">
      <dsp:nvSpPr>
        <dsp:cNvPr id="0" name=""/>
        <dsp:cNvSpPr/>
      </dsp:nvSpPr>
      <dsp:spPr>
        <a:xfrm>
          <a:off x="837348" y="400825"/>
          <a:ext cx="3187264" cy="3187264"/>
        </a:xfrm>
        <a:custGeom>
          <a:avLst/>
          <a:gdLst/>
          <a:ahLst/>
          <a:cxnLst/>
          <a:rect l="0" t="0" r="0" b="0"/>
          <a:pathLst>
            <a:path>
              <a:moveTo>
                <a:pt x="383336" y="556883"/>
              </a:moveTo>
              <a:arcTo wR="1593632" hR="1593632" stAng="13235016" swAng="1211566"/>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88F94-2A0B-4223-B260-60133EA965F2}">
      <dsp:nvSpPr>
        <dsp:cNvPr id="0" name=""/>
        <dsp:cNvSpPr/>
      </dsp:nvSpPr>
      <dsp:spPr>
        <a:xfrm>
          <a:off x="2126797" y="2229"/>
          <a:ext cx="1395796" cy="907267"/>
        </a:xfrm>
        <a:prstGeom prst="roundRect">
          <a:avLst/>
        </a:prstGeom>
        <a:gradFill rotWithShape="0">
          <a:gsLst>
            <a:gs pos="0">
              <a:schemeClr val="accent2">
                <a:shade val="50000"/>
                <a:hueOff val="0"/>
                <a:satOff val="0"/>
                <a:lumOff val="0"/>
                <a:alphaOff val="0"/>
                <a:satMod val="103000"/>
                <a:lumMod val="102000"/>
                <a:tint val="94000"/>
              </a:schemeClr>
            </a:gs>
            <a:gs pos="50000">
              <a:schemeClr val="accent2">
                <a:shade val="50000"/>
                <a:hueOff val="0"/>
                <a:satOff val="0"/>
                <a:lumOff val="0"/>
                <a:alphaOff val="0"/>
                <a:satMod val="110000"/>
                <a:lumMod val="100000"/>
                <a:shade val="100000"/>
              </a:schemeClr>
            </a:gs>
            <a:gs pos="100000">
              <a:schemeClr val="accent2">
                <a:shade val="5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SEND SIGNAL TO OUTPUT</a:t>
          </a:r>
        </a:p>
      </dsp:txBody>
      <dsp:txXfrm>
        <a:off x="2171086" y="46518"/>
        <a:ext cx="1307218" cy="818689"/>
      </dsp:txXfrm>
    </dsp:sp>
    <dsp:sp modelId="{3308A82F-B016-4F72-860C-B755B2FA1521}">
      <dsp:nvSpPr>
        <dsp:cNvPr id="0" name=""/>
        <dsp:cNvSpPr/>
      </dsp:nvSpPr>
      <dsp:spPr>
        <a:xfrm>
          <a:off x="1013253" y="455863"/>
          <a:ext cx="3622884" cy="3622884"/>
        </a:xfrm>
        <a:custGeom>
          <a:avLst/>
          <a:gdLst/>
          <a:ahLst/>
          <a:cxnLst/>
          <a:rect l="0" t="0" r="0" b="0"/>
          <a:pathLst>
            <a:path>
              <a:moveTo>
                <a:pt x="2696041" y="230680"/>
              </a:moveTo>
              <a:arcTo wR="1811442" hR="1811442" stAng="17953891" swAng="1210815"/>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8DE781EC-E8AB-4DC6-BDBF-CE7787BC5287}">
      <dsp:nvSpPr>
        <dsp:cNvPr id="0" name=""/>
        <dsp:cNvSpPr/>
      </dsp:nvSpPr>
      <dsp:spPr>
        <a:xfrm>
          <a:off x="3849580" y="1253904"/>
          <a:ext cx="1395796" cy="907267"/>
        </a:xfrm>
        <a:prstGeom prst="roundRect">
          <a:avLst/>
        </a:prstGeom>
        <a:gradFill rotWithShape="0">
          <a:gsLst>
            <a:gs pos="0">
              <a:schemeClr val="accent2">
                <a:shade val="50000"/>
                <a:hueOff val="-236469"/>
                <a:satOff val="3113"/>
                <a:lumOff val="18647"/>
                <a:alphaOff val="0"/>
                <a:satMod val="103000"/>
                <a:lumMod val="102000"/>
                <a:tint val="94000"/>
              </a:schemeClr>
            </a:gs>
            <a:gs pos="50000">
              <a:schemeClr val="accent2">
                <a:shade val="50000"/>
                <a:hueOff val="-236469"/>
                <a:satOff val="3113"/>
                <a:lumOff val="18647"/>
                <a:alphaOff val="0"/>
                <a:satMod val="110000"/>
                <a:lumMod val="100000"/>
                <a:shade val="100000"/>
              </a:schemeClr>
            </a:gs>
            <a:gs pos="100000">
              <a:schemeClr val="accent2">
                <a:shade val="50000"/>
                <a:hueOff val="-236469"/>
                <a:satOff val="3113"/>
                <a:lumOff val="1864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RECEIVING SIGNALS FROM INPUTS</a:t>
          </a:r>
        </a:p>
      </dsp:txBody>
      <dsp:txXfrm>
        <a:off x="3893869" y="1298193"/>
        <a:ext cx="1307218" cy="818689"/>
      </dsp:txXfrm>
    </dsp:sp>
    <dsp:sp modelId="{F1DD9702-298E-46C5-BB7D-3B1590717C99}">
      <dsp:nvSpPr>
        <dsp:cNvPr id="0" name=""/>
        <dsp:cNvSpPr/>
      </dsp:nvSpPr>
      <dsp:spPr>
        <a:xfrm>
          <a:off x="1013253" y="455863"/>
          <a:ext cx="3622884" cy="3622884"/>
        </a:xfrm>
        <a:custGeom>
          <a:avLst/>
          <a:gdLst/>
          <a:ahLst/>
          <a:cxnLst/>
          <a:rect l="0" t="0" r="0" b="0"/>
          <a:pathLst>
            <a:path>
              <a:moveTo>
                <a:pt x="3618530" y="1936961"/>
              </a:moveTo>
              <a:arcTo wR="1811442" hR="1811442" stAng="21838401" swAng="1359167"/>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641D6EEE-15A1-4FAA-BF70-B4481EE5283F}">
      <dsp:nvSpPr>
        <dsp:cNvPr id="0" name=""/>
        <dsp:cNvSpPr/>
      </dsp:nvSpPr>
      <dsp:spPr>
        <a:xfrm>
          <a:off x="3191536" y="3279158"/>
          <a:ext cx="1395796" cy="907267"/>
        </a:xfrm>
        <a:prstGeom prst="roundRect">
          <a:avLst/>
        </a:prstGeom>
        <a:gradFill rotWithShape="0">
          <a:gsLst>
            <a:gs pos="0">
              <a:schemeClr val="accent2">
                <a:shade val="50000"/>
                <a:hueOff val="-472938"/>
                <a:satOff val="6226"/>
                <a:lumOff val="37294"/>
                <a:alphaOff val="0"/>
                <a:satMod val="103000"/>
                <a:lumMod val="102000"/>
                <a:tint val="94000"/>
              </a:schemeClr>
            </a:gs>
            <a:gs pos="50000">
              <a:schemeClr val="accent2">
                <a:shade val="50000"/>
                <a:hueOff val="-472938"/>
                <a:satOff val="6226"/>
                <a:lumOff val="37294"/>
                <a:alphaOff val="0"/>
                <a:satMod val="110000"/>
                <a:lumMod val="100000"/>
                <a:shade val="100000"/>
              </a:schemeClr>
            </a:gs>
            <a:gs pos="100000">
              <a:schemeClr val="accent2">
                <a:shade val="50000"/>
                <a:hueOff val="-472938"/>
                <a:satOff val="6226"/>
                <a:lumOff val="3729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PROGRAM IMPLEMENTATION</a:t>
          </a:r>
        </a:p>
      </dsp:txBody>
      <dsp:txXfrm>
        <a:off x="3235825" y="3323447"/>
        <a:ext cx="1307218" cy="818689"/>
      </dsp:txXfrm>
    </dsp:sp>
    <dsp:sp modelId="{3E304FF8-2B90-4B88-BCBA-3CDDC09799B5}">
      <dsp:nvSpPr>
        <dsp:cNvPr id="0" name=""/>
        <dsp:cNvSpPr/>
      </dsp:nvSpPr>
      <dsp:spPr>
        <a:xfrm>
          <a:off x="1013253" y="455863"/>
          <a:ext cx="3622884" cy="3622884"/>
        </a:xfrm>
        <a:custGeom>
          <a:avLst/>
          <a:gdLst/>
          <a:ahLst/>
          <a:cxnLst/>
          <a:rect l="0" t="0" r="0" b="0"/>
          <a:pathLst>
            <a:path>
              <a:moveTo>
                <a:pt x="2033541" y="3609216"/>
              </a:moveTo>
              <a:arcTo wR="1811442" hR="1811442" stAng="4977438" swAng="845123"/>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644B6CBE-EB78-4357-940F-DB7061C654FA}">
      <dsp:nvSpPr>
        <dsp:cNvPr id="0" name=""/>
        <dsp:cNvSpPr/>
      </dsp:nvSpPr>
      <dsp:spPr>
        <a:xfrm>
          <a:off x="1062058" y="3279158"/>
          <a:ext cx="1395796" cy="907267"/>
        </a:xfrm>
        <a:prstGeom prst="roundRect">
          <a:avLst/>
        </a:prstGeom>
        <a:gradFill rotWithShape="0">
          <a:gsLst>
            <a:gs pos="0">
              <a:schemeClr val="accent2">
                <a:shade val="50000"/>
                <a:hueOff val="-472938"/>
                <a:satOff val="6226"/>
                <a:lumOff val="37294"/>
                <a:alphaOff val="0"/>
                <a:satMod val="103000"/>
                <a:lumMod val="102000"/>
                <a:tint val="94000"/>
              </a:schemeClr>
            </a:gs>
            <a:gs pos="50000">
              <a:schemeClr val="accent2">
                <a:shade val="50000"/>
                <a:hueOff val="-472938"/>
                <a:satOff val="6226"/>
                <a:lumOff val="37294"/>
                <a:alphaOff val="0"/>
                <a:satMod val="110000"/>
                <a:lumMod val="100000"/>
                <a:shade val="100000"/>
              </a:schemeClr>
            </a:gs>
            <a:gs pos="100000">
              <a:schemeClr val="accent2">
                <a:shade val="50000"/>
                <a:hueOff val="-472938"/>
                <a:satOff val="6226"/>
                <a:lumOff val="3729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MEDIA HANDLING</a:t>
          </a:r>
        </a:p>
      </dsp:txBody>
      <dsp:txXfrm>
        <a:off x="1106347" y="3323447"/>
        <a:ext cx="1307218" cy="818689"/>
      </dsp:txXfrm>
    </dsp:sp>
    <dsp:sp modelId="{4BD11C53-4978-4FAA-A3E1-424A15A58B78}">
      <dsp:nvSpPr>
        <dsp:cNvPr id="0" name=""/>
        <dsp:cNvSpPr/>
      </dsp:nvSpPr>
      <dsp:spPr>
        <a:xfrm>
          <a:off x="1013253" y="455863"/>
          <a:ext cx="3622884" cy="3622884"/>
        </a:xfrm>
        <a:custGeom>
          <a:avLst/>
          <a:gdLst/>
          <a:ahLst/>
          <a:cxnLst/>
          <a:rect l="0" t="0" r="0" b="0"/>
          <a:pathLst>
            <a:path>
              <a:moveTo>
                <a:pt x="192103" y="2623270"/>
              </a:moveTo>
              <a:arcTo wR="1811442" hR="1811442" stAng="9202433" swAng="1359167"/>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 modelId="{EE58CA6A-626C-41BD-900C-8DCEBF753E2C}">
      <dsp:nvSpPr>
        <dsp:cNvPr id="0" name=""/>
        <dsp:cNvSpPr/>
      </dsp:nvSpPr>
      <dsp:spPr>
        <a:xfrm>
          <a:off x="404013" y="1253904"/>
          <a:ext cx="1395796" cy="907267"/>
        </a:xfrm>
        <a:prstGeom prst="roundRect">
          <a:avLst/>
        </a:prstGeom>
        <a:gradFill rotWithShape="0">
          <a:gsLst>
            <a:gs pos="0">
              <a:schemeClr val="accent2">
                <a:shade val="50000"/>
                <a:hueOff val="-236469"/>
                <a:satOff val="3113"/>
                <a:lumOff val="18647"/>
                <a:alphaOff val="0"/>
                <a:satMod val="103000"/>
                <a:lumMod val="102000"/>
                <a:tint val="94000"/>
              </a:schemeClr>
            </a:gs>
            <a:gs pos="50000">
              <a:schemeClr val="accent2">
                <a:shade val="50000"/>
                <a:hueOff val="-236469"/>
                <a:satOff val="3113"/>
                <a:lumOff val="18647"/>
                <a:alphaOff val="0"/>
                <a:satMod val="110000"/>
                <a:lumMod val="100000"/>
                <a:shade val="100000"/>
              </a:schemeClr>
            </a:gs>
            <a:gs pos="100000">
              <a:schemeClr val="accent2">
                <a:shade val="50000"/>
                <a:hueOff val="-236469"/>
                <a:satOff val="3113"/>
                <a:lumOff val="1864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CPU STATUS CHECK</a:t>
          </a:r>
        </a:p>
      </dsp:txBody>
      <dsp:txXfrm>
        <a:off x="448302" y="1298193"/>
        <a:ext cx="1307218" cy="818689"/>
      </dsp:txXfrm>
    </dsp:sp>
    <dsp:sp modelId="{D39E2406-1363-46F2-8BFD-DA55F0E2CFE0}">
      <dsp:nvSpPr>
        <dsp:cNvPr id="0" name=""/>
        <dsp:cNvSpPr/>
      </dsp:nvSpPr>
      <dsp:spPr>
        <a:xfrm>
          <a:off x="1013253" y="455863"/>
          <a:ext cx="3622884" cy="3622884"/>
        </a:xfrm>
        <a:custGeom>
          <a:avLst/>
          <a:gdLst/>
          <a:ahLst/>
          <a:cxnLst/>
          <a:rect l="0" t="0" r="0" b="0"/>
          <a:pathLst>
            <a:path>
              <a:moveTo>
                <a:pt x="435823" y="632884"/>
              </a:moveTo>
              <a:arcTo wR="1811442" hR="1811442" stAng="13235294" swAng="1210815"/>
            </a:path>
          </a:pathLst>
        </a:custGeom>
        <a:noFill/>
        <a:ln w="19050" cap="flat" cmpd="sng" algn="ctr">
          <a:solidFill>
            <a:schemeClr val="accent4"/>
          </a:solidFill>
          <a:prstDash val="solid"/>
          <a:miter lim="800000"/>
          <a:tailEnd type="arrow"/>
        </a:ln>
        <a:effectLst/>
      </dsp:spPr>
      <dsp:style>
        <a:lnRef idx="3">
          <a:schemeClr val="accent4"/>
        </a:lnRef>
        <a:fillRef idx="0">
          <a:schemeClr val="accent4"/>
        </a:fillRef>
        <a:effectRef idx="2">
          <a:schemeClr val="accent4"/>
        </a:effectRef>
        <a:fontRef idx="minor">
          <a:schemeClr val="tx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F65A75-6324-4440-BCD4-C8543D2D1598}"/>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 name="Date Placeholder 2">
            <a:extLst>
              <a:ext uri="{FF2B5EF4-FFF2-40B4-BE49-F238E27FC236}">
                <a16:creationId xmlns:a16="http://schemas.microsoft.com/office/drawing/2014/main" id="{E4A62EC3-EE29-499A-B438-9C3AB84F951F}"/>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DE7E6151-AAB1-45EF-BC1D-6C5B22B10A64}" type="datetimeFigureOut">
              <a:rPr lang="en-US"/>
              <a:pPr>
                <a:defRPr/>
              </a:pPr>
              <a:t>9/20/2024</a:t>
            </a:fld>
            <a:endParaRPr lang="en-US"/>
          </a:p>
        </p:txBody>
      </p:sp>
      <p:sp>
        <p:nvSpPr>
          <p:cNvPr id="4" name="Footer Placeholder 3">
            <a:extLst>
              <a:ext uri="{FF2B5EF4-FFF2-40B4-BE49-F238E27FC236}">
                <a16:creationId xmlns:a16="http://schemas.microsoft.com/office/drawing/2014/main" id="{B4013748-20BE-4638-815D-D848A34C7DBD}"/>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 name="Slide Number Placeholder 4">
            <a:extLst>
              <a:ext uri="{FF2B5EF4-FFF2-40B4-BE49-F238E27FC236}">
                <a16:creationId xmlns:a16="http://schemas.microsoft.com/office/drawing/2014/main" id="{F673691D-05D3-4927-B64B-9B728EFD4333}"/>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A171FB89-B7F7-4C37-A294-C7839602B13B}"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02B2EAD-69EC-4DA3-AE81-E7EBDEFC1321}"/>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a:solidFill>
                  <a:schemeClr val="tx1"/>
                </a:solidFill>
              </a:defRPr>
            </a:lvl1pPr>
          </a:lstStyle>
          <a:p>
            <a:pPr>
              <a:defRPr/>
            </a:pPr>
            <a:endParaRPr lang="en-US" altLang="en-US"/>
          </a:p>
        </p:txBody>
      </p:sp>
      <p:sp>
        <p:nvSpPr>
          <p:cNvPr id="5123" name="Rectangle 3">
            <a:extLst>
              <a:ext uri="{FF2B5EF4-FFF2-40B4-BE49-F238E27FC236}">
                <a16:creationId xmlns:a16="http://schemas.microsoft.com/office/drawing/2014/main" id="{59A8D672-E41A-4DC0-87D3-2C3665210CFF}"/>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defRPr>
            </a:lvl1pPr>
          </a:lstStyle>
          <a:p>
            <a:pPr>
              <a:defRPr/>
            </a:pPr>
            <a:endParaRPr lang="en-US" altLang="en-US"/>
          </a:p>
        </p:txBody>
      </p:sp>
      <p:sp>
        <p:nvSpPr>
          <p:cNvPr id="111620" name="Rectangle 4">
            <a:extLst>
              <a:ext uri="{FF2B5EF4-FFF2-40B4-BE49-F238E27FC236}">
                <a16:creationId xmlns:a16="http://schemas.microsoft.com/office/drawing/2014/main" id="{D35A3144-7620-4C26-8FA0-AD31499D4366}"/>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a:extLst>
              <a:ext uri="{FF2B5EF4-FFF2-40B4-BE49-F238E27FC236}">
                <a16:creationId xmlns:a16="http://schemas.microsoft.com/office/drawing/2014/main" id="{D32D431B-B966-47FE-979F-8C6412976B39}"/>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126" name="Rectangle 6">
            <a:extLst>
              <a:ext uri="{FF2B5EF4-FFF2-40B4-BE49-F238E27FC236}">
                <a16:creationId xmlns:a16="http://schemas.microsoft.com/office/drawing/2014/main" id="{89EA10B9-01D0-4036-8892-836FE0ED65C9}"/>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a:solidFill>
                  <a:schemeClr val="tx1"/>
                </a:solidFill>
              </a:defRPr>
            </a:lvl1pPr>
          </a:lstStyle>
          <a:p>
            <a:pPr>
              <a:defRPr/>
            </a:pPr>
            <a:endParaRPr lang="en-US" altLang="en-US"/>
          </a:p>
        </p:txBody>
      </p:sp>
      <p:sp>
        <p:nvSpPr>
          <p:cNvPr id="5127" name="Rectangle 7">
            <a:extLst>
              <a:ext uri="{FF2B5EF4-FFF2-40B4-BE49-F238E27FC236}">
                <a16:creationId xmlns:a16="http://schemas.microsoft.com/office/drawing/2014/main" id="{EFC2D48E-06F1-459E-959F-7100194A9DCE}"/>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defRPr>
            </a:lvl1pPr>
          </a:lstStyle>
          <a:p>
            <a:fld id="{3B969BBD-53B8-4312-83B6-567DB4A2E61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a:extLst>
              <a:ext uri="{FF2B5EF4-FFF2-40B4-BE49-F238E27FC236}">
                <a16:creationId xmlns:a16="http://schemas.microsoft.com/office/drawing/2014/main" id="{021923F3-C59C-4AF9-A408-6521D3340161}"/>
              </a:ext>
            </a:extLst>
          </p:cNvPr>
          <p:cNvSpPr>
            <a:spLocks noGrp="1" noRot="1" noChangeAspect="1" noChangeArrowheads="1" noTextEdit="1"/>
          </p:cNvSpPr>
          <p:nvPr>
            <p:ph type="sldImg"/>
          </p:nvPr>
        </p:nvSpPr>
        <p:spPr>
          <a:ln/>
        </p:spPr>
      </p:sp>
      <p:sp>
        <p:nvSpPr>
          <p:cNvPr id="125955" name="Notes Placeholder 2">
            <a:extLst>
              <a:ext uri="{FF2B5EF4-FFF2-40B4-BE49-F238E27FC236}">
                <a16:creationId xmlns:a16="http://schemas.microsoft.com/office/drawing/2014/main" id="{D3162658-DD36-4982-895D-6F030107ADB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25956" name="Slide Number Placeholder 3">
            <a:extLst>
              <a:ext uri="{FF2B5EF4-FFF2-40B4-BE49-F238E27FC236}">
                <a16:creationId xmlns:a16="http://schemas.microsoft.com/office/drawing/2014/main" id="{623E3AC5-A041-45DB-9F31-905D2A0BCA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988FD347-A46C-40BE-BEC8-D746B86F4ADE}" type="slidenum">
              <a:rPr lang="en-US" altLang="en-US" sz="1200" b="0">
                <a:solidFill>
                  <a:schemeClr val="tx1"/>
                </a:solidFill>
              </a:rPr>
              <a:pPr/>
              <a:t>8</a:t>
            </a:fld>
            <a:endParaRPr lang="en-US" altLang="en-US" sz="1200" b="0">
              <a:solidFill>
                <a:schemeClr val="tx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75840A30-0509-495D-AD2D-03028707A212}"/>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C5AB4F78-64E9-4BCB-BB11-6C36E75ACB80}" type="slidenum">
              <a:rPr lang="en-US" altLang="en-US" sz="1200" b="0">
                <a:solidFill>
                  <a:schemeClr val="tx1"/>
                </a:solidFill>
              </a:rPr>
              <a:pPr/>
              <a:t>11</a:t>
            </a:fld>
            <a:endParaRPr lang="en-US" altLang="en-US" sz="1200" b="0">
              <a:solidFill>
                <a:schemeClr val="tx1"/>
              </a:solidFill>
            </a:endParaRPr>
          </a:p>
        </p:txBody>
      </p:sp>
      <p:sp>
        <p:nvSpPr>
          <p:cNvPr id="130051" name="Rectangle 2">
            <a:extLst>
              <a:ext uri="{FF2B5EF4-FFF2-40B4-BE49-F238E27FC236}">
                <a16:creationId xmlns:a16="http://schemas.microsoft.com/office/drawing/2014/main" id="{2C71513D-77B8-4FA9-A117-B26F4A3439C1}"/>
              </a:ext>
            </a:extLst>
          </p:cNvPr>
          <p:cNvSpPr>
            <a:spLocks noGrp="1" noRot="1" noChangeAspect="1" noChangeArrowheads="1" noTextEdit="1"/>
          </p:cNvSpPr>
          <p:nvPr>
            <p:ph type="sldImg"/>
          </p:nvPr>
        </p:nvSpPr>
        <p:spPr>
          <a:ln/>
        </p:spPr>
      </p:sp>
      <p:sp>
        <p:nvSpPr>
          <p:cNvPr id="130052" name="Rectangle 3">
            <a:extLst>
              <a:ext uri="{FF2B5EF4-FFF2-40B4-BE49-F238E27FC236}">
                <a16:creationId xmlns:a16="http://schemas.microsoft.com/office/drawing/2014/main" id="{7E162A7D-A040-4288-A67D-90E25576E195}"/>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en-US"/>
              <a:t>Ta cần thay đổi chương trình bên trong PLC</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Các PLC cỡ nhỏ như LOGO dùng để điều khiển các thiết bị chiếu sáng, hệ thống thông gió, bơm…</a:t>
            </a:r>
            <a:endParaRPr lang="en-US" dirty="0"/>
          </a:p>
        </p:txBody>
      </p:sp>
      <p:sp>
        <p:nvSpPr>
          <p:cNvPr id="4" name="Slide Number Placeholder 3"/>
          <p:cNvSpPr>
            <a:spLocks noGrp="1"/>
          </p:cNvSpPr>
          <p:nvPr>
            <p:ph type="sldNum" sz="quarter" idx="5"/>
          </p:nvPr>
        </p:nvSpPr>
        <p:spPr/>
        <p:txBody>
          <a:bodyPr/>
          <a:lstStyle/>
          <a:p>
            <a:fld id="{3B969BBD-53B8-4312-83B6-567DB4A2E619}" type="slidenum">
              <a:rPr lang="en-US" altLang="en-US" smtClean="0"/>
              <a:pPr/>
              <a:t>13</a:t>
            </a:fld>
            <a:endParaRPr lang="en-US" altLang="en-US"/>
          </a:p>
        </p:txBody>
      </p:sp>
    </p:spTree>
    <p:extLst>
      <p:ext uri="{BB962C8B-B14F-4D97-AF65-F5344CB8AC3E}">
        <p14:creationId xmlns:p14="http://schemas.microsoft.com/office/powerpoint/2010/main" val="3709861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Slide Image Placeholder 1">
            <a:extLst>
              <a:ext uri="{FF2B5EF4-FFF2-40B4-BE49-F238E27FC236}">
                <a16:creationId xmlns:a16="http://schemas.microsoft.com/office/drawing/2014/main" id="{C2EAC859-5320-4008-A34F-0D8D98475850}"/>
              </a:ext>
            </a:extLst>
          </p:cNvPr>
          <p:cNvSpPr>
            <a:spLocks noGrp="1" noRot="1" noChangeAspect="1" noTextEdit="1"/>
          </p:cNvSpPr>
          <p:nvPr>
            <p:ph type="sldImg"/>
          </p:nvPr>
        </p:nvSpPr>
        <p:spPr>
          <a:ln/>
        </p:spPr>
      </p:sp>
      <p:sp>
        <p:nvSpPr>
          <p:cNvPr id="137219" name="Notes Placeholder 2">
            <a:extLst>
              <a:ext uri="{FF2B5EF4-FFF2-40B4-BE49-F238E27FC236}">
                <a16:creationId xmlns:a16="http://schemas.microsoft.com/office/drawing/2014/main" id="{9EA9D9DE-F7FB-4D3D-8EE8-EF121F4730B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37220" name="Slide Number Placeholder 3">
            <a:extLst>
              <a:ext uri="{FF2B5EF4-FFF2-40B4-BE49-F238E27FC236}">
                <a16:creationId xmlns:a16="http://schemas.microsoft.com/office/drawing/2014/main" id="{1F8E414A-CFDE-47DA-B174-9CC770FC081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74C30C3A-251C-4068-B1B7-C49993A0FF69}" type="slidenum">
              <a:rPr lang="en-US" altLang="en-US" sz="1200" b="0">
                <a:solidFill>
                  <a:srgbClr val="FFFFFF"/>
                </a:solidFill>
                <a:latin typeface="Times New Roman" panose="02020603050405020304" pitchFamily="18" charset="0"/>
              </a:rPr>
              <a:pPr/>
              <a:t>17</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3E498F5B-9AEC-4244-967C-5955097BA231}"/>
              </a:ext>
            </a:extLst>
          </p:cNvPr>
          <p:cNvSpPr>
            <a:spLocks noGrp="1" noRot="1" noChangeAspect="1" noTextEdit="1"/>
          </p:cNvSpPr>
          <p:nvPr>
            <p:ph type="sldImg"/>
          </p:nvPr>
        </p:nvSpPr>
        <p:spPr>
          <a:ln/>
        </p:spPr>
      </p:sp>
      <p:sp>
        <p:nvSpPr>
          <p:cNvPr id="139267" name="Notes Placeholder 2">
            <a:extLst>
              <a:ext uri="{FF2B5EF4-FFF2-40B4-BE49-F238E27FC236}">
                <a16:creationId xmlns:a16="http://schemas.microsoft.com/office/drawing/2014/main" id="{97C107B6-D945-4584-AA5E-C3844D60BF7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39268" name="Slide Number Placeholder 3">
            <a:extLst>
              <a:ext uri="{FF2B5EF4-FFF2-40B4-BE49-F238E27FC236}">
                <a16:creationId xmlns:a16="http://schemas.microsoft.com/office/drawing/2014/main" id="{2E4B7110-446F-432A-BAD2-014736FA16B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C724FDBA-53C4-4472-A834-878D6A990987}" type="slidenum">
              <a:rPr lang="en-US" altLang="en-US" sz="1200" b="0">
                <a:solidFill>
                  <a:srgbClr val="FFFFFF"/>
                </a:solidFill>
                <a:latin typeface="Times New Roman" panose="02020603050405020304" pitchFamily="18" charset="0"/>
              </a:rPr>
              <a:pPr/>
              <a:t>18</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3E498F5B-9AEC-4244-967C-5955097BA231}"/>
              </a:ext>
            </a:extLst>
          </p:cNvPr>
          <p:cNvSpPr>
            <a:spLocks noGrp="1" noRot="1" noChangeAspect="1" noTextEdit="1"/>
          </p:cNvSpPr>
          <p:nvPr>
            <p:ph type="sldImg"/>
          </p:nvPr>
        </p:nvSpPr>
        <p:spPr>
          <a:ln/>
        </p:spPr>
      </p:sp>
      <p:sp>
        <p:nvSpPr>
          <p:cNvPr id="139267" name="Notes Placeholder 2">
            <a:extLst>
              <a:ext uri="{FF2B5EF4-FFF2-40B4-BE49-F238E27FC236}">
                <a16:creationId xmlns:a16="http://schemas.microsoft.com/office/drawing/2014/main" id="{97C107B6-D945-4584-AA5E-C3844D60BF7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39268" name="Slide Number Placeholder 3">
            <a:extLst>
              <a:ext uri="{FF2B5EF4-FFF2-40B4-BE49-F238E27FC236}">
                <a16:creationId xmlns:a16="http://schemas.microsoft.com/office/drawing/2014/main" id="{2E4B7110-446F-432A-BAD2-014736FA16B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C724FDBA-53C4-4472-A834-878D6A990987}" type="slidenum">
              <a:rPr lang="en-US" altLang="en-US" sz="1200" b="0">
                <a:solidFill>
                  <a:srgbClr val="FFFFFF"/>
                </a:solidFill>
                <a:latin typeface="Times New Roman" panose="02020603050405020304" pitchFamily="18" charset="0"/>
              </a:rPr>
              <a:pPr/>
              <a:t>19</a:t>
            </a:fld>
            <a:endParaRPr lang="en-US" altLang="en-US" sz="1200" b="0">
              <a:solidFill>
                <a:srgbClr val="FFFFFF"/>
              </a:solidFill>
              <a:latin typeface="Times New Roman" panose="02020603050405020304" pitchFamily="18" charset="0"/>
            </a:endParaRPr>
          </a:p>
        </p:txBody>
      </p:sp>
    </p:spTree>
    <p:extLst>
      <p:ext uri="{BB962C8B-B14F-4D97-AF65-F5344CB8AC3E}">
        <p14:creationId xmlns:p14="http://schemas.microsoft.com/office/powerpoint/2010/main" val="3863954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a:extLst>
              <a:ext uri="{FF2B5EF4-FFF2-40B4-BE49-F238E27FC236}">
                <a16:creationId xmlns:a16="http://schemas.microsoft.com/office/drawing/2014/main" id="{3E498F5B-9AEC-4244-967C-5955097BA231}"/>
              </a:ext>
            </a:extLst>
          </p:cNvPr>
          <p:cNvSpPr>
            <a:spLocks noGrp="1" noRot="1" noChangeAspect="1" noTextEdit="1"/>
          </p:cNvSpPr>
          <p:nvPr>
            <p:ph type="sldImg"/>
          </p:nvPr>
        </p:nvSpPr>
        <p:spPr>
          <a:ln/>
        </p:spPr>
      </p:sp>
      <p:sp>
        <p:nvSpPr>
          <p:cNvPr id="139267" name="Notes Placeholder 2">
            <a:extLst>
              <a:ext uri="{FF2B5EF4-FFF2-40B4-BE49-F238E27FC236}">
                <a16:creationId xmlns:a16="http://schemas.microsoft.com/office/drawing/2014/main" id="{97C107B6-D945-4584-AA5E-C3844D60BF7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39268" name="Slide Number Placeholder 3">
            <a:extLst>
              <a:ext uri="{FF2B5EF4-FFF2-40B4-BE49-F238E27FC236}">
                <a16:creationId xmlns:a16="http://schemas.microsoft.com/office/drawing/2014/main" id="{2E4B7110-446F-432A-BAD2-014736FA16B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C724FDBA-53C4-4472-A834-878D6A990987}" type="slidenum">
              <a:rPr lang="en-US" altLang="en-US" sz="1200" b="0">
                <a:solidFill>
                  <a:srgbClr val="FFFFFF"/>
                </a:solidFill>
                <a:latin typeface="Times New Roman" panose="02020603050405020304" pitchFamily="18" charset="0"/>
              </a:rPr>
              <a:pPr/>
              <a:t>20</a:t>
            </a:fld>
            <a:endParaRPr lang="en-US" altLang="en-US" sz="1200" b="0">
              <a:solidFill>
                <a:srgbClr val="FFFFFF"/>
              </a:solidFill>
              <a:latin typeface="Times New Roman" panose="02020603050405020304" pitchFamily="18" charset="0"/>
            </a:endParaRPr>
          </a:p>
        </p:txBody>
      </p:sp>
    </p:spTree>
    <p:extLst>
      <p:ext uri="{BB962C8B-B14F-4D97-AF65-F5344CB8AC3E}">
        <p14:creationId xmlns:p14="http://schemas.microsoft.com/office/powerpoint/2010/main" val="2173672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a:extLst>
              <a:ext uri="{FF2B5EF4-FFF2-40B4-BE49-F238E27FC236}">
                <a16:creationId xmlns:a16="http://schemas.microsoft.com/office/drawing/2014/main" id="{F1E172E3-2632-4CCB-ACF0-2E44CAD4938A}"/>
              </a:ext>
            </a:extLst>
          </p:cNvPr>
          <p:cNvSpPr>
            <a:spLocks noGrp="1" noRot="1" noChangeAspect="1" noTextEdit="1"/>
          </p:cNvSpPr>
          <p:nvPr>
            <p:ph type="sldImg"/>
          </p:nvPr>
        </p:nvSpPr>
        <p:spPr>
          <a:ln/>
        </p:spPr>
      </p:sp>
      <p:sp>
        <p:nvSpPr>
          <p:cNvPr id="145411" name="Notes Placeholder 2">
            <a:extLst>
              <a:ext uri="{FF2B5EF4-FFF2-40B4-BE49-F238E27FC236}">
                <a16:creationId xmlns:a16="http://schemas.microsoft.com/office/drawing/2014/main" id="{858741C1-01EB-467A-B130-3449F35AD41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45412" name="Slide Number Placeholder 3">
            <a:extLst>
              <a:ext uri="{FF2B5EF4-FFF2-40B4-BE49-F238E27FC236}">
                <a16:creationId xmlns:a16="http://schemas.microsoft.com/office/drawing/2014/main" id="{EEEA92D9-E922-4AB0-84F1-0C2BF56CDD1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8E2881B1-260F-45C9-B92F-33ECA2A81578}" type="slidenum">
              <a:rPr lang="en-US" altLang="en-US" sz="1200" b="0">
                <a:solidFill>
                  <a:srgbClr val="FFFFFF"/>
                </a:solidFill>
                <a:latin typeface="Times New Roman" panose="02020603050405020304" pitchFamily="18" charset="0"/>
              </a:rPr>
              <a:pPr/>
              <a:t>21</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a:extLst>
              <a:ext uri="{FF2B5EF4-FFF2-40B4-BE49-F238E27FC236}">
                <a16:creationId xmlns:a16="http://schemas.microsoft.com/office/drawing/2014/main" id="{879CA5B1-82A2-4246-BDFB-6F80D036D90E}"/>
              </a:ext>
            </a:extLst>
          </p:cNvPr>
          <p:cNvSpPr>
            <a:spLocks noGrp="1" noRot="1" noChangeAspect="1" noTextEdit="1"/>
          </p:cNvSpPr>
          <p:nvPr>
            <p:ph type="sldImg"/>
          </p:nvPr>
        </p:nvSpPr>
        <p:spPr>
          <a:ln/>
        </p:spPr>
      </p:sp>
      <p:sp>
        <p:nvSpPr>
          <p:cNvPr id="147459" name="Notes Placeholder 2">
            <a:extLst>
              <a:ext uri="{FF2B5EF4-FFF2-40B4-BE49-F238E27FC236}">
                <a16:creationId xmlns:a16="http://schemas.microsoft.com/office/drawing/2014/main" id="{596CF7CD-572D-4D57-A68A-B3C2AD5B9E4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47460" name="Slide Number Placeholder 3">
            <a:extLst>
              <a:ext uri="{FF2B5EF4-FFF2-40B4-BE49-F238E27FC236}">
                <a16:creationId xmlns:a16="http://schemas.microsoft.com/office/drawing/2014/main" id="{BEFDF376-75B1-4173-8FD2-7225C0064CD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52B2C924-68F7-45DC-AD57-6BB8421ADE51}" type="slidenum">
              <a:rPr lang="en-US" altLang="en-US" sz="1200" b="0">
                <a:solidFill>
                  <a:srgbClr val="FFFFFF"/>
                </a:solidFill>
                <a:latin typeface="Times New Roman" panose="02020603050405020304" pitchFamily="18" charset="0"/>
              </a:rPr>
              <a:pPr/>
              <a:t>22</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Slide Image Placeholder 1">
            <a:extLst>
              <a:ext uri="{FF2B5EF4-FFF2-40B4-BE49-F238E27FC236}">
                <a16:creationId xmlns:a16="http://schemas.microsoft.com/office/drawing/2014/main" id="{8B9C3B3F-D012-4DE1-9627-15715B025210}"/>
              </a:ext>
            </a:extLst>
          </p:cNvPr>
          <p:cNvSpPr>
            <a:spLocks noGrp="1" noRot="1" noChangeAspect="1" noTextEdit="1"/>
          </p:cNvSpPr>
          <p:nvPr>
            <p:ph type="sldImg"/>
          </p:nvPr>
        </p:nvSpPr>
        <p:spPr>
          <a:ln/>
        </p:spPr>
      </p:sp>
      <p:sp>
        <p:nvSpPr>
          <p:cNvPr id="149507" name="Notes Placeholder 2">
            <a:extLst>
              <a:ext uri="{FF2B5EF4-FFF2-40B4-BE49-F238E27FC236}">
                <a16:creationId xmlns:a16="http://schemas.microsoft.com/office/drawing/2014/main" id="{286FFA5F-C70E-41DC-A3EE-ED49E29D75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49508" name="Slide Number Placeholder 3">
            <a:extLst>
              <a:ext uri="{FF2B5EF4-FFF2-40B4-BE49-F238E27FC236}">
                <a16:creationId xmlns:a16="http://schemas.microsoft.com/office/drawing/2014/main" id="{5D5B29D3-CF88-47F9-884F-BDAC0CF1911E}"/>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D582A82D-EC30-4E6C-935D-F3493BC6E0FC}" type="slidenum">
              <a:rPr lang="en-US" altLang="en-US" sz="1200" b="0">
                <a:solidFill>
                  <a:srgbClr val="FFFFFF"/>
                </a:solidFill>
                <a:latin typeface="Times New Roman" panose="02020603050405020304" pitchFamily="18" charset="0"/>
              </a:rPr>
              <a:pPr/>
              <a:t>23</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Slide Image Placeholder 1">
            <a:extLst>
              <a:ext uri="{FF2B5EF4-FFF2-40B4-BE49-F238E27FC236}">
                <a16:creationId xmlns:a16="http://schemas.microsoft.com/office/drawing/2014/main" id="{8F0911A8-28A2-4EE5-AA6C-457C934C1C12}"/>
              </a:ext>
            </a:extLst>
          </p:cNvPr>
          <p:cNvSpPr>
            <a:spLocks noGrp="1" noRot="1" noChangeAspect="1" noTextEdit="1"/>
          </p:cNvSpPr>
          <p:nvPr>
            <p:ph type="sldImg"/>
          </p:nvPr>
        </p:nvSpPr>
        <p:spPr>
          <a:ln/>
        </p:spPr>
      </p:sp>
      <p:sp>
        <p:nvSpPr>
          <p:cNvPr id="151555" name="Notes Placeholder 2">
            <a:extLst>
              <a:ext uri="{FF2B5EF4-FFF2-40B4-BE49-F238E27FC236}">
                <a16:creationId xmlns:a16="http://schemas.microsoft.com/office/drawing/2014/main" id="{D157FD6E-1675-4A63-8616-2B61AA5D353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51556" name="Slide Number Placeholder 3">
            <a:extLst>
              <a:ext uri="{FF2B5EF4-FFF2-40B4-BE49-F238E27FC236}">
                <a16:creationId xmlns:a16="http://schemas.microsoft.com/office/drawing/2014/main" id="{64C87E42-3CF0-429C-AC73-04587277578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59715958-80E2-462C-8DA6-0EC047AA9D39}" type="slidenum">
              <a:rPr lang="en-US" altLang="en-US" sz="1200" b="0">
                <a:solidFill>
                  <a:srgbClr val="FFFFFF"/>
                </a:solidFill>
                <a:latin typeface="Times New Roman" panose="02020603050405020304" pitchFamily="18" charset="0"/>
              </a:rPr>
              <a:pPr/>
              <a:t>24</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Slide Image Placeholder 1">
            <a:extLst>
              <a:ext uri="{FF2B5EF4-FFF2-40B4-BE49-F238E27FC236}">
                <a16:creationId xmlns:a16="http://schemas.microsoft.com/office/drawing/2014/main" id="{BD7ED23B-9EF1-490A-BBAE-31C3A23B7BCA}"/>
              </a:ext>
            </a:extLst>
          </p:cNvPr>
          <p:cNvSpPr>
            <a:spLocks noGrp="1" noRot="1" noChangeAspect="1" noTextEdit="1"/>
          </p:cNvSpPr>
          <p:nvPr>
            <p:ph type="sldImg"/>
          </p:nvPr>
        </p:nvSpPr>
        <p:spPr>
          <a:ln/>
        </p:spPr>
      </p:sp>
      <p:sp>
        <p:nvSpPr>
          <p:cNvPr id="153603" name="Notes Placeholder 2">
            <a:extLst>
              <a:ext uri="{FF2B5EF4-FFF2-40B4-BE49-F238E27FC236}">
                <a16:creationId xmlns:a16="http://schemas.microsoft.com/office/drawing/2014/main" id="{0571FBAD-C1B5-47CD-8805-618BCEFEFD4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53604" name="Slide Number Placeholder 3">
            <a:extLst>
              <a:ext uri="{FF2B5EF4-FFF2-40B4-BE49-F238E27FC236}">
                <a16:creationId xmlns:a16="http://schemas.microsoft.com/office/drawing/2014/main" id="{5BF273A7-F065-452C-8355-5956024B9FA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53679C2C-66F4-452E-9125-B39FDF0BFE00}" type="slidenum">
              <a:rPr lang="en-US" altLang="en-US" sz="1200" b="0">
                <a:solidFill>
                  <a:srgbClr val="FFFFFF"/>
                </a:solidFill>
                <a:latin typeface="Times New Roman" panose="02020603050405020304" pitchFamily="18" charset="0"/>
              </a:rPr>
              <a:pPr/>
              <a:t>25</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Slide Image Placeholder 1">
            <a:extLst>
              <a:ext uri="{FF2B5EF4-FFF2-40B4-BE49-F238E27FC236}">
                <a16:creationId xmlns:a16="http://schemas.microsoft.com/office/drawing/2014/main" id="{132DE12B-4ABC-460D-AB98-74111F88C2EC}"/>
              </a:ext>
            </a:extLst>
          </p:cNvPr>
          <p:cNvSpPr>
            <a:spLocks noGrp="1" noRot="1" noChangeAspect="1" noTextEdit="1"/>
          </p:cNvSpPr>
          <p:nvPr>
            <p:ph type="sldImg"/>
          </p:nvPr>
        </p:nvSpPr>
        <p:spPr>
          <a:ln/>
        </p:spPr>
      </p:sp>
      <p:sp>
        <p:nvSpPr>
          <p:cNvPr id="155651" name="Notes Placeholder 2">
            <a:extLst>
              <a:ext uri="{FF2B5EF4-FFF2-40B4-BE49-F238E27FC236}">
                <a16:creationId xmlns:a16="http://schemas.microsoft.com/office/drawing/2014/main" id="{4D9BABA8-62F1-493A-9222-C3A97D3071B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55652" name="Slide Number Placeholder 3">
            <a:extLst>
              <a:ext uri="{FF2B5EF4-FFF2-40B4-BE49-F238E27FC236}">
                <a16:creationId xmlns:a16="http://schemas.microsoft.com/office/drawing/2014/main" id="{4D7AC1AF-EDE0-4A1B-8C26-0B62EC6D52E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2BF89CE9-1BA2-4B0C-8EBC-6F2FB2692D0F}" type="slidenum">
              <a:rPr lang="en-US" altLang="en-US" sz="1200" b="0">
                <a:solidFill>
                  <a:srgbClr val="FFFFFF"/>
                </a:solidFill>
                <a:latin typeface="Times New Roman" panose="02020603050405020304" pitchFamily="18" charset="0"/>
              </a:rPr>
              <a:pPr/>
              <a:t>26</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A0EDC524-A282-4023-96C8-C879EFCDCB59}"/>
              </a:ext>
            </a:extLst>
          </p:cNvPr>
          <p:cNvSpPr>
            <a:spLocks noGrp="1" noRot="1" noChangeAspect="1" noTextEdit="1"/>
          </p:cNvSpPr>
          <p:nvPr>
            <p:ph type="sldImg"/>
          </p:nvPr>
        </p:nvSpPr>
        <p:spPr>
          <a:ln/>
        </p:spPr>
      </p:sp>
      <p:sp>
        <p:nvSpPr>
          <p:cNvPr id="157699" name="Notes Placeholder 2">
            <a:extLst>
              <a:ext uri="{FF2B5EF4-FFF2-40B4-BE49-F238E27FC236}">
                <a16:creationId xmlns:a16="http://schemas.microsoft.com/office/drawing/2014/main" id="{5840752C-1307-4B55-B6ED-023FBE475CA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57700" name="Slide Number Placeholder 3">
            <a:extLst>
              <a:ext uri="{FF2B5EF4-FFF2-40B4-BE49-F238E27FC236}">
                <a16:creationId xmlns:a16="http://schemas.microsoft.com/office/drawing/2014/main" id="{643000E1-D5AD-4B20-904D-67F7CE280ED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B48123DE-099B-4B49-86B7-DFDC7E4429E7}" type="slidenum">
              <a:rPr lang="en-US" altLang="en-US" sz="1200" b="0">
                <a:solidFill>
                  <a:srgbClr val="FFFFFF"/>
                </a:solidFill>
                <a:latin typeface="Times New Roman" panose="02020603050405020304" pitchFamily="18" charset="0"/>
              </a:rPr>
              <a:pPr/>
              <a:t>27</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Slide Image Placeholder 1">
            <a:extLst>
              <a:ext uri="{FF2B5EF4-FFF2-40B4-BE49-F238E27FC236}">
                <a16:creationId xmlns:a16="http://schemas.microsoft.com/office/drawing/2014/main" id="{91ABD56F-FF46-4EF7-8982-1AB4D81A256D}"/>
              </a:ext>
            </a:extLst>
          </p:cNvPr>
          <p:cNvSpPr>
            <a:spLocks noGrp="1" noRot="1" noChangeAspect="1" noTextEdit="1"/>
          </p:cNvSpPr>
          <p:nvPr>
            <p:ph type="sldImg"/>
          </p:nvPr>
        </p:nvSpPr>
        <p:spPr>
          <a:ln/>
        </p:spPr>
      </p:sp>
      <p:sp>
        <p:nvSpPr>
          <p:cNvPr id="159747" name="Notes Placeholder 2">
            <a:extLst>
              <a:ext uri="{FF2B5EF4-FFF2-40B4-BE49-F238E27FC236}">
                <a16:creationId xmlns:a16="http://schemas.microsoft.com/office/drawing/2014/main" id="{03638C84-F28A-4991-A9C5-2A270BEE5A0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59748" name="Slide Number Placeholder 3">
            <a:extLst>
              <a:ext uri="{FF2B5EF4-FFF2-40B4-BE49-F238E27FC236}">
                <a16:creationId xmlns:a16="http://schemas.microsoft.com/office/drawing/2014/main" id="{88BF3EE9-0800-442A-8599-A2D83EBD7B5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CAE38156-67B4-4F72-8144-64DE3CFD61CA}" type="slidenum">
              <a:rPr lang="en-US" altLang="en-US" sz="1200" b="0">
                <a:solidFill>
                  <a:srgbClr val="FFFFFF"/>
                </a:solidFill>
                <a:latin typeface="Times New Roman" panose="02020603050405020304" pitchFamily="18" charset="0"/>
              </a:rPr>
              <a:pPr/>
              <a:t>28</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Slide Image Placeholder 1">
            <a:extLst>
              <a:ext uri="{FF2B5EF4-FFF2-40B4-BE49-F238E27FC236}">
                <a16:creationId xmlns:a16="http://schemas.microsoft.com/office/drawing/2014/main" id="{909ECAAE-3A73-4EEA-AAC1-47C070DD00D2}"/>
              </a:ext>
            </a:extLst>
          </p:cNvPr>
          <p:cNvSpPr>
            <a:spLocks noGrp="1" noRot="1" noChangeAspect="1" noTextEdit="1"/>
          </p:cNvSpPr>
          <p:nvPr>
            <p:ph type="sldImg"/>
          </p:nvPr>
        </p:nvSpPr>
        <p:spPr>
          <a:ln/>
        </p:spPr>
      </p:sp>
      <p:sp>
        <p:nvSpPr>
          <p:cNvPr id="161795" name="Notes Placeholder 2">
            <a:extLst>
              <a:ext uri="{FF2B5EF4-FFF2-40B4-BE49-F238E27FC236}">
                <a16:creationId xmlns:a16="http://schemas.microsoft.com/office/drawing/2014/main" id="{AB4CB538-FEA7-477E-BD0C-5FF82D689C2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61796" name="Slide Number Placeholder 3">
            <a:extLst>
              <a:ext uri="{FF2B5EF4-FFF2-40B4-BE49-F238E27FC236}">
                <a16:creationId xmlns:a16="http://schemas.microsoft.com/office/drawing/2014/main" id="{C12A1EB5-7C06-4717-B08F-C179A48B4BA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FC7B2028-5FA2-4058-9561-15FDC092646A}" type="slidenum">
              <a:rPr lang="en-US" altLang="en-US" sz="1200" b="0">
                <a:solidFill>
                  <a:srgbClr val="FFFFFF"/>
                </a:solidFill>
                <a:latin typeface="Times New Roman" panose="02020603050405020304" pitchFamily="18" charset="0"/>
              </a:rPr>
              <a:pPr/>
              <a:t>29</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749B3C59-8B24-4F25-926C-D778DDC2BD38}"/>
              </a:ext>
            </a:extLst>
          </p:cNvPr>
          <p:cNvSpPr>
            <a:spLocks noGrp="1" noRot="1" noChangeAspect="1" noTextEdit="1"/>
          </p:cNvSpPr>
          <p:nvPr>
            <p:ph type="sldImg"/>
          </p:nvPr>
        </p:nvSpPr>
        <p:spPr>
          <a:ln/>
        </p:spPr>
      </p:sp>
      <p:sp>
        <p:nvSpPr>
          <p:cNvPr id="163843" name="Notes Placeholder 2">
            <a:extLst>
              <a:ext uri="{FF2B5EF4-FFF2-40B4-BE49-F238E27FC236}">
                <a16:creationId xmlns:a16="http://schemas.microsoft.com/office/drawing/2014/main" id="{707DD257-090A-45F4-A074-F5A73C9C20A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63844" name="Slide Number Placeholder 3">
            <a:extLst>
              <a:ext uri="{FF2B5EF4-FFF2-40B4-BE49-F238E27FC236}">
                <a16:creationId xmlns:a16="http://schemas.microsoft.com/office/drawing/2014/main" id="{E437C331-7EF9-42E2-82D4-E318231C1F85}"/>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0E758BB5-D7B3-4600-B621-821E9440BB5C}" type="slidenum">
              <a:rPr lang="en-US" altLang="en-US" sz="1200" b="0">
                <a:solidFill>
                  <a:srgbClr val="FFFFFF"/>
                </a:solidFill>
                <a:latin typeface="Times New Roman" panose="02020603050405020304" pitchFamily="18" charset="0"/>
              </a:rPr>
              <a:pPr/>
              <a:t>30</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3EC7B1E1-FB0B-4D60-857E-E16DF12A0B3D}"/>
              </a:ext>
            </a:extLst>
          </p:cNvPr>
          <p:cNvSpPr>
            <a:spLocks noGrp="1" noRot="1" noChangeAspect="1" noTextEdit="1"/>
          </p:cNvSpPr>
          <p:nvPr>
            <p:ph type="sldImg"/>
          </p:nvPr>
        </p:nvSpPr>
        <p:spPr>
          <a:ln/>
        </p:spPr>
      </p:sp>
      <p:sp>
        <p:nvSpPr>
          <p:cNvPr id="165891" name="Notes Placeholder 2">
            <a:extLst>
              <a:ext uri="{FF2B5EF4-FFF2-40B4-BE49-F238E27FC236}">
                <a16:creationId xmlns:a16="http://schemas.microsoft.com/office/drawing/2014/main" id="{C1FFA3CC-1890-41C4-8A16-01FF7C87A39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65892" name="Slide Number Placeholder 3">
            <a:extLst>
              <a:ext uri="{FF2B5EF4-FFF2-40B4-BE49-F238E27FC236}">
                <a16:creationId xmlns:a16="http://schemas.microsoft.com/office/drawing/2014/main" id="{5D4B595D-EF05-46AE-9115-0EA06B1B8D4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8ADC5564-D1DD-4311-BD62-2D2510FB292D}" type="slidenum">
              <a:rPr lang="en-US" altLang="en-US" sz="1200" b="0">
                <a:solidFill>
                  <a:srgbClr val="FFFFFF"/>
                </a:solidFill>
                <a:latin typeface="Times New Roman" panose="02020603050405020304" pitchFamily="18" charset="0"/>
              </a:rPr>
              <a:pPr/>
              <a:t>31</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EAC49055-90B3-4FBF-8998-29321C1FDC8F}"/>
              </a:ext>
            </a:extLst>
          </p:cNvPr>
          <p:cNvSpPr>
            <a:spLocks noGrp="1" noRot="1" noChangeAspect="1" noTextEdit="1"/>
          </p:cNvSpPr>
          <p:nvPr>
            <p:ph type="sldImg"/>
          </p:nvPr>
        </p:nvSpPr>
        <p:spPr>
          <a:ln/>
        </p:spPr>
      </p:sp>
      <p:sp>
        <p:nvSpPr>
          <p:cNvPr id="167939" name="Notes Placeholder 2">
            <a:extLst>
              <a:ext uri="{FF2B5EF4-FFF2-40B4-BE49-F238E27FC236}">
                <a16:creationId xmlns:a16="http://schemas.microsoft.com/office/drawing/2014/main" id="{D66749B2-EE3A-42AA-AC4B-6F445A77342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67940" name="Slide Number Placeholder 3">
            <a:extLst>
              <a:ext uri="{FF2B5EF4-FFF2-40B4-BE49-F238E27FC236}">
                <a16:creationId xmlns:a16="http://schemas.microsoft.com/office/drawing/2014/main" id="{A8F8F7AC-48BE-494A-93E1-6B702A736761}"/>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E7741F1F-8D9C-4EB7-A74C-B55F637932DA}" type="slidenum">
              <a:rPr lang="en-US" altLang="en-US" sz="1200" b="0">
                <a:solidFill>
                  <a:srgbClr val="FFFFFF"/>
                </a:solidFill>
                <a:latin typeface="Times New Roman" panose="02020603050405020304" pitchFamily="18" charset="0"/>
              </a:rPr>
              <a:pPr/>
              <a:t>32</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a:extLst>
              <a:ext uri="{FF2B5EF4-FFF2-40B4-BE49-F238E27FC236}">
                <a16:creationId xmlns:a16="http://schemas.microsoft.com/office/drawing/2014/main" id="{E6E86FDF-3DD1-49EF-960B-4A949697134C}"/>
              </a:ext>
            </a:extLst>
          </p:cNvPr>
          <p:cNvSpPr>
            <a:spLocks noGrp="1" noRot="1" noChangeAspect="1" noTextEdit="1"/>
          </p:cNvSpPr>
          <p:nvPr>
            <p:ph type="sldImg"/>
          </p:nvPr>
        </p:nvSpPr>
        <p:spPr>
          <a:ln/>
        </p:spPr>
      </p:sp>
      <p:sp>
        <p:nvSpPr>
          <p:cNvPr id="169987" name="Notes Placeholder 2">
            <a:extLst>
              <a:ext uri="{FF2B5EF4-FFF2-40B4-BE49-F238E27FC236}">
                <a16:creationId xmlns:a16="http://schemas.microsoft.com/office/drawing/2014/main" id="{CE863A4E-E2AA-4158-BFE2-D3E7E758EABB}"/>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69988" name="Slide Number Placeholder 3">
            <a:extLst>
              <a:ext uri="{FF2B5EF4-FFF2-40B4-BE49-F238E27FC236}">
                <a16:creationId xmlns:a16="http://schemas.microsoft.com/office/drawing/2014/main" id="{FD0F01B3-A2FC-4930-8302-92CB9349620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75320932-93BC-4580-B0C4-0888813DADFF}" type="slidenum">
              <a:rPr lang="en-US" altLang="en-US" sz="1200" b="0">
                <a:solidFill>
                  <a:srgbClr val="FFFFFF"/>
                </a:solidFill>
                <a:latin typeface="Times New Roman" panose="02020603050405020304" pitchFamily="18" charset="0"/>
              </a:rPr>
              <a:pPr/>
              <a:t>33</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a:extLst>
              <a:ext uri="{FF2B5EF4-FFF2-40B4-BE49-F238E27FC236}">
                <a16:creationId xmlns:a16="http://schemas.microsoft.com/office/drawing/2014/main" id="{76EC887C-4E88-4B06-9661-9AAF8AE2A048}"/>
              </a:ext>
            </a:extLst>
          </p:cNvPr>
          <p:cNvSpPr>
            <a:spLocks noGrp="1" noRot="1" noChangeAspect="1" noTextEdit="1"/>
          </p:cNvSpPr>
          <p:nvPr>
            <p:ph type="sldImg"/>
          </p:nvPr>
        </p:nvSpPr>
        <p:spPr>
          <a:ln/>
        </p:spPr>
      </p:sp>
      <p:sp>
        <p:nvSpPr>
          <p:cNvPr id="172035" name="Notes Placeholder 2">
            <a:extLst>
              <a:ext uri="{FF2B5EF4-FFF2-40B4-BE49-F238E27FC236}">
                <a16:creationId xmlns:a16="http://schemas.microsoft.com/office/drawing/2014/main" id="{3F832B39-8C60-45B9-8087-B3F1DC6B766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72036" name="Slide Number Placeholder 3">
            <a:extLst>
              <a:ext uri="{FF2B5EF4-FFF2-40B4-BE49-F238E27FC236}">
                <a16:creationId xmlns:a16="http://schemas.microsoft.com/office/drawing/2014/main" id="{121CA0B5-E004-4F45-9C1F-0DA79AC606C0}"/>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3125E3BB-3261-4771-ADDF-C5D356E552AB}" type="slidenum">
              <a:rPr lang="en-US" altLang="en-US" sz="1200" b="0">
                <a:solidFill>
                  <a:srgbClr val="FFFFFF"/>
                </a:solidFill>
                <a:latin typeface="Times New Roman" panose="02020603050405020304" pitchFamily="18" charset="0"/>
              </a:rPr>
              <a:pPr/>
              <a:t>34</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74E8A244-5718-467B-BED5-DCF0E997D501}"/>
              </a:ext>
            </a:extLst>
          </p:cNvPr>
          <p:cNvSpPr>
            <a:spLocks noGrp="1" noRot="1" noChangeAspect="1" noTextEdit="1"/>
          </p:cNvSpPr>
          <p:nvPr>
            <p:ph type="sldImg"/>
          </p:nvPr>
        </p:nvSpPr>
        <p:spPr>
          <a:ln/>
        </p:spPr>
      </p:sp>
      <p:sp>
        <p:nvSpPr>
          <p:cNvPr id="174083" name="Notes Placeholder 2">
            <a:extLst>
              <a:ext uri="{FF2B5EF4-FFF2-40B4-BE49-F238E27FC236}">
                <a16:creationId xmlns:a16="http://schemas.microsoft.com/office/drawing/2014/main" id="{1110C7CF-8593-4420-8F2F-F5CB88747ED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74084" name="Slide Number Placeholder 3">
            <a:extLst>
              <a:ext uri="{FF2B5EF4-FFF2-40B4-BE49-F238E27FC236}">
                <a16:creationId xmlns:a16="http://schemas.microsoft.com/office/drawing/2014/main" id="{7300DC42-654D-4ADB-B693-AF4875F8450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4C7D364F-8833-4A8B-BD9A-23D19F1DD445}" type="slidenum">
              <a:rPr lang="en-US" altLang="en-US" sz="1200" b="0">
                <a:solidFill>
                  <a:srgbClr val="FFFFFF"/>
                </a:solidFill>
                <a:latin typeface="Times New Roman" panose="02020603050405020304" pitchFamily="18" charset="0"/>
              </a:rPr>
              <a:pPr/>
              <a:t>35</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a:extLst>
              <a:ext uri="{FF2B5EF4-FFF2-40B4-BE49-F238E27FC236}">
                <a16:creationId xmlns:a16="http://schemas.microsoft.com/office/drawing/2014/main" id="{018108FE-1A70-4DF3-B268-34E1D3049450}"/>
              </a:ext>
            </a:extLst>
          </p:cNvPr>
          <p:cNvSpPr>
            <a:spLocks noGrp="1" noRot="1" noChangeAspect="1" noTextEdit="1"/>
          </p:cNvSpPr>
          <p:nvPr>
            <p:ph type="sldImg"/>
          </p:nvPr>
        </p:nvSpPr>
        <p:spPr>
          <a:ln/>
        </p:spPr>
      </p:sp>
      <p:sp>
        <p:nvSpPr>
          <p:cNvPr id="176131" name="Notes Placeholder 2">
            <a:extLst>
              <a:ext uri="{FF2B5EF4-FFF2-40B4-BE49-F238E27FC236}">
                <a16:creationId xmlns:a16="http://schemas.microsoft.com/office/drawing/2014/main" id="{400F6D51-9A09-4FF3-98AF-44F10D2376E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76132" name="Slide Number Placeholder 3">
            <a:extLst>
              <a:ext uri="{FF2B5EF4-FFF2-40B4-BE49-F238E27FC236}">
                <a16:creationId xmlns:a16="http://schemas.microsoft.com/office/drawing/2014/main" id="{2F0C319F-D9ED-4D97-880F-1867B9C6614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6B75B3D4-0CEF-4E45-9013-1755739F5109}" type="slidenum">
              <a:rPr lang="en-US" altLang="en-US" sz="1200" b="0">
                <a:solidFill>
                  <a:srgbClr val="FFFFFF"/>
                </a:solidFill>
                <a:latin typeface="Times New Roman" panose="02020603050405020304" pitchFamily="18" charset="0"/>
              </a:rPr>
              <a:pPr/>
              <a:t>36</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a:extLst>
              <a:ext uri="{FF2B5EF4-FFF2-40B4-BE49-F238E27FC236}">
                <a16:creationId xmlns:a16="http://schemas.microsoft.com/office/drawing/2014/main" id="{5E3077AD-443A-4C13-87D6-304ACCBB0DC1}"/>
              </a:ext>
            </a:extLst>
          </p:cNvPr>
          <p:cNvSpPr>
            <a:spLocks noGrp="1" noRot="1" noChangeAspect="1" noTextEdit="1"/>
          </p:cNvSpPr>
          <p:nvPr>
            <p:ph type="sldImg"/>
          </p:nvPr>
        </p:nvSpPr>
        <p:spPr>
          <a:ln/>
        </p:spPr>
      </p:sp>
      <p:sp>
        <p:nvSpPr>
          <p:cNvPr id="178179" name="Notes Placeholder 2">
            <a:extLst>
              <a:ext uri="{FF2B5EF4-FFF2-40B4-BE49-F238E27FC236}">
                <a16:creationId xmlns:a16="http://schemas.microsoft.com/office/drawing/2014/main" id="{01B30D08-6CC6-4181-AEA4-7A936A1D2F4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78180" name="Slide Number Placeholder 3">
            <a:extLst>
              <a:ext uri="{FF2B5EF4-FFF2-40B4-BE49-F238E27FC236}">
                <a16:creationId xmlns:a16="http://schemas.microsoft.com/office/drawing/2014/main" id="{ED766F00-2279-4513-BC3A-1F1F92F58FC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C1F3417E-4D02-47C1-99DE-939955692B40}" type="slidenum">
              <a:rPr lang="en-US" altLang="en-US" sz="1200" b="0">
                <a:solidFill>
                  <a:srgbClr val="FFFFFF"/>
                </a:solidFill>
                <a:latin typeface="Times New Roman" panose="02020603050405020304" pitchFamily="18" charset="0"/>
              </a:rPr>
              <a:pPr/>
              <a:t>37</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a:extLst>
              <a:ext uri="{FF2B5EF4-FFF2-40B4-BE49-F238E27FC236}">
                <a16:creationId xmlns:a16="http://schemas.microsoft.com/office/drawing/2014/main" id="{D636289D-F4C2-410C-AC32-B4BA26FB35C6}"/>
              </a:ext>
            </a:extLst>
          </p:cNvPr>
          <p:cNvSpPr>
            <a:spLocks noGrp="1" noRot="1" noChangeAspect="1" noTextEdit="1"/>
          </p:cNvSpPr>
          <p:nvPr>
            <p:ph type="sldImg"/>
          </p:nvPr>
        </p:nvSpPr>
        <p:spPr>
          <a:ln/>
        </p:spPr>
      </p:sp>
      <p:sp>
        <p:nvSpPr>
          <p:cNvPr id="180227" name="Notes Placeholder 2">
            <a:extLst>
              <a:ext uri="{FF2B5EF4-FFF2-40B4-BE49-F238E27FC236}">
                <a16:creationId xmlns:a16="http://schemas.microsoft.com/office/drawing/2014/main" id="{A5D8C8AD-39CF-49DE-8CC1-1ED4307AE23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80228" name="Slide Number Placeholder 3">
            <a:extLst>
              <a:ext uri="{FF2B5EF4-FFF2-40B4-BE49-F238E27FC236}">
                <a16:creationId xmlns:a16="http://schemas.microsoft.com/office/drawing/2014/main" id="{F46643AC-A56F-4983-8892-CC282A38592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2D5DE129-D67A-49C9-B096-C8DA1C79A1A4}" type="slidenum">
              <a:rPr lang="en-US" altLang="en-US" sz="1200" b="0">
                <a:solidFill>
                  <a:srgbClr val="FFFFFF"/>
                </a:solidFill>
                <a:latin typeface="Times New Roman" panose="02020603050405020304" pitchFamily="18" charset="0"/>
              </a:rPr>
              <a:pPr/>
              <a:t>38</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a:extLst>
              <a:ext uri="{FF2B5EF4-FFF2-40B4-BE49-F238E27FC236}">
                <a16:creationId xmlns:a16="http://schemas.microsoft.com/office/drawing/2014/main" id="{992C2DBB-560F-49D1-807D-09AED6AC2F2A}"/>
              </a:ext>
            </a:extLst>
          </p:cNvPr>
          <p:cNvSpPr>
            <a:spLocks noGrp="1" noRot="1" noChangeAspect="1" noTextEdit="1"/>
          </p:cNvSpPr>
          <p:nvPr>
            <p:ph type="sldImg"/>
          </p:nvPr>
        </p:nvSpPr>
        <p:spPr>
          <a:ln/>
        </p:spPr>
      </p:sp>
      <p:sp>
        <p:nvSpPr>
          <p:cNvPr id="182275" name="Notes Placeholder 2">
            <a:extLst>
              <a:ext uri="{FF2B5EF4-FFF2-40B4-BE49-F238E27FC236}">
                <a16:creationId xmlns:a16="http://schemas.microsoft.com/office/drawing/2014/main" id="{2FF5C89F-D480-40E8-BCCD-C2E5091ACB4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82276" name="Slide Number Placeholder 3">
            <a:extLst>
              <a:ext uri="{FF2B5EF4-FFF2-40B4-BE49-F238E27FC236}">
                <a16:creationId xmlns:a16="http://schemas.microsoft.com/office/drawing/2014/main" id="{22C3A663-7844-4DDF-9E06-47B7608D5AC7}"/>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E159D09A-B002-4872-A0A9-17970CDC22E9}" type="slidenum">
              <a:rPr lang="en-US" altLang="en-US" sz="1200" b="0">
                <a:solidFill>
                  <a:srgbClr val="FFFFFF"/>
                </a:solidFill>
                <a:latin typeface="Times New Roman" panose="02020603050405020304" pitchFamily="18" charset="0"/>
              </a:rPr>
              <a:pPr/>
              <a:t>39</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a:extLst>
              <a:ext uri="{FF2B5EF4-FFF2-40B4-BE49-F238E27FC236}">
                <a16:creationId xmlns:a16="http://schemas.microsoft.com/office/drawing/2014/main" id="{8A78D0B2-756D-4968-A687-39AE9FA09D4D}"/>
              </a:ext>
            </a:extLst>
          </p:cNvPr>
          <p:cNvSpPr>
            <a:spLocks noGrp="1" noRot="1" noChangeAspect="1" noTextEdit="1"/>
          </p:cNvSpPr>
          <p:nvPr>
            <p:ph type="sldImg"/>
          </p:nvPr>
        </p:nvSpPr>
        <p:spPr>
          <a:ln/>
        </p:spPr>
      </p:sp>
      <p:sp>
        <p:nvSpPr>
          <p:cNvPr id="184323" name="Notes Placeholder 2">
            <a:extLst>
              <a:ext uri="{FF2B5EF4-FFF2-40B4-BE49-F238E27FC236}">
                <a16:creationId xmlns:a16="http://schemas.microsoft.com/office/drawing/2014/main" id="{C3EB45FF-0186-4146-B4B3-3881F5FF9DB1}"/>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84324" name="Slide Number Placeholder 3">
            <a:extLst>
              <a:ext uri="{FF2B5EF4-FFF2-40B4-BE49-F238E27FC236}">
                <a16:creationId xmlns:a16="http://schemas.microsoft.com/office/drawing/2014/main" id="{AF182CAA-937E-443D-BE44-2C644468C66B}"/>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AF0BB815-6E51-4229-B8D5-15BBF8CE1087}" type="slidenum">
              <a:rPr lang="en-US" altLang="en-US" sz="1200" b="0">
                <a:solidFill>
                  <a:srgbClr val="FFFFFF"/>
                </a:solidFill>
                <a:latin typeface="Times New Roman" panose="02020603050405020304" pitchFamily="18" charset="0"/>
              </a:rPr>
              <a:pPr/>
              <a:t>40</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a:extLst>
              <a:ext uri="{FF2B5EF4-FFF2-40B4-BE49-F238E27FC236}">
                <a16:creationId xmlns:a16="http://schemas.microsoft.com/office/drawing/2014/main" id="{62577D7D-6877-432A-8817-EF8333DDAA95}"/>
              </a:ext>
            </a:extLst>
          </p:cNvPr>
          <p:cNvSpPr>
            <a:spLocks noGrp="1" noRot="1" noChangeAspect="1" noTextEdit="1"/>
          </p:cNvSpPr>
          <p:nvPr>
            <p:ph type="sldImg"/>
          </p:nvPr>
        </p:nvSpPr>
        <p:spPr>
          <a:ln/>
        </p:spPr>
      </p:sp>
      <p:sp>
        <p:nvSpPr>
          <p:cNvPr id="186371" name="Notes Placeholder 2">
            <a:extLst>
              <a:ext uri="{FF2B5EF4-FFF2-40B4-BE49-F238E27FC236}">
                <a16:creationId xmlns:a16="http://schemas.microsoft.com/office/drawing/2014/main" id="{FA6D29A2-D607-4215-A826-92AD71F0236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86372" name="Slide Number Placeholder 3">
            <a:extLst>
              <a:ext uri="{FF2B5EF4-FFF2-40B4-BE49-F238E27FC236}">
                <a16:creationId xmlns:a16="http://schemas.microsoft.com/office/drawing/2014/main" id="{88630F66-8CF0-472E-8308-45D7B0DF4268}"/>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5E2D2D8D-2FDF-48DC-BA80-6F091B194941}" type="slidenum">
              <a:rPr lang="en-US" altLang="en-US" sz="1200" b="0">
                <a:solidFill>
                  <a:srgbClr val="FFFFFF"/>
                </a:solidFill>
                <a:latin typeface="Times New Roman" panose="02020603050405020304" pitchFamily="18" charset="0"/>
              </a:rPr>
              <a:pPr/>
              <a:t>41</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a:extLst>
              <a:ext uri="{FF2B5EF4-FFF2-40B4-BE49-F238E27FC236}">
                <a16:creationId xmlns:a16="http://schemas.microsoft.com/office/drawing/2014/main" id="{EB398575-FA43-40DC-B57D-C0CDD6CC8416}"/>
              </a:ext>
            </a:extLst>
          </p:cNvPr>
          <p:cNvSpPr>
            <a:spLocks noGrp="1" noRot="1" noChangeAspect="1" noTextEdit="1"/>
          </p:cNvSpPr>
          <p:nvPr>
            <p:ph type="sldImg"/>
          </p:nvPr>
        </p:nvSpPr>
        <p:spPr>
          <a:ln/>
        </p:spPr>
      </p:sp>
      <p:sp>
        <p:nvSpPr>
          <p:cNvPr id="188419" name="Notes Placeholder 2">
            <a:extLst>
              <a:ext uri="{FF2B5EF4-FFF2-40B4-BE49-F238E27FC236}">
                <a16:creationId xmlns:a16="http://schemas.microsoft.com/office/drawing/2014/main" id="{C18F8832-C5FE-4B56-842A-BB37CABB744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88420" name="Slide Number Placeholder 3">
            <a:extLst>
              <a:ext uri="{FF2B5EF4-FFF2-40B4-BE49-F238E27FC236}">
                <a16:creationId xmlns:a16="http://schemas.microsoft.com/office/drawing/2014/main" id="{A98D5E34-DFB0-4121-88FF-808FA4ACED1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DD986F23-DC6A-41CD-A5D8-FB0650C23606}" type="slidenum">
              <a:rPr lang="en-US" altLang="en-US" sz="1200" b="0">
                <a:solidFill>
                  <a:srgbClr val="FFFFFF"/>
                </a:solidFill>
                <a:latin typeface="Times New Roman" panose="02020603050405020304" pitchFamily="18" charset="0"/>
              </a:rPr>
              <a:pPr/>
              <a:t>42</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a:extLst>
              <a:ext uri="{FF2B5EF4-FFF2-40B4-BE49-F238E27FC236}">
                <a16:creationId xmlns:a16="http://schemas.microsoft.com/office/drawing/2014/main" id="{15FB4BFA-DA8D-4F2F-9B32-20EADADE89F8}"/>
              </a:ext>
            </a:extLst>
          </p:cNvPr>
          <p:cNvSpPr>
            <a:spLocks noGrp="1" noRot="1" noChangeAspect="1" noTextEdit="1"/>
          </p:cNvSpPr>
          <p:nvPr>
            <p:ph type="sldImg"/>
          </p:nvPr>
        </p:nvSpPr>
        <p:spPr>
          <a:ln/>
        </p:spPr>
      </p:sp>
      <p:sp>
        <p:nvSpPr>
          <p:cNvPr id="190467" name="Notes Placeholder 2">
            <a:extLst>
              <a:ext uri="{FF2B5EF4-FFF2-40B4-BE49-F238E27FC236}">
                <a16:creationId xmlns:a16="http://schemas.microsoft.com/office/drawing/2014/main" id="{F4F68F42-76F7-4B31-8EED-105D5E6D955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90468" name="Slide Number Placeholder 3">
            <a:extLst>
              <a:ext uri="{FF2B5EF4-FFF2-40B4-BE49-F238E27FC236}">
                <a16:creationId xmlns:a16="http://schemas.microsoft.com/office/drawing/2014/main" id="{57B2A177-9B25-4410-9BE8-E198E99B84E6}"/>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FE502C13-3EF9-429E-BFCE-926A23597F20}" type="slidenum">
              <a:rPr lang="en-US" altLang="en-US" sz="1200" b="0">
                <a:solidFill>
                  <a:srgbClr val="FFFFFF"/>
                </a:solidFill>
                <a:latin typeface="Times New Roman" panose="02020603050405020304" pitchFamily="18" charset="0"/>
              </a:rPr>
              <a:pPr/>
              <a:t>43</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a:extLst>
              <a:ext uri="{FF2B5EF4-FFF2-40B4-BE49-F238E27FC236}">
                <a16:creationId xmlns:a16="http://schemas.microsoft.com/office/drawing/2014/main" id="{374F1640-089C-497E-8C9E-5963D40D2610}"/>
              </a:ext>
            </a:extLst>
          </p:cNvPr>
          <p:cNvSpPr>
            <a:spLocks noGrp="1" noRot="1" noChangeAspect="1" noTextEdit="1"/>
          </p:cNvSpPr>
          <p:nvPr>
            <p:ph type="sldImg"/>
          </p:nvPr>
        </p:nvSpPr>
        <p:spPr>
          <a:ln/>
        </p:spPr>
      </p:sp>
      <p:sp>
        <p:nvSpPr>
          <p:cNvPr id="192515" name="Notes Placeholder 2">
            <a:extLst>
              <a:ext uri="{FF2B5EF4-FFF2-40B4-BE49-F238E27FC236}">
                <a16:creationId xmlns:a16="http://schemas.microsoft.com/office/drawing/2014/main" id="{CBA1FB9B-5C88-4072-9AC9-7111861BA2F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92516" name="Slide Number Placeholder 3">
            <a:extLst>
              <a:ext uri="{FF2B5EF4-FFF2-40B4-BE49-F238E27FC236}">
                <a16:creationId xmlns:a16="http://schemas.microsoft.com/office/drawing/2014/main" id="{4B5F1413-4D27-4BAC-81B1-97507F5AEE7F}"/>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B1B13D4D-2AE3-4E43-A377-F214D7FFE6F4}" type="slidenum">
              <a:rPr lang="en-US" altLang="en-US" sz="1200" b="0">
                <a:solidFill>
                  <a:srgbClr val="FFFFFF"/>
                </a:solidFill>
                <a:latin typeface="Times New Roman" panose="02020603050405020304" pitchFamily="18" charset="0"/>
              </a:rPr>
              <a:pPr/>
              <a:t>44</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a:extLst>
              <a:ext uri="{FF2B5EF4-FFF2-40B4-BE49-F238E27FC236}">
                <a16:creationId xmlns:a16="http://schemas.microsoft.com/office/drawing/2014/main" id="{90F1FF62-3990-4BB3-9459-B9629D3849FB}"/>
              </a:ext>
            </a:extLst>
          </p:cNvPr>
          <p:cNvSpPr>
            <a:spLocks noGrp="1" noRot="1" noChangeAspect="1" noTextEdit="1"/>
          </p:cNvSpPr>
          <p:nvPr>
            <p:ph type="sldImg"/>
          </p:nvPr>
        </p:nvSpPr>
        <p:spPr>
          <a:ln/>
        </p:spPr>
      </p:sp>
      <p:sp>
        <p:nvSpPr>
          <p:cNvPr id="194563" name="Notes Placeholder 2">
            <a:extLst>
              <a:ext uri="{FF2B5EF4-FFF2-40B4-BE49-F238E27FC236}">
                <a16:creationId xmlns:a16="http://schemas.microsoft.com/office/drawing/2014/main" id="{37866310-8478-401F-AA4C-D0C10F642CB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94564" name="Slide Number Placeholder 3">
            <a:extLst>
              <a:ext uri="{FF2B5EF4-FFF2-40B4-BE49-F238E27FC236}">
                <a16:creationId xmlns:a16="http://schemas.microsoft.com/office/drawing/2014/main" id="{8A01C811-3E1F-4CDB-A738-141FD19293F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D8DB789A-578F-4EFE-B3D1-DC521EE51237}" type="slidenum">
              <a:rPr lang="en-US" altLang="en-US" sz="1200" b="0">
                <a:solidFill>
                  <a:srgbClr val="FFFFFF"/>
                </a:solidFill>
                <a:latin typeface="Times New Roman" panose="02020603050405020304" pitchFamily="18" charset="0"/>
              </a:rPr>
              <a:pPr/>
              <a:t>45</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Slide Image Placeholder 1">
            <a:extLst>
              <a:ext uri="{FF2B5EF4-FFF2-40B4-BE49-F238E27FC236}">
                <a16:creationId xmlns:a16="http://schemas.microsoft.com/office/drawing/2014/main" id="{1D125700-0146-4697-A8F4-9527CC6AA86F}"/>
              </a:ext>
            </a:extLst>
          </p:cNvPr>
          <p:cNvSpPr>
            <a:spLocks noGrp="1" noRot="1" noChangeAspect="1" noTextEdit="1"/>
          </p:cNvSpPr>
          <p:nvPr>
            <p:ph type="sldImg"/>
          </p:nvPr>
        </p:nvSpPr>
        <p:spPr>
          <a:ln/>
        </p:spPr>
      </p:sp>
      <p:sp>
        <p:nvSpPr>
          <p:cNvPr id="196611" name="Notes Placeholder 2">
            <a:extLst>
              <a:ext uri="{FF2B5EF4-FFF2-40B4-BE49-F238E27FC236}">
                <a16:creationId xmlns:a16="http://schemas.microsoft.com/office/drawing/2014/main" id="{A5184ACB-6211-4AE5-AFD0-A38B3B72E79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96612" name="Slide Number Placeholder 3">
            <a:extLst>
              <a:ext uri="{FF2B5EF4-FFF2-40B4-BE49-F238E27FC236}">
                <a16:creationId xmlns:a16="http://schemas.microsoft.com/office/drawing/2014/main" id="{D6E10E3D-4C86-4432-A739-D037EB621009}"/>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3B643E37-05AD-4622-BCE9-FFEBC11B25E7}" type="slidenum">
              <a:rPr lang="en-US" altLang="en-US" sz="1200" b="0">
                <a:solidFill>
                  <a:srgbClr val="FFFFFF"/>
                </a:solidFill>
                <a:latin typeface="Times New Roman" panose="02020603050405020304" pitchFamily="18" charset="0"/>
              </a:rPr>
              <a:pPr/>
              <a:t>46</a:t>
            </a:fld>
            <a:endParaRPr lang="en-US" altLang="en-US" sz="1200" b="0">
              <a:solidFill>
                <a:srgbClr val="FFFFFF"/>
              </a:solidFill>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Slide Image Placeholder 1">
            <a:extLst>
              <a:ext uri="{FF2B5EF4-FFF2-40B4-BE49-F238E27FC236}">
                <a16:creationId xmlns:a16="http://schemas.microsoft.com/office/drawing/2014/main" id="{5AF356BB-67FA-484D-9A09-E5E55EA067FD}"/>
              </a:ext>
            </a:extLst>
          </p:cNvPr>
          <p:cNvSpPr>
            <a:spLocks noGrp="1" noRot="1" noChangeAspect="1" noTextEdit="1"/>
          </p:cNvSpPr>
          <p:nvPr>
            <p:ph type="sldImg"/>
          </p:nvPr>
        </p:nvSpPr>
        <p:spPr>
          <a:ln/>
        </p:spPr>
      </p:sp>
      <p:sp>
        <p:nvSpPr>
          <p:cNvPr id="198659" name="Notes Placeholder 2">
            <a:extLst>
              <a:ext uri="{FF2B5EF4-FFF2-40B4-BE49-F238E27FC236}">
                <a16:creationId xmlns:a16="http://schemas.microsoft.com/office/drawing/2014/main" id="{A9486D60-B2C1-4A48-9ED8-5B89F74312E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198660" name="Slide Number Placeholder 3">
            <a:extLst>
              <a:ext uri="{FF2B5EF4-FFF2-40B4-BE49-F238E27FC236}">
                <a16:creationId xmlns:a16="http://schemas.microsoft.com/office/drawing/2014/main" id="{7CC13EFC-965F-4188-8D93-1A270CB818A4}"/>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fld id="{67F098D0-D070-4147-93B7-55421CABC5EC}" type="slidenum">
              <a:rPr lang="en-US" altLang="en-US" sz="1200" b="0">
                <a:solidFill>
                  <a:srgbClr val="FFFFFF"/>
                </a:solidFill>
                <a:latin typeface="Times New Roman" panose="02020603050405020304" pitchFamily="18" charset="0"/>
              </a:rPr>
              <a:pPr/>
              <a:t>47</a:t>
            </a:fld>
            <a:endParaRPr lang="en-US" altLang="en-US" sz="1200" b="0">
              <a:solidFill>
                <a:srgbClr val="FFFFFF"/>
              </a:solidFill>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2725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90AA5EF-61B1-4A83-93BB-A0CB250DC586}"/>
              </a:ext>
            </a:extLst>
          </p:cNvPr>
          <p:cNvCxnSpPr/>
          <p:nvPr/>
        </p:nvCxnSpPr>
        <p:spPr>
          <a:xfrm>
            <a:off x="609600" y="735013"/>
            <a:ext cx="109728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23224C32-56E8-4AA3-8DE7-BBB2DB86F3E1}"/>
              </a:ext>
            </a:extLst>
          </p:cNvPr>
          <p:cNvCxnSpPr/>
          <p:nvPr/>
        </p:nvCxnSpPr>
        <p:spPr>
          <a:xfrm>
            <a:off x="609600" y="6484938"/>
            <a:ext cx="109728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a:extLst>
              <a:ext uri="{FF2B5EF4-FFF2-40B4-BE49-F238E27FC236}">
                <a16:creationId xmlns:a16="http://schemas.microsoft.com/office/drawing/2014/main" id="{DCE5803C-F3DE-43D8-8554-8EA33E637B1D}"/>
              </a:ext>
            </a:extLst>
          </p:cNvPr>
          <p:cNvSpPr txBox="1">
            <a:spLocks/>
          </p:cNvSpPr>
          <p:nvPr userDrawn="1"/>
        </p:nvSpPr>
        <p:spPr>
          <a:xfrm>
            <a:off x="728663" y="6484938"/>
            <a:ext cx="10966450" cy="349250"/>
          </a:xfrm>
          <a:prstGeom prst="rect">
            <a:avLst/>
          </a:prstGeom>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algn="r" eaLnBrk="1" hangingPunct="1">
              <a:defRPr/>
            </a:pPr>
            <a:r>
              <a:rPr lang="en-US" sz="1200">
                <a:solidFill>
                  <a:srgbClr val="F79646"/>
                </a:solidFill>
                <a:latin typeface="Times New Roman" pitchFamily="18" charset="0"/>
                <a:cs typeface="Times New Roman" pitchFamily="18" charset="0"/>
              </a:rPr>
              <a:t>INE202 – TRUYỀN ĐỘNG ĐIỆN</a:t>
            </a:r>
          </a:p>
        </p:txBody>
      </p:sp>
      <p:pic>
        <p:nvPicPr>
          <p:cNvPr id="7" name="Picture 9">
            <a:extLst>
              <a:ext uri="{FF2B5EF4-FFF2-40B4-BE49-F238E27FC236}">
                <a16:creationId xmlns:a16="http://schemas.microsoft.com/office/drawing/2014/main" id="{0F7B4268-9A55-4A51-A027-904222CBDB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82613" y="84138"/>
            <a:ext cx="1601787"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9600" y="799563"/>
            <a:ext cx="10972800" cy="5609378"/>
          </a:xfrm>
        </p:spPr>
        <p:txBody>
          <a:bodyPr>
            <a:normAutofit/>
          </a:bodyPr>
          <a:lstStyle>
            <a:lvl1pPr marL="257175" indent="-257175">
              <a:buClr>
                <a:srgbClr val="FF5A33"/>
              </a:buClr>
              <a:buFont typeface="Wingdings" pitchFamily="2" charset="2"/>
              <a:buChar char="q"/>
              <a:defRPr sz="2100">
                <a:latin typeface="Segoe UI" pitchFamily="34" charset="0"/>
                <a:cs typeface="Segoe UI" pitchFamily="34" charset="0"/>
              </a:defRPr>
            </a:lvl1pPr>
            <a:lvl2pPr marL="557213" indent="-214313">
              <a:buClr>
                <a:srgbClr val="FF5A33"/>
              </a:buClr>
              <a:buFont typeface="Wingdings" pitchFamily="2" charset="2"/>
              <a:buChar char="v"/>
              <a:defRPr sz="1800">
                <a:latin typeface="Segoe UI" pitchFamily="34" charset="0"/>
                <a:cs typeface="Segoe UI" pitchFamily="34" charset="0"/>
              </a:defRPr>
            </a:lvl2pPr>
            <a:lvl3pPr marL="857250" indent="-171450">
              <a:buClr>
                <a:srgbClr val="FF5A33"/>
              </a:buClr>
              <a:buFont typeface="Wingdings" pitchFamily="2" charset="2"/>
              <a:buChar char="Ø"/>
              <a:defRPr sz="1500">
                <a:latin typeface="Segoe UI" pitchFamily="34" charset="0"/>
                <a:cs typeface="Segoe UI" pitchFamily="34" charset="0"/>
              </a:defRPr>
            </a:lvl3pPr>
            <a:lvl4pPr marL="1200150" indent="-171450">
              <a:buClr>
                <a:srgbClr val="FF5A33"/>
              </a:buClr>
              <a:buFont typeface="Wingdings" pitchFamily="2" charset="2"/>
              <a:buChar char="ü"/>
              <a:defRPr sz="1350">
                <a:latin typeface="Segoe UI" pitchFamily="34" charset="0"/>
                <a:cs typeface="Segoe UI" pitchFamily="34" charset="0"/>
              </a:defRPr>
            </a:lvl4pPr>
            <a:lvl5pPr marL="1543050" indent="-171450">
              <a:buClr>
                <a:srgbClr val="FF5A33"/>
              </a:buClr>
              <a:buFont typeface="Wingdings" pitchFamily="2" charset="2"/>
              <a:buChar char="§"/>
              <a:defRPr sz="1350">
                <a:latin typeface="Segoe UI" pitchFamily="34" charset="0"/>
                <a:cs typeface="Segoe UI"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25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31"/>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262D555-DD35-447E-8F70-1D4F6BA5675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7E65BC4-D3DF-4E06-AC55-5ECC9C7F787E}"/>
              </a:ext>
            </a:extLst>
          </p:cNvPr>
          <p:cNvSpPr>
            <a:spLocks noGrp="1"/>
          </p:cNvSpPr>
          <p:nvPr>
            <p:ph type="ftr" sz="quarter" idx="11"/>
          </p:nvPr>
        </p:nvSpPr>
        <p:spPr/>
        <p:txBody>
          <a:bodyPr/>
          <a:lstStyle>
            <a:lvl1pPr>
              <a:defRPr/>
            </a:lvl1pPr>
          </a:lstStyle>
          <a:p>
            <a:pPr>
              <a:defRPr/>
            </a:pPr>
            <a:r>
              <a:rPr lang="en-US"/>
              <a:t>INS3150 - PROGRAMMING PLC</a:t>
            </a:r>
          </a:p>
        </p:txBody>
      </p:sp>
      <p:sp>
        <p:nvSpPr>
          <p:cNvPr id="6" name="Slide Number Placeholder 5">
            <a:extLst>
              <a:ext uri="{FF2B5EF4-FFF2-40B4-BE49-F238E27FC236}">
                <a16:creationId xmlns:a16="http://schemas.microsoft.com/office/drawing/2014/main" id="{7C780839-A9D9-4DFA-AC1A-A7AD08765F61}"/>
              </a:ext>
            </a:extLst>
          </p:cNvPr>
          <p:cNvSpPr>
            <a:spLocks noGrp="1"/>
          </p:cNvSpPr>
          <p:nvPr>
            <p:ph type="sldNum" sz="quarter" idx="12"/>
          </p:nvPr>
        </p:nvSpPr>
        <p:spPr/>
        <p:txBody>
          <a:bodyPr/>
          <a:lstStyle>
            <a:lvl1pPr>
              <a:defRPr/>
            </a:lvl1pPr>
          </a:lstStyle>
          <a:p>
            <a:fld id="{21499870-BC0B-46AC-80DF-AC3483959494}" type="slidenum">
              <a:rPr lang="en-US" altLang="en-US"/>
              <a:pPr/>
              <a:t>‹#›</a:t>
            </a:fld>
            <a:endParaRPr lang="en-US" altLang="en-US"/>
          </a:p>
        </p:txBody>
      </p:sp>
    </p:spTree>
    <p:extLst>
      <p:ext uri="{BB962C8B-B14F-4D97-AF65-F5344CB8AC3E}">
        <p14:creationId xmlns:p14="http://schemas.microsoft.com/office/powerpoint/2010/main" val="2405121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D32F4EA-90B6-4081-ABBE-31E5D47F1426}"/>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614CB8D5-9A53-4B38-8D67-E72A0AD34673}"/>
              </a:ext>
            </a:extLst>
          </p:cNvPr>
          <p:cNvSpPr>
            <a:spLocks noGrp="1"/>
          </p:cNvSpPr>
          <p:nvPr>
            <p:ph type="ftr" sz="quarter" idx="11"/>
          </p:nvPr>
        </p:nvSpPr>
        <p:spPr/>
        <p:txBody>
          <a:bodyPr/>
          <a:lstStyle>
            <a:lvl1pPr>
              <a:defRPr/>
            </a:lvl1pPr>
          </a:lstStyle>
          <a:p>
            <a:pPr>
              <a:defRPr/>
            </a:pPr>
            <a:r>
              <a:rPr lang="en-US"/>
              <a:t>INS3150 - PROGRAMMING PLC</a:t>
            </a:r>
          </a:p>
        </p:txBody>
      </p:sp>
      <p:sp>
        <p:nvSpPr>
          <p:cNvPr id="7" name="Slide Number Placeholder 5">
            <a:extLst>
              <a:ext uri="{FF2B5EF4-FFF2-40B4-BE49-F238E27FC236}">
                <a16:creationId xmlns:a16="http://schemas.microsoft.com/office/drawing/2014/main" id="{B65D2B0F-CDE5-41AC-B2E0-558616024E1F}"/>
              </a:ext>
            </a:extLst>
          </p:cNvPr>
          <p:cNvSpPr>
            <a:spLocks noGrp="1"/>
          </p:cNvSpPr>
          <p:nvPr>
            <p:ph type="sldNum" sz="quarter" idx="12"/>
          </p:nvPr>
        </p:nvSpPr>
        <p:spPr/>
        <p:txBody>
          <a:bodyPr/>
          <a:lstStyle>
            <a:lvl1pPr>
              <a:defRPr/>
            </a:lvl1pPr>
          </a:lstStyle>
          <a:p>
            <a:fld id="{71F800E9-ADA2-4A00-972D-C3C05E61DA7F}" type="slidenum">
              <a:rPr lang="en-US" altLang="en-US"/>
              <a:pPr/>
              <a:t>‹#›</a:t>
            </a:fld>
            <a:endParaRPr lang="en-US" altLang="en-US"/>
          </a:p>
        </p:txBody>
      </p:sp>
    </p:spTree>
    <p:extLst>
      <p:ext uri="{BB962C8B-B14F-4D97-AF65-F5344CB8AC3E}">
        <p14:creationId xmlns:p14="http://schemas.microsoft.com/office/powerpoint/2010/main" val="134009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8"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193388"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AA63325-BDD8-415C-ABCF-ACDABC028FEB}"/>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F391D8CE-229D-42F3-9C7D-3D37058C150E}"/>
              </a:ext>
            </a:extLst>
          </p:cNvPr>
          <p:cNvSpPr>
            <a:spLocks noGrp="1"/>
          </p:cNvSpPr>
          <p:nvPr>
            <p:ph type="ftr" sz="quarter" idx="11"/>
          </p:nvPr>
        </p:nvSpPr>
        <p:spPr/>
        <p:txBody>
          <a:bodyPr/>
          <a:lstStyle>
            <a:lvl1pPr>
              <a:defRPr/>
            </a:lvl1pPr>
          </a:lstStyle>
          <a:p>
            <a:pPr>
              <a:defRPr/>
            </a:pPr>
            <a:r>
              <a:rPr lang="en-US"/>
              <a:t>INS3150 - PROGRAMMING PLC</a:t>
            </a:r>
          </a:p>
        </p:txBody>
      </p:sp>
      <p:sp>
        <p:nvSpPr>
          <p:cNvPr id="9" name="Slide Number Placeholder 5">
            <a:extLst>
              <a:ext uri="{FF2B5EF4-FFF2-40B4-BE49-F238E27FC236}">
                <a16:creationId xmlns:a16="http://schemas.microsoft.com/office/drawing/2014/main" id="{6D5EA2D3-9B19-4EC7-9515-4881AFE289B3}"/>
              </a:ext>
            </a:extLst>
          </p:cNvPr>
          <p:cNvSpPr>
            <a:spLocks noGrp="1"/>
          </p:cNvSpPr>
          <p:nvPr>
            <p:ph type="sldNum" sz="quarter" idx="12"/>
          </p:nvPr>
        </p:nvSpPr>
        <p:spPr/>
        <p:txBody>
          <a:bodyPr/>
          <a:lstStyle>
            <a:lvl1pPr>
              <a:defRPr/>
            </a:lvl1pPr>
          </a:lstStyle>
          <a:p>
            <a:fld id="{53079F98-043A-4E1B-9C3E-C96524621A57}" type="slidenum">
              <a:rPr lang="en-US" altLang="en-US"/>
              <a:pPr/>
              <a:t>‹#›</a:t>
            </a:fld>
            <a:endParaRPr lang="en-US" altLang="en-US"/>
          </a:p>
        </p:txBody>
      </p:sp>
    </p:spTree>
    <p:extLst>
      <p:ext uri="{BB962C8B-B14F-4D97-AF65-F5344CB8AC3E}">
        <p14:creationId xmlns:p14="http://schemas.microsoft.com/office/powerpoint/2010/main" val="389875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FEF1DC-2480-4A31-A3A1-202471267FB2}"/>
              </a:ext>
            </a:extLst>
          </p:cNvPr>
          <p:cNvSpPr/>
          <p:nvPr/>
        </p:nvSpPr>
        <p:spPr>
          <a:xfrm>
            <a:off x="2032000" y="2551113"/>
            <a:ext cx="8534400" cy="3263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500">
              <a:solidFill>
                <a:schemeClr val="bg1"/>
              </a:solidFill>
            </a:endParaRPr>
          </a:p>
        </p:txBody>
      </p:sp>
      <p:pic>
        <p:nvPicPr>
          <p:cNvPr id="3" name="Picture 7" descr="http://uconndigitalarts.com/wp-content/uploads/2013/04/original.jpg">
            <a:extLst>
              <a:ext uri="{FF2B5EF4-FFF2-40B4-BE49-F238E27FC236}">
                <a16:creationId xmlns:a16="http://schemas.microsoft.com/office/drawing/2014/main" id="{B4437B34-FF34-410D-92AD-80621BD14B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3977" b="41312"/>
          <a:stretch>
            <a:fillRect/>
          </a:stretch>
        </p:blipFill>
        <p:spPr bwMode="auto">
          <a:xfrm>
            <a:off x="3732213" y="2574925"/>
            <a:ext cx="4568825"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C:\Users\powerpoint.vn\Downloads\1e2cd4b177168ad16ce2e7c504bba4d2.x400.jpeg">
            <a:extLst>
              <a:ext uri="{FF2B5EF4-FFF2-40B4-BE49-F238E27FC236}">
                <a16:creationId xmlns:a16="http://schemas.microsoft.com/office/drawing/2014/main" id="{87BFCB4E-1AE8-4524-B2E0-3BC2B5B5C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5710"/>
          <a:stretch>
            <a:fillRect/>
          </a:stretch>
        </p:blipFill>
        <p:spPr bwMode="auto">
          <a:xfrm>
            <a:off x="2570163" y="609600"/>
            <a:ext cx="7254875"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03BCB14-2E78-4DD9-A89B-308C2738E4CC}"/>
              </a:ext>
            </a:extLst>
          </p:cNvPr>
          <p:cNvSpPr txBox="1"/>
          <p:nvPr/>
        </p:nvSpPr>
        <p:spPr>
          <a:xfrm>
            <a:off x="4103688" y="3124200"/>
            <a:ext cx="4735512" cy="1627188"/>
          </a:xfrm>
          <a:prstGeom prst="rect">
            <a:avLst/>
          </a:prstGeom>
          <a:noFill/>
        </p:spPr>
        <p:txBody>
          <a:bodyPr>
            <a:spAutoFit/>
          </a:bodyPr>
          <a:lstStyle>
            <a:lvl1pPr defTabSz="685800">
              <a:defRPr sz="2800" b="1">
                <a:solidFill>
                  <a:schemeClr val="bg1"/>
                </a:solidFill>
                <a:latin typeface="Arial" pitchFamily="34" charset="0"/>
              </a:defRPr>
            </a:lvl1pPr>
            <a:lvl2pPr marL="742950" indent="-285750" defTabSz="685800">
              <a:defRPr sz="2800" b="1">
                <a:solidFill>
                  <a:schemeClr val="bg1"/>
                </a:solidFill>
                <a:latin typeface="Arial" pitchFamily="34" charset="0"/>
              </a:defRPr>
            </a:lvl2pPr>
            <a:lvl3pPr marL="1143000" indent="-228600" defTabSz="685800">
              <a:defRPr sz="2800" b="1">
                <a:solidFill>
                  <a:schemeClr val="bg1"/>
                </a:solidFill>
                <a:latin typeface="Arial" pitchFamily="34" charset="0"/>
              </a:defRPr>
            </a:lvl3pPr>
            <a:lvl4pPr marL="1600200" indent="-228600" defTabSz="685800">
              <a:defRPr sz="2800" b="1">
                <a:solidFill>
                  <a:schemeClr val="bg1"/>
                </a:solidFill>
                <a:latin typeface="Arial" pitchFamily="34" charset="0"/>
              </a:defRPr>
            </a:lvl4pPr>
            <a:lvl5pPr marL="2057400" indent="-228600" defTabSz="685800">
              <a:defRPr sz="2800" b="1">
                <a:solidFill>
                  <a:schemeClr val="bg1"/>
                </a:solidFill>
                <a:latin typeface="Arial" pitchFamily="34" charset="0"/>
              </a:defRPr>
            </a:lvl5pPr>
            <a:lvl6pPr marL="2514600" indent="-228600" defTabSz="685800" eaLnBrk="0" fontAlgn="base" hangingPunct="0">
              <a:spcBef>
                <a:spcPct val="0"/>
              </a:spcBef>
              <a:spcAft>
                <a:spcPct val="0"/>
              </a:spcAft>
              <a:defRPr sz="2800" b="1">
                <a:solidFill>
                  <a:schemeClr val="bg1"/>
                </a:solidFill>
                <a:latin typeface="Arial" pitchFamily="34" charset="0"/>
              </a:defRPr>
            </a:lvl6pPr>
            <a:lvl7pPr marL="2971800" indent="-228600" defTabSz="685800" eaLnBrk="0" fontAlgn="base" hangingPunct="0">
              <a:spcBef>
                <a:spcPct val="0"/>
              </a:spcBef>
              <a:spcAft>
                <a:spcPct val="0"/>
              </a:spcAft>
              <a:defRPr sz="2800" b="1">
                <a:solidFill>
                  <a:schemeClr val="bg1"/>
                </a:solidFill>
                <a:latin typeface="Arial" pitchFamily="34" charset="0"/>
              </a:defRPr>
            </a:lvl7pPr>
            <a:lvl8pPr marL="3429000" indent="-228600" defTabSz="685800" eaLnBrk="0" fontAlgn="base" hangingPunct="0">
              <a:spcBef>
                <a:spcPct val="0"/>
              </a:spcBef>
              <a:spcAft>
                <a:spcPct val="0"/>
              </a:spcAft>
              <a:defRPr sz="2800" b="1">
                <a:solidFill>
                  <a:schemeClr val="bg1"/>
                </a:solidFill>
                <a:latin typeface="Arial" pitchFamily="34" charset="0"/>
              </a:defRPr>
            </a:lvl8pPr>
            <a:lvl9pPr marL="3886200" indent="-228600" defTabSz="685800" eaLnBrk="0" fontAlgn="base" hangingPunct="0">
              <a:spcBef>
                <a:spcPct val="0"/>
              </a:spcBef>
              <a:spcAft>
                <a:spcPct val="0"/>
              </a:spcAft>
              <a:defRPr sz="2800" b="1">
                <a:solidFill>
                  <a:schemeClr val="bg1"/>
                </a:solidFill>
                <a:latin typeface="Arial" pitchFamily="34" charset="0"/>
              </a:defRPr>
            </a:lvl9pPr>
          </a:lstStyle>
          <a:p>
            <a:pPr eaLnBrk="1" hangingPunct="1">
              <a:defRPr/>
            </a:pPr>
            <a:r>
              <a:rPr lang="en-US" sz="5400"/>
              <a:t>DEM</a:t>
            </a:r>
            <a:r>
              <a:rPr lang="en-US" sz="8600"/>
              <a:t>O</a:t>
            </a:r>
          </a:p>
          <a:p>
            <a:pPr>
              <a:defRPr/>
            </a:pPr>
            <a:endParaRPr lang="en-US" sz="1300"/>
          </a:p>
        </p:txBody>
      </p:sp>
      <p:pic>
        <p:nvPicPr>
          <p:cNvPr id="6" name="Picture 2" descr="http://www.designofsignage.com/application/symbol/hands/image/600x600/hand-press-button-4.jpg">
            <a:extLst>
              <a:ext uri="{FF2B5EF4-FFF2-40B4-BE49-F238E27FC236}">
                <a16:creationId xmlns:a16="http://schemas.microsoft.com/office/drawing/2014/main" id="{EF699716-C2D7-4A4B-91CB-11D0A367D1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8213" y="3568700"/>
            <a:ext cx="3487737" cy="261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Date Placeholder 2">
            <a:extLst>
              <a:ext uri="{FF2B5EF4-FFF2-40B4-BE49-F238E27FC236}">
                <a16:creationId xmlns:a16="http://schemas.microsoft.com/office/drawing/2014/main" id="{2F31F2F7-1116-4D24-B11C-23AA5B43223C}"/>
              </a:ext>
            </a:extLst>
          </p:cNvPr>
          <p:cNvSpPr>
            <a:spLocks noGrp="1"/>
          </p:cNvSpPr>
          <p:nvPr>
            <p:ph type="dt" sz="half" idx="10"/>
          </p:nvPr>
        </p:nvSpPr>
        <p:spPr/>
        <p:txBody>
          <a:bodyPr/>
          <a:lstStyle>
            <a:lvl1pPr>
              <a:defRPr/>
            </a:lvl1pPr>
          </a:lstStyle>
          <a:p>
            <a:pPr>
              <a:defRPr/>
            </a:pPr>
            <a:endParaRPr lang="en-US"/>
          </a:p>
        </p:txBody>
      </p:sp>
      <p:sp>
        <p:nvSpPr>
          <p:cNvPr id="8" name="Footer Placeholder 3">
            <a:extLst>
              <a:ext uri="{FF2B5EF4-FFF2-40B4-BE49-F238E27FC236}">
                <a16:creationId xmlns:a16="http://schemas.microsoft.com/office/drawing/2014/main" id="{9F80086D-3126-4E0C-8ABF-AD58AF2FFDC3}"/>
              </a:ext>
            </a:extLst>
          </p:cNvPr>
          <p:cNvSpPr>
            <a:spLocks noGrp="1"/>
          </p:cNvSpPr>
          <p:nvPr>
            <p:ph type="ftr" sz="quarter" idx="11"/>
          </p:nvPr>
        </p:nvSpPr>
        <p:spPr/>
        <p:txBody>
          <a:bodyPr/>
          <a:lstStyle>
            <a:lvl1pPr>
              <a:defRPr/>
            </a:lvl1pPr>
          </a:lstStyle>
          <a:p>
            <a:pPr>
              <a:defRPr/>
            </a:pPr>
            <a:r>
              <a:rPr lang="en-US"/>
              <a:t>INS3150 - PROGRAMMING PLC</a:t>
            </a:r>
          </a:p>
        </p:txBody>
      </p:sp>
      <p:sp>
        <p:nvSpPr>
          <p:cNvPr id="9" name="Slide Number Placeholder 4">
            <a:extLst>
              <a:ext uri="{FF2B5EF4-FFF2-40B4-BE49-F238E27FC236}">
                <a16:creationId xmlns:a16="http://schemas.microsoft.com/office/drawing/2014/main" id="{7C968287-52A8-45B4-82C3-CF7705F192D0}"/>
              </a:ext>
            </a:extLst>
          </p:cNvPr>
          <p:cNvSpPr>
            <a:spLocks noGrp="1"/>
          </p:cNvSpPr>
          <p:nvPr>
            <p:ph type="sldNum" sz="quarter" idx="12"/>
          </p:nvPr>
        </p:nvSpPr>
        <p:spPr/>
        <p:txBody>
          <a:bodyPr/>
          <a:lstStyle>
            <a:lvl1pPr>
              <a:defRPr/>
            </a:lvl1pPr>
          </a:lstStyle>
          <a:p>
            <a:fld id="{F8FBB77C-F352-4A44-870D-95938FF62CC6}" type="slidenum">
              <a:rPr lang="en-US" altLang="en-US"/>
              <a:pPr/>
              <a:t>‹#›</a:t>
            </a:fld>
            <a:endParaRPr lang="en-US" altLang="en-US"/>
          </a:p>
        </p:txBody>
      </p:sp>
    </p:spTree>
    <p:extLst>
      <p:ext uri="{BB962C8B-B14F-4D97-AF65-F5344CB8AC3E}">
        <p14:creationId xmlns:p14="http://schemas.microsoft.com/office/powerpoint/2010/main" val="2017243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19CE325-885F-42DB-88F4-5B30E61170F1}"/>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EF5EBFA4-FE43-4B67-A27F-ED513D609439}"/>
              </a:ext>
            </a:extLst>
          </p:cNvPr>
          <p:cNvSpPr>
            <a:spLocks noGrp="1"/>
          </p:cNvSpPr>
          <p:nvPr>
            <p:ph type="ftr" sz="quarter" idx="11"/>
          </p:nvPr>
        </p:nvSpPr>
        <p:spPr/>
        <p:txBody>
          <a:bodyPr/>
          <a:lstStyle>
            <a:lvl1pPr>
              <a:defRPr/>
            </a:lvl1pPr>
          </a:lstStyle>
          <a:p>
            <a:pPr>
              <a:defRPr/>
            </a:pPr>
            <a:r>
              <a:rPr lang="en-US"/>
              <a:t>INS3150 - PROGRAMMING PLC</a:t>
            </a:r>
          </a:p>
        </p:txBody>
      </p:sp>
      <p:sp>
        <p:nvSpPr>
          <p:cNvPr id="4" name="Slide Number Placeholder 5">
            <a:extLst>
              <a:ext uri="{FF2B5EF4-FFF2-40B4-BE49-F238E27FC236}">
                <a16:creationId xmlns:a16="http://schemas.microsoft.com/office/drawing/2014/main" id="{8DA05A22-5209-4B3B-AD9F-72457B8C3E06}"/>
              </a:ext>
            </a:extLst>
          </p:cNvPr>
          <p:cNvSpPr>
            <a:spLocks noGrp="1"/>
          </p:cNvSpPr>
          <p:nvPr>
            <p:ph type="sldNum" sz="quarter" idx="12"/>
          </p:nvPr>
        </p:nvSpPr>
        <p:spPr/>
        <p:txBody>
          <a:bodyPr/>
          <a:lstStyle>
            <a:lvl1pPr>
              <a:defRPr/>
            </a:lvl1pPr>
          </a:lstStyle>
          <a:p>
            <a:fld id="{B9C517CD-9194-4FB5-932D-C569705151CA}" type="slidenum">
              <a:rPr lang="en-US" altLang="en-US"/>
              <a:pPr/>
              <a:t>‹#›</a:t>
            </a:fld>
            <a:endParaRPr lang="en-US" altLang="en-US"/>
          </a:p>
        </p:txBody>
      </p:sp>
    </p:spTree>
    <p:extLst>
      <p:ext uri="{BB962C8B-B14F-4D97-AF65-F5344CB8AC3E}">
        <p14:creationId xmlns:p14="http://schemas.microsoft.com/office/powerpoint/2010/main" val="4103101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81"/>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a:extLst>
              <a:ext uri="{FF2B5EF4-FFF2-40B4-BE49-F238E27FC236}">
                <a16:creationId xmlns:a16="http://schemas.microsoft.com/office/drawing/2014/main" id="{0A9ABA3B-C404-473D-A4C0-DE9A20B1584A}"/>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51EA54A4-9CF3-4ECC-B0C5-23F25AA6F80C}"/>
              </a:ext>
            </a:extLst>
          </p:cNvPr>
          <p:cNvSpPr>
            <a:spLocks noGrp="1"/>
          </p:cNvSpPr>
          <p:nvPr>
            <p:ph type="ftr" sz="quarter" idx="11"/>
          </p:nvPr>
        </p:nvSpPr>
        <p:spPr/>
        <p:txBody>
          <a:bodyPr/>
          <a:lstStyle>
            <a:lvl1pPr>
              <a:defRPr/>
            </a:lvl1pPr>
          </a:lstStyle>
          <a:p>
            <a:pPr>
              <a:defRPr/>
            </a:pPr>
            <a:r>
              <a:rPr lang="en-US"/>
              <a:t>INS3150 - PROGRAMMING PLC</a:t>
            </a:r>
          </a:p>
        </p:txBody>
      </p:sp>
      <p:sp>
        <p:nvSpPr>
          <p:cNvPr id="7" name="Slide Number Placeholder 5">
            <a:extLst>
              <a:ext uri="{FF2B5EF4-FFF2-40B4-BE49-F238E27FC236}">
                <a16:creationId xmlns:a16="http://schemas.microsoft.com/office/drawing/2014/main" id="{7B222C10-C7D1-48B1-A3E2-676167087FDE}"/>
              </a:ext>
            </a:extLst>
          </p:cNvPr>
          <p:cNvSpPr>
            <a:spLocks noGrp="1"/>
          </p:cNvSpPr>
          <p:nvPr>
            <p:ph type="sldNum" sz="quarter" idx="12"/>
          </p:nvPr>
        </p:nvSpPr>
        <p:spPr/>
        <p:txBody>
          <a:bodyPr/>
          <a:lstStyle>
            <a:lvl1pPr>
              <a:defRPr/>
            </a:lvl1pPr>
          </a:lstStyle>
          <a:p>
            <a:fld id="{8D2566DE-65F7-4444-A1F8-FC726D8C0842}" type="slidenum">
              <a:rPr lang="en-US" altLang="en-US"/>
              <a:pPr/>
              <a:t>‹#›</a:t>
            </a:fld>
            <a:endParaRPr lang="en-US" altLang="en-US"/>
          </a:p>
        </p:txBody>
      </p:sp>
    </p:spTree>
    <p:extLst>
      <p:ext uri="{BB962C8B-B14F-4D97-AF65-F5344CB8AC3E}">
        <p14:creationId xmlns:p14="http://schemas.microsoft.com/office/powerpoint/2010/main" val="76570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5" name="Date Placeholder 3">
            <a:extLst>
              <a:ext uri="{FF2B5EF4-FFF2-40B4-BE49-F238E27FC236}">
                <a16:creationId xmlns:a16="http://schemas.microsoft.com/office/drawing/2014/main" id="{55BFCF92-3950-4C6C-800F-BEC36290D3F4}"/>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D45BAFC7-6ECB-4667-92D4-DA687E8A8D14}"/>
              </a:ext>
            </a:extLst>
          </p:cNvPr>
          <p:cNvSpPr>
            <a:spLocks noGrp="1"/>
          </p:cNvSpPr>
          <p:nvPr>
            <p:ph type="ftr" sz="quarter" idx="11"/>
          </p:nvPr>
        </p:nvSpPr>
        <p:spPr/>
        <p:txBody>
          <a:bodyPr/>
          <a:lstStyle>
            <a:lvl1pPr>
              <a:defRPr/>
            </a:lvl1pPr>
          </a:lstStyle>
          <a:p>
            <a:pPr>
              <a:defRPr/>
            </a:pPr>
            <a:r>
              <a:rPr lang="en-US"/>
              <a:t>INS3150 - PROGRAMMING PLC</a:t>
            </a:r>
          </a:p>
        </p:txBody>
      </p:sp>
      <p:sp>
        <p:nvSpPr>
          <p:cNvPr id="7" name="Slide Number Placeholder 5">
            <a:extLst>
              <a:ext uri="{FF2B5EF4-FFF2-40B4-BE49-F238E27FC236}">
                <a16:creationId xmlns:a16="http://schemas.microsoft.com/office/drawing/2014/main" id="{E528E073-0D42-47FB-BC91-760BC52C650C}"/>
              </a:ext>
            </a:extLst>
          </p:cNvPr>
          <p:cNvSpPr>
            <a:spLocks noGrp="1"/>
          </p:cNvSpPr>
          <p:nvPr>
            <p:ph type="sldNum" sz="quarter" idx="12"/>
          </p:nvPr>
        </p:nvSpPr>
        <p:spPr/>
        <p:txBody>
          <a:bodyPr/>
          <a:lstStyle>
            <a:lvl1pPr>
              <a:defRPr/>
            </a:lvl1pPr>
          </a:lstStyle>
          <a:p>
            <a:fld id="{CCE6ADF0-59DD-4BC9-919E-484E29A25F5B}" type="slidenum">
              <a:rPr lang="en-US" altLang="en-US"/>
              <a:pPr/>
              <a:t>‹#›</a:t>
            </a:fld>
            <a:endParaRPr lang="en-US" altLang="en-US"/>
          </a:p>
        </p:txBody>
      </p:sp>
    </p:spTree>
    <p:extLst>
      <p:ext uri="{BB962C8B-B14F-4D97-AF65-F5344CB8AC3E}">
        <p14:creationId xmlns:p14="http://schemas.microsoft.com/office/powerpoint/2010/main" val="435884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DAB7D2-4577-4E9A-AC8D-7155011BACC5}"/>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BD6DDBC-91AA-481C-83CA-245227B8E78D}"/>
              </a:ext>
            </a:extLst>
          </p:cNvPr>
          <p:cNvSpPr>
            <a:spLocks noGrp="1"/>
          </p:cNvSpPr>
          <p:nvPr>
            <p:ph type="ftr" sz="quarter" idx="11"/>
          </p:nvPr>
        </p:nvSpPr>
        <p:spPr/>
        <p:txBody>
          <a:bodyPr/>
          <a:lstStyle>
            <a:lvl1pPr>
              <a:defRPr/>
            </a:lvl1pPr>
          </a:lstStyle>
          <a:p>
            <a:pPr>
              <a:defRPr/>
            </a:pPr>
            <a:r>
              <a:rPr lang="en-US"/>
              <a:t>INS3150 - PROGRAMMING PLC</a:t>
            </a:r>
          </a:p>
        </p:txBody>
      </p:sp>
      <p:sp>
        <p:nvSpPr>
          <p:cNvPr id="6" name="Slide Number Placeholder 5">
            <a:extLst>
              <a:ext uri="{FF2B5EF4-FFF2-40B4-BE49-F238E27FC236}">
                <a16:creationId xmlns:a16="http://schemas.microsoft.com/office/drawing/2014/main" id="{ECD41597-6A52-4CA5-8A3C-7196CE89118A}"/>
              </a:ext>
            </a:extLst>
          </p:cNvPr>
          <p:cNvSpPr>
            <a:spLocks noGrp="1"/>
          </p:cNvSpPr>
          <p:nvPr>
            <p:ph type="sldNum" sz="quarter" idx="12"/>
          </p:nvPr>
        </p:nvSpPr>
        <p:spPr/>
        <p:txBody>
          <a:bodyPr/>
          <a:lstStyle>
            <a:lvl1pPr>
              <a:defRPr/>
            </a:lvl1pPr>
          </a:lstStyle>
          <a:p>
            <a:fld id="{EFB1241F-F40E-4317-BA41-F44758A0B7AD}" type="slidenum">
              <a:rPr lang="en-US" altLang="en-US"/>
              <a:pPr/>
              <a:t>‹#›</a:t>
            </a:fld>
            <a:endParaRPr lang="en-US" altLang="en-US"/>
          </a:p>
        </p:txBody>
      </p:sp>
    </p:spTree>
    <p:extLst>
      <p:ext uri="{BB962C8B-B14F-4D97-AF65-F5344CB8AC3E}">
        <p14:creationId xmlns:p14="http://schemas.microsoft.com/office/powerpoint/2010/main" val="3816476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6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186C0C-CA1D-4E81-BDFA-4545475F5F0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A869489-3365-47E7-B77B-F0FFF3CA53B4}"/>
              </a:ext>
            </a:extLst>
          </p:cNvPr>
          <p:cNvSpPr>
            <a:spLocks noGrp="1"/>
          </p:cNvSpPr>
          <p:nvPr>
            <p:ph type="ftr" sz="quarter" idx="11"/>
          </p:nvPr>
        </p:nvSpPr>
        <p:spPr/>
        <p:txBody>
          <a:bodyPr/>
          <a:lstStyle>
            <a:lvl1pPr>
              <a:defRPr/>
            </a:lvl1pPr>
          </a:lstStyle>
          <a:p>
            <a:pPr>
              <a:defRPr/>
            </a:pPr>
            <a:r>
              <a:rPr lang="en-US"/>
              <a:t>INS3150 - PROGRAMMING PLC</a:t>
            </a:r>
          </a:p>
        </p:txBody>
      </p:sp>
      <p:sp>
        <p:nvSpPr>
          <p:cNvPr id="6" name="Slide Number Placeholder 5">
            <a:extLst>
              <a:ext uri="{FF2B5EF4-FFF2-40B4-BE49-F238E27FC236}">
                <a16:creationId xmlns:a16="http://schemas.microsoft.com/office/drawing/2014/main" id="{4813F3D9-DB89-46CC-B231-8BFD29CDE072}"/>
              </a:ext>
            </a:extLst>
          </p:cNvPr>
          <p:cNvSpPr>
            <a:spLocks noGrp="1"/>
          </p:cNvSpPr>
          <p:nvPr>
            <p:ph type="sldNum" sz="quarter" idx="12"/>
          </p:nvPr>
        </p:nvSpPr>
        <p:spPr/>
        <p:txBody>
          <a:bodyPr/>
          <a:lstStyle>
            <a:lvl1pPr>
              <a:defRPr/>
            </a:lvl1pPr>
          </a:lstStyle>
          <a:p>
            <a:fld id="{9C846A09-1AF9-497F-861A-E7EE0D0BFDBD}" type="slidenum">
              <a:rPr lang="en-US" altLang="en-US"/>
              <a:pPr/>
              <a:t>‹#›</a:t>
            </a:fld>
            <a:endParaRPr lang="en-US" altLang="en-US"/>
          </a:p>
        </p:txBody>
      </p:sp>
    </p:spTree>
    <p:extLst>
      <p:ext uri="{BB962C8B-B14F-4D97-AF65-F5344CB8AC3E}">
        <p14:creationId xmlns:p14="http://schemas.microsoft.com/office/powerpoint/2010/main" val="1086774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54FE5AD-98F3-4BB3-9576-F876175CD4C0}"/>
              </a:ext>
            </a:extLst>
          </p:cNvPr>
          <p:cNvSpPr>
            <a:spLocks noGrp="1"/>
          </p:cNvSpPr>
          <p:nvPr>
            <p:ph type="sldNum" sz="quarter" idx="10"/>
          </p:nvPr>
        </p:nvSpPr>
        <p:spPr>
          <a:xfrm>
            <a:off x="-1930400" y="6188075"/>
            <a:ext cx="2844800" cy="365125"/>
          </a:xfrm>
        </p:spPr>
        <p:txBody>
          <a:bodyPr/>
          <a:lstStyle>
            <a:lvl1pPr>
              <a:defRPr/>
            </a:lvl1pPr>
          </a:lstStyle>
          <a:p>
            <a:fld id="{DB029459-D0D7-4582-9464-1703C8D45C44}" type="slidenum">
              <a:rPr lang="en-US" altLang="en-US"/>
              <a:pPr/>
              <a:t>‹#›</a:t>
            </a:fld>
            <a:endParaRPr lang="en-US" altLang="en-US"/>
          </a:p>
        </p:txBody>
      </p:sp>
    </p:spTree>
    <p:extLst>
      <p:ext uri="{BB962C8B-B14F-4D97-AF65-F5344CB8AC3E}">
        <p14:creationId xmlns:p14="http://schemas.microsoft.com/office/powerpoint/2010/main" val="590862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mp;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481D24BB-7A18-4B20-822D-30CDD1486360}"/>
              </a:ext>
            </a:extLst>
          </p:cNvPr>
          <p:cNvSpPr txBox="1">
            <a:spLocks/>
          </p:cNvSpPr>
          <p:nvPr/>
        </p:nvSpPr>
        <p:spPr>
          <a:xfrm>
            <a:off x="2946400" y="274638"/>
            <a:ext cx="8636000" cy="563562"/>
          </a:xfrm>
          <a:prstGeom prst="rect">
            <a:avLst/>
          </a:prstGeom>
        </p:spPr>
        <p:txBody>
          <a:bodyPr lIns="68580" tIns="34290" rIns="68580" bIns="34290" anchor="ctr"/>
          <a:lstStyle>
            <a:lvl1pPr algn="r" defTabSz="914400" rtl="0" eaLnBrk="1" latinLnBrk="0" hangingPunct="1">
              <a:spcBef>
                <a:spcPct val="0"/>
              </a:spcBef>
              <a:buNone/>
              <a:defRPr sz="3200" b="1" kern="1200" cap="small" baseline="0">
                <a:solidFill>
                  <a:srgbClr val="FF9900"/>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400" dirty="0"/>
              <a:t>Click to edit Master title style</a:t>
            </a:r>
          </a:p>
        </p:txBody>
      </p:sp>
      <p:pic>
        <p:nvPicPr>
          <p:cNvPr id="6" name="Picture 7">
            <a:extLst>
              <a:ext uri="{FF2B5EF4-FFF2-40B4-BE49-F238E27FC236}">
                <a16:creationId xmlns:a16="http://schemas.microsoft.com/office/drawing/2014/main" id="{51D828D7-7CF1-496B-B2DD-74D85839C9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228600"/>
            <a:ext cx="21336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Straight Connector 6">
            <a:extLst>
              <a:ext uri="{FF2B5EF4-FFF2-40B4-BE49-F238E27FC236}">
                <a16:creationId xmlns:a16="http://schemas.microsoft.com/office/drawing/2014/main" id="{3A7A02A6-39AD-4A1B-A211-D9D3DD5D6695}"/>
              </a:ext>
            </a:extLst>
          </p:cNvPr>
          <p:cNvCxnSpPr/>
          <p:nvPr/>
        </p:nvCxnSpPr>
        <p:spPr>
          <a:xfrm flipH="1">
            <a:off x="711200" y="835025"/>
            <a:ext cx="10871200" cy="0"/>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4" name="Text Placeholder 2"/>
          <p:cNvSpPr>
            <a:spLocks noGrp="1"/>
          </p:cNvSpPr>
          <p:nvPr>
            <p:ph idx="1"/>
          </p:nvPr>
        </p:nvSpPr>
        <p:spPr>
          <a:xfrm>
            <a:off x="609600" y="990600"/>
            <a:ext cx="10972800" cy="5562600"/>
          </a:xfrm>
          <a:prstGeom prst="rect">
            <a:avLst/>
          </a:prstGeom>
        </p:spPr>
        <p:txBody>
          <a:bodyPr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19380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Click to edit Master text styles</a:t>
            </a:r>
          </a:p>
        </p:txBody>
      </p:sp>
      <p:sp>
        <p:nvSpPr>
          <p:cNvPr id="7" name="Content Placeholder 2"/>
          <p:cNvSpPr>
            <a:spLocks noGrp="1"/>
          </p:cNvSpPr>
          <p:nvPr>
            <p:ph idx="13"/>
          </p:nvPr>
        </p:nvSpPr>
        <p:spPr>
          <a:xfrm>
            <a:off x="6604000" y="1828800"/>
            <a:ext cx="5384800" cy="2743200"/>
          </a:xfrm>
        </p:spPr>
        <p:txBody>
          <a:bodyPr>
            <a:normAutofit/>
          </a:bodyPr>
          <a:lstStyle>
            <a:lvl1pPr marL="0" indent="0">
              <a:buFontTx/>
              <a:buNone/>
              <a:defRPr sz="1800" b="0"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Click to edit Master text styles</a:t>
            </a:r>
          </a:p>
          <a:p>
            <a:pPr lvl="1"/>
            <a:r>
              <a:rPr lang="en-US"/>
              <a:t>Second level</a:t>
            </a:r>
          </a:p>
          <a:p>
            <a:pPr lvl="2"/>
            <a:r>
              <a:rPr lang="en-US"/>
              <a:t>Third level</a:t>
            </a:r>
          </a:p>
        </p:txBody>
      </p:sp>
      <p:sp>
        <p:nvSpPr>
          <p:cNvPr id="5" name="Slide Number Placeholder 10">
            <a:extLst>
              <a:ext uri="{FF2B5EF4-FFF2-40B4-BE49-F238E27FC236}">
                <a16:creationId xmlns:a16="http://schemas.microsoft.com/office/drawing/2014/main" id="{BE236E20-7D61-4D3F-ACA7-1C12971E3AF3}"/>
              </a:ext>
            </a:extLst>
          </p:cNvPr>
          <p:cNvSpPr>
            <a:spLocks noGrp="1"/>
          </p:cNvSpPr>
          <p:nvPr>
            <p:ph type="sldNum" sz="quarter" idx="14"/>
          </p:nvPr>
        </p:nvSpPr>
        <p:spPr>
          <a:xfrm>
            <a:off x="-1828800" y="6172200"/>
            <a:ext cx="2844800"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4CB233B5-743B-4ED5-B9DC-1055A894E327}" type="slidenum">
              <a:rPr lang="en-US" altLang="en-US"/>
              <a:pPr/>
              <a:t>‹#›</a:t>
            </a:fld>
            <a:endParaRPr lang="en-US" altLang="en-US"/>
          </a:p>
        </p:txBody>
      </p:sp>
    </p:spTree>
    <p:extLst>
      <p:ext uri="{BB962C8B-B14F-4D97-AF65-F5344CB8AC3E}">
        <p14:creationId xmlns:p14="http://schemas.microsoft.com/office/powerpoint/2010/main" val="3620477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Title and Content">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A6BBFF02-5588-4CD5-89EC-3ABAF90D15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 y="228600"/>
            <a:ext cx="21336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Placeholder 1"/>
          <p:cNvSpPr>
            <a:spLocks noGrp="1"/>
          </p:cNvSpPr>
          <p:nvPr>
            <p:ph type="title"/>
          </p:nvPr>
        </p:nvSpPr>
        <p:spPr>
          <a:xfrm>
            <a:off x="2946400" y="274638"/>
            <a:ext cx="8636000" cy="563562"/>
          </a:xfrm>
          <a:prstGeom prst="rect">
            <a:avLst/>
          </a:prstGeom>
        </p:spPr>
        <p:txBody>
          <a:bodyPr rtlCol="0">
            <a:noAutofit/>
          </a:bodyPr>
          <a:lstStyle/>
          <a:p>
            <a:r>
              <a:rPr lang="en-US"/>
              <a:t>Click to edit Master title style</a:t>
            </a:r>
            <a:endParaRPr lang="en-US" dirty="0"/>
          </a:p>
        </p:txBody>
      </p:sp>
      <p:sp>
        <p:nvSpPr>
          <p:cNvPr id="8" name="Text Placeholder 2"/>
          <p:cNvSpPr>
            <a:spLocks noGrp="1"/>
          </p:cNvSpPr>
          <p:nvPr>
            <p:ph idx="1"/>
          </p:nvPr>
        </p:nvSpPr>
        <p:spPr>
          <a:xfrm>
            <a:off x="609600" y="990600"/>
            <a:ext cx="10972800" cy="5562600"/>
          </a:xfrm>
          <a:prstGeom prst="rect">
            <a:avLst/>
          </a:prstGeom>
        </p:spPr>
        <p:txBody>
          <a:bodyPr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78889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C1AA89B9-3D20-45DB-9CC2-728390326B84}"/>
              </a:ext>
            </a:extLst>
          </p:cNvPr>
          <p:cNvSpPr>
            <a:spLocks noGrp="1"/>
          </p:cNvSpPr>
          <p:nvPr>
            <p:ph type="sldNum" sz="quarter" idx="10"/>
          </p:nvPr>
        </p:nvSpPr>
        <p:spPr>
          <a:xfrm>
            <a:off x="-1930400" y="6188075"/>
            <a:ext cx="2844800" cy="365125"/>
          </a:xfrm>
        </p:spPr>
        <p:txBody>
          <a:bodyPr/>
          <a:lstStyle>
            <a:lvl1pPr>
              <a:defRPr/>
            </a:lvl1pPr>
          </a:lstStyle>
          <a:p>
            <a:fld id="{5FA9145C-D48F-4839-BB99-99912A499510}" type="slidenum">
              <a:rPr lang="en-US" altLang="en-US"/>
              <a:pPr/>
              <a:t>‹#›</a:t>
            </a:fld>
            <a:endParaRPr lang="en-US" altLang="en-US"/>
          </a:p>
        </p:txBody>
      </p:sp>
    </p:spTree>
    <p:extLst>
      <p:ext uri="{BB962C8B-B14F-4D97-AF65-F5344CB8AC3E}">
        <p14:creationId xmlns:p14="http://schemas.microsoft.com/office/powerpoint/2010/main" val="28491436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56E2E066-B03F-4962-B5FE-3EE655F188F1}"/>
              </a:ext>
            </a:extLst>
          </p:cNvPr>
          <p:cNvSpPr>
            <a:spLocks noGrp="1"/>
          </p:cNvSpPr>
          <p:nvPr>
            <p:ph type="sldNum" sz="quarter" idx="10"/>
          </p:nvPr>
        </p:nvSpPr>
        <p:spPr>
          <a:xfrm>
            <a:off x="-1930400" y="6188075"/>
            <a:ext cx="2844800" cy="365125"/>
          </a:xfrm>
        </p:spPr>
        <p:txBody>
          <a:bodyPr/>
          <a:lstStyle>
            <a:lvl1pPr>
              <a:defRPr/>
            </a:lvl1pPr>
          </a:lstStyle>
          <a:p>
            <a:fld id="{4B888B62-B048-4089-B23C-133D463B7521}" type="slidenum">
              <a:rPr lang="en-US" altLang="en-US"/>
              <a:pPr/>
              <a:t>‹#›</a:t>
            </a:fld>
            <a:endParaRPr lang="en-US" altLang="en-US"/>
          </a:p>
        </p:txBody>
      </p:sp>
    </p:spTree>
    <p:extLst>
      <p:ext uri="{BB962C8B-B14F-4D97-AF65-F5344CB8AC3E}">
        <p14:creationId xmlns:p14="http://schemas.microsoft.com/office/powerpoint/2010/main" val="297017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5D2ED859-B266-4D2F-A278-EAE3668C6C6D}"/>
              </a:ext>
            </a:extLst>
          </p:cNvPr>
          <p:cNvSpPr>
            <a:spLocks noGrp="1"/>
          </p:cNvSpPr>
          <p:nvPr>
            <p:ph type="sldNum" sz="quarter" idx="10"/>
          </p:nvPr>
        </p:nvSpPr>
        <p:spPr>
          <a:xfrm>
            <a:off x="-1930400" y="6188075"/>
            <a:ext cx="2844800" cy="365125"/>
          </a:xfrm>
        </p:spPr>
        <p:txBody>
          <a:bodyPr/>
          <a:lstStyle>
            <a:lvl1pPr>
              <a:defRPr/>
            </a:lvl1pPr>
          </a:lstStyle>
          <a:p>
            <a:fld id="{4E7A4947-FCCE-40CD-BCE3-E2FF877FF2B5}" type="slidenum">
              <a:rPr lang="en-US" altLang="en-US"/>
              <a:pPr/>
              <a:t>‹#›</a:t>
            </a:fld>
            <a:endParaRPr lang="en-US" altLang="en-US"/>
          </a:p>
        </p:txBody>
      </p:sp>
    </p:spTree>
    <p:extLst>
      <p:ext uri="{BB962C8B-B14F-4D97-AF65-F5344CB8AC3E}">
        <p14:creationId xmlns:p14="http://schemas.microsoft.com/office/powerpoint/2010/main" val="27653264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7A0790BD-571D-47AC-9D68-AB70F5782139}"/>
              </a:ext>
            </a:extLst>
          </p:cNvPr>
          <p:cNvSpPr>
            <a:spLocks noGrp="1"/>
          </p:cNvSpPr>
          <p:nvPr>
            <p:ph type="sldNum" sz="quarter" idx="10"/>
          </p:nvPr>
        </p:nvSpPr>
        <p:spPr>
          <a:xfrm>
            <a:off x="-1930400" y="6188075"/>
            <a:ext cx="2844800" cy="365125"/>
          </a:xfrm>
        </p:spPr>
        <p:txBody>
          <a:bodyPr/>
          <a:lstStyle>
            <a:lvl1pPr>
              <a:defRPr/>
            </a:lvl1pPr>
          </a:lstStyle>
          <a:p>
            <a:fld id="{109FDB65-CF63-4925-A595-55FDE2F99ED8}" type="slidenum">
              <a:rPr lang="en-US" altLang="en-US"/>
              <a:pPr/>
              <a:t>‹#›</a:t>
            </a:fld>
            <a:endParaRPr lang="en-US" altLang="en-US"/>
          </a:p>
        </p:txBody>
      </p:sp>
    </p:spTree>
    <p:extLst>
      <p:ext uri="{BB962C8B-B14F-4D97-AF65-F5344CB8AC3E}">
        <p14:creationId xmlns:p14="http://schemas.microsoft.com/office/powerpoint/2010/main" val="7714356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7CE8561B-7002-472E-A375-68A5EAEC13F7}"/>
              </a:ext>
            </a:extLst>
          </p:cNvPr>
          <p:cNvSpPr>
            <a:spLocks noGrp="1"/>
          </p:cNvSpPr>
          <p:nvPr>
            <p:ph type="sldNum" sz="quarter" idx="10"/>
          </p:nvPr>
        </p:nvSpPr>
        <p:spPr>
          <a:xfrm>
            <a:off x="-1930400" y="6188075"/>
            <a:ext cx="2844800" cy="365125"/>
          </a:xfrm>
        </p:spPr>
        <p:txBody>
          <a:bodyPr/>
          <a:lstStyle>
            <a:lvl1pPr>
              <a:defRPr/>
            </a:lvl1pPr>
          </a:lstStyle>
          <a:p>
            <a:fld id="{2B8AF2B7-7149-433D-A215-3F3804F38E7A}" type="slidenum">
              <a:rPr lang="en-US" altLang="en-US"/>
              <a:pPr/>
              <a:t>‹#›</a:t>
            </a:fld>
            <a:endParaRPr lang="en-US" altLang="en-US"/>
          </a:p>
        </p:txBody>
      </p:sp>
    </p:spTree>
    <p:extLst>
      <p:ext uri="{BB962C8B-B14F-4D97-AF65-F5344CB8AC3E}">
        <p14:creationId xmlns:p14="http://schemas.microsoft.com/office/powerpoint/2010/main" val="38888739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C2BE4FDA-EC86-4BF1-9E73-3DD5B33B902A}"/>
              </a:ext>
            </a:extLst>
          </p:cNvPr>
          <p:cNvSpPr>
            <a:spLocks noGrp="1"/>
          </p:cNvSpPr>
          <p:nvPr>
            <p:ph type="sldNum" sz="quarter" idx="10"/>
          </p:nvPr>
        </p:nvSpPr>
        <p:spPr>
          <a:xfrm>
            <a:off x="-1930400" y="6188075"/>
            <a:ext cx="2844800" cy="365125"/>
          </a:xfrm>
        </p:spPr>
        <p:txBody>
          <a:bodyPr/>
          <a:lstStyle>
            <a:lvl1pPr>
              <a:defRPr/>
            </a:lvl1pPr>
          </a:lstStyle>
          <a:p>
            <a:fld id="{5AAF404F-3D89-4CB0-8CB3-B7095630D101}" type="slidenum">
              <a:rPr lang="en-US" altLang="en-US"/>
              <a:pPr/>
              <a:t>‹#›</a:t>
            </a:fld>
            <a:endParaRPr lang="en-US" altLang="en-US"/>
          </a:p>
        </p:txBody>
      </p:sp>
    </p:spTree>
    <p:extLst>
      <p:ext uri="{BB962C8B-B14F-4D97-AF65-F5344CB8AC3E}">
        <p14:creationId xmlns:p14="http://schemas.microsoft.com/office/powerpoint/2010/main" val="28275904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D3E41E8E-D496-44A2-B984-DD9FFBE1F4E6}"/>
              </a:ext>
            </a:extLst>
          </p:cNvPr>
          <p:cNvSpPr>
            <a:spLocks noGrp="1"/>
          </p:cNvSpPr>
          <p:nvPr>
            <p:ph type="sldNum" sz="quarter" idx="10"/>
          </p:nvPr>
        </p:nvSpPr>
        <p:spPr>
          <a:xfrm>
            <a:off x="-1930400" y="6188075"/>
            <a:ext cx="2844800" cy="365125"/>
          </a:xfrm>
        </p:spPr>
        <p:txBody>
          <a:bodyPr/>
          <a:lstStyle>
            <a:lvl1pPr>
              <a:defRPr/>
            </a:lvl1pPr>
          </a:lstStyle>
          <a:p>
            <a:fld id="{FCB72720-E8AB-4E0C-B4F6-FA8F6CD2A982}" type="slidenum">
              <a:rPr lang="en-US" altLang="en-US"/>
              <a:pPr/>
              <a:t>‹#›</a:t>
            </a:fld>
            <a:endParaRPr lang="en-US" altLang="en-US"/>
          </a:p>
        </p:txBody>
      </p:sp>
    </p:spTree>
    <p:extLst>
      <p:ext uri="{BB962C8B-B14F-4D97-AF65-F5344CB8AC3E}">
        <p14:creationId xmlns:p14="http://schemas.microsoft.com/office/powerpoint/2010/main" val="2384324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4882AA15-6B33-4DBC-A7E8-7E2468DFAC93}"/>
              </a:ext>
            </a:extLst>
          </p:cNvPr>
          <p:cNvSpPr>
            <a:spLocks noGrp="1"/>
          </p:cNvSpPr>
          <p:nvPr>
            <p:ph type="sldNum" sz="quarter" idx="10"/>
          </p:nvPr>
        </p:nvSpPr>
        <p:spPr>
          <a:xfrm>
            <a:off x="-1930400" y="6188075"/>
            <a:ext cx="2844800" cy="365125"/>
          </a:xfrm>
        </p:spPr>
        <p:txBody>
          <a:bodyPr/>
          <a:lstStyle>
            <a:lvl1pPr>
              <a:defRPr/>
            </a:lvl1pPr>
          </a:lstStyle>
          <a:p>
            <a:fld id="{88531348-1953-4807-9FA3-1A5B504436F4}" type="slidenum">
              <a:rPr lang="en-US" altLang="en-US"/>
              <a:pPr/>
              <a:t>‹#›</a:t>
            </a:fld>
            <a:endParaRPr lang="en-US" altLang="en-US"/>
          </a:p>
        </p:txBody>
      </p:sp>
    </p:spTree>
    <p:extLst>
      <p:ext uri="{BB962C8B-B14F-4D97-AF65-F5344CB8AC3E}">
        <p14:creationId xmlns:p14="http://schemas.microsoft.com/office/powerpoint/2010/main" val="13040830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9C4F6F23-5DC5-44E0-BD3C-02BBF3C9755F}"/>
              </a:ext>
            </a:extLst>
          </p:cNvPr>
          <p:cNvSpPr>
            <a:spLocks noGrp="1"/>
          </p:cNvSpPr>
          <p:nvPr>
            <p:ph type="sldNum" sz="quarter" idx="10"/>
          </p:nvPr>
        </p:nvSpPr>
        <p:spPr>
          <a:xfrm>
            <a:off x="-1930400" y="6188075"/>
            <a:ext cx="2844800" cy="365125"/>
          </a:xfrm>
        </p:spPr>
        <p:txBody>
          <a:bodyPr/>
          <a:lstStyle>
            <a:lvl1pPr>
              <a:defRPr/>
            </a:lvl1pPr>
          </a:lstStyle>
          <a:p>
            <a:fld id="{C00EAF1C-73E5-45E2-AD23-8E864022553C}" type="slidenum">
              <a:rPr lang="en-US" altLang="en-US"/>
              <a:pPr/>
              <a:t>‹#›</a:t>
            </a:fld>
            <a:endParaRPr lang="en-US" altLang="en-US"/>
          </a:p>
        </p:txBody>
      </p:sp>
    </p:spTree>
    <p:extLst>
      <p:ext uri="{BB962C8B-B14F-4D97-AF65-F5344CB8AC3E}">
        <p14:creationId xmlns:p14="http://schemas.microsoft.com/office/powerpoint/2010/main" val="8338280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6C2B7EED-8052-460A-B1FA-E8D2A1655B92}"/>
              </a:ext>
            </a:extLst>
          </p:cNvPr>
          <p:cNvSpPr>
            <a:spLocks noGrp="1"/>
          </p:cNvSpPr>
          <p:nvPr>
            <p:ph type="sldNum" sz="quarter" idx="10"/>
          </p:nvPr>
        </p:nvSpPr>
        <p:spPr>
          <a:xfrm>
            <a:off x="-1930400" y="6188075"/>
            <a:ext cx="2844800" cy="365125"/>
          </a:xfrm>
        </p:spPr>
        <p:txBody>
          <a:bodyPr/>
          <a:lstStyle>
            <a:lvl1pPr>
              <a:defRPr/>
            </a:lvl1pPr>
          </a:lstStyle>
          <a:p>
            <a:fld id="{7FA8CE88-C786-4593-B921-4BCA6DF9715B}" type="slidenum">
              <a:rPr lang="en-US" altLang="en-US"/>
              <a:pPr/>
              <a:t>‹#›</a:t>
            </a:fld>
            <a:endParaRPr lang="en-US" altLang="en-US"/>
          </a:p>
        </p:txBody>
      </p:sp>
    </p:spTree>
    <p:extLst>
      <p:ext uri="{BB962C8B-B14F-4D97-AF65-F5344CB8AC3E}">
        <p14:creationId xmlns:p14="http://schemas.microsoft.com/office/powerpoint/2010/main" val="2325827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FFE70530-C31A-48BC-BC88-918CB899F579}"/>
              </a:ext>
            </a:extLst>
          </p:cNvPr>
          <p:cNvSpPr>
            <a:spLocks noGrp="1"/>
          </p:cNvSpPr>
          <p:nvPr>
            <p:ph type="sldNum" sz="quarter" idx="10"/>
          </p:nvPr>
        </p:nvSpPr>
        <p:spPr>
          <a:xfrm>
            <a:off x="-1930400" y="6188075"/>
            <a:ext cx="2844800" cy="365125"/>
          </a:xfrm>
        </p:spPr>
        <p:txBody>
          <a:bodyPr/>
          <a:lstStyle>
            <a:lvl1pPr>
              <a:defRPr/>
            </a:lvl1pPr>
          </a:lstStyle>
          <a:p>
            <a:fld id="{F6A12E4F-BCE6-4EA7-BDBC-7987BDD049ED}" type="slidenum">
              <a:rPr lang="en-US" altLang="en-US"/>
              <a:pPr/>
              <a:t>‹#›</a:t>
            </a:fld>
            <a:endParaRPr lang="en-US" altLang="en-US"/>
          </a:p>
        </p:txBody>
      </p:sp>
    </p:spTree>
    <p:extLst>
      <p:ext uri="{BB962C8B-B14F-4D97-AF65-F5344CB8AC3E}">
        <p14:creationId xmlns:p14="http://schemas.microsoft.com/office/powerpoint/2010/main" val="36334348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517D2E62-1758-4463-9773-4528BB5E0BDD}"/>
              </a:ext>
            </a:extLst>
          </p:cNvPr>
          <p:cNvSpPr>
            <a:spLocks noGrp="1"/>
          </p:cNvSpPr>
          <p:nvPr>
            <p:ph type="sldNum" sz="quarter" idx="10"/>
          </p:nvPr>
        </p:nvSpPr>
        <p:spPr>
          <a:xfrm>
            <a:off x="-1930400" y="6188075"/>
            <a:ext cx="2844800" cy="365125"/>
          </a:xfrm>
        </p:spPr>
        <p:txBody>
          <a:bodyPr/>
          <a:lstStyle>
            <a:lvl1pPr>
              <a:defRPr/>
            </a:lvl1pPr>
          </a:lstStyle>
          <a:p>
            <a:fld id="{21860808-051A-46FC-A125-1539A0B508B4}" type="slidenum">
              <a:rPr lang="en-US" altLang="en-US"/>
              <a:pPr/>
              <a:t>‹#›</a:t>
            </a:fld>
            <a:endParaRPr lang="en-US" altLang="en-US"/>
          </a:p>
        </p:txBody>
      </p:sp>
    </p:spTree>
    <p:extLst>
      <p:ext uri="{BB962C8B-B14F-4D97-AF65-F5344CB8AC3E}">
        <p14:creationId xmlns:p14="http://schemas.microsoft.com/office/powerpoint/2010/main" val="1622375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AA83F9E5-8236-4351-AF80-0FA5A1266085}"/>
              </a:ext>
            </a:extLst>
          </p:cNvPr>
          <p:cNvSpPr>
            <a:spLocks noGrp="1"/>
          </p:cNvSpPr>
          <p:nvPr>
            <p:ph type="sldNum" sz="quarter" idx="10"/>
          </p:nvPr>
        </p:nvSpPr>
        <p:spPr>
          <a:xfrm>
            <a:off x="-1930400" y="6188075"/>
            <a:ext cx="2844800" cy="365125"/>
          </a:xfrm>
        </p:spPr>
        <p:txBody>
          <a:bodyPr/>
          <a:lstStyle>
            <a:lvl1pPr>
              <a:defRPr/>
            </a:lvl1pPr>
          </a:lstStyle>
          <a:p>
            <a:fld id="{F8D0BE7D-4342-4C1A-8B0A-4D64B1682544}" type="slidenum">
              <a:rPr lang="en-US" altLang="en-US"/>
              <a:pPr/>
              <a:t>‹#›</a:t>
            </a:fld>
            <a:endParaRPr lang="en-US" altLang="en-US"/>
          </a:p>
        </p:txBody>
      </p:sp>
    </p:spTree>
    <p:extLst>
      <p:ext uri="{BB962C8B-B14F-4D97-AF65-F5344CB8AC3E}">
        <p14:creationId xmlns:p14="http://schemas.microsoft.com/office/powerpoint/2010/main" val="1439345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8902A4FE-232B-425A-86B9-64E052FF771B}"/>
              </a:ext>
            </a:extLst>
          </p:cNvPr>
          <p:cNvSpPr>
            <a:spLocks noGrp="1"/>
          </p:cNvSpPr>
          <p:nvPr>
            <p:ph type="sldNum" sz="quarter" idx="10"/>
          </p:nvPr>
        </p:nvSpPr>
        <p:spPr>
          <a:xfrm>
            <a:off x="-1930400" y="6188075"/>
            <a:ext cx="2844800" cy="365125"/>
          </a:xfrm>
        </p:spPr>
        <p:txBody>
          <a:bodyPr/>
          <a:lstStyle>
            <a:lvl1pPr>
              <a:defRPr/>
            </a:lvl1pPr>
          </a:lstStyle>
          <a:p>
            <a:fld id="{E8BC9291-B215-46A7-A532-360E56BC7CD9}" type="slidenum">
              <a:rPr lang="en-US" altLang="en-US"/>
              <a:pPr/>
              <a:t>‹#›</a:t>
            </a:fld>
            <a:endParaRPr lang="en-US" altLang="en-US"/>
          </a:p>
        </p:txBody>
      </p:sp>
    </p:spTree>
    <p:extLst>
      <p:ext uri="{BB962C8B-B14F-4D97-AF65-F5344CB8AC3E}">
        <p14:creationId xmlns:p14="http://schemas.microsoft.com/office/powerpoint/2010/main" val="3523960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C717F695-59CD-4883-9A2E-1F0800471600}"/>
              </a:ext>
            </a:extLst>
          </p:cNvPr>
          <p:cNvSpPr>
            <a:spLocks noGrp="1"/>
          </p:cNvSpPr>
          <p:nvPr>
            <p:ph type="sldNum" sz="quarter" idx="10"/>
          </p:nvPr>
        </p:nvSpPr>
        <p:spPr>
          <a:xfrm>
            <a:off x="-1930400" y="6188075"/>
            <a:ext cx="2844800" cy="365125"/>
          </a:xfrm>
        </p:spPr>
        <p:txBody>
          <a:bodyPr/>
          <a:lstStyle>
            <a:lvl1pPr>
              <a:defRPr/>
            </a:lvl1pPr>
          </a:lstStyle>
          <a:p>
            <a:fld id="{81D7933F-4F52-41A6-AE65-48BEF8D9C61A}" type="slidenum">
              <a:rPr lang="en-US" altLang="en-US"/>
              <a:pPr/>
              <a:t>‹#›</a:t>
            </a:fld>
            <a:endParaRPr lang="en-US" altLang="en-US"/>
          </a:p>
        </p:txBody>
      </p:sp>
    </p:spTree>
    <p:extLst>
      <p:ext uri="{BB962C8B-B14F-4D97-AF65-F5344CB8AC3E}">
        <p14:creationId xmlns:p14="http://schemas.microsoft.com/office/powerpoint/2010/main" val="34272835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45956471-1762-41A6-AA45-F65BAE94FFEF}"/>
              </a:ext>
            </a:extLst>
          </p:cNvPr>
          <p:cNvSpPr>
            <a:spLocks noGrp="1"/>
          </p:cNvSpPr>
          <p:nvPr>
            <p:ph type="sldNum" sz="quarter" idx="10"/>
          </p:nvPr>
        </p:nvSpPr>
        <p:spPr>
          <a:xfrm>
            <a:off x="-1930400" y="6188075"/>
            <a:ext cx="2844800" cy="365125"/>
          </a:xfrm>
        </p:spPr>
        <p:txBody>
          <a:bodyPr/>
          <a:lstStyle>
            <a:lvl1pPr>
              <a:defRPr/>
            </a:lvl1pPr>
          </a:lstStyle>
          <a:p>
            <a:fld id="{E1974FE7-7390-452E-9DB4-E842A11944D7}" type="slidenum">
              <a:rPr lang="en-US" altLang="en-US"/>
              <a:pPr/>
              <a:t>‹#›</a:t>
            </a:fld>
            <a:endParaRPr lang="en-US" altLang="en-US"/>
          </a:p>
        </p:txBody>
      </p:sp>
    </p:spTree>
    <p:extLst>
      <p:ext uri="{BB962C8B-B14F-4D97-AF65-F5344CB8AC3E}">
        <p14:creationId xmlns:p14="http://schemas.microsoft.com/office/powerpoint/2010/main" val="11093436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FD34FB6C-588A-4B91-906F-ECB59675C021}"/>
              </a:ext>
            </a:extLst>
          </p:cNvPr>
          <p:cNvSpPr>
            <a:spLocks noGrp="1"/>
          </p:cNvSpPr>
          <p:nvPr>
            <p:ph type="sldNum" sz="quarter" idx="10"/>
          </p:nvPr>
        </p:nvSpPr>
        <p:spPr>
          <a:xfrm>
            <a:off x="-1930400" y="6188075"/>
            <a:ext cx="2844800" cy="365125"/>
          </a:xfrm>
        </p:spPr>
        <p:txBody>
          <a:bodyPr/>
          <a:lstStyle>
            <a:lvl1pPr>
              <a:defRPr/>
            </a:lvl1pPr>
          </a:lstStyle>
          <a:p>
            <a:fld id="{C4DAE5B3-6AB8-47A1-A2D9-D4664CF12FB7}" type="slidenum">
              <a:rPr lang="en-US" altLang="en-US"/>
              <a:pPr/>
              <a:t>‹#›</a:t>
            </a:fld>
            <a:endParaRPr lang="en-US" altLang="en-US"/>
          </a:p>
        </p:txBody>
      </p:sp>
    </p:spTree>
    <p:extLst>
      <p:ext uri="{BB962C8B-B14F-4D97-AF65-F5344CB8AC3E}">
        <p14:creationId xmlns:p14="http://schemas.microsoft.com/office/powerpoint/2010/main" val="19176146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C9A7E217-6D34-4874-9FAC-2C5093F8E305}"/>
              </a:ext>
            </a:extLst>
          </p:cNvPr>
          <p:cNvSpPr>
            <a:spLocks noGrp="1"/>
          </p:cNvSpPr>
          <p:nvPr>
            <p:ph type="sldNum" sz="quarter" idx="10"/>
          </p:nvPr>
        </p:nvSpPr>
        <p:spPr>
          <a:xfrm>
            <a:off x="-1930400" y="6188075"/>
            <a:ext cx="2844800" cy="365125"/>
          </a:xfrm>
        </p:spPr>
        <p:txBody>
          <a:bodyPr/>
          <a:lstStyle>
            <a:lvl1pPr>
              <a:defRPr/>
            </a:lvl1pPr>
          </a:lstStyle>
          <a:p>
            <a:fld id="{C22750D2-7899-4C05-839B-97165D2F2345}" type="slidenum">
              <a:rPr lang="en-US" altLang="en-US"/>
              <a:pPr/>
              <a:t>‹#›</a:t>
            </a:fld>
            <a:endParaRPr lang="en-US" altLang="en-US"/>
          </a:p>
        </p:txBody>
      </p:sp>
    </p:spTree>
    <p:extLst>
      <p:ext uri="{BB962C8B-B14F-4D97-AF65-F5344CB8AC3E}">
        <p14:creationId xmlns:p14="http://schemas.microsoft.com/office/powerpoint/2010/main" val="19243891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1E12BB8A-6B9D-4A0B-9DCB-8AAC70C2881F}"/>
              </a:ext>
            </a:extLst>
          </p:cNvPr>
          <p:cNvSpPr>
            <a:spLocks noGrp="1"/>
          </p:cNvSpPr>
          <p:nvPr>
            <p:ph type="sldNum" sz="quarter" idx="10"/>
          </p:nvPr>
        </p:nvSpPr>
        <p:spPr>
          <a:xfrm>
            <a:off x="-1930400" y="6188075"/>
            <a:ext cx="2844800" cy="365125"/>
          </a:xfrm>
        </p:spPr>
        <p:txBody>
          <a:bodyPr/>
          <a:lstStyle>
            <a:lvl1pPr>
              <a:defRPr/>
            </a:lvl1pPr>
          </a:lstStyle>
          <a:p>
            <a:fld id="{ECFB808F-DE78-4FC8-9997-2B7E2548075C}" type="slidenum">
              <a:rPr lang="en-US" altLang="en-US"/>
              <a:pPr/>
              <a:t>‹#›</a:t>
            </a:fld>
            <a:endParaRPr lang="en-US" altLang="en-US"/>
          </a:p>
        </p:txBody>
      </p:sp>
    </p:spTree>
    <p:extLst>
      <p:ext uri="{BB962C8B-B14F-4D97-AF65-F5344CB8AC3E}">
        <p14:creationId xmlns:p14="http://schemas.microsoft.com/office/powerpoint/2010/main" val="335512720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89BA6BE8-1949-4617-9BC6-0ADF84DA2A94}"/>
              </a:ext>
            </a:extLst>
          </p:cNvPr>
          <p:cNvSpPr>
            <a:spLocks noGrp="1"/>
          </p:cNvSpPr>
          <p:nvPr>
            <p:ph type="sldNum" sz="quarter" idx="10"/>
          </p:nvPr>
        </p:nvSpPr>
        <p:spPr>
          <a:xfrm>
            <a:off x="-1930400" y="6188075"/>
            <a:ext cx="2844800" cy="365125"/>
          </a:xfrm>
        </p:spPr>
        <p:txBody>
          <a:bodyPr/>
          <a:lstStyle>
            <a:lvl1pPr>
              <a:defRPr/>
            </a:lvl1pPr>
          </a:lstStyle>
          <a:p>
            <a:fld id="{EE2C9EC9-1105-4A85-8629-CBBA2D3DCAD8}" type="slidenum">
              <a:rPr lang="en-US" altLang="en-US"/>
              <a:pPr/>
              <a:t>‹#›</a:t>
            </a:fld>
            <a:endParaRPr lang="en-US" altLang="en-US"/>
          </a:p>
        </p:txBody>
      </p:sp>
    </p:spTree>
    <p:extLst>
      <p:ext uri="{BB962C8B-B14F-4D97-AF65-F5344CB8AC3E}">
        <p14:creationId xmlns:p14="http://schemas.microsoft.com/office/powerpoint/2010/main" val="8017229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03C1F9AF-91B3-4502-87BD-CD3C240D2471}"/>
              </a:ext>
            </a:extLst>
          </p:cNvPr>
          <p:cNvSpPr>
            <a:spLocks noGrp="1"/>
          </p:cNvSpPr>
          <p:nvPr>
            <p:ph type="sldNum" sz="quarter" idx="10"/>
          </p:nvPr>
        </p:nvSpPr>
        <p:spPr>
          <a:xfrm>
            <a:off x="-1930400" y="6188075"/>
            <a:ext cx="2844800" cy="365125"/>
          </a:xfrm>
        </p:spPr>
        <p:txBody>
          <a:bodyPr/>
          <a:lstStyle>
            <a:lvl1pPr>
              <a:defRPr/>
            </a:lvl1pPr>
          </a:lstStyle>
          <a:p>
            <a:fld id="{4D7E45AD-6175-4AD6-B802-9835351B06FD}" type="slidenum">
              <a:rPr lang="en-US" altLang="en-US"/>
              <a:pPr/>
              <a:t>‹#›</a:t>
            </a:fld>
            <a:endParaRPr lang="en-US" altLang="en-US"/>
          </a:p>
        </p:txBody>
      </p:sp>
    </p:spTree>
    <p:extLst>
      <p:ext uri="{BB962C8B-B14F-4D97-AF65-F5344CB8AC3E}">
        <p14:creationId xmlns:p14="http://schemas.microsoft.com/office/powerpoint/2010/main" val="28367652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8618A23A-50D9-47EA-B233-3D1EBEBA9C57}"/>
              </a:ext>
            </a:extLst>
          </p:cNvPr>
          <p:cNvSpPr>
            <a:spLocks noGrp="1"/>
          </p:cNvSpPr>
          <p:nvPr>
            <p:ph type="sldNum" sz="quarter" idx="10"/>
          </p:nvPr>
        </p:nvSpPr>
        <p:spPr>
          <a:xfrm>
            <a:off x="-1930400" y="6188075"/>
            <a:ext cx="2844800" cy="365125"/>
          </a:xfrm>
        </p:spPr>
        <p:txBody>
          <a:bodyPr/>
          <a:lstStyle>
            <a:lvl1pPr>
              <a:defRPr/>
            </a:lvl1pPr>
          </a:lstStyle>
          <a:p>
            <a:fld id="{699A464B-5B82-4051-AAE6-40B60D6BBC06}" type="slidenum">
              <a:rPr lang="en-US" altLang="en-US"/>
              <a:pPr/>
              <a:t>‹#›</a:t>
            </a:fld>
            <a:endParaRPr lang="en-US" altLang="en-US"/>
          </a:p>
        </p:txBody>
      </p:sp>
    </p:spTree>
    <p:extLst>
      <p:ext uri="{BB962C8B-B14F-4D97-AF65-F5344CB8AC3E}">
        <p14:creationId xmlns:p14="http://schemas.microsoft.com/office/powerpoint/2010/main" val="19099215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AABD4678-0BCA-47B4-BC30-659853032356}"/>
              </a:ext>
            </a:extLst>
          </p:cNvPr>
          <p:cNvSpPr>
            <a:spLocks noGrp="1"/>
          </p:cNvSpPr>
          <p:nvPr>
            <p:ph type="sldNum" sz="quarter" idx="10"/>
          </p:nvPr>
        </p:nvSpPr>
        <p:spPr>
          <a:xfrm>
            <a:off x="-1930400" y="6188075"/>
            <a:ext cx="2844800" cy="365125"/>
          </a:xfrm>
        </p:spPr>
        <p:txBody>
          <a:bodyPr/>
          <a:lstStyle>
            <a:lvl1pPr>
              <a:defRPr/>
            </a:lvl1pPr>
          </a:lstStyle>
          <a:p>
            <a:fld id="{551F0B07-4A08-4A2A-959C-5BF53E3212D5}" type="slidenum">
              <a:rPr lang="en-US" altLang="en-US"/>
              <a:pPr/>
              <a:t>‹#›</a:t>
            </a:fld>
            <a:endParaRPr lang="en-US" altLang="en-US"/>
          </a:p>
        </p:txBody>
      </p:sp>
    </p:spTree>
    <p:extLst>
      <p:ext uri="{BB962C8B-B14F-4D97-AF65-F5344CB8AC3E}">
        <p14:creationId xmlns:p14="http://schemas.microsoft.com/office/powerpoint/2010/main" val="22712341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F303B6F9-DD76-45B8-A587-D9AC47E2A98C}"/>
              </a:ext>
            </a:extLst>
          </p:cNvPr>
          <p:cNvSpPr>
            <a:spLocks noGrp="1"/>
          </p:cNvSpPr>
          <p:nvPr>
            <p:ph type="sldNum" sz="quarter" idx="10"/>
          </p:nvPr>
        </p:nvSpPr>
        <p:spPr>
          <a:xfrm>
            <a:off x="-1930400" y="6188075"/>
            <a:ext cx="2844800" cy="365125"/>
          </a:xfrm>
        </p:spPr>
        <p:txBody>
          <a:bodyPr/>
          <a:lstStyle>
            <a:lvl1pPr>
              <a:defRPr/>
            </a:lvl1pPr>
          </a:lstStyle>
          <a:p>
            <a:fld id="{E4EA518B-4591-4190-9F43-5E8CD7F9B060}" type="slidenum">
              <a:rPr lang="en-US" altLang="en-US"/>
              <a:pPr/>
              <a:t>‹#›</a:t>
            </a:fld>
            <a:endParaRPr lang="en-US" altLang="en-US"/>
          </a:p>
        </p:txBody>
      </p:sp>
    </p:spTree>
    <p:extLst>
      <p:ext uri="{BB962C8B-B14F-4D97-AF65-F5344CB8AC3E}">
        <p14:creationId xmlns:p14="http://schemas.microsoft.com/office/powerpoint/2010/main" val="39143611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A0D2899E-C19A-4B5B-81F8-7B42EC90F2C9}"/>
              </a:ext>
            </a:extLst>
          </p:cNvPr>
          <p:cNvSpPr>
            <a:spLocks noGrp="1"/>
          </p:cNvSpPr>
          <p:nvPr>
            <p:ph type="sldNum" sz="quarter" idx="10"/>
          </p:nvPr>
        </p:nvSpPr>
        <p:spPr>
          <a:xfrm>
            <a:off x="-1930400" y="6188075"/>
            <a:ext cx="2844800" cy="365125"/>
          </a:xfrm>
        </p:spPr>
        <p:txBody>
          <a:bodyPr/>
          <a:lstStyle>
            <a:lvl1pPr>
              <a:defRPr/>
            </a:lvl1pPr>
          </a:lstStyle>
          <a:p>
            <a:fld id="{0460C7FB-D49D-4E49-BE6F-B2C84096453F}" type="slidenum">
              <a:rPr lang="en-US" altLang="en-US"/>
              <a:pPr/>
              <a:t>‹#›</a:t>
            </a:fld>
            <a:endParaRPr lang="en-US" altLang="en-US"/>
          </a:p>
        </p:txBody>
      </p:sp>
    </p:spTree>
    <p:extLst>
      <p:ext uri="{BB962C8B-B14F-4D97-AF65-F5344CB8AC3E}">
        <p14:creationId xmlns:p14="http://schemas.microsoft.com/office/powerpoint/2010/main" val="42869637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A19AD97E-7D67-4F20-99D5-662AD390B2F7}"/>
              </a:ext>
            </a:extLst>
          </p:cNvPr>
          <p:cNvSpPr>
            <a:spLocks noGrp="1"/>
          </p:cNvSpPr>
          <p:nvPr>
            <p:ph type="sldNum" sz="quarter" idx="10"/>
          </p:nvPr>
        </p:nvSpPr>
        <p:spPr>
          <a:xfrm>
            <a:off x="-1930400" y="6188075"/>
            <a:ext cx="2844800" cy="365125"/>
          </a:xfrm>
        </p:spPr>
        <p:txBody>
          <a:bodyPr/>
          <a:lstStyle>
            <a:lvl1pPr>
              <a:defRPr/>
            </a:lvl1pPr>
          </a:lstStyle>
          <a:p>
            <a:fld id="{D60F0537-E180-4B42-B348-0EC1DCE03C3F}" type="slidenum">
              <a:rPr lang="en-US" altLang="en-US"/>
              <a:pPr/>
              <a:t>‹#›</a:t>
            </a:fld>
            <a:endParaRPr lang="en-US" altLang="en-US"/>
          </a:p>
        </p:txBody>
      </p:sp>
    </p:spTree>
    <p:extLst>
      <p:ext uri="{BB962C8B-B14F-4D97-AF65-F5344CB8AC3E}">
        <p14:creationId xmlns:p14="http://schemas.microsoft.com/office/powerpoint/2010/main" val="34862051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AFC77B42-4C34-414E-8F5F-5614F0B0C8D1}"/>
              </a:ext>
            </a:extLst>
          </p:cNvPr>
          <p:cNvSpPr>
            <a:spLocks noGrp="1"/>
          </p:cNvSpPr>
          <p:nvPr>
            <p:ph type="sldNum" sz="quarter" idx="10"/>
          </p:nvPr>
        </p:nvSpPr>
        <p:spPr>
          <a:xfrm>
            <a:off x="-1930400" y="6188075"/>
            <a:ext cx="2844800" cy="365125"/>
          </a:xfrm>
        </p:spPr>
        <p:txBody>
          <a:bodyPr/>
          <a:lstStyle>
            <a:lvl1pPr>
              <a:defRPr/>
            </a:lvl1pPr>
          </a:lstStyle>
          <a:p>
            <a:fld id="{367908B7-0181-436F-BB7D-E27A72E01B32}" type="slidenum">
              <a:rPr lang="en-US" altLang="en-US"/>
              <a:pPr/>
              <a:t>‹#›</a:t>
            </a:fld>
            <a:endParaRPr lang="en-US" altLang="en-US"/>
          </a:p>
        </p:txBody>
      </p:sp>
    </p:spTree>
    <p:extLst>
      <p:ext uri="{BB962C8B-B14F-4D97-AF65-F5344CB8AC3E}">
        <p14:creationId xmlns:p14="http://schemas.microsoft.com/office/powerpoint/2010/main" val="12780474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36800" y="198438"/>
            <a:ext cx="9448800" cy="487362"/>
          </a:xfrm>
        </p:spPr>
        <p:txBody>
          <a:bodyPr anchor="t">
            <a:normAutofit/>
          </a:bodyPr>
          <a:lstStyle>
            <a:lvl1pPr algn="r">
              <a:defRPr sz="1800" b="0" i="0" baseline="0">
                <a:solidFill>
                  <a:schemeClr val="bg1"/>
                </a:solidFill>
                <a:latin typeface="Segoe UI" pitchFamily="34" charset="0"/>
                <a:ea typeface="Roboto Lt" pitchFamily="2" charset="0"/>
                <a:cs typeface="Segoe UI"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1727200" y="1066800"/>
            <a:ext cx="10363200" cy="457200"/>
          </a:xfrm>
        </p:spPr>
        <p:txBody>
          <a:bodyPr>
            <a:normAutofit/>
          </a:bodyPr>
          <a:lstStyle>
            <a:lvl1pPr marL="0" indent="0">
              <a:buFontTx/>
              <a:buNone/>
              <a:defRPr sz="1800" b="1" baseline="0">
                <a:latin typeface="Segoe UI" pitchFamily="34" charset="0"/>
                <a:ea typeface="Roboto" pitchFamily="2" charset="0"/>
                <a:cs typeface="Segoe UI" pitchFamily="34" charset="0"/>
              </a:defRPr>
            </a:lvl1pPr>
            <a:lvl2pPr marL="342900" indent="0" algn="just">
              <a:buFontTx/>
              <a:buNone/>
              <a:defRPr sz="1200">
                <a:latin typeface="Roboto Lt" pitchFamily="2" charset="0"/>
                <a:ea typeface="Roboto Lt" pitchFamily="2" charset="0"/>
              </a:defRPr>
            </a:lvl2pPr>
            <a:lvl3pPr algn="just">
              <a:defRPr sz="1200">
                <a:latin typeface="Roboto Lt" pitchFamily="2" charset="0"/>
                <a:ea typeface="Roboto Lt" pitchFamily="2" charset="0"/>
              </a:defRPr>
            </a:lvl3pPr>
            <a:lvl4pPr marL="1200150" indent="-171450" algn="just">
              <a:buFont typeface="Courier New" pitchFamily="49" charset="0"/>
              <a:buChar char="o"/>
              <a:defRPr sz="1200">
                <a:latin typeface="Roboto Lt" pitchFamily="2" charset="0"/>
                <a:ea typeface="Roboto Lt" pitchFamily="2" charset="0"/>
              </a:defRPr>
            </a:lvl4pPr>
            <a:lvl5pPr algn="just">
              <a:defRPr sz="1200">
                <a:latin typeface="Roboto Lt" pitchFamily="2" charset="0"/>
                <a:ea typeface="Roboto Lt" pitchFamily="2" charset="0"/>
              </a:defRPr>
            </a:lvl5pPr>
          </a:lstStyle>
          <a:p>
            <a:pPr lvl="0"/>
            <a:r>
              <a:rPr lang="en-US"/>
              <a:t>Edit Master text styles</a:t>
            </a:r>
          </a:p>
        </p:txBody>
      </p:sp>
      <p:sp>
        <p:nvSpPr>
          <p:cNvPr id="4" name="Slide Number Placeholder 5">
            <a:extLst>
              <a:ext uri="{FF2B5EF4-FFF2-40B4-BE49-F238E27FC236}">
                <a16:creationId xmlns:a16="http://schemas.microsoft.com/office/drawing/2014/main" id="{7407781E-474A-4D91-AA92-3B745796BE0E}"/>
              </a:ext>
            </a:extLst>
          </p:cNvPr>
          <p:cNvSpPr>
            <a:spLocks noGrp="1"/>
          </p:cNvSpPr>
          <p:nvPr>
            <p:ph type="sldNum" sz="quarter" idx="10"/>
          </p:nvPr>
        </p:nvSpPr>
        <p:spPr>
          <a:xfrm>
            <a:off x="-1930400" y="6188075"/>
            <a:ext cx="2844800" cy="365125"/>
          </a:xfrm>
        </p:spPr>
        <p:txBody>
          <a:bodyPr/>
          <a:lstStyle>
            <a:lvl1pPr>
              <a:defRPr/>
            </a:lvl1pPr>
          </a:lstStyle>
          <a:p>
            <a:fld id="{3E186503-083B-4B47-BEC7-F702A5056913}" type="slidenum">
              <a:rPr lang="en-US" altLang="en-US"/>
              <a:pPr/>
              <a:t>‹#›</a:t>
            </a:fld>
            <a:endParaRPr lang="en-US" altLang="en-US"/>
          </a:p>
        </p:txBody>
      </p:sp>
    </p:spTree>
    <p:extLst>
      <p:ext uri="{BB962C8B-B14F-4D97-AF65-F5344CB8AC3E}">
        <p14:creationId xmlns:p14="http://schemas.microsoft.com/office/powerpoint/2010/main" val="30418494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0DC011F-DA4D-4D48-A492-3459D8E76B74}"/>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D7D9F342-0419-4EB5-9E31-EEAA6BC348DD}"/>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DC574810-43B0-463A-81DF-E066149A79CE}"/>
              </a:ext>
            </a:extLst>
          </p:cNvPr>
          <p:cNvSpPr>
            <a:spLocks noGrp="1"/>
          </p:cNvSpPr>
          <p:nvPr>
            <p:ph type="sldNum" sz="quarter" idx="12"/>
          </p:nvPr>
        </p:nvSpPr>
        <p:spPr/>
        <p:txBody>
          <a:bodyPr/>
          <a:lstStyle>
            <a:lvl1pPr>
              <a:defRPr/>
            </a:lvl1pPr>
          </a:lstStyle>
          <a:p>
            <a:fld id="{799EAEED-8869-4CCA-873F-A0DDD413E566}" type="slidenum">
              <a:rPr lang="en-US" altLang="en-US"/>
              <a:pPr/>
              <a:t>‹#›</a:t>
            </a:fld>
            <a:endParaRPr lang="en-US" altLang="en-US"/>
          </a:p>
        </p:txBody>
      </p:sp>
    </p:spTree>
    <p:extLst>
      <p:ext uri="{BB962C8B-B14F-4D97-AF65-F5344CB8AC3E}">
        <p14:creationId xmlns:p14="http://schemas.microsoft.com/office/powerpoint/2010/main" val="4152593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1F4285B-8704-44DC-B38B-3A752762953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FA5B08FC-DACF-4A40-AD4B-C77C1F0DFCDF}"/>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8AE07BD3-3EFB-4A5E-A5C8-E6406A2C7B5A}"/>
              </a:ext>
            </a:extLst>
          </p:cNvPr>
          <p:cNvSpPr>
            <a:spLocks noGrp="1"/>
          </p:cNvSpPr>
          <p:nvPr>
            <p:ph type="sldNum" sz="quarter" idx="12"/>
          </p:nvPr>
        </p:nvSpPr>
        <p:spPr/>
        <p:txBody>
          <a:bodyPr/>
          <a:lstStyle>
            <a:lvl1pPr>
              <a:defRPr/>
            </a:lvl1pPr>
          </a:lstStyle>
          <a:p>
            <a:fld id="{20AD0890-E0AE-4F80-8064-8B30DFECF1C4}" type="slidenum">
              <a:rPr lang="en-US" altLang="en-US"/>
              <a:pPr/>
              <a:t>‹#›</a:t>
            </a:fld>
            <a:endParaRPr lang="en-US" altLang="en-US"/>
          </a:p>
        </p:txBody>
      </p:sp>
    </p:spTree>
    <p:extLst>
      <p:ext uri="{BB962C8B-B14F-4D97-AF65-F5344CB8AC3E}">
        <p14:creationId xmlns:p14="http://schemas.microsoft.com/office/powerpoint/2010/main" val="80981553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0B685C-93D3-425C-B354-4D5899D724A8}"/>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8CD8B87E-F0F0-4A03-9AA9-8BC7B48A5013}"/>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8685297D-20E5-4CF1-9DED-9C5CFE492605}"/>
              </a:ext>
            </a:extLst>
          </p:cNvPr>
          <p:cNvSpPr>
            <a:spLocks noGrp="1"/>
          </p:cNvSpPr>
          <p:nvPr>
            <p:ph type="sldNum" sz="quarter" idx="12"/>
          </p:nvPr>
        </p:nvSpPr>
        <p:spPr/>
        <p:txBody>
          <a:bodyPr/>
          <a:lstStyle>
            <a:lvl1pPr>
              <a:defRPr/>
            </a:lvl1pPr>
          </a:lstStyle>
          <a:p>
            <a:fld id="{1C99594E-3870-4893-8729-0F0AC7C69392}" type="slidenum">
              <a:rPr lang="en-US" altLang="en-US"/>
              <a:pPr/>
              <a:t>‹#›</a:t>
            </a:fld>
            <a:endParaRPr lang="en-US" altLang="en-US"/>
          </a:p>
        </p:txBody>
      </p:sp>
    </p:spTree>
    <p:extLst>
      <p:ext uri="{BB962C8B-B14F-4D97-AF65-F5344CB8AC3E}">
        <p14:creationId xmlns:p14="http://schemas.microsoft.com/office/powerpoint/2010/main" val="17461744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F5ABA630-CB0F-42B9-8477-DDF3C1688F73}"/>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0EB75BFE-C009-4EFE-960B-6F7C212AF6EA}"/>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8D75C604-16C7-4C89-9F27-55814B6B1F65}"/>
              </a:ext>
            </a:extLst>
          </p:cNvPr>
          <p:cNvSpPr>
            <a:spLocks noGrp="1"/>
          </p:cNvSpPr>
          <p:nvPr>
            <p:ph type="sldNum" sz="quarter" idx="12"/>
          </p:nvPr>
        </p:nvSpPr>
        <p:spPr/>
        <p:txBody>
          <a:bodyPr/>
          <a:lstStyle>
            <a:lvl1pPr>
              <a:defRPr/>
            </a:lvl1pPr>
          </a:lstStyle>
          <a:p>
            <a:fld id="{6E6139B9-4A2A-4992-810E-A2297E8D9BC7}" type="slidenum">
              <a:rPr lang="en-US" altLang="en-US"/>
              <a:pPr/>
              <a:t>‹#›</a:t>
            </a:fld>
            <a:endParaRPr lang="en-US" altLang="en-US"/>
          </a:p>
        </p:txBody>
      </p:sp>
    </p:spTree>
    <p:extLst>
      <p:ext uri="{BB962C8B-B14F-4D97-AF65-F5344CB8AC3E}">
        <p14:creationId xmlns:p14="http://schemas.microsoft.com/office/powerpoint/2010/main" val="752061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69778D88-01FA-40F7-A3E8-4A1B1E1D7311}"/>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7">
            <a:extLst>
              <a:ext uri="{FF2B5EF4-FFF2-40B4-BE49-F238E27FC236}">
                <a16:creationId xmlns:a16="http://schemas.microsoft.com/office/drawing/2014/main" id="{2FECA486-EEF8-4E09-801B-146FD624CF81}"/>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9" name="Slide Number Placeholder 8">
            <a:extLst>
              <a:ext uri="{FF2B5EF4-FFF2-40B4-BE49-F238E27FC236}">
                <a16:creationId xmlns:a16="http://schemas.microsoft.com/office/drawing/2014/main" id="{02B9C5F5-B544-4ADC-96B0-5B31513748F1}"/>
              </a:ext>
            </a:extLst>
          </p:cNvPr>
          <p:cNvSpPr>
            <a:spLocks noGrp="1"/>
          </p:cNvSpPr>
          <p:nvPr>
            <p:ph type="sldNum" sz="quarter" idx="12"/>
          </p:nvPr>
        </p:nvSpPr>
        <p:spPr/>
        <p:txBody>
          <a:bodyPr/>
          <a:lstStyle>
            <a:lvl1pPr>
              <a:defRPr/>
            </a:lvl1pPr>
          </a:lstStyle>
          <a:p>
            <a:fld id="{7CE2A658-B901-48E8-86B2-D4EBD918A111}" type="slidenum">
              <a:rPr lang="en-US" altLang="en-US"/>
              <a:pPr/>
              <a:t>‹#›</a:t>
            </a:fld>
            <a:endParaRPr lang="en-US" altLang="en-US"/>
          </a:p>
        </p:txBody>
      </p:sp>
    </p:spTree>
    <p:extLst>
      <p:ext uri="{BB962C8B-B14F-4D97-AF65-F5344CB8AC3E}">
        <p14:creationId xmlns:p14="http://schemas.microsoft.com/office/powerpoint/2010/main" val="815939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40CACE2-38A5-46D2-BD61-83E7A8305876}"/>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3">
            <a:extLst>
              <a:ext uri="{FF2B5EF4-FFF2-40B4-BE49-F238E27FC236}">
                <a16:creationId xmlns:a16="http://schemas.microsoft.com/office/drawing/2014/main" id="{FDD9CC24-4244-41C7-A4EF-035E9114D934}"/>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5" name="Slide Number Placeholder 4">
            <a:extLst>
              <a:ext uri="{FF2B5EF4-FFF2-40B4-BE49-F238E27FC236}">
                <a16:creationId xmlns:a16="http://schemas.microsoft.com/office/drawing/2014/main" id="{2F5C307B-1E2B-4749-A92D-6C4B1244636C}"/>
              </a:ext>
            </a:extLst>
          </p:cNvPr>
          <p:cNvSpPr>
            <a:spLocks noGrp="1"/>
          </p:cNvSpPr>
          <p:nvPr>
            <p:ph type="sldNum" sz="quarter" idx="12"/>
          </p:nvPr>
        </p:nvSpPr>
        <p:spPr/>
        <p:txBody>
          <a:bodyPr/>
          <a:lstStyle>
            <a:lvl1pPr>
              <a:defRPr/>
            </a:lvl1pPr>
          </a:lstStyle>
          <a:p>
            <a:fld id="{070C1570-2346-48F8-A1D6-60BF509FBA82}" type="slidenum">
              <a:rPr lang="en-US" altLang="en-US"/>
              <a:pPr/>
              <a:t>‹#›</a:t>
            </a:fld>
            <a:endParaRPr lang="en-US" altLang="en-US"/>
          </a:p>
        </p:txBody>
      </p:sp>
    </p:spTree>
    <p:extLst>
      <p:ext uri="{BB962C8B-B14F-4D97-AF65-F5344CB8AC3E}">
        <p14:creationId xmlns:p14="http://schemas.microsoft.com/office/powerpoint/2010/main" val="27374421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030209-0C97-4B59-9B99-661FF6EA4415}"/>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2">
            <a:extLst>
              <a:ext uri="{FF2B5EF4-FFF2-40B4-BE49-F238E27FC236}">
                <a16:creationId xmlns:a16="http://schemas.microsoft.com/office/drawing/2014/main" id="{400DE40F-C49D-4144-8430-D17B36872A8C}"/>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4" name="Slide Number Placeholder 3">
            <a:extLst>
              <a:ext uri="{FF2B5EF4-FFF2-40B4-BE49-F238E27FC236}">
                <a16:creationId xmlns:a16="http://schemas.microsoft.com/office/drawing/2014/main" id="{4552A05C-46EA-489B-939E-13435BCE45B0}"/>
              </a:ext>
            </a:extLst>
          </p:cNvPr>
          <p:cNvSpPr>
            <a:spLocks noGrp="1"/>
          </p:cNvSpPr>
          <p:nvPr>
            <p:ph type="sldNum" sz="quarter" idx="12"/>
          </p:nvPr>
        </p:nvSpPr>
        <p:spPr/>
        <p:txBody>
          <a:bodyPr/>
          <a:lstStyle>
            <a:lvl1pPr>
              <a:defRPr/>
            </a:lvl1pPr>
          </a:lstStyle>
          <a:p>
            <a:fld id="{8F0614A4-0261-42B4-8051-C6E1DC2E6041}" type="slidenum">
              <a:rPr lang="en-US" altLang="en-US"/>
              <a:pPr/>
              <a:t>‹#›</a:t>
            </a:fld>
            <a:endParaRPr lang="en-US" altLang="en-US"/>
          </a:p>
        </p:txBody>
      </p:sp>
    </p:spTree>
    <p:extLst>
      <p:ext uri="{BB962C8B-B14F-4D97-AF65-F5344CB8AC3E}">
        <p14:creationId xmlns:p14="http://schemas.microsoft.com/office/powerpoint/2010/main" val="319054610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CF6A525-ED31-4A07-BAC9-B747818352F7}"/>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ABD15573-FDBA-479A-AA03-2078EB3D8CFB}"/>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7AD7D797-2F1E-4420-BD4D-852A6078FB1D}"/>
              </a:ext>
            </a:extLst>
          </p:cNvPr>
          <p:cNvSpPr>
            <a:spLocks noGrp="1"/>
          </p:cNvSpPr>
          <p:nvPr>
            <p:ph type="sldNum" sz="quarter" idx="12"/>
          </p:nvPr>
        </p:nvSpPr>
        <p:spPr/>
        <p:txBody>
          <a:bodyPr/>
          <a:lstStyle>
            <a:lvl1pPr>
              <a:defRPr/>
            </a:lvl1pPr>
          </a:lstStyle>
          <a:p>
            <a:fld id="{3A1206B7-FA05-4217-8879-E4921D6B5780}" type="slidenum">
              <a:rPr lang="en-US" altLang="en-US"/>
              <a:pPr/>
              <a:t>‹#›</a:t>
            </a:fld>
            <a:endParaRPr lang="en-US" altLang="en-US"/>
          </a:p>
        </p:txBody>
      </p:sp>
    </p:spTree>
    <p:extLst>
      <p:ext uri="{BB962C8B-B14F-4D97-AF65-F5344CB8AC3E}">
        <p14:creationId xmlns:p14="http://schemas.microsoft.com/office/powerpoint/2010/main" val="37363159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DC26569-EF07-4F22-835C-C5B4E05B50D2}"/>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7834E01F-5B59-468A-900F-D63E7DA1F6AE}"/>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BDB59A0D-D0EB-405D-B1B3-D8F835A7EAE9}"/>
              </a:ext>
            </a:extLst>
          </p:cNvPr>
          <p:cNvSpPr>
            <a:spLocks noGrp="1"/>
          </p:cNvSpPr>
          <p:nvPr>
            <p:ph type="sldNum" sz="quarter" idx="12"/>
          </p:nvPr>
        </p:nvSpPr>
        <p:spPr/>
        <p:txBody>
          <a:bodyPr/>
          <a:lstStyle>
            <a:lvl1pPr>
              <a:defRPr/>
            </a:lvl1pPr>
          </a:lstStyle>
          <a:p>
            <a:fld id="{10A66547-D057-4C10-A40D-2B5FA614BD77}" type="slidenum">
              <a:rPr lang="en-US" altLang="en-US"/>
              <a:pPr/>
              <a:t>‹#›</a:t>
            </a:fld>
            <a:endParaRPr lang="en-US" altLang="en-US"/>
          </a:p>
        </p:txBody>
      </p:sp>
    </p:spTree>
    <p:extLst>
      <p:ext uri="{BB962C8B-B14F-4D97-AF65-F5344CB8AC3E}">
        <p14:creationId xmlns:p14="http://schemas.microsoft.com/office/powerpoint/2010/main" val="13637286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4F30D5A-5281-41F3-957B-2D900C102B8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B5DFCF-82FF-47DC-9AEA-18877C63F3F2}"/>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46AA3562-2F08-41C5-A3F8-661887844424}"/>
              </a:ext>
            </a:extLst>
          </p:cNvPr>
          <p:cNvSpPr>
            <a:spLocks noGrp="1"/>
          </p:cNvSpPr>
          <p:nvPr>
            <p:ph type="sldNum" sz="quarter" idx="12"/>
          </p:nvPr>
        </p:nvSpPr>
        <p:spPr/>
        <p:txBody>
          <a:bodyPr/>
          <a:lstStyle>
            <a:lvl1pPr>
              <a:defRPr/>
            </a:lvl1pPr>
          </a:lstStyle>
          <a:p>
            <a:fld id="{82235C2A-FDA5-4F72-974A-A3B08A0CEAA9}" type="slidenum">
              <a:rPr lang="en-US" altLang="en-US"/>
              <a:pPr/>
              <a:t>‹#›</a:t>
            </a:fld>
            <a:endParaRPr lang="en-US" altLang="en-US"/>
          </a:p>
        </p:txBody>
      </p:sp>
    </p:spTree>
    <p:extLst>
      <p:ext uri="{BB962C8B-B14F-4D97-AF65-F5344CB8AC3E}">
        <p14:creationId xmlns:p14="http://schemas.microsoft.com/office/powerpoint/2010/main" val="3047972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FA923EA-7D70-4FC9-B036-1E06F90449F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1E2EE726-CE5C-4C7A-99CB-AC468E0D843F}"/>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0F5FEA83-9980-48E2-A852-D3C737F8A552}"/>
              </a:ext>
            </a:extLst>
          </p:cNvPr>
          <p:cNvSpPr>
            <a:spLocks noGrp="1"/>
          </p:cNvSpPr>
          <p:nvPr>
            <p:ph type="sldNum" sz="quarter" idx="12"/>
          </p:nvPr>
        </p:nvSpPr>
        <p:spPr/>
        <p:txBody>
          <a:bodyPr/>
          <a:lstStyle>
            <a:lvl1pPr>
              <a:defRPr/>
            </a:lvl1pPr>
          </a:lstStyle>
          <a:p>
            <a:fld id="{DCEA68D9-4B27-47A4-9CEA-338CED42E02E}" type="slidenum">
              <a:rPr lang="en-US" altLang="en-US"/>
              <a:pPr/>
              <a:t>‹#›</a:t>
            </a:fld>
            <a:endParaRPr lang="en-US" altLang="en-US"/>
          </a:p>
        </p:txBody>
      </p:sp>
    </p:spTree>
    <p:extLst>
      <p:ext uri="{BB962C8B-B14F-4D97-AF65-F5344CB8AC3E}">
        <p14:creationId xmlns:p14="http://schemas.microsoft.com/office/powerpoint/2010/main" val="288357866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C5F1AFE-BA5E-472E-8E45-9CE745086301}"/>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B0C095-B26F-4F21-9FB9-39B309045E39}"/>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FB7BC60D-485B-4E56-8004-0E4F77CA4215}"/>
              </a:ext>
            </a:extLst>
          </p:cNvPr>
          <p:cNvSpPr>
            <a:spLocks noGrp="1"/>
          </p:cNvSpPr>
          <p:nvPr>
            <p:ph type="sldNum" sz="quarter" idx="12"/>
          </p:nvPr>
        </p:nvSpPr>
        <p:spPr/>
        <p:txBody>
          <a:bodyPr/>
          <a:lstStyle>
            <a:lvl1pPr>
              <a:defRPr/>
            </a:lvl1pPr>
          </a:lstStyle>
          <a:p>
            <a:fld id="{856EA3E6-0DE6-4398-B634-F35470C61E70}" type="slidenum">
              <a:rPr lang="en-US" altLang="en-US"/>
              <a:pPr/>
              <a:t>‹#›</a:t>
            </a:fld>
            <a:endParaRPr lang="en-US" altLang="en-US"/>
          </a:p>
        </p:txBody>
      </p:sp>
    </p:spTree>
    <p:extLst>
      <p:ext uri="{BB962C8B-B14F-4D97-AF65-F5344CB8AC3E}">
        <p14:creationId xmlns:p14="http://schemas.microsoft.com/office/powerpoint/2010/main" val="128608265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C11026-69CF-4742-BF55-F28A2D3C1C5B}"/>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B7401BD4-18B0-40C9-B354-44AF10535E0E}"/>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494499F1-F047-48DA-B69E-23A459DF8D9E}"/>
              </a:ext>
            </a:extLst>
          </p:cNvPr>
          <p:cNvSpPr>
            <a:spLocks noGrp="1"/>
          </p:cNvSpPr>
          <p:nvPr>
            <p:ph type="sldNum" sz="quarter" idx="12"/>
          </p:nvPr>
        </p:nvSpPr>
        <p:spPr/>
        <p:txBody>
          <a:bodyPr/>
          <a:lstStyle>
            <a:lvl1pPr>
              <a:defRPr/>
            </a:lvl1pPr>
          </a:lstStyle>
          <a:p>
            <a:fld id="{376C6D4E-51E9-4012-AEE9-667FC8B77072}" type="slidenum">
              <a:rPr lang="en-US" altLang="en-US"/>
              <a:pPr/>
              <a:t>‹#›</a:t>
            </a:fld>
            <a:endParaRPr lang="en-US" altLang="en-US"/>
          </a:p>
        </p:txBody>
      </p:sp>
    </p:spTree>
    <p:extLst>
      <p:ext uri="{BB962C8B-B14F-4D97-AF65-F5344CB8AC3E}">
        <p14:creationId xmlns:p14="http://schemas.microsoft.com/office/powerpoint/2010/main" val="40961215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005733E-315A-4613-AFDB-D58A2CEA7446}"/>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A3C6836-9F0E-4337-A6A7-81704C2866BE}"/>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E6D038C4-EE1C-45B4-BD94-C23C29051B61}"/>
              </a:ext>
            </a:extLst>
          </p:cNvPr>
          <p:cNvSpPr>
            <a:spLocks noGrp="1"/>
          </p:cNvSpPr>
          <p:nvPr>
            <p:ph type="sldNum" sz="quarter" idx="12"/>
          </p:nvPr>
        </p:nvSpPr>
        <p:spPr/>
        <p:txBody>
          <a:bodyPr/>
          <a:lstStyle>
            <a:lvl1pPr>
              <a:defRPr/>
            </a:lvl1pPr>
          </a:lstStyle>
          <a:p>
            <a:fld id="{B07FA620-C305-4AE2-B23B-C85C0183A030}" type="slidenum">
              <a:rPr lang="en-US" altLang="en-US"/>
              <a:pPr/>
              <a:t>‹#›</a:t>
            </a:fld>
            <a:endParaRPr lang="en-US" altLang="en-US"/>
          </a:p>
        </p:txBody>
      </p:sp>
    </p:spTree>
    <p:extLst>
      <p:ext uri="{BB962C8B-B14F-4D97-AF65-F5344CB8AC3E}">
        <p14:creationId xmlns:p14="http://schemas.microsoft.com/office/powerpoint/2010/main" val="127009141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0E710AC-3EF2-498E-9878-42110DFA8E4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F695E018-AA1A-4ADA-AF7F-48BD840311DD}"/>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FC4B5EDC-D39A-45AE-9D6E-FC6485A14DB8}"/>
              </a:ext>
            </a:extLst>
          </p:cNvPr>
          <p:cNvSpPr>
            <a:spLocks noGrp="1"/>
          </p:cNvSpPr>
          <p:nvPr>
            <p:ph type="sldNum" sz="quarter" idx="12"/>
          </p:nvPr>
        </p:nvSpPr>
        <p:spPr/>
        <p:txBody>
          <a:bodyPr/>
          <a:lstStyle>
            <a:lvl1pPr>
              <a:defRPr/>
            </a:lvl1pPr>
          </a:lstStyle>
          <a:p>
            <a:fld id="{1DFD8D4D-3451-40F6-954E-DEEC09E759E8}" type="slidenum">
              <a:rPr lang="en-US" altLang="en-US"/>
              <a:pPr/>
              <a:t>‹#›</a:t>
            </a:fld>
            <a:endParaRPr lang="en-US" altLang="en-US"/>
          </a:p>
        </p:txBody>
      </p:sp>
    </p:spTree>
    <p:extLst>
      <p:ext uri="{BB962C8B-B14F-4D97-AF65-F5344CB8AC3E}">
        <p14:creationId xmlns:p14="http://schemas.microsoft.com/office/powerpoint/2010/main" val="37046780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E3AB6AE-8C8F-4D03-B12E-DB8548DDE0AC}"/>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7">
            <a:extLst>
              <a:ext uri="{FF2B5EF4-FFF2-40B4-BE49-F238E27FC236}">
                <a16:creationId xmlns:a16="http://schemas.microsoft.com/office/drawing/2014/main" id="{98BF12BE-79DA-498D-87C2-FFD9E8E4E07F}"/>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9" name="Slide Number Placeholder 8">
            <a:extLst>
              <a:ext uri="{FF2B5EF4-FFF2-40B4-BE49-F238E27FC236}">
                <a16:creationId xmlns:a16="http://schemas.microsoft.com/office/drawing/2014/main" id="{F34D7B03-AF97-4AD1-A168-7CCBB348B355}"/>
              </a:ext>
            </a:extLst>
          </p:cNvPr>
          <p:cNvSpPr>
            <a:spLocks noGrp="1"/>
          </p:cNvSpPr>
          <p:nvPr>
            <p:ph type="sldNum" sz="quarter" idx="12"/>
          </p:nvPr>
        </p:nvSpPr>
        <p:spPr/>
        <p:txBody>
          <a:bodyPr/>
          <a:lstStyle>
            <a:lvl1pPr>
              <a:defRPr/>
            </a:lvl1pPr>
          </a:lstStyle>
          <a:p>
            <a:fld id="{6ADD07BC-FBEB-4879-A4E8-5E6EFEEEC5E9}" type="slidenum">
              <a:rPr lang="en-US" altLang="en-US"/>
              <a:pPr/>
              <a:t>‹#›</a:t>
            </a:fld>
            <a:endParaRPr lang="en-US" altLang="en-US"/>
          </a:p>
        </p:txBody>
      </p:sp>
    </p:spTree>
    <p:extLst>
      <p:ext uri="{BB962C8B-B14F-4D97-AF65-F5344CB8AC3E}">
        <p14:creationId xmlns:p14="http://schemas.microsoft.com/office/powerpoint/2010/main" val="34234782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A50EE496-D664-4003-9B3D-E748B8922676}"/>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3">
            <a:extLst>
              <a:ext uri="{FF2B5EF4-FFF2-40B4-BE49-F238E27FC236}">
                <a16:creationId xmlns:a16="http://schemas.microsoft.com/office/drawing/2014/main" id="{2F98B337-BCD9-45DF-9D01-10A465468090}"/>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5" name="Slide Number Placeholder 4">
            <a:extLst>
              <a:ext uri="{FF2B5EF4-FFF2-40B4-BE49-F238E27FC236}">
                <a16:creationId xmlns:a16="http://schemas.microsoft.com/office/drawing/2014/main" id="{EE86DB71-BF26-445B-A05F-9C7150CF2747}"/>
              </a:ext>
            </a:extLst>
          </p:cNvPr>
          <p:cNvSpPr>
            <a:spLocks noGrp="1"/>
          </p:cNvSpPr>
          <p:nvPr>
            <p:ph type="sldNum" sz="quarter" idx="12"/>
          </p:nvPr>
        </p:nvSpPr>
        <p:spPr/>
        <p:txBody>
          <a:bodyPr/>
          <a:lstStyle>
            <a:lvl1pPr>
              <a:defRPr/>
            </a:lvl1pPr>
          </a:lstStyle>
          <a:p>
            <a:fld id="{77DC0486-F165-424B-88A4-70B77B0BABC9}" type="slidenum">
              <a:rPr lang="en-US" altLang="en-US"/>
              <a:pPr/>
              <a:t>‹#›</a:t>
            </a:fld>
            <a:endParaRPr lang="en-US" altLang="en-US"/>
          </a:p>
        </p:txBody>
      </p:sp>
    </p:spTree>
    <p:extLst>
      <p:ext uri="{BB962C8B-B14F-4D97-AF65-F5344CB8AC3E}">
        <p14:creationId xmlns:p14="http://schemas.microsoft.com/office/powerpoint/2010/main" val="325694771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4D47A0-690E-4685-B66E-599B646823BD}"/>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2">
            <a:extLst>
              <a:ext uri="{FF2B5EF4-FFF2-40B4-BE49-F238E27FC236}">
                <a16:creationId xmlns:a16="http://schemas.microsoft.com/office/drawing/2014/main" id="{866AB6A2-72C3-4235-9DD6-080E679C146B}"/>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4" name="Slide Number Placeholder 3">
            <a:extLst>
              <a:ext uri="{FF2B5EF4-FFF2-40B4-BE49-F238E27FC236}">
                <a16:creationId xmlns:a16="http://schemas.microsoft.com/office/drawing/2014/main" id="{4A4E8DB8-727A-409B-A9FC-0E44433EB264}"/>
              </a:ext>
            </a:extLst>
          </p:cNvPr>
          <p:cNvSpPr>
            <a:spLocks noGrp="1"/>
          </p:cNvSpPr>
          <p:nvPr>
            <p:ph type="sldNum" sz="quarter" idx="12"/>
          </p:nvPr>
        </p:nvSpPr>
        <p:spPr/>
        <p:txBody>
          <a:bodyPr/>
          <a:lstStyle>
            <a:lvl1pPr>
              <a:defRPr/>
            </a:lvl1pPr>
          </a:lstStyle>
          <a:p>
            <a:fld id="{42700FC0-0FD0-4F34-87B2-DA84F5C48732}" type="slidenum">
              <a:rPr lang="en-US" altLang="en-US"/>
              <a:pPr/>
              <a:t>‹#›</a:t>
            </a:fld>
            <a:endParaRPr lang="en-US" altLang="en-US"/>
          </a:p>
        </p:txBody>
      </p:sp>
    </p:spTree>
    <p:extLst>
      <p:ext uri="{BB962C8B-B14F-4D97-AF65-F5344CB8AC3E}">
        <p14:creationId xmlns:p14="http://schemas.microsoft.com/office/powerpoint/2010/main" val="246784294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FA03D9A-828F-4FBC-BE16-DEC186C53280}"/>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5ED932EA-EDE9-4B14-9328-DEB4A88F54F8}"/>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C42D8FF6-FB7C-4E89-9B7D-DBC7A3BCCF6C}"/>
              </a:ext>
            </a:extLst>
          </p:cNvPr>
          <p:cNvSpPr>
            <a:spLocks noGrp="1"/>
          </p:cNvSpPr>
          <p:nvPr>
            <p:ph type="sldNum" sz="quarter" idx="12"/>
          </p:nvPr>
        </p:nvSpPr>
        <p:spPr/>
        <p:txBody>
          <a:bodyPr/>
          <a:lstStyle>
            <a:lvl1pPr>
              <a:defRPr/>
            </a:lvl1pPr>
          </a:lstStyle>
          <a:p>
            <a:fld id="{A1D3B499-C926-4396-ACCF-39DBD20248D8}" type="slidenum">
              <a:rPr lang="en-US" altLang="en-US"/>
              <a:pPr/>
              <a:t>‹#›</a:t>
            </a:fld>
            <a:endParaRPr lang="en-US" altLang="en-US"/>
          </a:p>
        </p:txBody>
      </p:sp>
    </p:spTree>
    <p:extLst>
      <p:ext uri="{BB962C8B-B14F-4D97-AF65-F5344CB8AC3E}">
        <p14:creationId xmlns:p14="http://schemas.microsoft.com/office/powerpoint/2010/main" val="130077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342164E-DE67-40F0-A5B0-DE948DDE8513}"/>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418DE048-6ACD-406D-89B8-30143FC9E7EB}"/>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811DCDA0-82B1-453E-AD1E-C5E63869ED31}"/>
              </a:ext>
            </a:extLst>
          </p:cNvPr>
          <p:cNvSpPr>
            <a:spLocks noGrp="1"/>
          </p:cNvSpPr>
          <p:nvPr>
            <p:ph type="sldNum" sz="quarter" idx="12"/>
          </p:nvPr>
        </p:nvSpPr>
        <p:spPr/>
        <p:txBody>
          <a:bodyPr/>
          <a:lstStyle>
            <a:lvl1pPr>
              <a:defRPr/>
            </a:lvl1pPr>
          </a:lstStyle>
          <a:p>
            <a:fld id="{CF721FB2-DAC0-46A6-AE36-C1EDDBC87C7B}" type="slidenum">
              <a:rPr lang="en-US" altLang="en-US"/>
              <a:pPr/>
              <a:t>‹#›</a:t>
            </a:fld>
            <a:endParaRPr lang="en-US" altLang="en-US"/>
          </a:p>
        </p:txBody>
      </p:sp>
    </p:spTree>
    <p:extLst>
      <p:ext uri="{BB962C8B-B14F-4D97-AF65-F5344CB8AC3E}">
        <p14:creationId xmlns:p14="http://schemas.microsoft.com/office/powerpoint/2010/main" val="162121961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C038F24-8550-420F-ABC0-98B35C63969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A54BB35A-6D02-417B-AB78-A179E9B8F34A}"/>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D5155B20-C19F-417C-8452-43B60E540CAD}"/>
              </a:ext>
            </a:extLst>
          </p:cNvPr>
          <p:cNvSpPr>
            <a:spLocks noGrp="1"/>
          </p:cNvSpPr>
          <p:nvPr>
            <p:ph type="sldNum" sz="quarter" idx="12"/>
          </p:nvPr>
        </p:nvSpPr>
        <p:spPr/>
        <p:txBody>
          <a:bodyPr/>
          <a:lstStyle>
            <a:lvl1pPr>
              <a:defRPr/>
            </a:lvl1pPr>
          </a:lstStyle>
          <a:p>
            <a:fld id="{D5444ED2-C826-40AD-BB80-AA1945E5A8C6}" type="slidenum">
              <a:rPr lang="en-US" altLang="en-US"/>
              <a:pPr/>
              <a:t>‹#›</a:t>
            </a:fld>
            <a:endParaRPr lang="en-US" altLang="en-US"/>
          </a:p>
        </p:txBody>
      </p:sp>
    </p:spTree>
    <p:extLst>
      <p:ext uri="{BB962C8B-B14F-4D97-AF65-F5344CB8AC3E}">
        <p14:creationId xmlns:p14="http://schemas.microsoft.com/office/powerpoint/2010/main" val="87658943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2823990-FE4D-4642-AA9B-89B2CF12CBA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2602B9B7-4DE2-4B32-9CA3-AA13B069B63F}"/>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A8BE9E2E-0B9D-40E3-9BFE-65567CBEE1E4}"/>
              </a:ext>
            </a:extLst>
          </p:cNvPr>
          <p:cNvSpPr>
            <a:spLocks noGrp="1"/>
          </p:cNvSpPr>
          <p:nvPr>
            <p:ph type="sldNum" sz="quarter" idx="12"/>
          </p:nvPr>
        </p:nvSpPr>
        <p:spPr/>
        <p:txBody>
          <a:bodyPr/>
          <a:lstStyle>
            <a:lvl1pPr>
              <a:defRPr/>
            </a:lvl1pPr>
          </a:lstStyle>
          <a:p>
            <a:fld id="{0A667959-90FA-4745-97E2-9775893AA4A8}" type="slidenum">
              <a:rPr lang="en-US" altLang="en-US"/>
              <a:pPr/>
              <a:t>‹#›</a:t>
            </a:fld>
            <a:endParaRPr lang="en-US" altLang="en-US"/>
          </a:p>
        </p:txBody>
      </p:sp>
    </p:spTree>
    <p:extLst>
      <p:ext uri="{BB962C8B-B14F-4D97-AF65-F5344CB8AC3E}">
        <p14:creationId xmlns:p14="http://schemas.microsoft.com/office/powerpoint/2010/main" val="242111764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602710B-375A-47B6-827A-3B60AAA92AFC}"/>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F109AC98-7579-48D3-9200-9F439E71FB79}"/>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055A4A9A-F151-4B5F-B547-80D0BD33EF79}"/>
              </a:ext>
            </a:extLst>
          </p:cNvPr>
          <p:cNvSpPr>
            <a:spLocks noGrp="1"/>
          </p:cNvSpPr>
          <p:nvPr>
            <p:ph type="sldNum" sz="quarter" idx="12"/>
          </p:nvPr>
        </p:nvSpPr>
        <p:spPr/>
        <p:txBody>
          <a:bodyPr/>
          <a:lstStyle>
            <a:lvl1pPr>
              <a:defRPr/>
            </a:lvl1pPr>
          </a:lstStyle>
          <a:p>
            <a:fld id="{14060CC1-72AD-4EC6-904D-2080ECEBA04A}" type="slidenum">
              <a:rPr lang="en-US" altLang="en-US"/>
              <a:pPr/>
              <a:t>‹#›</a:t>
            </a:fld>
            <a:endParaRPr lang="en-US" altLang="en-US"/>
          </a:p>
        </p:txBody>
      </p:sp>
    </p:spTree>
    <p:extLst>
      <p:ext uri="{BB962C8B-B14F-4D97-AF65-F5344CB8AC3E}">
        <p14:creationId xmlns:p14="http://schemas.microsoft.com/office/powerpoint/2010/main" val="309337982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2D2B7E0-24CB-4C8B-8343-4EB35FC5EE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09A15B3-4DB8-49DB-AF9A-4C15910029CA}"/>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E2B53714-C536-4B3D-8570-75BE9BA0478E}"/>
              </a:ext>
            </a:extLst>
          </p:cNvPr>
          <p:cNvSpPr>
            <a:spLocks noGrp="1"/>
          </p:cNvSpPr>
          <p:nvPr>
            <p:ph type="sldNum" sz="quarter" idx="12"/>
          </p:nvPr>
        </p:nvSpPr>
        <p:spPr/>
        <p:txBody>
          <a:bodyPr/>
          <a:lstStyle>
            <a:lvl1pPr>
              <a:defRPr/>
            </a:lvl1pPr>
          </a:lstStyle>
          <a:p>
            <a:fld id="{68F64971-1EB7-4CDE-A510-F6E6CC205D29}" type="slidenum">
              <a:rPr lang="en-US" altLang="en-US"/>
              <a:pPr/>
              <a:t>‹#›</a:t>
            </a:fld>
            <a:endParaRPr lang="en-US" altLang="en-US"/>
          </a:p>
        </p:txBody>
      </p:sp>
    </p:spTree>
    <p:extLst>
      <p:ext uri="{BB962C8B-B14F-4D97-AF65-F5344CB8AC3E}">
        <p14:creationId xmlns:p14="http://schemas.microsoft.com/office/powerpoint/2010/main" val="65218502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1886A27-0D8A-45AF-BFC1-F4A82AE4203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A21841FE-5CA4-4491-99C0-05945BBC67DD}"/>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749661CC-BC14-42B2-89E0-1DD0D4FAC1AE}"/>
              </a:ext>
            </a:extLst>
          </p:cNvPr>
          <p:cNvSpPr>
            <a:spLocks noGrp="1"/>
          </p:cNvSpPr>
          <p:nvPr>
            <p:ph type="sldNum" sz="quarter" idx="12"/>
          </p:nvPr>
        </p:nvSpPr>
        <p:spPr/>
        <p:txBody>
          <a:bodyPr/>
          <a:lstStyle>
            <a:lvl1pPr>
              <a:defRPr/>
            </a:lvl1pPr>
          </a:lstStyle>
          <a:p>
            <a:fld id="{A5D32FCE-2104-487E-B162-89B779022109}" type="slidenum">
              <a:rPr lang="en-US" altLang="en-US"/>
              <a:pPr/>
              <a:t>‹#›</a:t>
            </a:fld>
            <a:endParaRPr lang="en-US" altLang="en-US"/>
          </a:p>
        </p:txBody>
      </p:sp>
    </p:spTree>
    <p:extLst>
      <p:ext uri="{BB962C8B-B14F-4D97-AF65-F5344CB8AC3E}">
        <p14:creationId xmlns:p14="http://schemas.microsoft.com/office/powerpoint/2010/main" val="33430422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4EEC6C4-38D1-4C78-B949-0536FD72DA1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78415803-83A9-48AF-867D-B48DF88CE3AA}"/>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A81317A1-EB7E-42BD-BB0C-37F61E8A9CAC}"/>
              </a:ext>
            </a:extLst>
          </p:cNvPr>
          <p:cNvSpPr>
            <a:spLocks noGrp="1"/>
          </p:cNvSpPr>
          <p:nvPr>
            <p:ph type="sldNum" sz="quarter" idx="12"/>
          </p:nvPr>
        </p:nvSpPr>
        <p:spPr/>
        <p:txBody>
          <a:bodyPr/>
          <a:lstStyle>
            <a:lvl1pPr>
              <a:defRPr/>
            </a:lvl1pPr>
          </a:lstStyle>
          <a:p>
            <a:fld id="{2998D6BA-E6DF-45E2-BEC6-46266A5B482F}" type="slidenum">
              <a:rPr lang="en-US" altLang="en-US"/>
              <a:pPr/>
              <a:t>‹#›</a:t>
            </a:fld>
            <a:endParaRPr lang="en-US" altLang="en-US"/>
          </a:p>
        </p:txBody>
      </p:sp>
    </p:spTree>
    <p:extLst>
      <p:ext uri="{BB962C8B-B14F-4D97-AF65-F5344CB8AC3E}">
        <p14:creationId xmlns:p14="http://schemas.microsoft.com/office/powerpoint/2010/main" val="94005964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F88B4096-8A3D-4646-A70B-E8EF599DD182}"/>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7">
            <a:extLst>
              <a:ext uri="{FF2B5EF4-FFF2-40B4-BE49-F238E27FC236}">
                <a16:creationId xmlns:a16="http://schemas.microsoft.com/office/drawing/2014/main" id="{602683EB-7956-487D-89B3-B17E937F1FC1}"/>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9" name="Slide Number Placeholder 8">
            <a:extLst>
              <a:ext uri="{FF2B5EF4-FFF2-40B4-BE49-F238E27FC236}">
                <a16:creationId xmlns:a16="http://schemas.microsoft.com/office/drawing/2014/main" id="{AFF4A318-4ABA-48A3-B155-F685F4D23B6F}"/>
              </a:ext>
            </a:extLst>
          </p:cNvPr>
          <p:cNvSpPr>
            <a:spLocks noGrp="1"/>
          </p:cNvSpPr>
          <p:nvPr>
            <p:ph type="sldNum" sz="quarter" idx="12"/>
          </p:nvPr>
        </p:nvSpPr>
        <p:spPr/>
        <p:txBody>
          <a:bodyPr/>
          <a:lstStyle>
            <a:lvl1pPr>
              <a:defRPr/>
            </a:lvl1pPr>
          </a:lstStyle>
          <a:p>
            <a:fld id="{8CF8F29C-8953-4E9B-9E4F-B1CB3EEA02A5}" type="slidenum">
              <a:rPr lang="en-US" altLang="en-US"/>
              <a:pPr/>
              <a:t>‹#›</a:t>
            </a:fld>
            <a:endParaRPr lang="en-US" altLang="en-US"/>
          </a:p>
        </p:txBody>
      </p:sp>
    </p:spTree>
    <p:extLst>
      <p:ext uri="{BB962C8B-B14F-4D97-AF65-F5344CB8AC3E}">
        <p14:creationId xmlns:p14="http://schemas.microsoft.com/office/powerpoint/2010/main" val="22206125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A2D3BF7F-B651-4450-8302-F060EF8FCC48}"/>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3">
            <a:extLst>
              <a:ext uri="{FF2B5EF4-FFF2-40B4-BE49-F238E27FC236}">
                <a16:creationId xmlns:a16="http://schemas.microsoft.com/office/drawing/2014/main" id="{B61D3FA6-3CF8-4A30-8F9D-142AFA15B127}"/>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5" name="Slide Number Placeholder 4">
            <a:extLst>
              <a:ext uri="{FF2B5EF4-FFF2-40B4-BE49-F238E27FC236}">
                <a16:creationId xmlns:a16="http://schemas.microsoft.com/office/drawing/2014/main" id="{D5E22A0B-57E7-4F2B-8D6E-BAAE889E3DEE}"/>
              </a:ext>
            </a:extLst>
          </p:cNvPr>
          <p:cNvSpPr>
            <a:spLocks noGrp="1"/>
          </p:cNvSpPr>
          <p:nvPr>
            <p:ph type="sldNum" sz="quarter" idx="12"/>
          </p:nvPr>
        </p:nvSpPr>
        <p:spPr/>
        <p:txBody>
          <a:bodyPr/>
          <a:lstStyle>
            <a:lvl1pPr>
              <a:defRPr/>
            </a:lvl1pPr>
          </a:lstStyle>
          <a:p>
            <a:fld id="{57CE82EB-C6FC-45A0-9DC4-FE015708258A}" type="slidenum">
              <a:rPr lang="en-US" altLang="en-US"/>
              <a:pPr/>
              <a:t>‹#›</a:t>
            </a:fld>
            <a:endParaRPr lang="en-US" altLang="en-US"/>
          </a:p>
        </p:txBody>
      </p:sp>
    </p:spTree>
    <p:extLst>
      <p:ext uri="{BB962C8B-B14F-4D97-AF65-F5344CB8AC3E}">
        <p14:creationId xmlns:p14="http://schemas.microsoft.com/office/powerpoint/2010/main" val="233799358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83FA1-AB99-4567-B690-BC1DB3CAC3A9}"/>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2">
            <a:extLst>
              <a:ext uri="{FF2B5EF4-FFF2-40B4-BE49-F238E27FC236}">
                <a16:creationId xmlns:a16="http://schemas.microsoft.com/office/drawing/2014/main" id="{352D96F5-C05C-448A-8DDC-88C625EFD2C8}"/>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4" name="Slide Number Placeholder 3">
            <a:extLst>
              <a:ext uri="{FF2B5EF4-FFF2-40B4-BE49-F238E27FC236}">
                <a16:creationId xmlns:a16="http://schemas.microsoft.com/office/drawing/2014/main" id="{ACC09078-19FA-4A17-BADB-FF685B2E524F}"/>
              </a:ext>
            </a:extLst>
          </p:cNvPr>
          <p:cNvSpPr>
            <a:spLocks noGrp="1"/>
          </p:cNvSpPr>
          <p:nvPr>
            <p:ph type="sldNum" sz="quarter" idx="12"/>
          </p:nvPr>
        </p:nvSpPr>
        <p:spPr/>
        <p:txBody>
          <a:bodyPr/>
          <a:lstStyle>
            <a:lvl1pPr>
              <a:defRPr/>
            </a:lvl1pPr>
          </a:lstStyle>
          <a:p>
            <a:fld id="{026979CF-98AA-48B0-A13A-9EBE3B2BEA68}" type="slidenum">
              <a:rPr lang="en-US" altLang="en-US"/>
              <a:pPr/>
              <a:t>‹#›</a:t>
            </a:fld>
            <a:endParaRPr lang="en-US" altLang="en-US"/>
          </a:p>
        </p:txBody>
      </p:sp>
    </p:spTree>
    <p:extLst>
      <p:ext uri="{BB962C8B-B14F-4D97-AF65-F5344CB8AC3E}">
        <p14:creationId xmlns:p14="http://schemas.microsoft.com/office/powerpoint/2010/main" val="195296350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19F6CB3-2FBF-4184-8E15-9212F3E84F47}"/>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7F2F2019-EB24-4673-91A9-996B1FB85C45}"/>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1EC9B9D0-3B7D-40E9-9D3E-7E1CF6491A9D}"/>
              </a:ext>
            </a:extLst>
          </p:cNvPr>
          <p:cNvSpPr>
            <a:spLocks noGrp="1"/>
          </p:cNvSpPr>
          <p:nvPr>
            <p:ph type="sldNum" sz="quarter" idx="12"/>
          </p:nvPr>
        </p:nvSpPr>
        <p:spPr/>
        <p:txBody>
          <a:bodyPr/>
          <a:lstStyle>
            <a:lvl1pPr>
              <a:defRPr/>
            </a:lvl1pPr>
          </a:lstStyle>
          <a:p>
            <a:fld id="{FF254664-CCA0-48A7-81ED-000EC8D76C6E}" type="slidenum">
              <a:rPr lang="en-US" altLang="en-US"/>
              <a:pPr/>
              <a:t>‹#›</a:t>
            </a:fld>
            <a:endParaRPr lang="en-US" altLang="en-US"/>
          </a:p>
        </p:txBody>
      </p:sp>
    </p:spTree>
    <p:extLst>
      <p:ext uri="{BB962C8B-B14F-4D97-AF65-F5344CB8AC3E}">
        <p14:creationId xmlns:p14="http://schemas.microsoft.com/office/powerpoint/2010/main" val="362960218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D357267-CC83-4543-9101-AFC43E1785B7}"/>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5">
            <a:extLst>
              <a:ext uri="{FF2B5EF4-FFF2-40B4-BE49-F238E27FC236}">
                <a16:creationId xmlns:a16="http://schemas.microsoft.com/office/drawing/2014/main" id="{A32874F5-F0AA-409C-9BCC-E98FFE9962A4}"/>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7" name="Slide Number Placeholder 6">
            <a:extLst>
              <a:ext uri="{FF2B5EF4-FFF2-40B4-BE49-F238E27FC236}">
                <a16:creationId xmlns:a16="http://schemas.microsoft.com/office/drawing/2014/main" id="{8439FEDD-36F7-4B07-81BB-1BC4E94E160E}"/>
              </a:ext>
            </a:extLst>
          </p:cNvPr>
          <p:cNvSpPr>
            <a:spLocks noGrp="1"/>
          </p:cNvSpPr>
          <p:nvPr>
            <p:ph type="sldNum" sz="quarter" idx="12"/>
          </p:nvPr>
        </p:nvSpPr>
        <p:spPr/>
        <p:txBody>
          <a:bodyPr/>
          <a:lstStyle>
            <a:lvl1pPr>
              <a:defRPr/>
            </a:lvl1pPr>
          </a:lstStyle>
          <a:p>
            <a:fld id="{CE821FCD-F86A-4D79-AC57-F70EB6C92247}" type="slidenum">
              <a:rPr lang="en-US" altLang="en-US"/>
              <a:pPr/>
              <a:t>‹#›</a:t>
            </a:fld>
            <a:endParaRPr lang="en-US" altLang="en-US"/>
          </a:p>
        </p:txBody>
      </p:sp>
    </p:spTree>
    <p:extLst>
      <p:ext uri="{BB962C8B-B14F-4D97-AF65-F5344CB8AC3E}">
        <p14:creationId xmlns:p14="http://schemas.microsoft.com/office/powerpoint/2010/main" val="401216575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94F1D91-51EA-43ED-AAA9-5D7C36C8AD72}"/>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828C151E-C114-4684-B371-039C34A3B08D}"/>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5A5C0E82-F34A-4AC4-A98F-91E8FD2FE262}"/>
              </a:ext>
            </a:extLst>
          </p:cNvPr>
          <p:cNvSpPr>
            <a:spLocks noGrp="1"/>
          </p:cNvSpPr>
          <p:nvPr>
            <p:ph type="sldNum" sz="quarter" idx="12"/>
          </p:nvPr>
        </p:nvSpPr>
        <p:spPr/>
        <p:txBody>
          <a:bodyPr/>
          <a:lstStyle>
            <a:lvl1pPr>
              <a:defRPr/>
            </a:lvl1pPr>
          </a:lstStyle>
          <a:p>
            <a:fld id="{81F48D6D-F131-49F0-8D8F-FC5B57C7E195}" type="slidenum">
              <a:rPr lang="en-US" altLang="en-US"/>
              <a:pPr/>
              <a:t>‹#›</a:t>
            </a:fld>
            <a:endParaRPr lang="en-US" altLang="en-US"/>
          </a:p>
        </p:txBody>
      </p:sp>
    </p:spTree>
    <p:extLst>
      <p:ext uri="{BB962C8B-B14F-4D97-AF65-F5344CB8AC3E}">
        <p14:creationId xmlns:p14="http://schemas.microsoft.com/office/powerpoint/2010/main" val="230735226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D3E3ABB-FB13-497A-9C7A-277746B60F7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D295CB80-5F44-4240-BCAE-8FBF5431FF20}"/>
              </a:ext>
            </a:extLst>
          </p:cNvPr>
          <p:cNvSpPr>
            <a:spLocks noGrp="1"/>
          </p:cNvSpPr>
          <p:nvPr>
            <p:ph type="ftr" sz="quarter" idx="11"/>
          </p:nvPr>
        </p:nvSpPr>
        <p:spPr/>
        <p:txBody>
          <a:bodyPr wrap="square" numCol="1" anchorCtr="0" compatLnSpc="1">
            <a:prstTxWarp prst="textNoShape">
              <a:avLst/>
            </a:prstTxWarp>
          </a:bodyPr>
          <a:lstStyle>
            <a:lvl1pPr>
              <a:defRPr>
                <a:solidFill>
                  <a:srgbClr val="898989"/>
                </a:solidFill>
              </a:defRPr>
            </a:lvl1pPr>
          </a:lstStyle>
          <a:p>
            <a:pPr>
              <a:defRPr/>
            </a:pPr>
            <a:r>
              <a:rPr lang="en-US" altLang="en-US"/>
              <a:t>INS3150 - PROGRAMMING PLC</a:t>
            </a:r>
          </a:p>
        </p:txBody>
      </p:sp>
      <p:sp>
        <p:nvSpPr>
          <p:cNvPr id="6" name="Slide Number Placeholder 5">
            <a:extLst>
              <a:ext uri="{FF2B5EF4-FFF2-40B4-BE49-F238E27FC236}">
                <a16:creationId xmlns:a16="http://schemas.microsoft.com/office/drawing/2014/main" id="{A2201255-5333-4566-BFAA-E5E93E8B7308}"/>
              </a:ext>
            </a:extLst>
          </p:cNvPr>
          <p:cNvSpPr>
            <a:spLocks noGrp="1"/>
          </p:cNvSpPr>
          <p:nvPr>
            <p:ph type="sldNum" sz="quarter" idx="12"/>
          </p:nvPr>
        </p:nvSpPr>
        <p:spPr/>
        <p:txBody>
          <a:bodyPr/>
          <a:lstStyle>
            <a:lvl1pPr>
              <a:defRPr/>
            </a:lvl1pPr>
          </a:lstStyle>
          <a:p>
            <a:fld id="{C7A2F5F1-5695-460D-9F2E-4EBCAAEA3D45}" type="slidenum">
              <a:rPr lang="en-US" altLang="en-US"/>
              <a:pPr/>
              <a:t>‹#›</a:t>
            </a:fld>
            <a:endParaRPr lang="en-US" altLang="en-US"/>
          </a:p>
        </p:txBody>
      </p:sp>
    </p:spTree>
    <p:extLst>
      <p:ext uri="{BB962C8B-B14F-4D97-AF65-F5344CB8AC3E}">
        <p14:creationId xmlns:p14="http://schemas.microsoft.com/office/powerpoint/2010/main" val="3878982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theme" Target="../theme/theme2.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3.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theme" Target="../theme/theme4.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881D9C8-8C0B-489F-B74A-44C3D1CCE595}"/>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C8B5576-6A29-4469-A2C9-0A9D9096DD1E}"/>
              </a:ext>
            </a:extLst>
          </p:cNvPr>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1C1C040-404F-4942-A753-5D0082AF20A4}"/>
              </a:ext>
            </a:extLst>
          </p:cNvPr>
          <p:cNvSpPr>
            <a:spLocks noGrp="1"/>
          </p:cNvSpPr>
          <p:nvPr>
            <p:ph type="dt" sz="half" idx="2"/>
          </p:nvPr>
        </p:nvSpPr>
        <p:spPr>
          <a:xfrm>
            <a:off x="609600" y="6356350"/>
            <a:ext cx="2844800" cy="365125"/>
          </a:xfrm>
          <a:prstGeom prst="rect">
            <a:avLst/>
          </a:prstGeom>
        </p:spPr>
        <p:txBody>
          <a:bodyPr vert="horz" wrap="square" lIns="91440" tIns="45720" rIns="91440" bIns="45720" numCol="1" anchor="ctr" anchorCtr="0" compatLnSpc="1">
            <a:prstTxWarp prst="textNoShape">
              <a:avLst/>
            </a:prstTxWarp>
          </a:bodyPr>
          <a:lstStyle>
            <a:lvl1pPr>
              <a:defRPr sz="900">
                <a:solidFill>
                  <a:srgbClr val="898989"/>
                </a:solidFill>
              </a:defRPr>
            </a:lvl1pPr>
          </a:lstStyle>
          <a:p>
            <a:pPr>
              <a:defRPr/>
            </a:pPr>
            <a:endParaRPr lang="en-US"/>
          </a:p>
        </p:txBody>
      </p:sp>
      <p:sp>
        <p:nvSpPr>
          <p:cNvPr id="5" name="Footer Placeholder 4">
            <a:extLst>
              <a:ext uri="{FF2B5EF4-FFF2-40B4-BE49-F238E27FC236}">
                <a16:creationId xmlns:a16="http://schemas.microsoft.com/office/drawing/2014/main" id="{E33AB387-B15F-4CFC-9CEA-581F5F208DE3}"/>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a:defRPr/>
            </a:pPr>
            <a:r>
              <a:rPr lang="en-US"/>
              <a:t>INS3150 - PROGRAMMING PLC</a:t>
            </a:r>
          </a:p>
        </p:txBody>
      </p:sp>
      <p:sp>
        <p:nvSpPr>
          <p:cNvPr id="6" name="Slide Number Placeholder 5">
            <a:extLst>
              <a:ext uri="{FF2B5EF4-FFF2-40B4-BE49-F238E27FC236}">
                <a16:creationId xmlns:a16="http://schemas.microsoft.com/office/drawing/2014/main" id="{957BFC84-D8CC-4D73-ADEA-40F43066B1B7}"/>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898989"/>
                </a:solidFill>
              </a:defRPr>
            </a:lvl1pPr>
          </a:lstStyle>
          <a:p>
            <a:fld id="{77FBD71D-9820-4A82-B6BC-FF9143E80F10}"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7560" r:id="rId1"/>
    <p:sldLayoutId id="2147487561" r:id="rId2"/>
    <p:sldLayoutId id="2147487552" r:id="rId3"/>
    <p:sldLayoutId id="2147487553" r:id="rId4"/>
    <p:sldLayoutId id="2147487554" r:id="rId5"/>
    <p:sldLayoutId id="2147487562" r:id="rId6"/>
    <p:sldLayoutId id="2147487555" r:id="rId7"/>
    <p:sldLayoutId id="2147487556" r:id="rId8"/>
    <p:sldLayoutId id="2147487557" r:id="rId9"/>
    <p:sldLayoutId id="2147487558" r:id="rId10"/>
    <p:sldLayoutId id="2147487559" r:id="rId11"/>
    <p:sldLayoutId id="2147487563" r:id="rId12"/>
    <p:sldLayoutId id="2147487564" r:id="rId13"/>
    <p:sldLayoutId id="2147487565" r:id="rId14"/>
    <p:sldLayoutId id="2147487566" r:id="rId15"/>
    <p:sldLayoutId id="2147487567" r:id="rId16"/>
    <p:sldLayoutId id="2147487568" r:id="rId17"/>
    <p:sldLayoutId id="2147487569" r:id="rId18"/>
    <p:sldLayoutId id="2147487570" r:id="rId19"/>
    <p:sldLayoutId id="2147487571" r:id="rId20"/>
    <p:sldLayoutId id="2147487572" r:id="rId21"/>
    <p:sldLayoutId id="2147487573" r:id="rId22"/>
    <p:sldLayoutId id="2147487574" r:id="rId23"/>
    <p:sldLayoutId id="2147487575" r:id="rId24"/>
    <p:sldLayoutId id="2147487576" r:id="rId25"/>
    <p:sldLayoutId id="2147487577" r:id="rId26"/>
    <p:sldLayoutId id="2147487578" r:id="rId27"/>
    <p:sldLayoutId id="2147487579" r:id="rId28"/>
    <p:sldLayoutId id="2147487580" r:id="rId29"/>
    <p:sldLayoutId id="2147487581" r:id="rId30"/>
    <p:sldLayoutId id="2147487582" r:id="rId31"/>
    <p:sldLayoutId id="2147487583" r:id="rId32"/>
    <p:sldLayoutId id="2147487584" r:id="rId33"/>
    <p:sldLayoutId id="2147487585" r:id="rId34"/>
    <p:sldLayoutId id="2147487586" r:id="rId35"/>
    <p:sldLayoutId id="2147487587" r:id="rId36"/>
    <p:sldLayoutId id="2147487588" r:id="rId37"/>
    <p:sldLayoutId id="2147487589" r:id="rId38"/>
    <p:sldLayoutId id="2147487590" r:id="rId39"/>
    <p:sldLayoutId id="2147487591" r:id="rId40"/>
    <p:sldLayoutId id="2147487592" r:id="rId41"/>
    <p:sldLayoutId id="2147487593" r:id="rId42"/>
    <p:sldLayoutId id="2147487594" r:id="rId43"/>
  </p:sldLayoutIdLst>
  <p:hf hdr="0" ftr="0" dt="0"/>
  <p:txStyles>
    <p:titleStyle>
      <a:lvl1pPr algn="ctr" defTabSz="685800" rtl="0" eaLnBrk="0" fontAlgn="base" hangingPunct="0">
        <a:spcBef>
          <a:spcPct val="0"/>
        </a:spcBef>
        <a:spcAft>
          <a:spcPct val="0"/>
        </a:spcAft>
        <a:defRPr sz="3300" kern="1200">
          <a:solidFill>
            <a:schemeClr val="tx1"/>
          </a:solidFill>
          <a:latin typeface="+mj-lt"/>
          <a:ea typeface="+mj-ea"/>
          <a:cs typeface="+mj-cs"/>
        </a:defRPr>
      </a:lvl1pPr>
      <a:lvl2pPr algn="ctr" defTabSz="685800" rtl="0" eaLnBrk="0" fontAlgn="base" hangingPunct="0">
        <a:spcBef>
          <a:spcPct val="0"/>
        </a:spcBef>
        <a:spcAft>
          <a:spcPct val="0"/>
        </a:spcAft>
        <a:defRPr sz="3300">
          <a:solidFill>
            <a:schemeClr val="tx1"/>
          </a:solidFill>
          <a:latin typeface="Calibri" panose="020F0502020204030204" pitchFamily="34" charset="0"/>
        </a:defRPr>
      </a:lvl2pPr>
      <a:lvl3pPr algn="ctr" defTabSz="685800" rtl="0" eaLnBrk="0" fontAlgn="base" hangingPunct="0">
        <a:spcBef>
          <a:spcPct val="0"/>
        </a:spcBef>
        <a:spcAft>
          <a:spcPct val="0"/>
        </a:spcAft>
        <a:defRPr sz="3300">
          <a:solidFill>
            <a:schemeClr val="tx1"/>
          </a:solidFill>
          <a:latin typeface="Calibri" panose="020F0502020204030204" pitchFamily="34" charset="0"/>
        </a:defRPr>
      </a:lvl3pPr>
      <a:lvl4pPr algn="ctr" defTabSz="685800" rtl="0" eaLnBrk="0" fontAlgn="base" hangingPunct="0">
        <a:spcBef>
          <a:spcPct val="0"/>
        </a:spcBef>
        <a:spcAft>
          <a:spcPct val="0"/>
        </a:spcAft>
        <a:defRPr sz="3300">
          <a:solidFill>
            <a:schemeClr val="tx1"/>
          </a:solidFill>
          <a:latin typeface="Calibri" panose="020F0502020204030204" pitchFamily="34" charset="0"/>
        </a:defRPr>
      </a:lvl4pPr>
      <a:lvl5pPr algn="ctr" defTabSz="685800" rtl="0" eaLnBrk="0" fontAlgn="base" hangingPunct="0">
        <a:spcBef>
          <a:spcPct val="0"/>
        </a:spcBef>
        <a:spcAft>
          <a:spcPct val="0"/>
        </a:spcAft>
        <a:defRPr sz="3300">
          <a:solidFill>
            <a:schemeClr val="tx1"/>
          </a:solidFill>
          <a:latin typeface="Calibri" panose="020F0502020204030204" pitchFamily="34" charset="0"/>
        </a:defRPr>
      </a:lvl5pPr>
      <a:lvl6pPr marL="457200" algn="ctr" defTabSz="685800" rtl="0" fontAlgn="base">
        <a:spcBef>
          <a:spcPct val="0"/>
        </a:spcBef>
        <a:spcAft>
          <a:spcPct val="0"/>
        </a:spcAft>
        <a:defRPr sz="3300">
          <a:solidFill>
            <a:schemeClr val="tx1"/>
          </a:solidFill>
          <a:latin typeface="Calibri" panose="020F0502020204030204" pitchFamily="34" charset="0"/>
        </a:defRPr>
      </a:lvl6pPr>
      <a:lvl7pPr marL="914400" algn="ctr" defTabSz="685800" rtl="0" fontAlgn="base">
        <a:spcBef>
          <a:spcPct val="0"/>
        </a:spcBef>
        <a:spcAft>
          <a:spcPct val="0"/>
        </a:spcAft>
        <a:defRPr sz="3300">
          <a:solidFill>
            <a:schemeClr val="tx1"/>
          </a:solidFill>
          <a:latin typeface="Calibri" panose="020F0502020204030204" pitchFamily="34" charset="0"/>
        </a:defRPr>
      </a:lvl7pPr>
      <a:lvl8pPr marL="1371600" algn="ctr" defTabSz="685800" rtl="0" fontAlgn="base">
        <a:spcBef>
          <a:spcPct val="0"/>
        </a:spcBef>
        <a:spcAft>
          <a:spcPct val="0"/>
        </a:spcAft>
        <a:defRPr sz="3300">
          <a:solidFill>
            <a:schemeClr val="tx1"/>
          </a:solidFill>
          <a:latin typeface="Calibri" panose="020F0502020204030204" pitchFamily="34" charset="0"/>
        </a:defRPr>
      </a:lvl8pPr>
      <a:lvl9pPr marL="1828800" algn="ctr" defTabSz="685800" rtl="0" fontAlgn="base">
        <a:spcBef>
          <a:spcPct val="0"/>
        </a:spcBef>
        <a:spcAft>
          <a:spcPct val="0"/>
        </a:spcAft>
        <a:defRPr sz="3300">
          <a:solidFill>
            <a:schemeClr val="tx1"/>
          </a:solidFill>
          <a:latin typeface="Calibri" panose="020F0502020204030204" pitchFamily="34" charset="0"/>
        </a:defRPr>
      </a:lvl9pPr>
    </p:titleStyle>
    <p:bodyStyle>
      <a:lvl1pPr marL="257175" indent="-257175" algn="l" defTabSz="6858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0" fontAlgn="base" hangingPunct="0">
        <a:spcBef>
          <a:spcPct val="20000"/>
        </a:spcBef>
        <a:spcAft>
          <a:spcPct val="0"/>
        </a:spcAft>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0" fontAlgn="base"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3pPr>
      <a:lvl4pPr marL="1200150" indent="-171450" algn="l" defTabSz="6858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591E9A46-705D-4673-B0F7-9D242AD62913}"/>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E3CC949E-E4A7-4C0D-890C-5AC922C18B4B}"/>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9E72FAF5-D798-4F66-81E9-45C08BF8DF16}"/>
              </a:ext>
            </a:extLst>
          </p:cNvPr>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endParaRPr lang="en-US"/>
          </a:p>
        </p:txBody>
      </p:sp>
      <p:sp>
        <p:nvSpPr>
          <p:cNvPr id="5" name="Footer Placeholder 4">
            <a:extLst>
              <a:ext uri="{FF2B5EF4-FFF2-40B4-BE49-F238E27FC236}">
                <a16:creationId xmlns:a16="http://schemas.microsoft.com/office/drawing/2014/main" id="{585BA09A-F7CC-4A8A-8625-9362DE81F3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INS3150 - PROGRAMMING PLC</a:t>
            </a:r>
          </a:p>
        </p:txBody>
      </p:sp>
      <p:sp>
        <p:nvSpPr>
          <p:cNvPr id="6" name="Slide Number Placeholder 5">
            <a:extLst>
              <a:ext uri="{FF2B5EF4-FFF2-40B4-BE49-F238E27FC236}">
                <a16:creationId xmlns:a16="http://schemas.microsoft.com/office/drawing/2014/main" id="{D4FF9397-407D-430C-8635-4B801B80027A}"/>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91D036D1-4A3D-4072-954A-E7E0943E538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7606" r:id="rId1"/>
    <p:sldLayoutId id="2147487607" r:id="rId2"/>
    <p:sldLayoutId id="2147487608" r:id="rId3"/>
    <p:sldLayoutId id="2147487609" r:id="rId4"/>
    <p:sldLayoutId id="2147487610" r:id="rId5"/>
    <p:sldLayoutId id="2147487611" r:id="rId6"/>
    <p:sldLayoutId id="2147487612" r:id="rId7"/>
    <p:sldLayoutId id="2147487613" r:id="rId8"/>
    <p:sldLayoutId id="2147487614" r:id="rId9"/>
    <p:sldLayoutId id="2147487615" r:id="rId10"/>
    <p:sldLayoutId id="2147487616"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Title Placeholder 1">
            <a:extLst>
              <a:ext uri="{FF2B5EF4-FFF2-40B4-BE49-F238E27FC236}">
                <a16:creationId xmlns:a16="http://schemas.microsoft.com/office/drawing/2014/main" id="{CDDD9F49-C7AD-4622-87B2-395A5BB12A13}"/>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6147" name="Text Placeholder 2">
            <a:extLst>
              <a:ext uri="{FF2B5EF4-FFF2-40B4-BE49-F238E27FC236}">
                <a16:creationId xmlns:a16="http://schemas.microsoft.com/office/drawing/2014/main" id="{BE916D73-A294-40A6-9773-CE93F7209EA6}"/>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EC364E7-9340-49CC-A0FD-3405714532EF}"/>
              </a:ext>
            </a:extLst>
          </p:cNvPr>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endParaRPr lang="en-US"/>
          </a:p>
        </p:txBody>
      </p:sp>
      <p:sp>
        <p:nvSpPr>
          <p:cNvPr id="5" name="Footer Placeholder 4">
            <a:extLst>
              <a:ext uri="{FF2B5EF4-FFF2-40B4-BE49-F238E27FC236}">
                <a16:creationId xmlns:a16="http://schemas.microsoft.com/office/drawing/2014/main" id="{48234C78-22EF-4E81-A18D-BA8363E3C2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INS3150 - PROGRAMMING PLC</a:t>
            </a:r>
          </a:p>
        </p:txBody>
      </p:sp>
      <p:sp>
        <p:nvSpPr>
          <p:cNvPr id="6" name="Slide Number Placeholder 5">
            <a:extLst>
              <a:ext uri="{FF2B5EF4-FFF2-40B4-BE49-F238E27FC236}">
                <a16:creationId xmlns:a16="http://schemas.microsoft.com/office/drawing/2014/main" id="{0106961F-89A4-4256-B141-485459024EA3}"/>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4C193487-7CCC-4059-9105-DEB411458FE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7639" r:id="rId1"/>
    <p:sldLayoutId id="2147487640" r:id="rId2"/>
    <p:sldLayoutId id="2147487641" r:id="rId3"/>
    <p:sldLayoutId id="2147487642" r:id="rId4"/>
    <p:sldLayoutId id="2147487643" r:id="rId5"/>
    <p:sldLayoutId id="2147487644" r:id="rId6"/>
    <p:sldLayoutId id="2147487645" r:id="rId7"/>
    <p:sldLayoutId id="2147487646" r:id="rId8"/>
    <p:sldLayoutId id="2147487647" r:id="rId9"/>
    <p:sldLayoutId id="2147487648" r:id="rId10"/>
    <p:sldLayoutId id="2147487649"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a:extLst>
              <a:ext uri="{FF2B5EF4-FFF2-40B4-BE49-F238E27FC236}">
                <a16:creationId xmlns:a16="http://schemas.microsoft.com/office/drawing/2014/main" id="{B717EB2C-413C-4814-9501-539F3033ACE1}"/>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a:extLst>
              <a:ext uri="{FF2B5EF4-FFF2-40B4-BE49-F238E27FC236}">
                <a16:creationId xmlns:a16="http://schemas.microsoft.com/office/drawing/2014/main" id="{837CB190-AD55-4ECA-95E4-45E3EC8A3432}"/>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0F12E34-63FA-4C7A-8346-254BCBCC9F66}"/>
              </a:ext>
            </a:extLst>
          </p:cNvPr>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endParaRPr lang="en-US"/>
          </a:p>
        </p:txBody>
      </p:sp>
      <p:sp>
        <p:nvSpPr>
          <p:cNvPr id="5" name="Footer Placeholder 4">
            <a:extLst>
              <a:ext uri="{FF2B5EF4-FFF2-40B4-BE49-F238E27FC236}">
                <a16:creationId xmlns:a16="http://schemas.microsoft.com/office/drawing/2014/main" id="{673079EE-828A-487C-9122-CCD0F82EF5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INS3150 - PROGRAMMING PLC</a:t>
            </a:r>
          </a:p>
        </p:txBody>
      </p:sp>
      <p:sp>
        <p:nvSpPr>
          <p:cNvPr id="6" name="Slide Number Placeholder 5">
            <a:extLst>
              <a:ext uri="{FF2B5EF4-FFF2-40B4-BE49-F238E27FC236}">
                <a16:creationId xmlns:a16="http://schemas.microsoft.com/office/drawing/2014/main" id="{C53A5390-F37B-4775-B627-1147878BF217}"/>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4AA677B5-FD59-4C7A-9C19-B821FB47900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7650" r:id="rId1"/>
    <p:sldLayoutId id="2147487651" r:id="rId2"/>
    <p:sldLayoutId id="2147487652" r:id="rId3"/>
    <p:sldLayoutId id="2147487653" r:id="rId4"/>
    <p:sldLayoutId id="2147487654" r:id="rId5"/>
    <p:sldLayoutId id="2147487655" r:id="rId6"/>
    <p:sldLayoutId id="2147487656" r:id="rId7"/>
    <p:sldLayoutId id="2147487657" r:id="rId8"/>
    <p:sldLayoutId id="2147487658" r:id="rId9"/>
    <p:sldLayoutId id="2147487659" r:id="rId10"/>
    <p:sldLayoutId id="2147487660"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6.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9.png"/><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0.png"/><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45.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3.jpeg"/><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5.xm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45.xml"/><Relationship Id="rId5" Type="http://schemas.openxmlformats.org/officeDocument/2006/relationships/image" Target="../media/image8.jpg"/><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3" Type="http://schemas.openxmlformats.org/officeDocument/2006/relationships/hyperlink" Target="file:///C:\Users\nbcha\Downloads\y2mate.com%20-%20Bottle%20Filling%20Process%20PLC%20Program%20%20Part%201_480p.mp4" TargetMode="External"/><Relationship Id="rId2" Type="http://schemas.openxmlformats.org/officeDocument/2006/relationships/image" Target="../media/image17.jpeg"/><Relationship Id="rId1" Type="http://schemas.openxmlformats.org/officeDocument/2006/relationships/slideLayout" Target="../slideLayouts/slideLayout67.xml"/><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3" Type="http://schemas.openxmlformats.org/officeDocument/2006/relationships/hyperlink" Target="file:///C:\Users\nbcha\Downloads\y2mate.com%20-%20Smart%20Factory%20in%20Industry%2040%20Era%20%20Nh&#224;%20m&#225;y%20th&#244;ng%20minh%20trong%20th&#7901;i%20k&#7923;%20CMCN%2040%20English%20Voice_480p.mp4" TargetMode="External"/><Relationship Id="rId2" Type="http://schemas.openxmlformats.org/officeDocument/2006/relationships/image" Target="../media/image18.jpeg"/><Relationship Id="rId1" Type="http://schemas.openxmlformats.org/officeDocument/2006/relationships/slideLayout" Target="../slideLayouts/slideLayout45.xml"/><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6.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55.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5.xml"/><Relationship Id="rId1" Type="http://schemas.openxmlformats.org/officeDocument/2006/relationships/slideLayout" Target="../slideLayouts/slideLayout55.xml"/><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55.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2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5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56.xml"/></Relationships>
</file>

<file path=ppt/slides/_rels/slide2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56.xml"/></Relationships>
</file>

<file path=ppt/slides/_rels/slide2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56.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56.xml"/><Relationship Id="rId5" Type="http://schemas.openxmlformats.org/officeDocument/2006/relationships/image" Target="../media/image8.jpg"/><Relationship Id="rId4" Type="http://schemas.openxmlformats.org/officeDocument/2006/relationships/image" Target="../media/image26.jpeg"/></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29.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56.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3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1.xml"/><Relationship Id="rId1" Type="http://schemas.openxmlformats.org/officeDocument/2006/relationships/slideLayout" Target="../slideLayouts/slideLayout56.xml"/></Relationships>
</file>

<file path=ppt/slides/_rels/slide3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2.xml"/><Relationship Id="rId1" Type="http://schemas.openxmlformats.org/officeDocument/2006/relationships/slideLayout" Target="../slideLayouts/slideLayout55.xml"/></Relationships>
</file>

<file path=ppt/slides/_rels/slide3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3.xml"/><Relationship Id="rId1" Type="http://schemas.openxmlformats.org/officeDocument/2006/relationships/slideLayout" Target="../slideLayouts/slideLayout55.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55.xml"/><Relationship Id="rId5" Type="http://schemas.openxmlformats.org/officeDocument/2006/relationships/image" Target="../media/image8.jpg"/><Relationship Id="rId4" Type="http://schemas.openxmlformats.org/officeDocument/2006/relationships/image" Target="../media/image33.jpeg"/></Relationships>
</file>

<file path=ppt/slides/_rels/slide3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5.xml"/><Relationship Id="rId1" Type="http://schemas.openxmlformats.org/officeDocument/2006/relationships/slideLayout" Target="../slideLayouts/slideLayout55.xml"/></Relationships>
</file>

<file path=ppt/slides/_rels/slide3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6.xml"/><Relationship Id="rId1" Type="http://schemas.openxmlformats.org/officeDocument/2006/relationships/slideLayout" Target="../slideLayouts/slideLayout55.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55.xml"/><Relationship Id="rId5" Type="http://schemas.openxmlformats.org/officeDocument/2006/relationships/image" Target="../media/image8.jpg"/><Relationship Id="rId4" Type="http://schemas.openxmlformats.org/officeDocument/2006/relationships/image" Target="../media/image35.jpeg"/></Relationships>
</file>

<file path=ppt/slides/_rels/slide4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8.xml"/><Relationship Id="rId1" Type="http://schemas.openxmlformats.org/officeDocument/2006/relationships/slideLayout" Target="../slideLayouts/slideLayout56.xml"/></Relationships>
</file>

<file path=ppt/slides/_rels/slide4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6.jpeg"/><Relationship Id="rId7" Type="http://schemas.openxmlformats.org/officeDocument/2006/relationships/diagramColors" Target="../diagrams/colors1.xml"/><Relationship Id="rId2" Type="http://schemas.openxmlformats.org/officeDocument/2006/relationships/notesSlide" Target="../notesSlides/notesSlide29.xml"/><Relationship Id="rId1" Type="http://schemas.openxmlformats.org/officeDocument/2006/relationships/slideLayout" Target="../slideLayouts/slideLayout5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8.jpg"/></Relationships>
</file>

<file path=ppt/slides/_rels/slide4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7.jpeg"/><Relationship Id="rId7" Type="http://schemas.openxmlformats.org/officeDocument/2006/relationships/diagramColors" Target="../diagrams/colors2.xml"/><Relationship Id="rId2" Type="http://schemas.openxmlformats.org/officeDocument/2006/relationships/notesSlide" Target="../notesSlides/notesSlide30.xml"/><Relationship Id="rId1" Type="http://schemas.openxmlformats.org/officeDocument/2006/relationships/slideLayout" Target="../slideLayouts/slideLayout5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8.jpg"/></Relationships>
</file>

<file path=ppt/slides/_rels/slide4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1.xml"/><Relationship Id="rId1" Type="http://schemas.openxmlformats.org/officeDocument/2006/relationships/slideLayout" Target="../slideLayouts/slideLayout55.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4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56.xml"/><Relationship Id="rId4" Type="http://schemas.openxmlformats.org/officeDocument/2006/relationships/image" Target="../media/image8.jpg"/></Relationships>
</file>

<file path=ppt/slides/_rels/slide47.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34.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2">
            <a:extLst>
              <a:ext uri="{FF2B5EF4-FFF2-40B4-BE49-F238E27FC236}">
                <a16:creationId xmlns:a16="http://schemas.microsoft.com/office/drawing/2014/main" id="{B93958B0-0FB2-4F01-84A0-DAE32F677734}"/>
              </a:ext>
            </a:extLst>
          </p:cNvPr>
          <p:cNvSpPr>
            <a:spLocks noChangeArrowheads="1"/>
          </p:cNvSpPr>
          <p:nvPr/>
        </p:nvSpPr>
        <p:spPr bwMode="auto">
          <a:xfrm>
            <a:off x="1416050" y="308451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36AFC78-B3A8-42F4-879E-639BBB8F58D2}"/>
              </a:ext>
            </a:extLst>
          </p:cNvPr>
          <p:cNvSpPr txBox="1">
            <a:spLocks noChangeArrowheads="1"/>
          </p:cNvSpPr>
          <p:nvPr/>
        </p:nvSpPr>
        <p:spPr bwMode="auto">
          <a:xfrm>
            <a:off x="1450975" y="1860550"/>
            <a:ext cx="910907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ts val="600"/>
              </a:spcBef>
              <a:buFontTx/>
              <a:buNone/>
            </a:pPr>
            <a:r>
              <a:rPr lang="en-US" altLang="en-US" sz="20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1.1 </a:t>
            </a:r>
            <a:r>
              <a:rPr lang="vi-VN" altLang="en-US" sz="2400" dirty="0">
                <a:latin typeface="Times New Roman" panose="02020603050405020304" pitchFamily="18" charset="0"/>
                <a:cs typeface="Times New Roman" panose="02020603050405020304" pitchFamily="18" charset="0"/>
              </a:rPr>
              <a:t>OVERVIEW OF PROGRAMMABLE CONTROLS</a:t>
            </a:r>
            <a:endParaRPr lang="en-US" altLang="en-US" sz="2400" dirty="0">
              <a:latin typeface="Times New Roman" panose="02020603050405020304" pitchFamily="18" charset="0"/>
              <a:cs typeface="Times New Roman" panose="02020603050405020304" pitchFamily="18" charset="0"/>
            </a:endParaRPr>
          </a:p>
        </p:txBody>
      </p:sp>
      <p:pic>
        <p:nvPicPr>
          <p:cNvPr id="117765" name="Picture 13" descr="Thiết bị PLC Siemens S7 - 1200">
            <a:extLst>
              <a:ext uri="{FF2B5EF4-FFF2-40B4-BE49-F238E27FC236}">
                <a16:creationId xmlns:a16="http://schemas.microsoft.com/office/drawing/2014/main" id="{2BB28346-AE8F-452D-9DFE-3B041BCF1C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8063" y="3133725"/>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a:extLst>
              <a:ext uri="{FF2B5EF4-FFF2-40B4-BE49-F238E27FC236}">
                <a16:creationId xmlns:a16="http://schemas.microsoft.com/office/drawing/2014/main" id="{CF1B8C19-C50D-47FC-8B18-0A8EB40CE547}"/>
              </a:ext>
            </a:extLst>
          </p:cNvPr>
          <p:cNvSpPr txBox="1">
            <a:spLocks noChangeArrowheads="1"/>
          </p:cNvSpPr>
          <p:nvPr/>
        </p:nvSpPr>
        <p:spPr bwMode="auto">
          <a:xfrm>
            <a:off x="1416050" y="563563"/>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ts val="600"/>
              </a:spcBef>
              <a:buFontTx/>
              <a:buNone/>
            </a:pPr>
            <a:r>
              <a:rPr lang="en-US" altLang="en-US" sz="2000" dirty="0">
                <a:latin typeface="Times New Roman" panose="02020603050405020304" pitchFamily="18" charset="0"/>
                <a:cs typeface="Times New Roman" panose="02020603050405020304" pitchFamily="18" charset="0"/>
              </a:rPr>
              <a:t>Lesson 1:</a:t>
            </a:r>
            <a:br>
              <a:rPr lang="en-US" altLang="en-US" sz="32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PROGRAMMABLE CONTROLS</a:t>
            </a:r>
          </a:p>
        </p:txBody>
      </p:sp>
      <p:sp>
        <p:nvSpPr>
          <p:cNvPr id="2" name="Slide Number Placeholder 1">
            <a:extLst>
              <a:ext uri="{FF2B5EF4-FFF2-40B4-BE49-F238E27FC236}">
                <a16:creationId xmlns:a16="http://schemas.microsoft.com/office/drawing/2014/main" id="{D2DCFD93-C788-4718-983D-5150A775BBBA}"/>
              </a:ext>
            </a:extLst>
          </p:cNvPr>
          <p:cNvSpPr>
            <a:spLocks noGrp="1"/>
          </p:cNvSpPr>
          <p:nvPr>
            <p:ph type="sldNum" sz="quarter" idx="12"/>
          </p:nvPr>
        </p:nvSpPr>
        <p:spPr/>
        <p:txBody>
          <a:bodyPr/>
          <a:lstStyle/>
          <a:p>
            <a:fld id="{376C6D4E-51E9-4012-AEE9-667FC8B77072}" type="slidenum">
              <a:rPr lang="en-US" altLang="en-US" smtClean="0"/>
              <a:pPr/>
              <a:t>1</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247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28675" name="Text Box 3">
            <a:extLst>
              <a:ext uri="{FF2B5EF4-FFF2-40B4-BE49-F238E27FC236}">
                <a16:creationId xmlns:a16="http://schemas.microsoft.com/office/drawing/2014/main" id="{99F8927C-3DBC-448D-9C8E-C0929FB2048A}"/>
              </a:ext>
            </a:extLst>
          </p:cNvPr>
          <p:cNvSpPr txBox="1">
            <a:spLocks noChangeArrowheads="1"/>
          </p:cNvSpPr>
          <p:nvPr/>
        </p:nvSpPr>
        <p:spPr bwMode="auto">
          <a:xfrm>
            <a:off x="1993900" y="1822450"/>
            <a:ext cx="727045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dirty="0">
                <a:latin typeface="Times New Roman" panose="02020603050405020304" pitchFamily="18" charset="0"/>
                <a:cs typeface="Times New Roman" panose="02020603050405020304" pitchFamily="18" charset="0"/>
              </a:rPr>
              <a:t>After completing this lesson, learners will be able to:</a:t>
            </a:r>
            <a:endParaRPr lang="en-US" altLang="en-US" sz="2400" b="0" dirty="0">
              <a:latin typeface="Times New Roman" panose="02020603050405020304" pitchFamily="18" charset="0"/>
              <a:cs typeface="Times New Roman" panose="02020603050405020304" pitchFamily="18" charset="0"/>
            </a:endParaRPr>
          </a:p>
        </p:txBody>
      </p:sp>
      <p:sp>
        <p:nvSpPr>
          <p:cNvPr id="46083" name="TextBox 13">
            <a:extLst>
              <a:ext uri="{FF2B5EF4-FFF2-40B4-BE49-F238E27FC236}">
                <a16:creationId xmlns:a16="http://schemas.microsoft.com/office/drawing/2014/main" id="{0649DB63-844F-4AE3-A05C-BB389BD3BDBF}"/>
              </a:ext>
            </a:extLst>
          </p:cNvPr>
          <p:cNvSpPr txBox="1">
            <a:spLocks noChangeArrowheads="1"/>
          </p:cNvSpPr>
          <p:nvPr/>
        </p:nvSpPr>
        <p:spPr bwMode="auto">
          <a:xfrm>
            <a:off x="1960563" y="3633788"/>
            <a:ext cx="46863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2400" b="0" dirty="0">
                <a:latin typeface="Times New Roman" panose="02020603050405020304" pitchFamily="18" charset="0"/>
                <a:cs typeface="Times New Roman" panose="02020603050405020304" pitchFamily="18" charset="0"/>
              </a:rPr>
              <a:t>Speech on the concept of programmable control.</a:t>
            </a:r>
            <a:endParaRPr lang="pt-BR" altLang="en-US" sz="2400" b="0" dirty="0">
              <a:latin typeface="Times New Roman" panose="02020603050405020304" pitchFamily="18" charset="0"/>
              <a:cs typeface="Times New Roman" panose="02020603050405020304" pitchFamily="18" charset="0"/>
            </a:endParaRPr>
          </a:p>
        </p:txBody>
      </p:sp>
      <p:sp>
        <p:nvSpPr>
          <p:cNvPr id="46084" name="TextBox 15">
            <a:extLst>
              <a:ext uri="{FF2B5EF4-FFF2-40B4-BE49-F238E27FC236}">
                <a16:creationId xmlns:a16="http://schemas.microsoft.com/office/drawing/2014/main" id="{54136406-A401-4E67-A72C-873146C709EF}"/>
              </a:ext>
            </a:extLst>
          </p:cNvPr>
          <p:cNvSpPr txBox="1">
            <a:spLocks noChangeArrowheads="1"/>
          </p:cNvSpPr>
          <p:nvPr/>
        </p:nvSpPr>
        <p:spPr bwMode="auto">
          <a:xfrm>
            <a:off x="1946275" y="2452688"/>
            <a:ext cx="49482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2400" b="0">
                <a:latin typeface="Times New Roman" panose="02020603050405020304" pitchFamily="18" charset="0"/>
                <a:cs typeface="Times New Roman" panose="02020603050405020304" pitchFamily="18" charset="0"/>
              </a:rPr>
              <a:t>Compare the pros and cons of programmable control with other forms of control.</a:t>
            </a:r>
            <a:endParaRPr lang="pt-BR" altLang="en-US" sz="2400" b="0">
              <a:latin typeface="Times New Roman" panose="02020603050405020304" pitchFamily="18" charset="0"/>
              <a:cs typeface="Times New Roman" panose="02020603050405020304" pitchFamily="18" charset="0"/>
            </a:endParaRPr>
          </a:p>
        </p:txBody>
      </p:sp>
      <p:sp>
        <p:nvSpPr>
          <p:cNvPr id="46085" name="TextBox 17">
            <a:extLst>
              <a:ext uri="{FF2B5EF4-FFF2-40B4-BE49-F238E27FC236}">
                <a16:creationId xmlns:a16="http://schemas.microsoft.com/office/drawing/2014/main" id="{FB622034-7BCC-45AB-9B80-A7CCEF58253D}"/>
              </a:ext>
            </a:extLst>
          </p:cNvPr>
          <p:cNvSpPr txBox="1">
            <a:spLocks noChangeArrowheads="1"/>
          </p:cNvSpPr>
          <p:nvPr/>
        </p:nvSpPr>
        <p:spPr bwMode="auto">
          <a:xfrm>
            <a:off x="1946275" y="4464050"/>
            <a:ext cx="49418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2400" b="0" dirty="0">
                <a:latin typeface="Times New Roman" panose="02020603050405020304" pitchFamily="18" charset="0"/>
                <a:cs typeface="Times New Roman" panose="02020603050405020304" pitchFamily="18" charset="0"/>
              </a:rPr>
              <a:t>Present the applications of PLC in practice.</a:t>
            </a:r>
            <a:endParaRPr lang="en-US" altLang="en-US" sz="2400" dirty="0">
              <a:latin typeface="Times New Roman" panose="02020603050405020304" pitchFamily="18" charset="0"/>
              <a:cs typeface="Times New Roman" panose="02020603050405020304" pitchFamily="18" charset="0"/>
            </a:endParaRPr>
          </a:p>
        </p:txBody>
      </p:sp>
      <p:pic>
        <p:nvPicPr>
          <p:cNvPr id="118790" name="Picture 16" descr="Mua bán PLC - HMI">
            <a:extLst>
              <a:ext uri="{FF2B5EF4-FFF2-40B4-BE49-F238E27FC236}">
                <a16:creationId xmlns:a16="http://schemas.microsoft.com/office/drawing/2014/main" id="{1750E542-004D-40AF-A766-2AFAF0BD03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2450" y="2614612"/>
            <a:ext cx="4450134" cy="3009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a:extLst>
              <a:ext uri="{FF2B5EF4-FFF2-40B4-BE49-F238E27FC236}">
                <a16:creationId xmlns:a16="http://schemas.microsoft.com/office/drawing/2014/main" id="{8FE7B9E5-9DDB-4DDC-BAD4-2BF043D91757}"/>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7E2C0A-8899-4D08-A3D5-ABCF495C10EB}"/>
              </a:ext>
            </a:extLst>
          </p:cNvPr>
          <p:cNvCxnSpPr/>
          <p:nvPr/>
        </p:nvCxnSpPr>
        <p:spPr>
          <a:xfrm>
            <a:off x="457200" y="6484938"/>
            <a:ext cx="11277600" cy="0"/>
          </a:xfrm>
          <a:prstGeom prst="line">
            <a:avLst/>
          </a:prstGeom>
          <a:ln w="952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B105EA1F-8BBC-484D-B3A3-A3FEFF37F577}"/>
              </a:ext>
            </a:extLst>
          </p:cNvPr>
          <p:cNvSpPr txBox="1">
            <a:spLocks/>
          </p:cNvSpPr>
          <p:nvPr/>
        </p:nvSpPr>
        <p:spPr>
          <a:xfrm>
            <a:off x="8184233" y="223838"/>
            <a:ext cx="3550568" cy="487362"/>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altLang="en-US" sz="2000">
                <a:solidFill>
                  <a:srgbClr val="002060"/>
                </a:solidFill>
                <a:effectLst>
                  <a:outerShdw blurRad="38100" dist="38100" dir="2700000" algn="tl">
                    <a:srgbClr val="C0C0C0"/>
                  </a:outerShdw>
                </a:effectLst>
                <a:latin typeface="Times New Roman" pitchFamily="18" charset="0"/>
                <a:cs typeface="Times New Roman" pitchFamily="18" charset="0"/>
              </a:rPr>
              <a:t>LESSON OBJECTIVES</a:t>
            </a:r>
            <a:endParaRPr lang="en-US" altLang="en-US" sz="2000" dirty="0">
              <a:solidFill>
                <a:srgbClr val="002060"/>
              </a:solidFill>
              <a:effectLst>
                <a:outerShdw blurRad="38100" dist="38100" dir="2700000" algn="tl">
                  <a:srgbClr val="C0C0C0"/>
                </a:outerShdw>
              </a:effectLst>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FD419E9B-11B3-46F6-8FAE-A9971FBC61DE}"/>
              </a:ext>
            </a:extLst>
          </p:cNvPr>
          <p:cNvSpPr>
            <a:spLocks noGrp="1"/>
          </p:cNvSpPr>
          <p:nvPr>
            <p:ph type="sldNum" sz="quarter" idx="12"/>
          </p:nvPr>
        </p:nvSpPr>
        <p:spPr>
          <a:xfrm>
            <a:off x="8760296" y="6505506"/>
            <a:ext cx="2743200" cy="365125"/>
          </a:xfrm>
        </p:spPr>
        <p:txBody>
          <a:bodyPr/>
          <a:lstStyle/>
          <a:p>
            <a:fld id="{799EAEED-8869-4CCA-873F-A0DDD413E566}" type="slidenum">
              <a:rPr lang="en-US" altLang="en-US" sz="1400" smtClean="0">
                <a:solidFill>
                  <a:srgbClr val="002060"/>
                </a:solidFill>
                <a:latin typeface="Times New Roman" panose="02020603050405020304" pitchFamily="18" charset="0"/>
                <a:cs typeface="Times New Roman" panose="02020603050405020304" pitchFamily="18" charset="0"/>
              </a:rPr>
              <a:pPr/>
              <a:t>2</a:t>
            </a:fld>
            <a:endParaRPr lang="en-US" altLang="en-US" sz="1400" dirty="0">
              <a:solidFill>
                <a:srgbClr val="00206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D778E0E-2342-4D61-A2AE-9158C0C6D172}"/>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pic>
        <p:nvPicPr>
          <p:cNvPr id="6" name="Picture 5" descr="A close-up of a logo&#10;&#10;Description automatically generated">
            <a:extLst>
              <a:ext uri="{FF2B5EF4-FFF2-40B4-BE49-F238E27FC236}">
                <a16:creationId xmlns:a16="http://schemas.microsoft.com/office/drawing/2014/main" id="{3CDDDF26-833A-47BC-9502-17F4173DFB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28675"/>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46084"/>
                                        </p:tgtEl>
                                        <p:attrNameLst>
                                          <p:attrName>style.visibility</p:attrName>
                                        </p:attrNameLst>
                                      </p:cBhvr>
                                      <p:to>
                                        <p:strVal val="visible"/>
                                      </p:to>
                                    </p:set>
                                    <p:animEffect transition="in" filter="fade">
                                      <p:cBhvr>
                                        <p:cTn id="9" dur="500"/>
                                        <p:tgtEl>
                                          <p:spTgt spid="46084"/>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46083"/>
                                        </p:tgtEl>
                                        <p:attrNameLst>
                                          <p:attrName>style.visibility</p:attrName>
                                        </p:attrNameLst>
                                      </p:cBhvr>
                                      <p:to>
                                        <p:strVal val="visible"/>
                                      </p:to>
                                    </p:set>
                                    <p:animEffect transition="in" filter="fade">
                                      <p:cBhvr>
                                        <p:cTn id="12" dur="500"/>
                                        <p:tgtEl>
                                          <p:spTgt spid="4608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6085"/>
                                        </p:tgtEl>
                                        <p:attrNameLst>
                                          <p:attrName>style.visibility</p:attrName>
                                        </p:attrNameLst>
                                      </p:cBhvr>
                                      <p:to>
                                        <p:strVal val="visible"/>
                                      </p:to>
                                    </p:set>
                                    <p:animEffect transition="in" filter="fade">
                                      <p:cBhvr>
                                        <p:cTn id="15" dur="500"/>
                                        <p:tgtEl>
                                          <p:spTgt spid="460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autoUpdateAnimBg="0"/>
      <p:bldP spid="46083" grpId="0"/>
      <p:bldP spid="46084" grpId="0"/>
      <p:bldP spid="46085"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7" name="Text Box 5">
            <a:extLst>
              <a:ext uri="{FF2B5EF4-FFF2-40B4-BE49-F238E27FC236}">
                <a16:creationId xmlns:a16="http://schemas.microsoft.com/office/drawing/2014/main" id="{3E559AB0-7F90-4315-8FA3-9960FD86B09A}"/>
              </a:ext>
            </a:extLst>
          </p:cNvPr>
          <p:cNvSpPr txBox="1">
            <a:spLocks noChangeArrowheads="1"/>
          </p:cNvSpPr>
          <p:nvPr/>
        </p:nvSpPr>
        <p:spPr bwMode="auto">
          <a:xfrm>
            <a:off x="1976438" y="1849438"/>
            <a:ext cx="44418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2400" b="0" dirty="0">
                <a:latin typeface="Times New Roman" panose="02020603050405020304" pitchFamily="18" charset="0"/>
                <a:cs typeface="Times New Roman" panose="02020603050405020304" pitchFamily="18" charset="0"/>
              </a:rPr>
              <a:t>Control overview.</a:t>
            </a:r>
          </a:p>
        </p:txBody>
      </p:sp>
      <p:sp>
        <p:nvSpPr>
          <p:cNvPr id="23562" name="Text Box 10">
            <a:extLst>
              <a:ext uri="{FF2B5EF4-FFF2-40B4-BE49-F238E27FC236}">
                <a16:creationId xmlns:a16="http://schemas.microsoft.com/office/drawing/2014/main" id="{66D81F8B-DC36-488C-825A-9F77D8433B06}"/>
              </a:ext>
            </a:extLst>
          </p:cNvPr>
          <p:cNvSpPr txBox="1">
            <a:spLocks noChangeArrowheads="1"/>
          </p:cNvSpPr>
          <p:nvPr/>
        </p:nvSpPr>
        <p:spPr bwMode="auto">
          <a:xfrm>
            <a:off x="1960563" y="3921125"/>
            <a:ext cx="43751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2400" b="0" dirty="0">
                <a:latin typeface="Times New Roman" panose="02020603050405020304" pitchFamily="18" charset="0"/>
                <a:cs typeface="Times New Roman" panose="02020603050405020304" pitchFamily="18" charset="0"/>
              </a:rPr>
              <a:t>Applications of PLC in real life.</a:t>
            </a:r>
          </a:p>
        </p:txBody>
      </p:sp>
      <p:sp>
        <p:nvSpPr>
          <p:cNvPr id="23563" name="Text Box 11">
            <a:extLst>
              <a:ext uri="{FF2B5EF4-FFF2-40B4-BE49-F238E27FC236}">
                <a16:creationId xmlns:a16="http://schemas.microsoft.com/office/drawing/2014/main" id="{77F814DA-96CB-46E6-860A-C1434A66436A}"/>
              </a:ext>
            </a:extLst>
          </p:cNvPr>
          <p:cNvSpPr txBox="1">
            <a:spLocks noChangeArrowheads="1"/>
          </p:cNvSpPr>
          <p:nvPr/>
        </p:nvSpPr>
        <p:spPr bwMode="auto">
          <a:xfrm>
            <a:off x="1960563" y="2311400"/>
            <a:ext cx="433705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2400" b="0" dirty="0">
                <a:latin typeface="Times New Roman" panose="02020603050405020304" pitchFamily="18" charset="0"/>
                <a:cs typeface="Times New Roman" panose="02020603050405020304" pitchFamily="18" charset="0"/>
              </a:rPr>
              <a:t>Hardwired control and programmable control.</a:t>
            </a:r>
          </a:p>
        </p:txBody>
      </p:sp>
      <p:sp>
        <p:nvSpPr>
          <p:cNvPr id="23564" name="Text Box 12">
            <a:extLst>
              <a:ext uri="{FF2B5EF4-FFF2-40B4-BE49-F238E27FC236}">
                <a16:creationId xmlns:a16="http://schemas.microsoft.com/office/drawing/2014/main" id="{76B19255-E59E-428A-9EB6-20B6A9246AEC}"/>
              </a:ext>
            </a:extLst>
          </p:cNvPr>
          <p:cNvSpPr txBox="1">
            <a:spLocks noChangeArrowheads="1"/>
          </p:cNvSpPr>
          <p:nvPr/>
        </p:nvSpPr>
        <p:spPr bwMode="auto">
          <a:xfrm>
            <a:off x="1965325" y="3128963"/>
            <a:ext cx="4375150"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5750" indent="-2857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Char char="•"/>
            </a:pPr>
            <a:r>
              <a:rPr lang="en-US" altLang="en-US" sz="2400" b="0" dirty="0">
                <a:latin typeface="Times New Roman" panose="02020603050405020304" pitchFamily="18" charset="0"/>
                <a:cs typeface="Times New Roman" panose="02020603050405020304" pitchFamily="18" charset="0"/>
              </a:rPr>
              <a:t>Compare PLC with other controls.</a:t>
            </a:r>
          </a:p>
        </p:txBody>
      </p:sp>
      <p:grpSp>
        <p:nvGrpSpPr>
          <p:cNvPr id="119814" name="Group 14">
            <a:extLst>
              <a:ext uri="{FF2B5EF4-FFF2-40B4-BE49-F238E27FC236}">
                <a16:creationId xmlns:a16="http://schemas.microsoft.com/office/drawing/2014/main" id="{6FAEFCA5-B450-423E-8B02-2D50DB3021F0}"/>
              </a:ext>
            </a:extLst>
          </p:cNvPr>
          <p:cNvGrpSpPr>
            <a:grpSpLocks/>
          </p:cNvGrpSpPr>
          <p:nvPr/>
        </p:nvGrpSpPr>
        <p:grpSpPr bwMode="auto">
          <a:xfrm>
            <a:off x="11542713" y="6657975"/>
            <a:ext cx="649287" cy="188913"/>
            <a:chOff x="5012" y="4110"/>
            <a:chExt cx="748" cy="210"/>
          </a:xfrm>
        </p:grpSpPr>
        <p:sp>
          <p:nvSpPr>
            <p:cNvPr id="119821" name="AutoShape 15">
              <a:hlinkClick r:id="" action="ppaction://hlinkshowjump?jump=firstslide" highlightClick="1"/>
              <a:extLst>
                <a:ext uri="{FF2B5EF4-FFF2-40B4-BE49-F238E27FC236}">
                  <a16:creationId xmlns:a16="http://schemas.microsoft.com/office/drawing/2014/main" id="{C600E53A-C70C-4DEA-B99B-B3E6FCA5FC7E}"/>
                </a:ext>
              </a:extLst>
            </p:cNvPr>
            <p:cNvSpPr>
              <a:spLocks noChangeArrowheads="1"/>
            </p:cNvSpPr>
            <p:nvPr/>
          </p:nvSpPr>
          <p:spPr bwMode="auto">
            <a:xfrm>
              <a:off x="5012" y="4110"/>
              <a:ext cx="272" cy="210"/>
            </a:xfrm>
            <a:prstGeom prst="actionButtonHome">
              <a:avLst/>
            </a:prstGeom>
            <a:solidFill>
              <a:schemeClr val="hlink"/>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19822" name="AutoShape 16">
              <a:hlinkClick r:id="" action="ppaction://hlinkshowjump?jump=previousslide" highlightClick="1"/>
              <a:extLst>
                <a:ext uri="{FF2B5EF4-FFF2-40B4-BE49-F238E27FC236}">
                  <a16:creationId xmlns:a16="http://schemas.microsoft.com/office/drawing/2014/main" id="{F10E14E0-120B-470B-9B39-2BDCE0584C29}"/>
                </a:ext>
              </a:extLst>
            </p:cNvPr>
            <p:cNvSpPr>
              <a:spLocks noChangeArrowheads="1"/>
            </p:cNvSpPr>
            <p:nvPr/>
          </p:nvSpPr>
          <p:spPr bwMode="auto">
            <a:xfrm>
              <a:off x="5262" y="4110"/>
              <a:ext cx="249" cy="210"/>
            </a:xfrm>
            <a:prstGeom prst="actionButtonBackPrevious">
              <a:avLst/>
            </a:prstGeom>
            <a:solidFill>
              <a:schemeClr val="hlink"/>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19823" name="AutoShape 17">
              <a:hlinkClick r:id="" action="ppaction://hlinkshowjump?jump=nextslide" highlightClick="1"/>
              <a:extLst>
                <a:ext uri="{FF2B5EF4-FFF2-40B4-BE49-F238E27FC236}">
                  <a16:creationId xmlns:a16="http://schemas.microsoft.com/office/drawing/2014/main" id="{DBD07D5A-1D39-4FC3-B93A-175AF7511297}"/>
                </a:ext>
              </a:extLst>
            </p:cNvPr>
            <p:cNvSpPr>
              <a:spLocks noChangeArrowheads="1"/>
            </p:cNvSpPr>
            <p:nvPr/>
          </p:nvSpPr>
          <p:spPr bwMode="auto">
            <a:xfrm>
              <a:off x="5511" y="4110"/>
              <a:ext cx="249" cy="210"/>
            </a:xfrm>
            <a:prstGeom prst="actionButtonForwardNext">
              <a:avLst/>
            </a:prstGeom>
            <a:solidFill>
              <a:schemeClr val="hlink"/>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0">
                  <a:latin typeface="Times New Roman" panose="02020603050405020304" pitchFamily="18" charset="0"/>
                  <a:cs typeface="Times New Roman" panose="02020603050405020304" pitchFamily="18" charset="0"/>
                </a:rPr>
                <a:t>   </a:t>
              </a:r>
              <a:endParaRPr lang="en-US" altLang="en-US">
                <a:latin typeface="Times New Roman" panose="02020603050405020304" pitchFamily="18" charset="0"/>
                <a:cs typeface="Times New Roman" panose="02020603050405020304" pitchFamily="18" charset="0"/>
              </a:endParaRPr>
            </a:p>
          </p:txBody>
        </p:sp>
      </p:grpSp>
      <p:pic>
        <p:nvPicPr>
          <p:cNvPr id="119815" name="Picture 17" descr="C:\Users\nbcha\Downloads\unnamed.png">
            <a:extLst>
              <a:ext uri="{FF2B5EF4-FFF2-40B4-BE49-F238E27FC236}">
                <a16:creationId xmlns:a16="http://schemas.microsoft.com/office/drawing/2014/main" id="{5B7FB37B-886E-45B8-8C9F-3BF5FD1FE6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25" y="1484313"/>
            <a:ext cx="4187825" cy="350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7" name="Straight Connector 16">
            <a:extLst>
              <a:ext uri="{FF2B5EF4-FFF2-40B4-BE49-F238E27FC236}">
                <a16:creationId xmlns:a16="http://schemas.microsoft.com/office/drawing/2014/main" id="{2BC22A72-3387-45D7-B6AA-CE26B988A59E}"/>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9EB1012-F5DA-4F89-B6D7-63AC6A807510}"/>
              </a:ext>
            </a:extLst>
          </p:cNvPr>
          <p:cNvCxnSpPr/>
          <p:nvPr/>
        </p:nvCxnSpPr>
        <p:spPr>
          <a:xfrm>
            <a:off x="457200" y="6484938"/>
            <a:ext cx="11277600" cy="0"/>
          </a:xfrm>
          <a:prstGeom prst="line">
            <a:avLst/>
          </a:prstGeom>
          <a:ln w="9525">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Slide Number Placeholder 2">
            <a:extLst>
              <a:ext uri="{FF2B5EF4-FFF2-40B4-BE49-F238E27FC236}">
                <a16:creationId xmlns:a16="http://schemas.microsoft.com/office/drawing/2014/main" id="{49939989-C2F4-4D89-8069-C79118586B66}"/>
              </a:ext>
            </a:extLst>
          </p:cNvPr>
          <p:cNvSpPr txBox="1">
            <a:spLocks/>
          </p:cNvSpPr>
          <p:nvPr/>
        </p:nvSpPr>
        <p:spPr>
          <a:xfrm>
            <a:off x="8760296" y="6505506"/>
            <a:ext cx="2743200" cy="365125"/>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eaLnBrk="0" fontAlgn="base" hangingPunct="0">
              <a:spcBef>
                <a:spcPct val="0"/>
              </a:spcBef>
              <a:spcAft>
                <a:spcPct val="0"/>
              </a:spcAft>
              <a:defRPr sz="1200" b="1" kern="1200">
                <a:solidFill>
                  <a:srgbClr val="898989"/>
                </a:solidFill>
                <a:latin typeface="Arial" panose="020B0604020202020204" pitchFamily="34" charset="0"/>
                <a:ea typeface="+mn-ea"/>
                <a:cs typeface="+mn-cs"/>
              </a:defRPr>
            </a:lvl1pPr>
            <a:lvl2pPr marL="4572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2pPr>
            <a:lvl3pPr marL="9144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3pPr>
            <a:lvl4pPr marL="13716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4pPr>
            <a:lvl5pPr marL="1828800" algn="l" rtl="0" eaLnBrk="0" fontAlgn="base" hangingPunct="0">
              <a:spcBef>
                <a:spcPct val="0"/>
              </a:spcBef>
              <a:spcAft>
                <a:spcPct val="0"/>
              </a:spcAft>
              <a:defRPr sz="2800" b="1" kern="1200">
                <a:solidFill>
                  <a:schemeClr val="bg1"/>
                </a:solidFill>
                <a:latin typeface="Arial" panose="020B0604020202020204" pitchFamily="34" charset="0"/>
                <a:ea typeface="+mn-ea"/>
                <a:cs typeface="+mn-cs"/>
              </a:defRPr>
            </a:lvl5pPr>
            <a:lvl6pPr marL="2286000" algn="l" defTabSz="914400" rtl="0" eaLnBrk="1" latinLnBrk="0" hangingPunct="1">
              <a:defRPr sz="2800" b="1" kern="1200">
                <a:solidFill>
                  <a:schemeClr val="bg1"/>
                </a:solidFill>
                <a:latin typeface="Arial" panose="020B0604020202020204" pitchFamily="34" charset="0"/>
                <a:ea typeface="+mn-ea"/>
                <a:cs typeface="+mn-cs"/>
              </a:defRPr>
            </a:lvl6pPr>
            <a:lvl7pPr marL="2743200" algn="l" defTabSz="914400" rtl="0" eaLnBrk="1" latinLnBrk="0" hangingPunct="1">
              <a:defRPr sz="2800" b="1" kern="1200">
                <a:solidFill>
                  <a:schemeClr val="bg1"/>
                </a:solidFill>
                <a:latin typeface="Arial" panose="020B0604020202020204" pitchFamily="34" charset="0"/>
                <a:ea typeface="+mn-ea"/>
                <a:cs typeface="+mn-cs"/>
              </a:defRPr>
            </a:lvl7pPr>
            <a:lvl8pPr marL="3200400" algn="l" defTabSz="914400" rtl="0" eaLnBrk="1" latinLnBrk="0" hangingPunct="1">
              <a:defRPr sz="2800" b="1" kern="1200">
                <a:solidFill>
                  <a:schemeClr val="bg1"/>
                </a:solidFill>
                <a:latin typeface="Arial" panose="020B0604020202020204" pitchFamily="34" charset="0"/>
                <a:ea typeface="+mn-ea"/>
                <a:cs typeface="+mn-cs"/>
              </a:defRPr>
            </a:lvl8pPr>
            <a:lvl9pPr marL="3657600" algn="l" defTabSz="914400" rtl="0" eaLnBrk="1" latinLnBrk="0" hangingPunct="1">
              <a:defRPr sz="2800" b="1" kern="1200">
                <a:solidFill>
                  <a:schemeClr val="bg1"/>
                </a:solidFill>
                <a:latin typeface="Arial" panose="020B0604020202020204" pitchFamily="34" charset="0"/>
                <a:ea typeface="+mn-ea"/>
                <a:cs typeface="+mn-cs"/>
              </a:defRPr>
            </a:lvl9pPr>
          </a:lstStyle>
          <a:p>
            <a:fld id="{799EAEED-8869-4CCA-873F-A0DDD413E566}" type="slidenum">
              <a:rPr lang="en-US" altLang="en-US" sz="1400" smtClean="0">
                <a:solidFill>
                  <a:srgbClr val="002060"/>
                </a:solidFill>
                <a:latin typeface="Times New Roman" panose="02020603050405020304" pitchFamily="18" charset="0"/>
                <a:cs typeface="Times New Roman" panose="02020603050405020304" pitchFamily="18" charset="0"/>
              </a:rPr>
              <a:pPr/>
              <a:t>3</a:t>
            </a:fld>
            <a:endParaRPr lang="en-US" altLang="en-US" sz="1400" dirty="0">
              <a:solidFill>
                <a:srgbClr val="002060"/>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3E3F9C53-7253-4A45-A111-12A165ADBCF0}"/>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22" name="Straight Connector 21">
            <a:extLst>
              <a:ext uri="{FF2B5EF4-FFF2-40B4-BE49-F238E27FC236}">
                <a16:creationId xmlns:a16="http://schemas.microsoft.com/office/drawing/2014/main" id="{AB82B2F3-BD72-4787-ABC5-E87030D5908B}"/>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3" name="Picture 22" descr="A close-up of a logo&#10;&#10;Description automatically generated">
            <a:extLst>
              <a:ext uri="{FF2B5EF4-FFF2-40B4-BE49-F238E27FC236}">
                <a16:creationId xmlns:a16="http://schemas.microsoft.com/office/drawing/2014/main" id="{721FBB07-EA17-428C-96DC-13354DCA55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8" name="Title 1">
            <a:extLst>
              <a:ext uri="{FF2B5EF4-FFF2-40B4-BE49-F238E27FC236}">
                <a16:creationId xmlns:a16="http://schemas.microsoft.com/office/drawing/2014/main" id="{72E8E4A5-D400-4D3F-A3BC-51EB85227DE8}"/>
              </a:ext>
            </a:extLst>
          </p:cNvPr>
          <p:cNvSpPr txBox="1">
            <a:spLocks/>
          </p:cNvSpPr>
          <p:nvPr/>
        </p:nvSpPr>
        <p:spPr>
          <a:xfrm>
            <a:off x="5243513" y="24606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p:cTn id="7" dur="500" fill="hold"/>
                                        <p:tgtEl>
                                          <p:spTgt spid="23557"/>
                                        </p:tgtEl>
                                        <p:attrNameLst>
                                          <p:attrName>ppt_w</p:attrName>
                                        </p:attrNameLst>
                                      </p:cBhvr>
                                      <p:tavLst>
                                        <p:tav tm="0">
                                          <p:val>
                                            <p:fltVal val="0"/>
                                          </p:val>
                                        </p:tav>
                                        <p:tav tm="100000">
                                          <p:val>
                                            <p:strVal val="#ppt_w"/>
                                          </p:val>
                                        </p:tav>
                                      </p:tavLst>
                                    </p:anim>
                                    <p:anim calcmode="lin" valueType="num">
                                      <p:cBhvr>
                                        <p:cTn id="8" dur="500" fill="hold"/>
                                        <p:tgtEl>
                                          <p:spTgt spid="23557"/>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23563"/>
                                        </p:tgtEl>
                                        <p:attrNameLst>
                                          <p:attrName>style.visibility</p:attrName>
                                        </p:attrNameLst>
                                      </p:cBhvr>
                                      <p:to>
                                        <p:strVal val="visible"/>
                                      </p:to>
                                    </p:set>
                                    <p:anim calcmode="lin" valueType="num">
                                      <p:cBhvr>
                                        <p:cTn id="11" dur="500" fill="hold"/>
                                        <p:tgtEl>
                                          <p:spTgt spid="23563"/>
                                        </p:tgtEl>
                                        <p:attrNameLst>
                                          <p:attrName>ppt_w</p:attrName>
                                        </p:attrNameLst>
                                      </p:cBhvr>
                                      <p:tavLst>
                                        <p:tav tm="0">
                                          <p:val>
                                            <p:fltVal val="0"/>
                                          </p:val>
                                        </p:tav>
                                        <p:tav tm="100000">
                                          <p:val>
                                            <p:strVal val="#ppt_w"/>
                                          </p:val>
                                        </p:tav>
                                      </p:tavLst>
                                    </p:anim>
                                    <p:anim calcmode="lin" valueType="num">
                                      <p:cBhvr>
                                        <p:cTn id="12" dur="500" fill="hold"/>
                                        <p:tgtEl>
                                          <p:spTgt spid="23563"/>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23564"/>
                                        </p:tgtEl>
                                        <p:attrNameLst>
                                          <p:attrName>style.visibility</p:attrName>
                                        </p:attrNameLst>
                                      </p:cBhvr>
                                      <p:to>
                                        <p:strVal val="visible"/>
                                      </p:to>
                                    </p:set>
                                    <p:anim calcmode="lin" valueType="num">
                                      <p:cBhvr>
                                        <p:cTn id="15" dur="500" fill="hold"/>
                                        <p:tgtEl>
                                          <p:spTgt spid="23564"/>
                                        </p:tgtEl>
                                        <p:attrNameLst>
                                          <p:attrName>ppt_w</p:attrName>
                                        </p:attrNameLst>
                                      </p:cBhvr>
                                      <p:tavLst>
                                        <p:tav tm="0">
                                          <p:val>
                                            <p:fltVal val="0"/>
                                          </p:val>
                                        </p:tav>
                                        <p:tav tm="100000">
                                          <p:val>
                                            <p:strVal val="#ppt_w"/>
                                          </p:val>
                                        </p:tav>
                                      </p:tavLst>
                                    </p:anim>
                                    <p:anim calcmode="lin" valueType="num">
                                      <p:cBhvr>
                                        <p:cTn id="16" dur="500" fill="hold"/>
                                        <p:tgtEl>
                                          <p:spTgt spid="23564"/>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23562"/>
                                        </p:tgtEl>
                                        <p:attrNameLst>
                                          <p:attrName>style.visibility</p:attrName>
                                        </p:attrNameLst>
                                      </p:cBhvr>
                                      <p:to>
                                        <p:strVal val="visible"/>
                                      </p:to>
                                    </p:set>
                                    <p:anim calcmode="lin" valueType="num">
                                      <p:cBhvr>
                                        <p:cTn id="19" dur="500" fill="hold"/>
                                        <p:tgtEl>
                                          <p:spTgt spid="23562"/>
                                        </p:tgtEl>
                                        <p:attrNameLst>
                                          <p:attrName>ppt_w</p:attrName>
                                        </p:attrNameLst>
                                      </p:cBhvr>
                                      <p:tavLst>
                                        <p:tav tm="0">
                                          <p:val>
                                            <p:fltVal val="0"/>
                                          </p:val>
                                        </p:tav>
                                        <p:tav tm="100000">
                                          <p:val>
                                            <p:strVal val="#ppt_w"/>
                                          </p:val>
                                        </p:tav>
                                      </p:tavLst>
                                    </p:anim>
                                    <p:anim calcmode="lin" valueType="num">
                                      <p:cBhvr>
                                        <p:cTn id="20" dur="500" fill="hold"/>
                                        <p:tgtEl>
                                          <p:spTgt spid="235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p:bldP spid="23562" grpId="0"/>
      <p:bldP spid="23563" grpId="0"/>
      <p:bldP spid="23564" grpId="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20834" name="Rectangle 3">
            <a:extLst>
              <a:ext uri="{FF2B5EF4-FFF2-40B4-BE49-F238E27FC236}">
                <a16:creationId xmlns:a16="http://schemas.microsoft.com/office/drawing/2014/main" id="{E842D551-9744-40F3-A3DB-7C7AD33C2445}"/>
              </a:ext>
            </a:extLst>
          </p:cNvPr>
          <p:cNvSpPr>
            <a:spLocks noGrp="1" noChangeArrowheads="1"/>
          </p:cNvSpPr>
          <p:nvPr>
            <p:ph idx="1"/>
          </p:nvPr>
        </p:nvSpPr>
        <p:spPr>
          <a:xfrm>
            <a:off x="1981200" y="1878013"/>
            <a:ext cx="8201025" cy="1744662"/>
          </a:xfrm>
        </p:spPr>
        <p:txBody>
          <a:bodyPr/>
          <a:lstStyle/>
          <a:p>
            <a:pPr eaLnBrk="1" hangingPunct="1"/>
            <a:r>
              <a:rPr lang="en-US" altLang="en-US" sz="2400" dirty="0">
                <a:latin typeface="Times New Roman" panose="02020603050405020304" pitchFamily="18" charset="0"/>
                <a:cs typeface="Times New Roman" panose="02020603050405020304" pitchFamily="18" charset="0"/>
              </a:rPr>
              <a:t>In the field of control, two control methods are distinguished:
		+ Hard-connected control method.
		+ Programmable control method.</a:t>
            </a:r>
          </a:p>
        </p:txBody>
      </p:sp>
      <p:sp>
        <p:nvSpPr>
          <p:cNvPr id="120835" name="Rectangle 10">
            <a:extLst>
              <a:ext uri="{FF2B5EF4-FFF2-40B4-BE49-F238E27FC236}">
                <a16:creationId xmlns:a16="http://schemas.microsoft.com/office/drawing/2014/main" id="{3D4C0DDE-E5EF-4462-8CEA-E659A2809E18}"/>
              </a:ext>
            </a:extLst>
          </p:cNvPr>
          <p:cNvSpPr>
            <a:spLocks noChangeArrowheads="1"/>
          </p:cNvSpPr>
          <p:nvPr/>
        </p:nvSpPr>
        <p:spPr bwMode="auto">
          <a:xfrm>
            <a:off x="1960563" y="787400"/>
            <a:ext cx="817245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spcBef>
                <a:spcPct val="20000"/>
              </a:spcBef>
              <a:buFontTx/>
              <a:buChar char="•"/>
            </a:pPr>
            <a:r>
              <a:rPr lang="en-US" altLang="en-US" sz="2400" b="0" dirty="0">
                <a:latin typeface="Times New Roman" panose="02020603050405020304" pitchFamily="18" charset="0"/>
                <a:cs typeface="Times New Roman" panose="02020603050405020304" pitchFamily="18" charset="0"/>
              </a:rPr>
              <a:t>Nowadays, the requirements for automation in industry are increasing, requiring many changes in control techniques in terms of equipment as well as control methods.</a:t>
            </a:r>
          </a:p>
        </p:txBody>
      </p:sp>
      <p:grpSp>
        <p:nvGrpSpPr>
          <p:cNvPr id="120836" name="Group 12">
            <a:extLst>
              <a:ext uri="{FF2B5EF4-FFF2-40B4-BE49-F238E27FC236}">
                <a16:creationId xmlns:a16="http://schemas.microsoft.com/office/drawing/2014/main" id="{C58BF0B4-02D3-49B8-8C09-5FF2704FDAC9}"/>
              </a:ext>
            </a:extLst>
          </p:cNvPr>
          <p:cNvGrpSpPr>
            <a:grpSpLocks/>
          </p:cNvGrpSpPr>
          <p:nvPr/>
        </p:nvGrpSpPr>
        <p:grpSpPr bwMode="auto">
          <a:xfrm>
            <a:off x="11542713" y="6669088"/>
            <a:ext cx="649287" cy="188912"/>
            <a:chOff x="5012" y="4110"/>
            <a:chExt cx="748" cy="210"/>
          </a:xfrm>
        </p:grpSpPr>
        <p:sp>
          <p:nvSpPr>
            <p:cNvPr id="120843" name="AutoShape 13">
              <a:hlinkClick r:id="" action="ppaction://hlinkshowjump?jump=firstslide" highlightClick="1"/>
              <a:extLst>
                <a:ext uri="{FF2B5EF4-FFF2-40B4-BE49-F238E27FC236}">
                  <a16:creationId xmlns:a16="http://schemas.microsoft.com/office/drawing/2014/main" id="{EB826ED1-656F-4571-A628-E95342626D42}"/>
                </a:ext>
              </a:extLst>
            </p:cNvPr>
            <p:cNvSpPr>
              <a:spLocks noChangeArrowheads="1"/>
            </p:cNvSpPr>
            <p:nvPr/>
          </p:nvSpPr>
          <p:spPr bwMode="auto">
            <a:xfrm>
              <a:off x="5012" y="4110"/>
              <a:ext cx="272" cy="210"/>
            </a:xfrm>
            <a:prstGeom prst="actionButtonHome">
              <a:avLst/>
            </a:prstGeom>
            <a:solidFill>
              <a:schemeClr val="hlink"/>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0844" name="AutoShape 14">
              <a:hlinkClick r:id="" action="ppaction://hlinkshowjump?jump=previousslide" highlightClick="1"/>
              <a:extLst>
                <a:ext uri="{FF2B5EF4-FFF2-40B4-BE49-F238E27FC236}">
                  <a16:creationId xmlns:a16="http://schemas.microsoft.com/office/drawing/2014/main" id="{05E4A7F8-698A-4F48-A9C8-5F11C0085097}"/>
                </a:ext>
              </a:extLst>
            </p:cNvPr>
            <p:cNvSpPr>
              <a:spLocks noChangeArrowheads="1"/>
            </p:cNvSpPr>
            <p:nvPr/>
          </p:nvSpPr>
          <p:spPr bwMode="auto">
            <a:xfrm>
              <a:off x="5262" y="4110"/>
              <a:ext cx="249" cy="210"/>
            </a:xfrm>
            <a:prstGeom prst="actionButtonBackPrevious">
              <a:avLst/>
            </a:prstGeom>
            <a:solidFill>
              <a:schemeClr val="hlink"/>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0845" name="AutoShape 15">
              <a:hlinkClick r:id="" action="ppaction://hlinkshowjump?jump=nextslide" highlightClick="1"/>
              <a:extLst>
                <a:ext uri="{FF2B5EF4-FFF2-40B4-BE49-F238E27FC236}">
                  <a16:creationId xmlns:a16="http://schemas.microsoft.com/office/drawing/2014/main" id="{04204FDB-ECD3-4461-9AEB-18F9E74979CE}"/>
                </a:ext>
              </a:extLst>
            </p:cNvPr>
            <p:cNvSpPr>
              <a:spLocks noChangeArrowheads="1"/>
            </p:cNvSpPr>
            <p:nvPr/>
          </p:nvSpPr>
          <p:spPr bwMode="auto">
            <a:xfrm>
              <a:off x="5511" y="4110"/>
              <a:ext cx="249" cy="210"/>
            </a:xfrm>
            <a:prstGeom prst="actionButtonForwardNext">
              <a:avLst/>
            </a:prstGeom>
            <a:solidFill>
              <a:schemeClr val="hlink"/>
            </a:solidFill>
            <a:ln>
              <a:noFill/>
            </a:ln>
            <a:effectLst/>
            <a:extLs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0">
                  <a:latin typeface="Times New Roman" panose="02020603050405020304" pitchFamily="18" charset="0"/>
                  <a:cs typeface="Times New Roman" panose="02020603050405020304" pitchFamily="18" charset="0"/>
                </a:rPr>
                <a:t>   </a:t>
              </a:r>
              <a:endParaRPr lang="en-US" altLang="en-US">
                <a:latin typeface="Times New Roman" panose="02020603050405020304" pitchFamily="18" charset="0"/>
                <a:cs typeface="Times New Roman" panose="02020603050405020304" pitchFamily="18" charset="0"/>
              </a:endParaRPr>
            </a:p>
          </p:txBody>
        </p:sp>
      </p:grpSp>
      <p:pic>
        <p:nvPicPr>
          <p:cNvPr id="120837" name="Picture 17" descr="HỆ THỐNG TỰ ĐỘNG HÓA NHÀ MÁY">
            <a:extLst>
              <a:ext uri="{FF2B5EF4-FFF2-40B4-BE49-F238E27FC236}">
                <a16:creationId xmlns:a16="http://schemas.microsoft.com/office/drawing/2014/main" id="{77D7C081-BCE4-4AE7-A251-FE0EE83A9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7788" y="3632200"/>
            <a:ext cx="4591050" cy="280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itle 1">
            <a:extLst>
              <a:ext uri="{FF2B5EF4-FFF2-40B4-BE49-F238E27FC236}">
                <a16:creationId xmlns:a16="http://schemas.microsoft.com/office/drawing/2014/main" id="{63969691-D007-4851-B934-FBAA54B01EE0}"/>
              </a:ext>
            </a:extLst>
          </p:cNvPr>
          <p:cNvSpPr txBox="1">
            <a:spLocks/>
          </p:cNvSpPr>
          <p:nvPr/>
        </p:nvSpPr>
        <p:spPr>
          <a:xfrm>
            <a:off x="5169478" y="216984"/>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cxnSp>
        <p:nvCxnSpPr>
          <p:cNvPr id="15" name="Straight Connector 14">
            <a:extLst>
              <a:ext uri="{FF2B5EF4-FFF2-40B4-BE49-F238E27FC236}">
                <a16:creationId xmlns:a16="http://schemas.microsoft.com/office/drawing/2014/main" id="{AF619CA5-4AE9-4A84-A7A8-CAA9A6D372FD}"/>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682998B3-2A4A-4A48-BDA1-6C36AE58A21D}"/>
              </a:ext>
            </a:extLst>
          </p:cNvPr>
          <p:cNvSpPr>
            <a:spLocks noGrp="1"/>
          </p:cNvSpPr>
          <p:nvPr>
            <p:ph type="sldNum" sz="quarter" idx="12"/>
          </p:nvPr>
        </p:nvSpPr>
        <p:spPr>
          <a:xfrm>
            <a:off x="8611528" y="6550819"/>
            <a:ext cx="2743200" cy="236537"/>
          </a:xfrm>
        </p:spPr>
        <p:txBody>
          <a:bodyPr/>
          <a:lstStyle/>
          <a:p>
            <a:fld id="{20AD0890-E0AE-4F80-8064-8B30DFECF1C4}" type="slidenum">
              <a:rPr lang="en-US" altLang="en-US" smtClean="0"/>
              <a:pPr/>
              <a:t>4</a:t>
            </a:fld>
            <a:endParaRPr lang="en-US" altLang="en-US"/>
          </a:p>
        </p:txBody>
      </p:sp>
      <p:cxnSp>
        <p:nvCxnSpPr>
          <p:cNvPr id="17" name="Straight Connector 16">
            <a:extLst>
              <a:ext uri="{FF2B5EF4-FFF2-40B4-BE49-F238E27FC236}">
                <a16:creationId xmlns:a16="http://schemas.microsoft.com/office/drawing/2014/main" id="{D6B4E108-F786-4082-986D-91510118E6B7}"/>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close-up of a logo&#10;&#10;Description automatically generated">
            <a:extLst>
              <a:ext uri="{FF2B5EF4-FFF2-40B4-BE49-F238E27FC236}">
                <a16:creationId xmlns:a16="http://schemas.microsoft.com/office/drawing/2014/main" id="{54DC638A-13DA-4644-BC43-2E88FEA654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9" name="TextBox 18">
            <a:extLst>
              <a:ext uri="{FF2B5EF4-FFF2-40B4-BE49-F238E27FC236}">
                <a16:creationId xmlns:a16="http://schemas.microsoft.com/office/drawing/2014/main" id="{CF6743FB-CD39-4996-AEB8-BC28DEBAA541}"/>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0F77C379-4620-467F-A2CC-C0A05275DE9A}"/>
              </a:ext>
            </a:extLst>
          </p:cNvPr>
          <p:cNvSpPr>
            <a:spLocks noGrp="1" noChangeArrowheads="1"/>
          </p:cNvSpPr>
          <p:nvPr>
            <p:ph type="title"/>
          </p:nvPr>
        </p:nvSpPr>
        <p:spPr>
          <a:xfrm>
            <a:off x="1997075" y="757238"/>
            <a:ext cx="5202238" cy="579437"/>
          </a:xfrm>
        </p:spPr>
        <p:txBody>
          <a:bodyPr/>
          <a:lstStyle/>
          <a:p>
            <a:pPr eaLnBrk="1" hangingPunct="1"/>
            <a:r>
              <a:rPr lang="en-US" altLang="en-US" sz="2800" b="1" dirty="0">
                <a:latin typeface="Times New Roman" panose="02020603050405020304" pitchFamily="18" charset="0"/>
                <a:cs typeface="Times New Roman" panose="02020603050405020304" pitchFamily="18" charset="0"/>
              </a:rPr>
              <a:t>MECHANICAL CONTROLS</a:t>
            </a:r>
          </a:p>
        </p:txBody>
      </p:sp>
      <p:sp>
        <p:nvSpPr>
          <p:cNvPr id="121859" name="Text Box 11">
            <a:extLst>
              <a:ext uri="{FF2B5EF4-FFF2-40B4-BE49-F238E27FC236}">
                <a16:creationId xmlns:a16="http://schemas.microsoft.com/office/drawing/2014/main" id="{4732ADB6-28A0-4272-BAA4-52D190AEF1C4}"/>
              </a:ext>
            </a:extLst>
          </p:cNvPr>
          <p:cNvSpPr txBox="1">
            <a:spLocks noChangeArrowheads="1"/>
          </p:cNvSpPr>
          <p:nvPr/>
        </p:nvSpPr>
        <p:spPr bwMode="auto">
          <a:xfrm>
            <a:off x="1937205" y="2606222"/>
            <a:ext cx="8221663"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dirty="0">
                <a:latin typeface="Times New Roman" panose="02020603050405020304" pitchFamily="18" charset="0"/>
                <a:cs typeface="Times New Roman" panose="02020603050405020304" pitchFamily="18" charset="0"/>
              </a:rPr>
              <a:t>+ Non-contact </a:t>
            </a:r>
            <a:r>
              <a:rPr lang="en-US" altLang="en-US" sz="2400" dirty="0" err="1">
                <a:latin typeface="Times New Roman" panose="02020603050405020304" pitchFamily="18" charset="0"/>
                <a:cs typeface="Times New Roman" panose="02020603050405020304" pitchFamily="18" charset="0"/>
              </a:rPr>
              <a:t>hardfacing</a:t>
            </a:r>
            <a:r>
              <a:rPr lang="en-US" altLang="en-US" sz="2400" dirty="0">
                <a:latin typeface="Times New Roman" panose="02020603050405020304" pitchFamily="18" charset="0"/>
                <a:cs typeface="Times New Roman" panose="02020603050405020304" pitchFamily="18" charset="0"/>
              </a:rPr>
              <a:t> control:
       </a:t>
            </a:r>
            <a:r>
              <a:rPr lang="en-US" altLang="en-US" sz="2400" b="0" dirty="0">
                <a:latin typeface="Times New Roman" panose="02020603050405020304" pitchFamily="18" charset="0"/>
                <a:cs typeface="Times New Roman" panose="02020603050405020304" pitchFamily="18" charset="0"/>
              </a:rPr>
              <a:t> Using logic gates, digital ICs, sensors, etc.
        Power components such as SCR, TRIAC.</a:t>
            </a:r>
          </a:p>
        </p:txBody>
      </p:sp>
      <p:sp>
        <p:nvSpPr>
          <p:cNvPr id="121860" name="Text Box 12">
            <a:extLst>
              <a:ext uri="{FF2B5EF4-FFF2-40B4-BE49-F238E27FC236}">
                <a16:creationId xmlns:a16="http://schemas.microsoft.com/office/drawing/2014/main" id="{02691D81-15A3-4115-AA2A-10D2AC895849}"/>
              </a:ext>
            </a:extLst>
          </p:cNvPr>
          <p:cNvSpPr txBox="1">
            <a:spLocks noChangeArrowheads="1"/>
          </p:cNvSpPr>
          <p:nvPr/>
        </p:nvSpPr>
        <p:spPr bwMode="auto">
          <a:xfrm>
            <a:off x="1989138" y="1336675"/>
            <a:ext cx="1008352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dirty="0">
                <a:latin typeface="Times New Roman" panose="02020603050405020304" pitchFamily="18" charset="0"/>
                <a:cs typeface="Times New Roman" panose="02020603050405020304" pitchFamily="18" charset="0"/>
              </a:rPr>
              <a:t>+ Contact-based hard-connected controls: 
        </a:t>
            </a:r>
            <a:r>
              <a:rPr lang="en-US" altLang="en-US" sz="2400" b="0" dirty="0">
                <a:latin typeface="Times New Roman" panose="02020603050405020304" pitchFamily="18" charset="0"/>
                <a:cs typeface="Times New Roman" panose="02020603050405020304" pitchFamily="18" charset="0"/>
              </a:rPr>
              <a:t>Using electromagnetic instruments such as relays, contactors, sensors, etc.
        These instruments are connected together according to specific circuits</a:t>
            </a:r>
            <a:r>
              <a:rPr lang="en-US" altLang="en-US" sz="2400" dirty="0">
                <a:latin typeface="Times New Roman" panose="02020603050405020304" pitchFamily="18" charset="0"/>
                <a:cs typeface="Times New Roman" panose="02020603050405020304" pitchFamily="18" charset="0"/>
              </a:rPr>
              <a:t>.</a:t>
            </a:r>
            <a:endParaRPr lang="en-US" altLang="en-US" sz="2400" b="0" dirty="0">
              <a:latin typeface="Times New Roman" panose="02020603050405020304" pitchFamily="18" charset="0"/>
              <a:cs typeface="Times New Roman" panose="02020603050405020304" pitchFamily="18" charset="0"/>
            </a:endParaRPr>
          </a:p>
        </p:txBody>
      </p:sp>
      <p:pic>
        <p:nvPicPr>
          <p:cNvPr id="121861" name="Picture 22" descr="Автоматизация технологических процессов и производств">
            <a:extLst>
              <a:ext uri="{FF2B5EF4-FFF2-40B4-BE49-F238E27FC236}">
                <a16:creationId xmlns:a16="http://schemas.microsoft.com/office/drawing/2014/main" id="{AC6C143D-7AAA-40F5-AD32-027F0689A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8163" y="4094163"/>
            <a:ext cx="2590800" cy="237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1862" name="Picture 13" descr="Những điều cần biết về PLC S7 1200">
            <a:extLst>
              <a:ext uri="{FF2B5EF4-FFF2-40B4-BE49-F238E27FC236}">
                <a16:creationId xmlns:a16="http://schemas.microsoft.com/office/drawing/2014/main" id="{97F78DE5-03AD-43F6-BE97-53FE09910C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4167188"/>
            <a:ext cx="4032250" cy="226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C03BE38D-5388-4A4F-A06B-910E7A66312C}"/>
              </a:ext>
            </a:extLst>
          </p:cNvPr>
          <p:cNvSpPr txBox="1">
            <a:spLocks/>
          </p:cNvSpPr>
          <p:nvPr/>
        </p:nvSpPr>
        <p:spPr>
          <a:xfrm>
            <a:off x="5243513" y="24606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cxnSp>
        <p:nvCxnSpPr>
          <p:cNvPr id="16" name="Straight Connector 15">
            <a:extLst>
              <a:ext uri="{FF2B5EF4-FFF2-40B4-BE49-F238E27FC236}">
                <a16:creationId xmlns:a16="http://schemas.microsoft.com/office/drawing/2014/main" id="{E4767E07-C246-4CEB-A168-F013C4B6F4C4}"/>
              </a:ext>
            </a:extLst>
          </p:cNvPr>
          <p:cNvCxnSpPr/>
          <p:nvPr/>
        </p:nvCxnSpPr>
        <p:spPr>
          <a:xfrm>
            <a:off x="457200" y="6503732"/>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3D86B665-1AB8-45A0-87ED-0F9D6A46C446}"/>
              </a:ext>
            </a:extLst>
          </p:cNvPr>
          <p:cNvSpPr>
            <a:spLocks noGrp="1"/>
          </p:cNvSpPr>
          <p:nvPr>
            <p:ph type="sldNum" sz="quarter" idx="12"/>
          </p:nvPr>
        </p:nvSpPr>
        <p:spPr>
          <a:xfrm>
            <a:off x="8688288" y="6467475"/>
            <a:ext cx="2743200" cy="365125"/>
          </a:xfrm>
        </p:spPr>
        <p:txBody>
          <a:bodyPr/>
          <a:lstStyle/>
          <a:p>
            <a:fld id="{20AD0890-E0AE-4F80-8064-8B30DFECF1C4}" type="slidenum">
              <a:rPr lang="en-US" altLang="en-US" smtClean="0"/>
              <a:pPr/>
              <a:t>5</a:t>
            </a:fld>
            <a:endParaRPr lang="en-US" altLang="en-US"/>
          </a:p>
        </p:txBody>
      </p:sp>
      <p:cxnSp>
        <p:nvCxnSpPr>
          <p:cNvPr id="14" name="Straight Connector 13">
            <a:extLst>
              <a:ext uri="{FF2B5EF4-FFF2-40B4-BE49-F238E27FC236}">
                <a16:creationId xmlns:a16="http://schemas.microsoft.com/office/drawing/2014/main" id="{7005F626-A4D9-4C8F-8A8E-0E3240DCADEF}"/>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7" name="Picture 16" descr="A close-up of a logo&#10;&#10;Description automatically generated">
            <a:extLst>
              <a:ext uri="{FF2B5EF4-FFF2-40B4-BE49-F238E27FC236}">
                <a16:creationId xmlns:a16="http://schemas.microsoft.com/office/drawing/2014/main" id="{41A4E822-3778-4957-BBEA-26A20505AA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3" name="TextBox 12">
            <a:extLst>
              <a:ext uri="{FF2B5EF4-FFF2-40B4-BE49-F238E27FC236}">
                <a16:creationId xmlns:a16="http://schemas.microsoft.com/office/drawing/2014/main" id="{C2CFC89A-2504-4CFA-8BB0-05ADF798366F}"/>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Text Box 4">
            <a:extLst>
              <a:ext uri="{FF2B5EF4-FFF2-40B4-BE49-F238E27FC236}">
                <a16:creationId xmlns:a16="http://schemas.microsoft.com/office/drawing/2014/main" id="{6B587DB2-8B99-4D4F-8915-79A5717E0D95}"/>
              </a:ext>
            </a:extLst>
          </p:cNvPr>
          <p:cNvSpPr txBox="1">
            <a:spLocks noChangeArrowheads="1"/>
          </p:cNvSpPr>
          <p:nvPr/>
        </p:nvSpPr>
        <p:spPr bwMode="auto">
          <a:xfrm>
            <a:off x="3359150" y="1644650"/>
            <a:ext cx="5686425"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Define technology requirements</a:t>
            </a:r>
          </a:p>
        </p:txBody>
      </p:sp>
      <p:sp>
        <p:nvSpPr>
          <p:cNvPr id="122883" name="Text Box 5">
            <a:extLst>
              <a:ext uri="{FF2B5EF4-FFF2-40B4-BE49-F238E27FC236}">
                <a16:creationId xmlns:a16="http://schemas.microsoft.com/office/drawing/2014/main" id="{CE8552FE-BE06-4046-A7ED-689AE56BF729}"/>
              </a:ext>
            </a:extLst>
          </p:cNvPr>
          <p:cNvSpPr txBox="1">
            <a:spLocks noChangeArrowheads="1"/>
          </p:cNvSpPr>
          <p:nvPr/>
        </p:nvSpPr>
        <p:spPr bwMode="auto">
          <a:xfrm>
            <a:off x="3357563" y="2725738"/>
            <a:ext cx="5688012"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Control scheme design</a:t>
            </a:r>
          </a:p>
        </p:txBody>
      </p:sp>
      <p:sp>
        <p:nvSpPr>
          <p:cNvPr id="122884" name="Text Box 6">
            <a:extLst>
              <a:ext uri="{FF2B5EF4-FFF2-40B4-BE49-F238E27FC236}">
                <a16:creationId xmlns:a16="http://schemas.microsoft.com/office/drawing/2014/main" id="{A5C0FA01-4313-40E6-AA23-9AAD87FC1E4B}"/>
              </a:ext>
            </a:extLst>
          </p:cNvPr>
          <p:cNvSpPr txBox="1">
            <a:spLocks noChangeArrowheads="1"/>
          </p:cNvSpPr>
          <p:nvPr/>
        </p:nvSpPr>
        <p:spPr bwMode="auto">
          <a:xfrm>
            <a:off x="3357563" y="3805238"/>
            <a:ext cx="5688012"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Selecting Circuit Elements</a:t>
            </a:r>
          </a:p>
        </p:txBody>
      </p:sp>
      <p:sp>
        <p:nvSpPr>
          <p:cNvPr id="122885" name="Text Box 7">
            <a:extLst>
              <a:ext uri="{FF2B5EF4-FFF2-40B4-BE49-F238E27FC236}">
                <a16:creationId xmlns:a16="http://schemas.microsoft.com/office/drawing/2014/main" id="{8CE4D6FE-F872-49B1-9487-FD5911592150}"/>
              </a:ext>
            </a:extLst>
          </p:cNvPr>
          <p:cNvSpPr txBox="1">
            <a:spLocks noChangeArrowheads="1"/>
          </p:cNvSpPr>
          <p:nvPr/>
        </p:nvSpPr>
        <p:spPr bwMode="auto">
          <a:xfrm>
            <a:off x="3359150" y="4884738"/>
            <a:ext cx="5686425"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Circuitry, bonding of elements</a:t>
            </a:r>
          </a:p>
        </p:txBody>
      </p:sp>
      <p:sp>
        <p:nvSpPr>
          <p:cNvPr id="122886" name="Text Box 8">
            <a:extLst>
              <a:ext uri="{FF2B5EF4-FFF2-40B4-BE49-F238E27FC236}">
                <a16:creationId xmlns:a16="http://schemas.microsoft.com/office/drawing/2014/main" id="{AAA4E76B-CF08-43DA-B61E-DFE042B90B35}"/>
              </a:ext>
            </a:extLst>
          </p:cNvPr>
          <p:cNvSpPr txBox="1">
            <a:spLocks noChangeArrowheads="1"/>
          </p:cNvSpPr>
          <p:nvPr/>
        </p:nvSpPr>
        <p:spPr bwMode="auto">
          <a:xfrm>
            <a:off x="3357563" y="5965825"/>
            <a:ext cx="5688012"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Test Run - Circuit Test</a:t>
            </a:r>
          </a:p>
        </p:txBody>
      </p:sp>
      <p:sp>
        <p:nvSpPr>
          <p:cNvPr id="122887" name="Line 9">
            <a:extLst>
              <a:ext uri="{FF2B5EF4-FFF2-40B4-BE49-F238E27FC236}">
                <a16:creationId xmlns:a16="http://schemas.microsoft.com/office/drawing/2014/main" id="{C414DCC2-06D4-41FF-A3AD-6338E8D7D324}"/>
              </a:ext>
            </a:extLst>
          </p:cNvPr>
          <p:cNvSpPr>
            <a:spLocks noChangeShapeType="1"/>
          </p:cNvSpPr>
          <p:nvPr/>
        </p:nvSpPr>
        <p:spPr bwMode="auto">
          <a:xfrm>
            <a:off x="6165850" y="2220913"/>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88" name="Line 10">
            <a:extLst>
              <a:ext uri="{FF2B5EF4-FFF2-40B4-BE49-F238E27FC236}">
                <a16:creationId xmlns:a16="http://schemas.microsoft.com/office/drawing/2014/main" id="{4C02580B-AF53-4D2D-A6F4-7B8903C66ADB}"/>
              </a:ext>
            </a:extLst>
          </p:cNvPr>
          <p:cNvSpPr>
            <a:spLocks noChangeShapeType="1"/>
          </p:cNvSpPr>
          <p:nvPr/>
        </p:nvSpPr>
        <p:spPr bwMode="auto">
          <a:xfrm>
            <a:off x="6165850" y="3302000"/>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89" name="Line 11">
            <a:extLst>
              <a:ext uri="{FF2B5EF4-FFF2-40B4-BE49-F238E27FC236}">
                <a16:creationId xmlns:a16="http://schemas.microsoft.com/office/drawing/2014/main" id="{C76BA49A-D6DA-4638-9812-58A5DBD6A10F}"/>
              </a:ext>
            </a:extLst>
          </p:cNvPr>
          <p:cNvSpPr>
            <a:spLocks noChangeShapeType="1"/>
          </p:cNvSpPr>
          <p:nvPr/>
        </p:nvSpPr>
        <p:spPr bwMode="auto">
          <a:xfrm>
            <a:off x="6165850" y="4381500"/>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890" name="Line 12">
            <a:extLst>
              <a:ext uri="{FF2B5EF4-FFF2-40B4-BE49-F238E27FC236}">
                <a16:creationId xmlns:a16="http://schemas.microsoft.com/office/drawing/2014/main" id="{98C8D178-D0ED-4E15-BBD5-ED10460A8095}"/>
              </a:ext>
            </a:extLst>
          </p:cNvPr>
          <p:cNvSpPr>
            <a:spLocks noChangeShapeType="1"/>
          </p:cNvSpPr>
          <p:nvPr/>
        </p:nvSpPr>
        <p:spPr bwMode="auto">
          <a:xfrm>
            <a:off x="6165850" y="5461000"/>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Title 1">
            <a:extLst>
              <a:ext uri="{FF2B5EF4-FFF2-40B4-BE49-F238E27FC236}">
                <a16:creationId xmlns:a16="http://schemas.microsoft.com/office/drawing/2014/main" id="{1DB0BABA-CF96-4034-A3C2-A3FC3D45E586}"/>
              </a:ext>
            </a:extLst>
          </p:cNvPr>
          <p:cNvSpPr txBox="1">
            <a:spLocks/>
          </p:cNvSpPr>
          <p:nvPr/>
        </p:nvSpPr>
        <p:spPr>
          <a:xfrm>
            <a:off x="22225" y="925513"/>
            <a:ext cx="477837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latin typeface="Times New Roman" panose="02020603050405020304" pitchFamily="18" charset="0"/>
                <a:cs typeface="Times New Roman" panose="02020603050405020304" pitchFamily="18" charset="0"/>
              </a:rPr>
              <a:t>HARDWIRING CONTROL STEPS</a:t>
            </a:r>
          </a:p>
        </p:txBody>
      </p:sp>
      <p:cxnSp>
        <p:nvCxnSpPr>
          <p:cNvPr id="20" name="Straight Connector 19">
            <a:extLst>
              <a:ext uri="{FF2B5EF4-FFF2-40B4-BE49-F238E27FC236}">
                <a16:creationId xmlns:a16="http://schemas.microsoft.com/office/drawing/2014/main" id="{C084D374-0694-4DE2-AEB6-CEE56D58F838}"/>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109531B5-E6D1-4115-9584-FC7CBA23E8AB}"/>
              </a:ext>
            </a:extLst>
          </p:cNvPr>
          <p:cNvSpPr>
            <a:spLocks noGrp="1"/>
          </p:cNvSpPr>
          <p:nvPr>
            <p:ph type="sldNum" sz="quarter" idx="12"/>
          </p:nvPr>
        </p:nvSpPr>
        <p:spPr>
          <a:xfrm>
            <a:off x="8616280" y="6484938"/>
            <a:ext cx="2743200" cy="365125"/>
          </a:xfrm>
        </p:spPr>
        <p:txBody>
          <a:bodyPr/>
          <a:lstStyle/>
          <a:p>
            <a:fld id="{20AD0890-E0AE-4F80-8064-8B30DFECF1C4}" type="slidenum">
              <a:rPr lang="en-US" altLang="en-US" smtClean="0"/>
              <a:pPr/>
              <a:t>6</a:t>
            </a:fld>
            <a:endParaRPr lang="en-US" altLang="en-US"/>
          </a:p>
        </p:txBody>
      </p:sp>
      <p:cxnSp>
        <p:nvCxnSpPr>
          <p:cNvPr id="21" name="Straight Connector 20">
            <a:extLst>
              <a:ext uri="{FF2B5EF4-FFF2-40B4-BE49-F238E27FC236}">
                <a16:creationId xmlns:a16="http://schemas.microsoft.com/office/drawing/2014/main" id="{68DD2018-2BA4-4431-AA2C-2BAC328E1309}"/>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3" name="Picture 22" descr="A close-up of a logo&#10;&#10;Description automatically generated">
            <a:extLst>
              <a:ext uri="{FF2B5EF4-FFF2-40B4-BE49-F238E27FC236}">
                <a16:creationId xmlns:a16="http://schemas.microsoft.com/office/drawing/2014/main" id="{B5033D49-C60C-4CD0-9BB3-BEFFC88C91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8" name="Title 1">
            <a:extLst>
              <a:ext uri="{FF2B5EF4-FFF2-40B4-BE49-F238E27FC236}">
                <a16:creationId xmlns:a16="http://schemas.microsoft.com/office/drawing/2014/main" id="{8498AE9C-85BA-4421-BF5F-B815A10269CE}"/>
              </a:ext>
            </a:extLst>
          </p:cNvPr>
          <p:cNvSpPr txBox="1">
            <a:spLocks/>
          </p:cNvSpPr>
          <p:nvPr/>
        </p:nvSpPr>
        <p:spPr>
          <a:xfrm>
            <a:off x="5243513" y="18577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9" name="TextBox 18">
            <a:extLst>
              <a:ext uri="{FF2B5EF4-FFF2-40B4-BE49-F238E27FC236}">
                <a16:creationId xmlns:a16="http://schemas.microsoft.com/office/drawing/2014/main" id="{70573A6F-6196-4A0D-9F65-B64905E955BF}"/>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3906" name="Group 1">
            <a:extLst>
              <a:ext uri="{FF2B5EF4-FFF2-40B4-BE49-F238E27FC236}">
                <a16:creationId xmlns:a16="http://schemas.microsoft.com/office/drawing/2014/main" id="{DD70CCBB-BB47-41AF-A53E-178BE06C0700}"/>
              </a:ext>
            </a:extLst>
          </p:cNvPr>
          <p:cNvGrpSpPr>
            <a:grpSpLocks/>
          </p:cNvGrpSpPr>
          <p:nvPr/>
        </p:nvGrpSpPr>
        <p:grpSpPr bwMode="auto">
          <a:xfrm>
            <a:off x="1749425" y="727075"/>
            <a:ext cx="3889375" cy="5040313"/>
            <a:chOff x="250825" y="966788"/>
            <a:chExt cx="3889375" cy="5040312"/>
          </a:xfrm>
        </p:grpSpPr>
        <p:sp>
          <p:nvSpPr>
            <p:cNvPr id="123983" name="Line 5">
              <a:extLst>
                <a:ext uri="{FF2B5EF4-FFF2-40B4-BE49-F238E27FC236}">
                  <a16:creationId xmlns:a16="http://schemas.microsoft.com/office/drawing/2014/main" id="{BF9B6591-89CF-4AD8-B528-53967322B7B4}"/>
                </a:ext>
              </a:extLst>
            </p:cNvPr>
            <p:cNvSpPr>
              <a:spLocks noChangeShapeType="1"/>
            </p:cNvSpPr>
            <p:nvPr/>
          </p:nvSpPr>
          <p:spPr bwMode="auto">
            <a:xfrm>
              <a:off x="1333500" y="1408113"/>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4" name="Line 6">
              <a:extLst>
                <a:ext uri="{FF2B5EF4-FFF2-40B4-BE49-F238E27FC236}">
                  <a16:creationId xmlns:a16="http://schemas.microsoft.com/office/drawing/2014/main" id="{CC2C9AFC-9263-406C-AD78-1A2E72D8B56D}"/>
                </a:ext>
              </a:extLst>
            </p:cNvPr>
            <p:cNvSpPr>
              <a:spLocks noChangeShapeType="1"/>
            </p:cNvSpPr>
            <p:nvPr/>
          </p:nvSpPr>
          <p:spPr bwMode="auto">
            <a:xfrm>
              <a:off x="1554163" y="1408113"/>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5" name="Line 7">
              <a:extLst>
                <a:ext uri="{FF2B5EF4-FFF2-40B4-BE49-F238E27FC236}">
                  <a16:creationId xmlns:a16="http://schemas.microsoft.com/office/drawing/2014/main" id="{4BC91941-DB00-4B36-902E-3C381A522591}"/>
                </a:ext>
              </a:extLst>
            </p:cNvPr>
            <p:cNvSpPr>
              <a:spLocks noChangeShapeType="1"/>
            </p:cNvSpPr>
            <p:nvPr/>
          </p:nvSpPr>
          <p:spPr bwMode="auto">
            <a:xfrm>
              <a:off x="1554163" y="1755775"/>
              <a:ext cx="2190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6" name="Line 8">
              <a:extLst>
                <a:ext uri="{FF2B5EF4-FFF2-40B4-BE49-F238E27FC236}">
                  <a16:creationId xmlns:a16="http://schemas.microsoft.com/office/drawing/2014/main" id="{20B703E1-FE2A-466A-BB07-EC0697FDC016}"/>
                </a:ext>
              </a:extLst>
            </p:cNvPr>
            <p:cNvSpPr>
              <a:spLocks noChangeShapeType="1"/>
            </p:cNvSpPr>
            <p:nvPr/>
          </p:nvSpPr>
          <p:spPr bwMode="auto">
            <a:xfrm>
              <a:off x="1554163" y="2101850"/>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7" name="Line 9">
              <a:extLst>
                <a:ext uri="{FF2B5EF4-FFF2-40B4-BE49-F238E27FC236}">
                  <a16:creationId xmlns:a16="http://schemas.microsoft.com/office/drawing/2014/main" id="{2A078B96-919E-45E4-8596-EB456399B296}"/>
                </a:ext>
              </a:extLst>
            </p:cNvPr>
            <p:cNvSpPr>
              <a:spLocks noChangeShapeType="1"/>
            </p:cNvSpPr>
            <p:nvPr/>
          </p:nvSpPr>
          <p:spPr bwMode="auto">
            <a:xfrm>
              <a:off x="1554163" y="2970213"/>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8" name="Line 10">
              <a:extLst>
                <a:ext uri="{FF2B5EF4-FFF2-40B4-BE49-F238E27FC236}">
                  <a16:creationId xmlns:a16="http://schemas.microsoft.com/office/drawing/2014/main" id="{FB29A003-3D4E-4B01-910C-BEDF3E7FA083}"/>
                </a:ext>
              </a:extLst>
            </p:cNvPr>
            <p:cNvSpPr>
              <a:spLocks noChangeShapeType="1"/>
            </p:cNvSpPr>
            <p:nvPr/>
          </p:nvSpPr>
          <p:spPr bwMode="auto">
            <a:xfrm flipH="1">
              <a:off x="1554163" y="1755775"/>
              <a:ext cx="219075" cy="34607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9" name="Line 11">
              <a:extLst>
                <a:ext uri="{FF2B5EF4-FFF2-40B4-BE49-F238E27FC236}">
                  <a16:creationId xmlns:a16="http://schemas.microsoft.com/office/drawing/2014/main" id="{767C20F2-737D-41F9-8F45-53BFA3DA83C2}"/>
                </a:ext>
              </a:extLst>
            </p:cNvPr>
            <p:cNvSpPr>
              <a:spLocks noChangeShapeType="1"/>
            </p:cNvSpPr>
            <p:nvPr/>
          </p:nvSpPr>
          <p:spPr bwMode="auto">
            <a:xfrm>
              <a:off x="1333500" y="2622550"/>
              <a:ext cx="220663"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90" name="Line 12">
              <a:extLst>
                <a:ext uri="{FF2B5EF4-FFF2-40B4-BE49-F238E27FC236}">
                  <a16:creationId xmlns:a16="http://schemas.microsoft.com/office/drawing/2014/main" id="{5D159249-F28A-4670-BD99-B8864596BA18}"/>
                </a:ext>
              </a:extLst>
            </p:cNvPr>
            <p:cNvSpPr>
              <a:spLocks noChangeShapeType="1"/>
            </p:cNvSpPr>
            <p:nvPr/>
          </p:nvSpPr>
          <p:spPr bwMode="auto">
            <a:xfrm>
              <a:off x="1223963" y="2797175"/>
              <a:ext cx="2190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91" name="Line 13">
              <a:extLst>
                <a:ext uri="{FF2B5EF4-FFF2-40B4-BE49-F238E27FC236}">
                  <a16:creationId xmlns:a16="http://schemas.microsoft.com/office/drawing/2014/main" id="{BDB3006D-7585-498F-A144-068BE12D65A3}"/>
                </a:ext>
              </a:extLst>
            </p:cNvPr>
            <p:cNvSpPr>
              <a:spLocks noChangeShapeType="1"/>
            </p:cNvSpPr>
            <p:nvPr/>
          </p:nvSpPr>
          <p:spPr bwMode="auto">
            <a:xfrm>
              <a:off x="1223963" y="2622550"/>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92" name="Line 14">
              <a:extLst>
                <a:ext uri="{FF2B5EF4-FFF2-40B4-BE49-F238E27FC236}">
                  <a16:creationId xmlns:a16="http://schemas.microsoft.com/office/drawing/2014/main" id="{40EE89B2-D3B4-42FB-91D9-FF9B9BBA7536}"/>
                </a:ext>
              </a:extLst>
            </p:cNvPr>
            <p:cNvSpPr>
              <a:spLocks noChangeShapeType="1"/>
            </p:cNvSpPr>
            <p:nvPr/>
          </p:nvSpPr>
          <p:spPr bwMode="auto">
            <a:xfrm>
              <a:off x="1554163" y="3317875"/>
              <a:ext cx="5492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993" name="Group 15">
              <a:extLst>
                <a:ext uri="{FF2B5EF4-FFF2-40B4-BE49-F238E27FC236}">
                  <a16:creationId xmlns:a16="http://schemas.microsoft.com/office/drawing/2014/main" id="{A374C662-EBDB-4D55-B0EF-612EB2C3A4C9}"/>
                </a:ext>
              </a:extLst>
            </p:cNvPr>
            <p:cNvGrpSpPr>
              <a:grpSpLocks/>
            </p:cNvGrpSpPr>
            <p:nvPr/>
          </p:nvGrpSpPr>
          <p:grpSpPr bwMode="auto">
            <a:xfrm>
              <a:off x="1882775" y="2276475"/>
              <a:ext cx="220663" cy="1041400"/>
              <a:chOff x="2454" y="2471"/>
              <a:chExt cx="240" cy="1080"/>
            </a:xfrm>
          </p:grpSpPr>
          <p:sp>
            <p:nvSpPr>
              <p:cNvPr id="124048" name="Line 16">
                <a:extLst>
                  <a:ext uri="{FF2B5EF4-FFF2-40B4-BE49-F238E27FC236}">
                    <a16:creationId xmlns:a16="http://schemas.microsoft.com/office/drawing/2014/main" id="{DEA1FEB0-677A-44BA-B859-649EC8E9EB3C}"/>
                  </a:ext>
                </a:extLst>
              </p:cNvPr>
              <p:cNvSpPr>
                <a:spLocks noChangeShapeType="1"/>
              </p:cNvSpPr>
              <p:nvPr/>
            </p:nvSpPr>
            <p:spPr bwMode="auto">
              <a:xfrm>
                <a:off x="2694" y="247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9" name="Line 17">
                <a:extLst>
                  <a:ext uri="{FF2B5EF4-FFF2-40B4-BE49-F238E27FC236}">
                    <a16:creationId xmlns:a16="http://schemas.microsoft.com/office/drawing/2014/main" id="{B2EC4B5C-8EBA-459A-AB7A-32CFC227211F}"/>
                  </a:ext>
                </a:extLst>
              </p:cNvPr>
              <p:cNvSpPr>
                <a:spLocks noChangeShapeType="1"/>
              </p:cNvSpPr>
              <p:nvPr/>
            </p:nvSpPr>
            <p:spPr bwMode="auto">
              <a:xfrm>
                <a:off x="2454" y="283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50" name="Line 18">
                <a:extLst>
                  <a:ext uri="{FF2B5EF4-FFF2-40B4-BE49-F238E27FC236}">
                    <a16:creationId xmlns:a16="http://schemas.microsoft.com/office/drawing/2014/main" id="{AA704BA9-3F27-46A0-8FBA-86E58323F038}"/>
                  </a:ext>
                </a:extLst>
              </p:cNvPr>
              <p:cNvSpPr>
                <a:spLocks noChangeShapeType="1"/>
              </p:cNvSpPr>
              <p:nvPr/>
            </p:nvSpPr>
            <p:spPr bwMode="auto">
              <a:xfrm>
                <a:off x="2694" y="319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994" name="Line 19">
              <a:extLst>
                <a:ext uri="{FF2B5EF4-FFF2-40B4-BE49-F238E27FC236}">
                  <a16:creationId xmlns:a16="http://schemas.microsoft.com/office/drawing/2014/main" id="{72DE301B-00F0-42D9-944E-E29D4310ADD1}"/>
                </a:ext>
              </a:extLst>
            </p:cNvPr>
            <p:cNvSpPr>
              <a:spLocks noChangeShapeType="1"/>
            </p:cNvSpPr>
            <p:nvPr/>
          </p:nvSpPr>
          <p:spPr bwMode="auto">
            <a:xfrm>
              <a:off x="1554163" y="4011613"/>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995" name="Group 20">
              <a:extLst>
                <a:ext uri="{FF2B5EF4-FFF2-40B4-BE49-F238E27FC236}">
                  <a16:creationId xmlns:a16="http://schemas.microsoft.com/office/drawing/2014/main" id="{3471F6F7-98AE-438F-AAF2-4C58CE0F2855}"/>
                </a:ext>
              </a:extLst>
            </p:cNvPr>
            <p:cNvGrpSpPr>
              <a:grpSpLocks/>
            </p:cNvGrpSpPr>
            <p:nvPr/>
          </p:nvGrpSpPr>
          <p:grpSpPr bwMode="auto">
            <a:xfrm>
              <a:off x="1223963" y="3490913"/>
              <a:ext cx="549275" cy="520700"/>
              <a:chOff x="1734" y="3731"/>
              <a:chExt cx="600" cy="540"/>
            </a:xfrm>
          </p:grpSpPr>
          <p:sp>
            <p:nvSpPr>
              <p:cNvPr id="124040" name="Line 21">
                <a:extLst>
                  <a:ext uri="{FF2B5EF4-FFF2-40B4-BE49-F238E27FC236}">
                    <a16:creationId xmlns:a16="http://schemas.microsoft.com/office/drawing/2014/main" id="{9183A40B-BDCC-4938-A580-2EF95C442E1A}"/>
                  </a:ext>
                </a:extLst>
              </p:cNvPr>
              <p:cNvSpPr>
                <a:spLocks noChangeShapeType="1"/>
              </p:cNvSpPr>
              <p:nvPr/>
            </p:nvSpPr>
            <p:spPr bwMode="auto">
              <a:xfrm>
                <a:off x="2094" y="373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1" name="Line 22">
                <a:extLst>
                  <a:ext uri="{FF2B5EF4-FFF2-40B4-BE49-F238E27FC236}">
                    <a16:creationId xmlns:a16="http://schemas.microsoft.com/office/drawing/2014/main" id="{E9CC527F-4C5E-4669-8AF2-31DAAA13BC7E}"/>
                  </a:ext>
                </a:extLst>
              </p:cNvPr>
              <p:cNvSpPr>
                <a:spLocks noChangeShapeType="1"/>
              </p:cNvSpPr>
              <p:nvPr/>
            </p:nvSpPr>
            <p:spPr bwMode="auto">
              <a:xfrm>
                <a:off x="2094" y="391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2" name="Line 23">
                <a:extLst>
                  <a:ext uri="{FF2B5EF4-FFF2-40B4-BE49-F238E27FC236}">
                    <a16:creationId xmlns:a16="http://schemas.microsoft.com/office/drawing/2014/main" id="{7417C9B9-6B07-4C9F-95A7-04A02C5F4364}"/>
                  </a:ext>
                </a:extLst>
              </p:cNvPr>
              <p:cNvSpPr>
                <a:spLocks noChangeShapeType="1"/>
              </p:cNvSpPr>
              <p:nvPr/>
            </p:nvSpPr>
            <p:spPr bwMode="auto">
              <a:xfrm flipH="1">
                <a:off x="2094" y="391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3" name="Line 24">
                <a:extLst>
                  <a:ext uri="{FF2B5EF4-FFF2-40B4-BE49-F238E27FC236}">
                    <a16:creationId xmlns:a16="http://schemas.microsoft.com/office/drawing/2014/main" id="{9D18D822-6750-4741-AEAE-72558CC7B8CE}"/>
                  </a:ext>
                </a:extLst>
              </p:cNvPr>
              <p:cNvSpPr>
                <a:spLocks noChangeShapeType="1"/>
              </p:cNvSpPr>
              <p:nvPr/>
            </p:nvSpPr>
            <p:spPr bwMode="auto">
              <a:xfrm>
                <a:off x="1734" y="409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4" name="Line 25">
                <a:extLst>
                  <a:ext uri="{FF2B5EF4-FFF2-40B4-BE49-F238E27FC236}">
                    <a16:creationId xmlns:a16="http://schemas.microsoft.com/office/drawing/2014/main" id="{CE3D9930-AD4C-443D-8C1D-0A96C502EF43}"/>
                  </a:ext>
                </a:extLst>
              </p:cNvPr>
              <p:cNvSpPr>
                <a:spLocks noChangeShapeType="1"/>
              </p:cNvSpPr>
              <p:nvPr/>
            </p:nvSpPr>
            <p:spPr bwMode="auto">
              <a:xfrm>
                <a:off x="185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5" name="Line 26">
                <a:extLst>
                  <a:ext uri="{FF2B5EF4-FFF2-40B4-BE49-F238E27FC236}">
                    <a16:creationId xmlns:a16="http://schemas.microsoft.com/office/drawing/2014/main" id="{A1C061D3-E83C-44B6-A789-5DCDCC0EAAD8}"/>
                  </a:ext>
                </a:extLst>
              </p:cNvPr>
              <p:cNvSpPr>
                <a:spLocks noChangeShapeType="1"/>
              </p:cNvSpPr>
              <p:nvPr/>
            </p:nvSpPr>
            <p:spPr bwMode="auto">
              <a:xfrm>
                <a:off x="1854" y="391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6" name="Line 27">
                <a:extLst>
                  <a:ext uri="{FF2B5EF4-FFF2-40B4-BE49-F238E27FC236}">
                    <a16:creationId xmlns:a16="http://schemas.microsoft.com/office/drawing/2014/main" id="{7A200E58-17C9-4C22-B626-44931B1AB544}"/>
                  </a:ext>
                </a:extLst>
              </p:cNvPr>
              <p:cNvSpPr>
                <a:spLocks noChangeShapeType="1"/>
              </p:cNvSpPr>
              <p:nvPr/>
            </p:nvSpPr>
            <p:spPr bwMode="auto">
              <a:xfrm>
                <a:off x="197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47" name="Line 28">
                <a:extLst>
                  <a:ext uri="{FF2B5EF4-FFF2-40B4-BE49-F238E27FC236}">
                    <a16:creationId xmlns:a16="http://schemas.microsoft.com/office/drawing/2014/main" id="{2AF8C477-F2D2-41FD-A578-679B2CAD6DAF}"/>
                  </a:ext>
                </a:extLst>
              </p:cNvPr>
              <p:cNvSpPr>
                <a:spLocks noChangeShapeType="1"/>
              </p:cNvSpPr>
              <p:nvPr/>
            </p:nvSpPr>
            <p:spPr bwMode="auto">
              <a:xfrm>
                <a:off x="1974" y="409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996" name="Rectangle 29">
              <a:extLst>
                <a:ext uri="{FF2B5EF4-FFF2-40B4-BE49-F238E27FC236}">
                  <a16:creationId xmlns:a16="http://schemas.microsoft.com/office/drawing/2014/main" id="{CECFE4F7-29D4-44EC-8984-2975456BBF29}"/>
                </a:ext>
              </a:extLst>
            </p:cNvPr>
            <p:cNvSpPr>
              <a:spLocks noChangeArrowheads="1"/>
            </p:cNvSpPr>
            <p:nvPr/>
          </p:nvSpPr>
          <p:spPr bwMode="auto">
            <a:xfrm>
              <a:off x="1223963" y="4532313"/>
              <a:ext cx="768350"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3997" name="Rectangle 30">
              <a:extLst>
                <a:ext uri="{FF2B5EF4-FFF2-40B4-BE49-F238E27FC236}">
                  <a16:creationId xmlns:a16="http://schemas.microsoft.com/office/drawing/2014/main" id="{56121501-96CC-46C4-902C-4121C6FDCADD}"/>
                </a:ext>
              </a:extLst>
            </p:cNvPr>
            <p:cNvSpPr>
              <a:spLocks noChangeArrowheads="1"/>
            </p:cNvSpPr>
            <p:nvPr/>
          </p:nvSpPr>
          <p:spPr bwMode="auto">
            <a:xfrm>
              <a:off x="1773238" y="4532313"/>
              <a:ext cx="219075"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3998" name="Line 31">
              <a:extLst>
                <a:ext uri="{FF2B5EF4-FFF2-40B4-BE49-F238E27FC236}">
                  <a16:creationId xmlns:a16="http://schemas.microsoft.com/office/drawing/2014/main" id="{D260455A-BB81-43DE-8853-7A1D45AFC92B}"/>
                </a:ext>
              </a:extLst>
            </p:cNvPr>
            <p:cNvSpPr>
              <a:spLocks noChangeShapeType="1"/>
            </p:cNvSpPr>
            <p:nvPr/>
          </p:nvSpPr>
          <p:spPr bwMode="auto">
            <a:xfrm flipH="1">
              <a:off x="1773238" y="4532313"/>
              <a:ext cx="219075" cy="346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99" name="Line 32">
              <a:extLst>
                <a:ext uri="{FF2B5EF4-FFF2-40B4-BE49-F238E27FC236}">
                  <a16:creationId xmlns:a16="http://schemas.microsoft.com/office/drawing/2014/main" id="{D32E10E7-D0BF-4A72-92EB-E75F0C0E2068}"/>
                </a:ext>
              </a:extLst>
            </p:cNvPr>
            <p:cNvSpPr>
              <a:spLocks noChangeShapeType="1"/>
            </p:cNvSpPr>
            <p:nvPr/>
          </p:nvSpPr>
          <p:spPr bwMode="auto">
            <a:xfrm>
              <a:off x="1773238" y="4532313"/>
              <a:ext cx="219075" cy="346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00" name="Line 33">
              <a:extLst>
                <a:ext uri="{FF2B5EF4-FFF2-40B4-BE49-F238E27FC236}">
                  <a16:creationId xmlns:a16="http://schemas.microsoft.com/office/drawing/2014/main" id="{D2780D96-133D-49BD-887C-BB2214A526C4}"/>
                </a:ext>
              </a:extLst>
            </p:cNvPr>
            <p:cNvSpPr>
              <a:spLocks noChangeShapeType="1"/>
            </p:cNvSpPr>
            <p:nvPr/>
          </p:nvSpPr>
          <p:spPr bwMode="auto">
            <a:xfrm>
              <a:off x="1554163" y="4878388"/>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01" name="Line 34">
              <a:extLst>
                <a:ext uri="{FF2B5EF4-FFF2-40B4-BE49-F238E27FC236}">
                  <a16:creationId xmlns:a16="http://schemas.microsoft.com/office/drawing/2014/main" id="{DF3098F3-5FEB-4D7A-AF90-A804271364DB}"/>
                </a:ext>
              </a:extLst>
            </p:cNvPr>
            <p:cNvSpPr>
              <a:spLocks noChangeShapeType="1"/>
            </p:cNvSpPr>
            <p:nvPr/>
          </p:nvSpPr>
          <p:spPr bwMode="auto">
            <a:xfrm>
              <a:off x="1223963" y="5226050"/>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002" name="Group 35">
              <a:extLst>
                <a:ext uri="{FF2B5EF4-FFF2-40B4-BE49-F238E27FC236}">
                  <a16:creationId xmlns:a16="http://schemas.microsoft.com/office/drawing/2014/main" id="{C51439FD-5189-474D-B47C-CFE03B674259}"/>
                </a:ext>
              </a:extLst>
            </p:cNvPr>
            <p:cNvGrpSpPr>
              <a:grpSpLocks/>
            </p:cNvGrpSpPr>
            <p:nvPr/>
          </p:nvGrpSpPr>
          <p:grpSpPr bwMode="auto">
            <a:xfrm>
              <a:off x="2543175" y="2276475"/>
              <a:ext cx="219075" cy="1041400"/>
              <a:chOff x="2454" y="2471"/>
              <a:chExt cx="240" cy="1080"/>
            </a:xfrm>
          </p:grpSpPr>
          <p:sp>
            <p:nvSpPr>
              <p:cNvPr id="124037" name="Line 36">
                <a:extLst>
                  <a:ext uri="{FF2B5EF4-FFF2-40B4-BE49-F238E27FC236}">
                    <a16:creationId xmlns:a16="http://schemas.microsoft.com/office/drawing/2014/main" id="{5328698D-0259-412B-81CE-D48494898FC9}"/>
                  </a:ext>
                </a:extLst>
              </p:cNvPr>
              <p:cNvSpPr>
                <a:spLocks noChangeShapeType="1"/>
              </p:cNvSpPr>
              <p:nvPr/>
            </p:nvSpPr>
            <p:spPr bwMode="auto">
              <a:xfrm>
                <a:off x="2694" y="247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8" name="Line 37">
                <a:extLst>
                  <a:ext uri="{FF2B5EF4-FFF2-40B4-BE49-F238E27FC236}">
                    <a16:creationId xmlns:a16="http://schemas.microsoft.com/office/drawing/2014/main" id="{99CC4407-9500-463E-A902-3CB95AFC5469}"/>
                  </a:ext>
                </a:extLst>
              </p:cNvPr>
              <p:cNvSpPr>
                <a:spLocks noChangeShapeType="1"/>
              </p:cNvSpPr>
              <p:nvPr/>
            </p:nvSpPr>
            <p:spPr bwMode="auto">
              <a:xfrm>
                <a:off x="2454" y="283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9" name="Line 38">
                <a:extLst>
                  <a:ext uri="{FF2B5EF4-FFF2-40B4-BE49-F238E27FC236}">
                    <a16:creationId xmlns:a16="http://schemas.microsoft.com/office/drawing/2014/main" id="{D5F158D8-2247-4F6E-B0C2-66561E3F2711}"/>
                  </a:ext>
                </a:extLst>
              </p:cNvPr>
              <p:cNvSpPr>
                <a:spLocks noChangeShapeType="1"/>
              </p:cNvSpPr>
              <p:nvPr/>
            </p:nvSpPr>
            <p:spPr bwMode="auto">
              <a:xfrm>
                <a:off x="2694" y="319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003" name="Line 39">
              <a:extLst>
                <a:ext uri="{FF2B5EF4-FFF2-40B4-BE49-F238E27FC236}">
                  <a16:creationId xmlns:a16="http://schemas.microsoft.com/office/drawing/2014/main" id="{21D81F69-05C9-4E76-AA90-121DEAE5082E}"/>
                </a:ext>
              </a:extLst>
            </p:cNvPr>
            <p:cNvSpPr>
              <a:spLocks noChangeShapeType="1"/>
            </p:cNvSpPr>
            <p:nvPr/>
          </p:nvSpPr>
          <p:spPr bwMode="auto">
            <a:xfrm>
              <a:off x="1554163" y="2276475"/>
              <a:ext cx="1208088"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004" name="Group 40">
              <a:extLst>
                <a:ext uri="{FF2B5EF4-FFF2-40B4-BE49-F238E27FC236}">
                  <a16:creationId xmlns:a16="http://schemas.microsoft.com/office/drawing/2014/main" id="{1E06CD22-5F21-4046-AB87-4459279CD485}"/>
                </a:ext>
              </a:extLst>
            </p:cNvPr>
            <p:cNvGrpSpPr>
              <a:grpSpLocks/>
            </p:cNvGrpSpPr>
            <p:nvPr/>
          </p:nvGrpSpPr>
          <p:grpSpPr bwMode="auto">
            <a:xfrm>
              <a:off x="2322513" y="2622550"/>
              <a:ext cx="330200" cy="347662"/>
              <a:chOff x="4854" y="3191"/>
              <a:chExt cx="360" cy="360"/>
            </a:xfrm>
          </p:grpSpPr>
          <p:sp>
            <p:nvSpPr>
              <p:cNvPr id="124034" name="Line 41">
                <a:extLst>
                  <a:ext uri="{FF2B5EF4-FFF2-40B4-BE49-F238E27FC236}">
                    <a16:creationId xmlns:a16="http://schemas.microsoft.com/office/drawing/2014/main" id="{C586D7DE-A216-4F0F-B9D6-C340D8EA99AB}"/>
                  </a:ext>
                </a:extLst>
              </p:cNvPr>
              <p:cNvSpPr>
                <a:spLocks noChangeShapeType="1"/>
              </p:cNvSpPr>
              <p:nvPr/>
            </p:nvSpPr>
            <p:spPr bwMode="auto">
              <a:xfrm>
                <a:off x="4854" y="3371"/>
                <a:ext cx="36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5" name="Line 42">
                <a:extLst>
                  <a:ext uri="{FF2B5EF4-FFF2-40B4-BE49-F238E27FC236}">
                    <a16:creationId xmlns:a16="http://schemas.microsoft.com/office/drawing/2014/main" id="{79C66AFF-ED06-4171-8229-E7CECFC6DBF4}"/>
                  </a:ext>
                </a:extLst>
              </p:cNvPr>
              <p:cNvSpPr>
                <a:spLocks noChangeShapeType="1"/>
              </p:cNvSpPr>
              <p:nvPr/>
            </p:nvSpPr>
            <p:spPr bwMode="auto">
              <a:xfrm flipV="1">
                <a:off x="4854" y="3191"/>
                <a:ext cx="12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6" name="Line 43">
                <a:extLst>
                  <a:ext uri="{FF2B5EF4-FFF2-40B4-BE49-F238E27FC236}">
                    <a16:creationId xmlns:a16="http://schemas.microsoft.com/office/drawing/2014/main" id="{E1A27ABC-4CC8-47E0-B6BF-E189CC4B9FE1}"/>
                  </a:ext>
                </a:extLst>
              </p:cNvPr>
              <p:cNvSpPr>
                <a:spLocks noChangeShapeType="1"/>
              </p:cNvSpPr>
              <p:nvPr/>
            </p:nvSpPr>
            <p:spPr bwMode="auto">
              <a:xfrm>
                <a:off x="4854" y="3371"/>
                <a:ext cx="12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4005" name="Group 44">
              <a:extLst>
                <a:ext uri="{FF2B5EF4-FFF2-40B4-BE49-F238E27FC236}">
                  <a16:creationId xmlns:a16="http://schemas.microsoft.com/office/drawing/2014/main" id="{6762ACE2-D1D8-4D43-86D6-84781FEBC506}"/>
                </a:ext>
              </a:extLst>
            </p:cNvPr>
            <p:cNvGrpSpPr>
              <a:grpSpLocks/>
            </p:cNvGrpSpPr>
            <p:nvPr/>
          </p:nvGrpSpPr>
          <p:grpSpPr bwMode="auto">
            <a:xfrm>
              <a:off x="2432050" y="3490913"/>
              <a:ext cx="549275" cy="520700"/>
              <a:chOff x="1734" y="3731"/>
              <a:chExt cx="600" cy="540"/>
            </a:xfrm>
          </p:grpSpPr>
          <p:sp>
            <p:nvSpPr>
              <p:cNvPr id="124026" name="Line 45">
                <a:extLst>
                  <a:ext uri="{FF2B5EF4-FFF2-40B4-BE49-F238E27FC236}">
                    <a16:creationId xmlns:a16="http://schemas.microsoft.com/office/drawing/2014/main" id="{C85D1623-A19E-487B-A2A1-E1ED1B6B6176}"/>
                  </a:ext>
                </a:extLst>
              </p:cNvPr>
              <p:cNvSpPr>
                <a:spLocks noChangeShapeType="1"/>
              </p:cNvSpPr>
              <p:nvPr/>
            </p:nvSpPr>
            <p:spPr bwMode="auto">
              <a:xfrm>
                <a:off x="2094" y="373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27" name="Line 46">
                <a:extLst>
                  <a:ext uri="{FF2B5EF4-FFF2-40B4-BE49-F238E27FC236}">
                    <a16:creationId xmlns:a16="http://schemas.microsoft.com/office/drawing/2014/main" id="{43303B3D-B89D-4D80-AB8B-DDB7CC73EA8B}"/>
                  </a:ext>
                </a:extLst>
              </p:cNvPr>
              <p:cNvSpPr>
                <a:spLocks noChangeShapeType="1"/>
              </p:cNvSpPr>
              <p:nvPr/>
            </p:nvSpPr>
            <p:spPr bwMode="auto">
              <a:xfrm>
                <a:off x="2094" y="391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28" name="Line 47">
                <a:extLst>
                  <a:ext uri="{FF2B5EF4-FFF2-40B4-BE49-F238E27FC236}">
                    <a16:creationId xmlns:a16="http://schemas.microsoft.com/office/drawing/2014/main" id="{EF086969-52BD-4D94-9356-30274CFA9424}"/>
                  </a:ext>
                </a:extLst>
              </p:cNvPr>
              <p:cNvSpPr>
                <a:spLocks noChangeShapeType="1"/>
              </p:cNvSpPr>
              <p:nvPr/>
            </p:nvSpPr>
            <p:spPr bwMode="auto">
              <a:xfrm flipH="1">
                <a:off x="2094" y="391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29" name="Line 48">
                <a:extLst>
                  <a:ext uri="{FF2B5EF4-FFF2-40B4-BE49-F238E27FC236}">
                    <a16:creationId xmlns:a16="http://schemas.microsoft.com/office/drawing/2014/main" id="{0A4B26AE-CA8E-4B91-AFD1-306938775B56}"/>
                  </a:ext>
                </a:extLst>
              </p:cNvPr>
              <p:cNvSpPr>
                <a:spLocks noChangeShapeType="1"/>
              </p:cNvSpPr>
              <p:nvPr/>
            </p:nvSpPr>
            <p:spPr bwMode="auto">
              <a:xfrm>
                <a:off x="1734" y="409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0" name="Line 49">
                <a:extLst>
                  <a:ext uri="{FF2B5EF4-FFF2-40B4-BE49-F238E27FC236}">
                    <a16:creationId xmlns:a16="http://schemas.microsoft.com/office/drawing/2014/main" id="{509CAF3A-B4C8-4B1C-89DC-AB9D3524C471}"/>
                  </a:ext>
                </a:extLst>
              </p:cNvPr>
              <p:cNvSpPr>
                <a:spLocks noChangeShapeType="1"/>
              </p:cNvSpPr>
              <p:nvPr/>
            </p:nvSpPr>
            <p:spPr bwMode="auto">
              <a:xfrm>
                <a:off x="185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1" name="Line 50">
                <a:extLst>
                  <a:ext uri="{FF2B5EF4-FFF2-40B4-BE49-F238E27FC236}">
                    <a16:creationId xmlns:a16="http://schemas.microsoft.com/office/drawing/2014/main" id="{642AB350-FCE9-406A-97A4-226B4364687B}"/>
                  </a:ext>
                </a:extLst>
              </p:cNvPr>
              <p:cNvSpPr>
                <a:spLocks noChangeShapeType="1"/>
              </p:cNvSpPr>
              <p:nvPr/>
            </p:nvSpPr>
            <p:spPr bwMode="auto">
              <a:xfrm>
                <a:off x="1854" y="391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2" name="Line 51">
                <a:extLst>
                  <a:ext uri="{FF2B5EF4-FFF2-40B4-BE49-F238E27FC236}">
                    <a16:creationId xmlns:a16="http://schemas.microsoft.com/office/drawing/2014/main" id="{51802795-E90F-4F65-8E0B-E3FFE34DE1A0}"/>
                  </a:ext>
                </a:extLst>
              </p:cNvPr>
              <p:cNvSpPr>
                <a:spLocks noChangeShapeType="1"/>
              </p:cNvSpPr>
              <p:nvPr/>
            </p:nvSpPr>
            <p:spPr bwMode="auto">
              <a:xfrm>
                <a:off x="197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33" name="Line 52">
                <a:extLst>
                  <a:ext uri="{FF2B5EF4-FFF2-40B4-BE49-F238E27FC236}">
                    <a16:creationId xmlns:a16="http://schemas.microsoft.com/office/drawing/2014/main" id="{AEAD6DFE-CBFC-4331-8A44-A84AAF9A69C2}"/>
                  </a:ext>
                </a:extLst>
              </p:cNvPr>
              <p:cNvSpPr>
                <a:spLocks noChangeShapeType="1"/>
              </p:cNvSpPr>
              <p:nvPr/>
            </p:nvSpPr>
            <p:spPr bwMode="auto">
              <a:xfrm>
                <a:off x="1974" y="409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006" name="Line 53">
              <a:extLst>
                <a:ext uri="{FF2B5EF4-FFF2-40B4-BE49-F238E27FC236}">
                  <a16:creationId xmlns:a16="http://schemas.microsoft.com/office/drawing/2014/main" id="{F5CFA4AA-0BDA-4912-8164-8588EE010C33}"/>
                </a:ext>
              </a:extLst>
            </p:cNvPr>
            <p:cNvSpPr>
              <a:spLocks noChangeShapeType="1"/>
            </p:cNvSpPr>
            <p:nvPr/>
          </p:nvSpPr>
          <p:spPr bwMode="auto">
            <a:xfrm>
              <a:off x="2762250" y="3317875"/>
              <a:ext cx="0" cy="173037"/>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07" name="Line 54">
              <a:extLst>
                <a:ext uri="{FF2B5EF4-FFF2-40B4-BE49-F238E27FC236}">
                  <a16:creationId xmlns:a16="http://schemas.microsoft.com/office/drawing/2014/main" id="{B90C78FD-BA0C-4FBF-926B-7FA3FA346A73}"/>
                </a:ext>
              </a:extLst>
            </p:cNvPr>
            <p:cNvSpPr>
              <a:spLocks noChangeShapeType="1"/>
            </p:cNvSpPr>
            <p:nvPr/>
          </p:nvSpPr>
          <p:spPr bwMode="auto">
            <a:xfrm>
              <a:off x="2762250" y="4011613"/>
              <a:ext cx="0" cy="1214437"/>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08" name="Rectangle 55">
              <a:extLst>
                <a:ext uri="{FF2B5EF4-FFF2-40B4-BE49-F238E27FC236}">
                  <a16:creationId xmlns:a16="http://schemas.microsoft.com/office/drawing/2014/main" id="{65638890-C063-4985-8D6B-04B12FAFE96A}"/>
                </a:ext>
              </a:extLst>
            </p:cNvPr>
            <p:cNvSpPr>
              <a:spLocks noChangeArrowheads="1"/>
            </p:cNvSpPr>
            <p:nvPr/>
          </p:nvSpPr>
          <p:spPr bwMode="auto">
            <a:xfrm>
              <a:off x="2432050" y="4532313"/>
              <a:ext cx="660400"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4009" name="Text Box 56">
              <a:extLst>
                <a:ext uri="{FF2B5EF4-FFF2-40B4-BE49-F238E27FC236}">
                  <a16:creationId xmlns:a16="http://schemas.microsoft.com/office/drawing/2014/main" id="{3DA0BAC2-A451-4AAC-BF78-3F36758FD974}"/>
                </a:ext>
              </a:extLst>
            </p:cNvPr>
            <p:cNvSpPr txBox="1">
              <a:spLocks noChangeArrowheads="1"/>
            </p:cNvSpPr>
            <p:nvPr/>
          </p:nvSpPr>
          <p:spPr bwMode="auto">
            <a:xfrm>
              <a:off x="1419225" y="1254125"/>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010" name="Text Box 57">
              <a:extLst>
                <a:ext uri="{FF2B5EF4-FFF2-40B4-BE49-F238E27FC236}">
                  <a16:creationId xmlns:a16="http://schemas.microsoft.com/office/drawing/2014/main" id="{1C796E33-47CE-4AF2-BC5F-CCE6DF1C8F51}"/>
                </a:ext>
              </a:extLst>
            </p:cNvPr>
            <p:cNvSpPr txBox="1">
              <a:spLocks noChangeArrowheads="1"/>
            </p:cNvSpPr>
            <p:nvPr/>
          </p:nvSpPr>
          <p:spPr bwMode="auto">
            <a:xfrm>
              <a:off x="1419225" y="2108200"/>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011" name="Text Box 58">
              <a:extLst>
                <a:ext uri="{FF2B5EF4-FFF2-40B4-BE49-F238E27FC236}">
                  <a16:creationId xmlns:a16="http://schemas.microsoft.com/office/drawing/2014/main" id="{CC84B9B7-4153-46D5-88A3-7C5B9477161E}"/>
                </a:ext>
              </a:extLst>
            </p:cNvPr>
            <p:cNvSpPr txBox="1">
              <a:spLocks noChangeArrowheads="1"/>
            </p:cNvSpPr>
            <p:nvPr/>
          </p:nvSpPr>
          <p:spPr bwMode="auto">
            <a:xfrm>
              <a:off x="1963738" y="2117725"/>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012" name="Text Box 59">
              <a:extLst>
                <a:ext uri="{FF2B5EF4-FFF2-40B4-BE49-F238E27FC236}">
                  <a16:creationId xmlns:a16="http://schemas.microsoft.com/office/drawing/2014/main" id="{2ABB73EE-C128-4E8B-B7DE-7D2269E6355E}"/>
                </a:ext>
              </a:extLst>
            </p:cNvPr>
            <p:cNvSpPr txBox="1">
              <a:spLocks noChangeArrowheads="1"/>
            </p:cNvSpPr>
            <p:nvPr/>
          </p:nvSpPr>
          <p:spPr bwMode="auto">
            <a:xfrm>
              <a:off x="1408113" y="3157538"/>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013" name="Text Box 60">
              <a:extLst>
                <a:ext uri="{FF2B5EF4-FFF2-40B4-BE49-F238E27FC236}">
                  <a16:creationId xmlns:a16="http://schemas.microsoft.com/office/drawing/2014/main" id="{B2B8398E-4C06-4E6E-B147-D300991DB3F9}"/>
                </a:ext>
              </a:extLst>
            </p:cNvPr>
            <p:cNvSpPr txBox="1">
              <a:spLocks noChangeArrowheads="1"/>
            </p:cNvSpPr>
            <p:nvPr/>
          </p:nvSpPr>
          <p:spPr bwMode="auto">
            <a:xfrm>
              <a:off x="1419225" y="5060950"/>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014" name="Text Box 61">
              <a:extLst>
                <a:ext uri="{FF2B5EF4-FFF2-40B4-BE49-F238E27FC236}">
                  <a16:creationId xmlns:a16="http://schemas.microsoft.com/office/drawing/2014/main" id="{5DC55836-059F-4F4B-9C58-A891044C16D2}"/>
                </a:ext>
              </a:extLst>
            </p:cNvPr>
            <p:cNvSpPr txBox="1">
              <a:spLocks noChangeArrowheads="1"/>
            </p:cNvSpPr>
            <p:nvPr/>
          </p:nvSpPr>
          <p:spPr bwMode="auto">
            <a:xfrm>
              <a:off x="2622550" y="5060950"/>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015" name="Text Box 62">
              <a:extLst>
                <a:ext uri="{FF2B5EF4-FFF2-40B4-BE49-F238E27FC236}">
                  <a16:creationId xmlns:a16="http://schemas.microsoft.com/office/drawing/2014/main" id="{65D52365-1A73-4419-AFAE-694B492C67E5}"/>
                </a:ext>
              </a:extLst>
            </p:cNvPr>
            <p:cNvSpPr txBox="1">
              <a:spLocks noChangeArrowheads="1"/>
            </p:cNvSpPr>
            <p:nvPr/>
          </p:nvSpPr>
          <p:spPr bwMode="auto">
            <a:xfrm>
              <a:off x="1295400" y="5226050"/>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1</a:t>
              </a:r>
              <a:endParaRPr lang="en-US" altLang="en-US">
                <a:latin typeface="Times New Roman" panose="02020603050405020304" pitchFamily="18" charset="0"/>
                <a:cs typeface="Times New Roman" panose="02020603050405020304" pitchFamily="18" charset="0"/>
              </a:endParaRPr>
            </a:p>
          </p:txBody>
        </p:sp>
        <p:sp>
          <p:nvSpPr>
            <p:cNvPr id="124016" name="Text Box 63">
              <a:extLst>
                <a:ext uri="{FF2B5EF4-FFF2-40B4-BE49-F238E27FC236}">
                  <a16:creationId xmlns:a16="http://schemas.microsoft.com/office/drawing/2014/main" id="{25728B7A-C16E-4283-B3E6-802FF552E434}"/>
                </a:ext>
              </a:extLst>
            </p:cNvPr>
            <p:cNvSpPr txBox="1">
              <a:spLocks noChangeArrowheads="1"/>
            </p:cNvSpPr>
            <p:nvPr/>
          </p:nvSpPr>
          <p:spPr bwMode="auto">
            <a:xfrm>
              <a:off x="2447925" y="5226050"/>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2</a:t>
              </a:r>
              <a:endParaRPr lang="en-US" altLang="en-US">
                <a:latin typeface="Times New Roman" panose="02020603050405020304" pitchFamily="18" charset="0"/>
                <a:cs typeface="Times New Roman" panose="02020603050405020304" pitchFamily="18" charset="0"/>
              </a:endParaRPr>
            </a:p>
          </p:txBody>
        </p:sp>
        <p:sp>
          <p:nvSpPr>
            <p:cNvPr id="124017" name="Line 64">
              <a:extLst>
                <a:ext uri="{FF2B5EF4-FFF2-40B4-BE49-F238E27FC236}">
                  <a16:creationId xmlns:a16="http://schemas.microsoft.com/office/drawing/2014/main" id="{54B76CCC-C36A-40C2-AC6E-C461049C0FCC}"/>
                </a:ext>
              </a:extLst>
            </p:cNvPr>
            <p:cNvSpPr>
              <a:spLocks noChangeShapeType="1"/>
            </p:cNvSpPr>
            <p:nvPr/>
          </p:nvSpPr>
          <p:spPr bwMode="auto">
            <a:xfrm>
              <a:off x="1366838" y="1912938"/>
              <a:ext cx="288925" cy="0"/>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018" name="Line 117">
              <a:extLst>
                <a:ext uri="{FF2B5EF4-FFF2-40B4-BE49-F238E27FC236}">
                  <a16:creationId xmlns:a16="http://schemas.microsoft.com/office/drawing/2014/main" id="{64C295BB-DF47-467E-99AA-C0D2FDF7FEF7}"/>
                </a:ext>
              </a:extLst>
            </p:cNvPr>
            <p:cNvSpPr>
              <a:spLocks noChangeShapeType="1"/>
            </p:cNvSpPr>
            <p:nvPr/>
          </p:nvSpPr>
          <p:spPr bwMode="auto">
            <a:xfrm>
              <a:off x="1366838" y="1747838"/>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19" name="Text Box 118">
              <a:extLst>
                <a:ext uri="{FF2B5EF4-FFF2-40B4-BE49-F238E27FC236}">
                  <a16:creationId xmlns:a16="http://schemas.microsoft.com/office/drawing/2014/main" id="{F203D5B0-3A1A-4261-AD77-DFAE74009231}"/>
                </a:ext>
              </a:extLst>
            </p:cNvPr>
            <p:cNvSpPr txBox="1">
              <a:spLocks noChangeArrowheads="1"/>
            </p:cNvSpPr>
            <p:nvPr/>
          </p:nvSpPr>
          <p:spPr bwMode="auto">
            <a:xfrm>
              <a:off x="323850" y="1625600"/>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Off</a:t>
              </a:r>
            </a:p>
          </p:txBody>
        </p:sp>
        <p:sp>
          <p:nvSpPr>
            <p:cNvPr id="124020" name="Text Box 119">
              <a:extLst>
                <a:ext uri="{FF2B5EF4-FFF2-40B4-BE49-F238E27FC236}">
                  <a16:creationId xmlns:a16="http://schemas.microsoft.com/office/drawing/2014/main" id="{12B321EE-556A-4F96-A55B-503A771885F9}"/>
                </a:ext>
              </a:extLst>
            </p:cNvPr>
            <p:cNvSpPr txBox="1">
              <a:spLocks noChangeArrowheads="1"/>
            </p:cNvSpPr>
            <p:nvPr/>
          </p:nvSpPr>
          <p:spPr bwMode="auto">
            <a:xfrm>
              <a:off x="323850" y="2560638"/>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ON</a:t>
              </a:r>
            </a:p>
          </p:txBody>
        </p:sp>
        <p:sp>
          <p:nvSpPr>
            <p:cNvPr id="124021" name="Text Box 120">
              <a:extLst>
                <a:ext uri="{FF2B5EF4-FFF2-40B4-BE49-F238E27FC236}">
                  <a16:creationId xmlns:a16="http://schemas.microsoft.com/office/drawing/2014/main" id="{B5482F86-F160-4CBC-BC86-1EBBF304F17A}"/>
                </a:ext>
              </a:extLst>
            </p:cNvPr>
            <p:cNvSpPr txBox="1">
              <a:spLocks noChangeArrowheads="1"/>
            </p:cNvSpPr>
            <p:nvPr/>
          </p:nvSpPr>
          <p:spPr bwMode="auto">
            <a:xfrm>
              <a:off x="323850" y="3568700"/>
              <a:ext cx="9001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R</a:t>
              </a:r>
              <a:r>
                <a:rPr lang="en-US" altLang="en-US" baseline="-25000">
                  <a:latin typeface="Times New Roman" panose="02020603050405020304" pitchFamily="18" charset="0"/>
                  <a:cs typeface="Times New Roman" panose="02020603050405020304" pitchFamily="18" charset="0"/>
                </a:rPr>
                <a:t>th1</a:t>
              </a:r>
              <a:endParaRPr lang="en-US" altLang="en-US">
                <a:latin typeface="Times New Roman" panose="02020603050405020304" pitchFamily="18" charset="0"/>
                <a:cs typeface="Times New Roman" panose="02020603050405020304" pitchFamily="18" charset="0"/>
              </a:endParaRPr>
            </a:p>
          </p:txBody>
        </p:sp>
        <p:sp>
          <p:nvSpPr>
            <p:cNvPr id="124022" name="Text Box 121">
              <a:extLst>
                <a:ext uri="{FF2B5EF4-FFF2-40B4-BE49-F238E27FC236}">
                  <a16:creationId xmlns:a16="http://schemas.microsoft.com/office/drawing/2014/main" id="{16A4FE9C-5CF6-4CBD-8390-44A3093AC7BE}"/>
                </a:ext>
              </a:extLst>
            </p:cNvPr>
            <p:cNvSpPr txBox="1">
              <a:spLocks noChangeArrowheads="1"/>
            </p:cNvSpPr>
            <p:nvPr/>
          </p:nvSpPr>
          <p:spPr bwMode="auto">
            <a:xfrm>
              <a:off x="2879725" y="3641725"/>
              <a:ext cx="90011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R</a:t>
              </a:r>
              <a:r>
                <a:rPr lang="en-US" altLang="en-US" baseline="-25000">
                  <a:latin typeface="Times New Roman" panose="02020603050405020304" pitchFamily="18" charset="0"/>
                  <a:cs typeface="Times New Roman" panose="02020603050405020304" pitchFamily="18" charset="0"/>
                </a:rPr>
                <a:t>th2</a:t>
              </a:r>
              <a:endParaRPr lang="en-US" altLang="en-US">
                <a:latin typeface="Times New Roman" panose="02020603050405020304" pitchFamily="18" charset="0"/>
                <a:cs typeface="Times New Roman" panose="02020603050405020304" pitchFamily="18" charset="0"/>
              </a:endParaRPr>
            </a:p>
          </p:txBody>
        </p:sp>
        <p:sp>
          <p:nvSpPr>
            <p:cNvPr id="124023" name="Text Box 122">
              <a:extLst>
                <a:ext uri="{FF2B5EF4-FFF2-40B4-BE49-F238E27FC236}">
                  <a16:creationId xmlns:a16="http://schemas.microsoft.com/office/drawing/2014/main" id="{64BC055B-3757-4BB8-A284-7861766844E9}"/>
                </a:ext>
              </a:extLst>
            </p:cNvPr>
            <p:cNvSpPr txBox="1">
              <a:spLocks noChangeArrowheads="1"/>
            </p:cNvSpPr>
            <p:nvPr/>
          </p:nvSpPr>
          <p:spPr bwMode="auto">
            <a:xfrm>
              <a:off x="2806700" y="2489200"/>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1</a:t>
              </a:r>
              <a:endParaRPr lang="en-US" altLang="en-US">
                <a:latin typeface="Times New Roman" panose="02020603050405020304" pitchFamily="18" charset="0"/>
                <a:cs typeface="Times New Roman" panose="02020603050405020304" pitchFamily="18" charset="0"/>
              </a:endParaRPr>
            </a:p>
          </p:txBody>
        </p:sp>
        <p:sp>
          <p:nvSpPr>
            <p:cNvPr id="124024" name="Text Box 123">
              <a:extLst>
                <a:ext uri="{FF2B5EF4-FFF2-40B4-BE49-F238E27FC236}">
                  <a16:creationId xmlns:a16="http://schemas.microsoft.com/office/drawing/2014/main" id="{095FEBFC-F567-4DB0-8B76-F3C9C5831633}"/>
                </a:ext>
              </a:extLst>
            </p:cNvPr>
            <p:cNvSpPr txBox="1">
              <a:spLocks noChangeArrowheads="1"/>
            </p:cNvSpPr>
            <p:nvPr/>
          </p:nvSpPr>
          <p:spPr bwMode="auto">
            <a:xfrm>
              <a:off x="1552575" y="2776538"/>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1</a:t>
              </a:r>
              <a:endParaRPr lang="en-US" altLang="en-US">
                <a:latin typeface="Times New Roman" panose="02020603050405020304" pitchFamily="18" charset="0"/>
                <a:cs typeface="Times New Roman" panose="02020603050405020304" pitchFamily="18" charset="0"/>
              </a:endParaRPr>
            </a:p>
          </p:txBody>
        </p:sp>
        <p:sp>
          <p:nvSpPr>
            <p:cNvPr id="124025" name="Rectangle 198">
              <a:extLst>
                <a:ext uri="{FF2B5EF4-FFF2-40B4-BE49-F238E27FC236}">
                  <a16:creationId xmlns:a16="http://schemas.microsoft.com/office/drawing/2014/main" id="{43D3FA3F-A75D-4709-9FFC-1039A616D220}"/>
                </a:ext>
              </a:extLst>
            </p:cNvPr>
            <p:cNvSpPr>
              <a:spLocks noChangeArrowheads="1"/>
            </p:cNvSpPr>
            <p:nvPr/>
          </p:nvSpPr>
          <p:spPr bwMode="auto">
            <a:xfrm>
              <a:off x="250825" y="966788"/>
              <a:ext cx="3889375" cy="504031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grpSp>
      <p:grpSp>
        <p:nvGrpSpPr>
          <p:cNvPr id="123907" name="Group 2">
            <a:extLst>
              <a:ext uri="{FF2B5EF4-FFF2-40B4-BE49-F238E27FC236}">
                <a16:creationId xmlns:a16="http://schemas.microsoft.com/office/drawing/2014/main" id="{BEBDB0F5-8E4C-4508-ACA8-DA2A56BDE4A4}"/>
              </a:ext>
            </a:extLst>
          </p:cNvPr>
          <p:cNvGrpSpPr>
            <a:grpSpLocks/>
          </p:cNvGrpSpPr>
          <p:nvPr/>
        </p:nvGrpSpPr>
        <p:grpSpPr bwMode="auto">
          <a:xfrm>
            <a:off x="6621463" y="817563"/>
            <a:ext cx="3889375" cy="5040312"/>
            <a:chOff x="5106988" y="935038"/>
            <a:chExt cx="3889375" cy="5040312"/>
          </a:xfrm>
        </p:grpSpPr>
        <p:sp>
          <p:nvSpPr>
            <p:cNvPr id="123916" name="Line 127">
              <a:extLst>
                <a:ext uri="{FF2B5EF4-FFF2-40B4-BE49-F238E27FC236}">
                  <a16:creationId xmlns:a16="http://schemas.microsoft.com/office/drawing/2014/main" id="{E178444C-E221-441A-9FE9-BD48E37B739D}"/>
                </a:ext>
              </a:extLst>
            </p:cNvPr>
            <p:cNvSpPr>
              <a:spLocks noChangeShapeType="1"/>
            </p:cNvSpPr>
            <p:nvPr/>
          </p:nvSpPr>
          <p:spPr bwMode="auto">
            <a:xfrm>
              <a:off x="6373813" y="1304925"/>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17" name="Line 128">
              <a:extLst>
                <a:ext uri="{FF2B5EF4-FFF2-40B4-BE49-F238E27FC236}">
                  <a16:creationId xmlns:a16="http://schemas.microsoft.com/office/drawing/2014/main" id="{2A6B7895-FBDB-4B44-B21F-9DC5BC455425}"/>
                </a:ext>
              </a:extLst>
            </p:cNvPr>
            <p:cNvSpPr>
              <a:spLocks noChangeShapeType="1"/>
            </p:cNvSpPr>
            <p:nvPr/>
          </p:nvSpPr>
          <p:spPr bwMode="auto">
            <a:xfrm>
              <a:off x="6594475" y="1304925"/>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18" name="Line 129">
              <a:extLst>
                <a:ext uri="{FF2B5EF4-FFF2-40B4-BE49-F238E27FC236}">
                  <a16:creationId xmlns:a16="http://schemas.microsoft.com/office/drawing/2014/main" id="{1FEE0EBA-2B72-4D12-B701-1230874B0E81}"/>
                </a:ext>
              </a:extLst>
            </p:cNvPr>
            <p:cNvSpPr>
              <a:spLocks noChangeShapeType="1"/>
            </p:cNvSpPr>
            <p:nvPr/>
          </p:nvSpPr>
          <p:spPr bwMode="auto">
            <a:xfrm>
              <a:off x="6594475" y="1652588"/>
              <a:ext cx="2190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19" name="Line 130">
              <a:extLst>
                <a:ext uri="{FF2B5EF4-FFF2-40B4-BE49-F238E27FC236}">
                  <a16:creationId xmlns:a16="http://schemas.microsoft.com/office/drawing/2014/main" id="{727BC70C-7D84-4543-85F2-1E4F7B245D4C}"/>
                </a:ext>
              </a:extLst>
            </p:cNvPr>
            <p:cNvSpPr>
              <a:spLocks noChangeShapeType="1"/>
            </p:cNvSpPr>
            <p:nvPr/>
          </p:nvSpPr>
          <p:spPr bwMode="auto">
            <a:xfrm>
              <a:off x="6594475" y="1998663"/>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20" name="Line 131">
              <a:extLst>
                <a:ext uri="{FF2B5EF4-FFF2-40B4-BE49-F238E27FC236}">
                  <a16:creationId xmlns:a16="http://schemas.microsoft.com/office/drawing/2014/main" id="{E5553E04-1825-4A84-997F-CA8E87DF05FA}"/>
                </a:ext>
              </a:extLst>
            </p:cNvPr>
            <p:cNvSpPr>
              <a:spLocks noChangeShapeType="1"/>
            </p:cNvSpPr>
            <p:nvPr/>
          </p:nvSpPr>
          <p:spPr bwMode="auto">
            <a:xfrm>
              <a:off x="6594475" y="2867025"/>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21" name="Line 132">
              <a:extLst>
                <a:ext uri="{FF2B5EF4-FFF2-40B4-BE49-F238E27FC236}">
                  <a16:creationId xmlns:a16="http://schemas.microsoft.com/office/drawing/2014/main" id="{F603CF76-0A00-44E5-87A5-8A36A19F186E}"/>
                </a:ext>
              </a:extLst>
            </p:cNvPr>
            <p:cNvSpPr>
              <a:spLocks noChangeShapeType="1"/>
            </p:cNvSpPr>
            <p:nvPr/>
          </p:nvSpPr>
          <p:spPr bwMode="auto">
            <a:xfrm flipH="1">
              <a:off x="6594475" y="1652588"/>
              <a:ext cx="219075" cy="34607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22" name="Line 133">
              <a:extLst>
                <a:ext uri="{FF2B5EF4-FFF2-40B4-BE49-F238E27FC236}">
                  <a16:creationId xmlns:a16="http://schemas.microsoft.com/office/drawing/2014/main" id="{EE675EE2-01C1-433F-A1DB-BA4B06BEB4E0}"/>
                </a:ext>
              </a:extLst>
            </p:cNvPr>
            <p:cNvSpPr>
              <a:spLocks noChangeShapeType="1"/>
            </p:cNvSpPr>
            <p:nvPr/>
          </p:nvSpPr>
          <p:spPr bwMode="auto">
            <a:xfrm>
              <a:off x="6373813" y="2519363"/>
              <a:ext cx="220662"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23" name="Line 134">
              <a:extLst>
                <a:ext uri="{FF2B5EF4-FFF2-40B4-BE49-F238E27FC236}">
                  <a16:creationId xmlns:a16="http://schemas.microsoft.com/office/drawing/2014/main" id="{27E833C3-EE79-4F40-A8BD-1461F2D0850C}"/>
                </a:ext>
              </a:extLst>
            </p:cNvPr>
            <p:cNvSpPr>
              <a:spLocks noChangeShapeType="1"/>
            </p:cNvSpPr>
            <p:nvPr/>
          </p:nvSpPr>
          <p:spPr bwMode="auto">
            <a:xfrm>
              <a:off x="6264275" y="2693988"/>
              <a:ext cx="2190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24" name="Line 135">
              <a:extLst>
                <a:ext uri="{FF2B5EF4-FFF2-40B4-BE49-F238E27FC236}">
                  <a16:creationId xmlns:a16="http://schemas.microsoft.com/office/drawing/2014/main" id="{39EFC3BC-122E-4912-B465-82C325BFEF7F}"/>
                </a:ext>
              </a:extLst>
            </p:cNvPr>
            <p:cNvSpPr>
              <a:spLocks noChangeShapeType="1"/>
            </p:cNvSpPr>
            <p:nvPr/>
          </p:nvSpPr>
          <p:spPr bwMode="auto">
            <a:xfrm>
              <a:off x="6264275" y="2519363"/>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25" name="Line 136">
              <a:extLst>
                <a:ext uri="{FF2B5EF4-FFF2-40B4-BE49-F238E27FC236}">
                  <a16:creationId xmlns:a16="http://schemas.microsoft.com/office/drawing/2014/main" id="{8832E5F1-F34A-4CD9-BD3E-805A5DE06130}"/>
                </a:ext>
              </a:extLst>
            </p:cNvPr>
            <p:cNvSpPr>
              <a:spLocks noChangeShapeType="1"/>
            </p:cNvSpPr>
            <p:nvPr/>
          </p:nvSpPr>
          <p:spPr bwMode="auto">
            <a:xfrm>
              <a:off x="6594475" y="3214688"/>
              <a:ext cx="5492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926" name="Group 137">
              <a:extLst>
                <a:ext uri="{FF2B5EF4-FFF2-40B4-BE49-F238E27FC236}">
                  <a16:creationId xmlns:a16="http://schemas.microsoft.com/office/drawing/2014/main" id="{5635815F-39C8-4C75-AD13-8812C0B19519}"/>
                </a:ext>
              </a:extLst>
            </p:cNvPr>
            <p:cNvGrpSpPr>
              <a:grpSpLocks/>
            </p:cNvGrpSpPr>
            <p:nvPr/>
          </p:nvGrpSpPr>
          <p:grpSpPr bwMode="auto">
            <a:xfrm>
              <a:off x="6923088" y="2173288"/>
              <a:ext cx="220662" cy="1041400"/>
              <a:chOff x="2454" y="2471"/>
              <a:chExt cx="240" cy="1080"/>
            </a:xfrm>
          </p:grpSpPr>
          <p:sp>
            <p:nvSpPr>
              <p:cNvPr id="123980" name="Line 138">
                <a:extLst>
                  <a:ext uri="{FF2B5EF4-FFF2-40B4-BE49-F238E27FC236}">
                    <a16:creationId xmlns:a16="http://schemas.microsoft.com/office/drawing/2014/main" id="{61BB1D6A-B0F6-4102-8115-5ED193A45E81}"/>
                  </a:ext>
                </a:extLst>
              </p:cNvPr>
              <p:cNvSpPr>
                <a:spLocks noChangeShapeType="1"/>
              </p:cNvSpPr>
              <p:nvPr/>
            </p:nvSpPr>
            <p:spPr bwMode="auto">
              <a:xfrm>
                <a:off x="2694" y="247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1" name="Line 139">
                <a:extLst>
                  <a:ext uri="{FF2B5EF4-FFF2-40B4-BE49-F238E27FC236}">
                    <a16:creationId xmlns:a16="http://schemas.microsoft.com/office/drawing/2014/main" id="{D8DCE85E-3FA3-4104-86F8-ACBF127A18B4}"/>
                  </a:ext>
                </a:extLst>
              </p:cNvPr>
              <p:cNvSpPr>
                <a:spLocks noChangeShapeType="1"/>
              </p:cNvSpPr>
              <p:nvPr/>
            </p:nvSpPr>
            <p:spPr bwMode="auto">
              <a:xfrm>
                <a:off x="2454" y="283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82" name="Line 140">
                <a:extLst>
                  <a:ext uri="{FF2B5EF4-FFF2-40B4-BE49-F238E27FC236}">
                    <a16:creationId xmlns:a16="http://schemas.microsoft.com/office/drawing/2014/main" id="{98540596-33E3-4F85-8D16-D26A48288976}"/>
                  </a:ext>
                </a:extLst>
              </p:cNvPr>
              <p:cNvSpPr>
                <a:spLocks noChangeShapeType="1"/>
              </p:cNvSpPr>
              <p:nvPr/>
            </p:nvSpPr>
            <p:spPr bwMode="auto">
              <a:xfrm>
                <a:off x="2694" y="319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927" name="Line 141">
              <a:extLst>
                <a:ext uri="{FF2B5EF4-FFF2-40B4-BE49-F238E27FC236}">
                  <a16:creationId xmlns:a16="http://schemas.microsoft.com/office/drawing/2014/main" id="{275216DE-8ADC-4089-82F1-6605960D6847}"/>
                </a:ext>
              </a:extLst>
            </p:cNvPr>
            <p:cNvSpPr>
              <a:spLocks noChangeShapeType="1"/>
            </p:cNvSpPr>
            <p:nvPr/>
          </p:nvSpPr>
          <p:spPr bwMode="auto">
            <a:xfrm>
              <a:off x="6594475" y="3908425"/>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928" name="Group 142">
              <a:extLst>
                <a:ext uri="{FF2B5EF4-FFF2-40B4-BE49-F238E27FC236}">
                  <a16:creationId xmlns:a16="http://schemas.microsoft.com/office/drawing/2014/main" id="{8FBA77D6-73BA-49C1-9025-0FEFDF37AB5E}"/>
                </a:ext>
              </a:extLst>
            </p:cNvPr>
            <p:cNvGrpSpPr>
              <a:grpSpLocks/>
            </p:cNvGrpSpPr>
            <p:nvPr/>
          </p:nvGrpSpPr>
          <p:grpSpPr bwMode="auto">
            <a:xfrm>
              <a:off x="6264275" y="3387725"/>
              <a:ext cx="549275" cy="520700"/>
              <a:chOff x="1734" y="3731"/>
              <a:chExt cx="600" cy="540"/>
            </a:xfrm>
          </p:grpSpPr>
          <p:sp>
            <p:nvSpPr>
              <p:cNvPr id="123972" name="Line 143">
                <a:extLst>
                  <a:ext uri="{FF2B5EF4-FFF2-40B4-BE49-F238E27FC236}">
                    <a16:creationId xmlns:a16="http://schemas.microsoft.com/office/drawing/2014/main" id="{20E88BF1-2BCC-4172-B6A3-EEBDAA2A4628}"/>
                  </a:ext>
                </a:extLst>
              </p:cNvPr>
              <p:cNvSpPr>
                <a:spLocks noChangeShapeType="1"/>
              </p:cNvSpPr>
              <p:nvPr/>
            </p:nvSpPr>
            <p:spPr bwMode="auto">
              <a:xfrm>
                <a:off x="2094" y="373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3" name="Line 144">
                <a:extLst>
                  <a:ext uri="{FF2B5EF4-FFF2-40B4-BE49-F238E27FC236}">
                    <a16:creationId xmlns:a16="http://schemas.microsoft.com/office/drawing/2014/main" id="{B64B4AA0-4570-454A-82AB-F1CEF78B9048}"/>
                  </a:ext>
                </a:extLst>
              </p:cNvPr>
              <p:cNvSpPr>
                <a:spLocks noChangeShapeType="1"/>
              </p:cNvSpPr>
              <p:nvPr/>
            </p:nvSpPr>
            <p:spPr bwMode="auto">
              <a:xfrm>
                <a:off x="2094" y="391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4" name="Line 145">
                <a:extLst>
                  <a:ext uri="{FF2B5EF4-FFF2-40B4-BE49-F238E27FC236}">
                    <a16:creationId xmlns:a16="http://schemas.microsoft.com/office/drawing/2014/main" id="{6C1503DA-104B-4396-B909-21F4DF774D44}"/>
                  </a:ext>
                </a:extLst>
              </p:cNvPr>
              <p:cNvSpPr>
                <a:spLocks noChangeShapeType="1"/>
              </p:cNvSpPr>
              <p:nvPr/>
            </p:nvSpPr>
            <p:spPr bwMode="auto">
              <a:xfrm flipH="1">
                <a:off x="2094" y="391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5" name="Line 146">
                <a:extLst>
                  <a:ext uri="{FF2B5EF4-FFF2-40B4-BE49-F238E27FC236}">
                    <a16:creationId xmlns:a16="http://schemas.microsoft.com/office/drawing/2014/main" id="{7D87B2AA-D5B2-47F9-AD2E-AD06C8CC36F6}"/>
                  </a:ext>
                </a:extLst>
              </p:cNvPr>
              <p:cNvSpPr>
                <a:spLocks noChangeShapeType="1"/>
              </p:cNvSpPr>
              <p:nvPr/>
            </p:nvSpPr>
            <p:spPr bwMode="auto">
              <a:xfrm>
                <a:off x="1734" y="409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6" name="Line 147">
                <a:extLst>
                  <a:ext uri="{FF2B5EF4-FFF2-40B4-BE49-F238E27FC236}">
                    <a16:creationId xmlns:a16="http://schemas.microsoft.com/office/drawing/2014/main" id="{C6FA6C1A-2C66-446D-9E9F-93D70D09BD51}"/>
                  </a:ext>
                </a:extLst>
              </p:cNvPr>
              <p:cNvSpPr>
                <a:spLocks noChangeShapeType="1"/>
              </p:cNvSpPr>
              <p:nvPr/>
            </p:nvSpPr>
            <p:spPr bwMode="auto">
              <a:xfrm>
                <a:off x="185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7" name="Line 148">
                <a:extLst>
                  <a:ext uri="{FF2B5EF4-FFF2-40B4-BE49-F238E27FC236}">
                    <a16:creationId xmlns:a16="http://schemas.microsoft.com/office/drawing/2014/main" id="{4971C3F0-7899-47C0-A7EF-84E9F97CD227}"/>
                  </a:ext>
                </a:extLst>
              </p:cNvPr>
              <p:cNvSpPr>
                <a:spLocks noChangeShapeType="1"/>
              </p:cNvSpPr>
              <p:nvPr/>
            </p:nvSpPr>
            <p:spPr bwMode="auto">
              <a:xfrm>
                <a:off x="1854" y="391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8" name="Line 149">
                <a:extLst>
                  <a:ext uri="{FF2B5EF4-FFF2-40B4-BE49-F238E27FC236}">
                    <a16:creationId xmlns:a16="http://schemas.microsoft.com/office/drawing/2014/main" id="{0D9CD54B-729B-4BBD-B840-C3C7FFFFC309}"/>
                  </a:ext>
                </a:extLst>
              </p:cNvPr>
              <p:cNvSpPr>
                <a:spLocks noChangeShapeType="1"/>
              </p:cNvSpPr>
              <p:nvPr/>
            </p:nvSpPr>
            <p:spPr bwMode="auto">
              <a:xfrm>
                <a:off x="197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9" name="Line 150">
                <a:extLst>
                  <a:ext uri="{FF2B5EF4-FFF2-40B4-BE49-F238E27FC236}">
                    <a16:creationId xmlns:a16="http://schemas.microsoft.com/office/drawing/2014/main" id="{BEEA786B-9974-4046-952D-C518C1A349DF}"/>
                  </a:ext>
                </a:extLst>
              </p:cNvPr>
              <p:cNvSpPr>
                <a:spLocks noChangeShapeType="1"/>
              </p:cNvSpPr>
              <p:nvPr/>
            </p:nvSpPr>
            <p:spPr bwMode="auto">
              <a:xfrm>
                <a:off x="1974" y="409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929" name="Rectangle 151">
              <a:extLst>
                <a:ext uri="{FF2B5EF4-FFF2-40B4-BE49-F238E27FC236}">
                  <a16:creationId xmlns:a16="http://schemas.microsoft.com/office/drawing/2014/main" id="{F8598DF1-42EA-443E-938B-7810B40F790B}"/>
                </a:ext>
              </a:extLst>
            </p:cNvPr>
            <p:cNvSpPr>
              <a:spLocks noChangeArrowheads="1"/>
            </p:cNvSpPr>
            <p:nvPr/>
          </p:nvSpPr>
          <p:spPr bwMode="auto">
            <a:xfrm>
              <a:off x="6264275" y="4429125"/>
              <a:ext cx="768350"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3930" name="Rectangle 152">
              <a:extLst>
                <a:ext uri="{FF2B5EF4-FFF2-40B4-BE49-F238E27FC236}">
                  <a16:creationId xmlns:a16="http://schemas.microsoft.com/office/drawing/2014/main" id="{7BE664FD-E2A3-4CA9-AE7D-7BF5310C2A87}"/>
                </a:ext>
              </a:extLst>
            </p:cNvPr>
            <p:cNvSpPr>
              <a:spLocks noChangeArrowheads="1"/>
            </p:cNvSpPr>
            <p:nvPr/>
          </p:nvSpPr>
          <p:spPr bwMode="auto">
            <a:xfrm>
              <a:off x="6813550" y="4429125"/>
              <a:ext cx="219075"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3931" name="Line 153">
              <a:extLst>
                <a:ext uri="{FF2B5EF4-FFF2-40B4-BE49-F238E27FC236}">
                  <a16:creationId xmlns:a16="http://schemas.microsoft.com/office/drawing/2014/main" id="{1DA8F684-F6A4-47C7-A4A4-E69A92C98251}"/>
                </a:ext>
              </a:extLst>
            </p:cNvPr>
            <p:cNvSpPr>
              <a:spLocks noChangeShapeType="1"/>
            </p:cNvSpPr>
            <p:nvPr/>
          </p:nvSpPr>
          <p:spPr bwMode="auto">
            <a:xfrm flipH="1">
              <a:off x="6813550" y="4429125"/>
              <a:ext cx="219075" cy="346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32" name="Line 154">
              <a:extLst>
                <a:ext uri="{FF2B5EF4-FFF2-40B4-BE49-F238E27FC236}">
                  <a16:creationId xmlns:a16="http://schemas.microsoft.com/office/drawing/2014/main" id="{19527420-D4B8-4600-A6BD-B6CF1511E41C}"/>
                </a:ext>
              </a:extLst>
            </p:cNvPr>
            <p:cNvSpPr>
              <a:spLocks noChangeShapeType="1"/>
            </p:cNvSpPr>
            <p:nvPr/>
          </p:nvSpPr>
          <p:spPr bwMode="auto">
            <a:xfrm>
              <a:off x="6813550" y="4429125"/>
              <a:ext cx="219075" cy="346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33" name="Line 155">
              <a:extLst>
                <a:ext uri="{FF2B5EF4-FFF2-40B4-BE49-F238E27FC236}">
                  <a16:creationId xmlns:a16="http://schemas.microsoft.com/office/drawing/2014/main" id="{2FD6B8AE-D34D-4EE5-92CC-4987C2DBE597}"/>
                </a:ext>
              </a:extLst>
            </p:cNvPr>
            <p:cNvSpPr>
              <a:spLocks noChangeShapeType="1"/>
            </p:cNvSpPr>
            <p:nvPr/>
          </p:nvSpPr>
          <p:spPr bwMode="auto">
            <a:xfrm>
              <a:off x="6594475" y="4775200"/>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34" name="Line 156">
              <a:extLst>
                <a:ext uri="{FF2B5EF4-FFF2-40B4-BE49-F238E27FC236}">
                  <a16:creationId xmlns:a16="http://schemas.microsoft.com/office/drawing/2014/main" id="{84DE3D59-8FC4-4CF6-A5DA-854C67EF391F}"/>
                </a:ext>
              </a:extLst>
            </p:cNvPr>
            <p:cNvSpPr>
              <a:spLocks noChangeShapeType="1"/>
            </p:cNvSpPr>
            <p:nvPr/>
          </p:nvSpPr>
          <p:spPr bwMode="auto">
            <a:xfrm>
              <a:off x="6264275" y="5122863"/>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935" name="Group 157">
              <a:extLst>
                <a:ext uri="{FF2B5EF4-FFF2-40B4-BE49-F238E27FC236}">
                  <a16:creationId xmlns:a16="http://schemas.microsoft.com/office/drawing/2014/main" id="{1D47D0C5-2395-4B63-8F34-737F2FD90135}"/>
                </a:ext>
              </a:extLst>
            </p:cNvPr>
            <p:cNvGrpSpPr>
              <a:grpSpLocks/>
            </p:cNvGrpSpPr>
            <p:nvPr/>
          </p:nvGrpSpPr>
          <p:grpSpPr bwMode="auto">
            <a:xfrm>
              <a:off x="7583488" y="2173288"/>
              <a:ext cx="219075" cy="1041400"/>
              <a:chOff x="2454" y="2471"/>
              <a:chExt cx="240" cy="1080"/>
            </a:xfrm>
          </p:grpSpPr>
          <p:sp>
            <p:nvSpPr>
              <p:cNvPr id="123969" name="Line 158">
                <a:extLst>
                  <a:ext uri="{FF2B5EF4-FFF2-40B4-BE49-F238E27FC236}">
                    <a16:creationId xmlns:a16="http://schemas.microsoft.com/office/drawing/2014/main" id="{1BE89DF3-CBB2-47A2-A83D-61BAF527DCDF}"/>
                  </a:ext>
                </a:extLst>
              </p:cNvPr>
              <p:cNvSpPr>
                <a:spLocks noChangeShapeType="1"/>
              </p:cNvSpPr>
              <p:nvPr/>
            </p:nvSpPr>
            <p:spPr bwMode="auto">
              <a:xfrm>
                <a:off x="2694" y="247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0" name="Line 159">
                <a:extLst>
                  <a:ext uri="{FF2B5EF4-FFF2-40B4-BE49-F238E27FC236}">
                    <a16:creationId xmlns:a16="http://schemas.microsoft.com/office/drawing/2014/main" id="{08153164-3C05-41B2-95EB-282FC8038B5B}"/>
                  </a:ext>
                </a:extLst>
              </p:cNvPr>
              <p:cNvSpPr>
                <a:spLocks noChangeShapeType="1"/>
              </p:cNvSpPr>
              <p:nvPr/>
            </p:nvSpPr>
            <p:spPr bwMode="auto">
              <a:xfrm>
                <a:off x="2454" y="283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71" name="Line 160">
                <a:extLst>
                  <a:ext uri="{FF2B5EF4-FFF2-40B4-BE49-F238E27FC236}">
                    <a16:creationId xmlns:a16="http://schemas.microsoft.com/office/drawing/2014/main" id="{5198E63E-FFD9-4B9B-B3EA-2DCF3B9D6FA3}"/>
                  </a:ext>
                </a:extLst>
              </p:cNvPr>
              <p:cNvSpPr>
                <a:spLocks noChangeShapeType="1"/>
              </p:cNvSpPr>
              <p:nvPr/>
            </p:nvSpPr>
            <p:spPr bwMode="auto">
              <a:xfrm>
                <a:off x="2694" y="319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936" name="Line 161">
              <a:extLst>
                <a:ext uri="{FF2B5EF4-FFF2-40B4-BE49-F238E27FC236}">
                  <a16:creationId xmlns:a16="http://schemas.microsoft.com/office/drawing/2014/main" id="{E6B00A0E-2664-4F26-BA95-56791CC48F87}"/>
                </a:ext>
              </a:extLst>
            </p:cNvPr>
            <p:cNvSpPr>
              <a:spLocks noChangeShapeType="1"/>
            </p:cNvSpPr>
            <p:nvPr/>
          </p:nvSpPr>
          <p:spPr bwMode="auto">
            <a:xfrm>
              <a:off x="6594475" y="2173288"/>
              <a:ext cx="1208087"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37" name="Line 163">
              <a:extLst>
                <a:ext uri="{FF2B5EF4-FFF2-40B4-BE49-F238E27FC236}">
                  <a16:creationId xmlns:a16="http://schemas.microsoft.com/office/drawing/2014/main" id="{E3AA30F3-B94C-433B-9D83-915646E3F055}"/>
                </a:ext>
              </a:extLst>
            </p:cNvPr>
            <p:cNvSpPr>
              <a:spLocks noChangeShapeType="1"/>
            </p:cNvSpPr>
            <p:nvPr/>
          </p:nvSpPr>
          <p:spPr bwMode="auto">
            <a:xfrm>
              <a:off x="7362825" y="2693988"/>
              <a:ext cx="33020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938" name="Group 166">
              <a:extLst>
                <a:ext uri="{FF2B5EF4-FFF2-40B4-BE49-F238E27FC236}">
                  <a16:creationId xmlns:a16="http://schemas.microsoft.com/office/drawing/2014/main" id="{AEA4C5C3-673A-4756-9294-079BE3AFEF60}"/>
                </a:ext>
              </a:extLst>
            </p:cNvPr>
            <p:cNvGrpSpPr>
              <a:grpSpLocks/>
            </p:cNvGrpSpPr>
            <p:nvPr/>
          </p:nvGrpSpPr>
          <p:grpSpPr bwMode="auto">
            <a:xfrm>
              <a:off x="7472363" y="3387725"/>
              <a:ext cx="549275" cy="520700"/>
              <a:chOff x="1734" y="3731"/>
              <a:chExt cx="600" cy="540"/>
            </a:xfrm>
          </p:grpSpPr>
          <p:sp>
            <p:nvSpPr>
              <p:cNvPr id="123961" name="Line 167">
                <a:extLst>
                  <a:ext uri="{FF2B5EF4-FFF2-40B4-BE49-F238E27FC236}">
                    <a16:creationId xmlns:a16="http://schemas.microsoft.com/office/drawing/2014/main" id="{0C098C78-9F13-41CD-B506-FC9EA132D548}"/>
                  </a:ext>
                </a:extLst>
              </p:cNvPr>
              <p:cNvSpPr>
                <a:spLocks noChangeShapeType="1"/>
              </p:cNvSpPr>
              <p:nvPr/>
            </p:nvSpPr>
            <p:spPr bwMode="auto">
              <a:xfrm>
                <a:off x="2094" y="373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2" name="Line 168">
                <a:extLst>
                  <a:ext uri="{FF2B5EF4-FFF2-40B4-BE49-F238E27FC236}">
                    <a16:creationId xmlns:a16="http://schemas.microsoft.com/office/drawing/2014/main" id="{AFC7D705-A49C-4AD4-A54F-C298814487B1}"/>
                  </a:ext>
                </a:extLst>
              </p:cNvPr>
              <p:cNvSpPr>
                <a:spLocks noChangeShapeType="1"/>
              </p:cNvSpPr>
              <p:nvPr/>
            </p:nvSpPr>
            <p:spPr bwMode="auto">
              <a:xfrm>
                <a:off x="2094" y="391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3" name="Line 169">
                <a:extLst>
                  <a:ext uri="{FF2B5EF4-FFF2-40B4-BE49-F238E27FC236}">
                    <a16:creationId xmlns:a16="http://schemas.microsoft.com/office/drawing/2014/main" id="{6C590BE4-8AA5-4D21-B0BF-E3708AED3299}"/>
                  </a:ext>
                </a:extLst>
              </p:cNvPr>
              <p:cNvSpPr>
                <a:spLocks noChangeShapeType="1"/>
              </p:cNvSpPr>
              <p:nvPr/>
            </p:nvSpPr>
            <p:spPr bwMode="auto">
              <a:xfrm flipH="1">
                <a:off x="2094" y="391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4" name="Line 170">
                <a:extLst>
                  <a:ext uri="{FF2B5EF4-FFF2-40B4-BE49-F238E27FC236}">
                    <a16:creationId xmlns:a16="http://schemas.microsoft.com/office/drawing/2014/main" id="{FDF4EC4F-D8D6-4849-A4B8-F30A6C656DB3}"/>
                  </a:ext>
                </a:extLst>
              </p:cNvPr>
              <p:cNvSpPr>
                <a:spLocks noChangeShapeType="1"/>
              </p:cNvSpPr>
              <p:nvPr/>
            </p:nvSpPr>
            <p:spPr bwMode="auto">
              <a:xfrm>
                <a:off x="1734" y="409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5" name="Line 171">
                <a:extLst>
                  <a:ext uri="{FF2B5EF4-FFF2-40B4-BE49-F238E27FC236}">
                    <a16:creationId xmlns:a16="http://schemas.microsoft.com/office/drawing/2014/main" id="{E519354C-DB93-4FE2-A825-FB4E39150EF4}"/>
                  </a:ext>
                </a:extLst>
              </p:cNvPr>
              <p:cNvSpPr>
                <a:spLocks noChangeShapeType="1"/>
              </p:cNvSpPr>
              <p:nvPr/>
            </p:nvSpPr>
            <p:spPr bwMode="auto">
              <a:xfrm>
                <a:off x="185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6" name="Line 172">
                <a:extLst>
                  <a:ext uri="{FF2B5EF4-FFF2-40B4-BE49-F238E27FC236}">
                    <a16:creationId xmlns:a16="http://schemas.microsoft.com/office/drawing/2014/main" id="{D6D574FB-372B-49A0-B973-0E6003355F54}"/>
                  </a:ext>
                </a:extLst>
              </p:cNvPr>
              <p:cNvSpPr>
                <a:spLocks noChangeShapeType="1"/>
              </p:cNvSpPr>
              <p:nvPr/>
            </p:nvSpPr>
            <p:spPr bwMode="auto">
              <a:xfrm>
                <a:off x="1854" y="391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7" name="Line 173">
                <a:extLst>
                  <a:ext uri="{FF2B5EF4-FFF2-40B4-BE49-F238E27FC236}">
                    <a16:creationId xmlns:a16="http://schemas.microsoft.com/office/drawing/2014/main" id="{42797D82-4E2C-41E8-8B82-A0A4D16EBAE7}"/>
                  </a:ext>
                </a:extLst>
              </p:cNvPr>
              <p:cNvSpPr>
                <a:spLocks noChangeShapeType="1"/>
              </p:cNvSpPr>
              <p:nvPr/>
            </p:nvSpPr>
            <p:spPr bwMode="auto">
              <a:xfrm>
                <a:off x="197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8" name="Line 174">
                <a:extLst>
                  <a:ext uri="{FF2B5EF4-FFF2-40B4-BE49-F238E27FC236}">
                    <a16:creationId xmlns:a16="http://schemas.microsoft.com/office/drawing/2014/main" id="{290D727E-F42D-4CB4-AA64-DD5AE3C9E04D}"/>
                  </a:ext>
                </a:extLst>
              </p:cNvPr>
              <p:cNvSpPr>
                <a:spLocks noChangeShapeType="1"/>
              </p:cNvSpPr>
              <p:nvPr/>
            </p:nvSpPr>
            <p:spPr bwMode="auto">
              <a:xfrm>
                <a:off x="1974" y="409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939" name="Line 175">
              <a:extLst>
                <a:ext uri="{FF2B5EF4-FFF2-40B4-BE49-F238E27FC236}">
                  <a16:creationId xmlns:a16="http://schemas.microsoft.com/office/drawing/2014/main" id="{6A8BDE5B-E638-4A17-A1E0-6356B7D30E07}"/>
                </a:ext>
              </a:extLst>
            </p:cNvPr>
            <p:cNvSpPr>
              <a:spLocks noChangeShapeType="1"/>
            </p:cNvSpPr>
            <p:nvPr/>
          </p:nvSpPr>
          <p:spPr bwMode="auto">
            <a:xfrm>
              <a:off x="7802563" y="3214688"/>
              <a:ext cx="0" cy="173037"/>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40" name="Line 176">
              <a:extLst>
                <a:ext uri="{FF2B5EF4-FFF2-40B4-BE49-F238E27FC236}">
                  <a16:creationId xmlns:a16="http://schemas.microsoft.com/office/drawing/2014/main" id="{64FA81AC-ADD8-495C-8F68-52537A448B21}"/>
                </a:ext>
              </a:extLst>
            </p:cNvPr>
            <p:cNvSpPr>
              <a:spLocks noChangeShapeType="1"/>
            </p:cNvSpPr>
            <p:nvPr/>
          </p:nvSpPr>
          <p:spPr bwMode="auto">
            <a:xfrm>
              <a:off x="7802563" y="3908425"/>
              <a:ext cx="0" cy="1214437"/>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41" name="Rectangle 177">
              <a:extLst>
                <a:ext uri="{FF2B5EF4-FFF2-40B4-BE49-F238E27FC236}">
                  <a16:creationId xmlns:a16="http://schemas.microsoft.com/office/drawing/2014/main" id="{183CB7E8-D304-4C17-8CBC-D8C1BB150561}"/>
                </a:ext>
              </a:extLst>
            </p:cNvPr>
            <p:cNvSpPr>
              <a:spLocks noChangeArrowheads="1"/>
            </p:cNvSpPr>
            <p:nvPr/>
          </p:nvSpPr>
          <p:spPr bwMode="auto">
            <a:xfrm>
              <a:off x="7472363" y="4429125"/>
              <a:ext cx="660400"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3942" name="Text Box 178">
              <a:extLst>
                <a:ext uri="{FF2B5EF4-FFF2-40B4-BE49-F238E27FC236}">
                  <a16:creationId xmlns:a16="http://schemas.microsoft.com/office/drawing/2014/main" id="{C906C3C5-0A55-4487-88D9-2436466C86ED}"/>
                </a:ext>
              </a:extLst>
            </p:cNvPr>
            <p:cNvSpPr txBox="1">
              <a:spLocks noChangeArrowheads="1"/>
            </p:cNvSpPr>
            <p:nvPr/>
          </p:nvSpPr>
          <p:spPr bwMode="auto">
            <a:xfrm>
              <a:off x="6459538" y="1150938"/>
              <a:ext cx="360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3943" name="Text Box 179">
              <a:extLst>
                <a:ext uri="{FF2B5EF4-FFF2-40B4-BE49-F238E27FC236}">
                  <a16:creationId xmlns:a16="http://schemas.microsoft.com/office/drawing/2014/main" id="{010C08C5-991A-4C3D-84AD-1BE371BADA1B}"/>
                </a:ext>
              </a:extLst>
            </p:cNvPr>
            <p:cNvSpPr txBox="1">
              <a:spLocks noChangeArrowheads="1"/>
            </p:cNvSpPr>
            <p:nvPr/>
          </p:nvSpPr>
          <p:spPr bwMode="auto">
            <a:xfrm>
              <a:off x="6459538" y="2005013"/>
              <a:ext cx="360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3944" name="Text Box 180">
              <a:extLst>
                <a:ext uri="{FF2B5EF4-FFF2-40B4-BE49-F238E27FC236}">
                  <a16:creationId xmlns:a16="http://schemas.microsoft.com/office/drawing/2014/main" id="{BD5FEE3F-8E03-4590-BE04-B1A59B5376CC}"/>
                </a:ext>
              </a:extLst>
            </p:cNvPr>
            <p:cNvSpPr txBox="1">
              <a:spLocks noChangeArrowheads="1"/>
            </p:cNvSpPr>
            <p:nvPr/>
          </p:nvSpPr>
          <p:spPr bwMode="auto">
            <a:xfrm>
              <a:off x="7004050" y="2014538"/>
              <a:ext cx="360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3945" name="Text Box 181">
              <a:extLst>
                <a:ext uri="{FF2B5EF4-FFF2-40B4-BE49-F238E27FC236}">
                  <a16:creationId xmlns:a16="http://schemas.microsoft.com/office/drawing/2014/main" id="{D024C843-AAEB-4B48-81E4-A7876BBE463F}"/>
                </a:ext>
              </a:extLst>
            </p:cNvPr>
            <p:cNvSpPr txBox="1">
              <a:spLocks noChangeArrowheads="1"/>
            </p:cNvSpPr>
            <p:nvPr/>
          </p:nvSpPr>
          <p:spPr bwMode="auto">
            <a:xfrm>
              <a:off x="6448425" y="3054350"/>
              <a:ext cx="360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3946" name="Text Box 182">
              <a:extLst>
                <a:ext uri="{FF2B5EF4-FFF2-40B4-BE49-F238E27FC236}">
                  <a16:creationId xmlns:a16="http://schemas.microsoft.com/office/drawing/2014/main" id="{78767000-B085-44AE-AD15-E5CED3A7F098}"/>
                </a:ext>
              </a:extLst>
            </p:cNvPr>
            <p:cNvSpPr txBox="1">
              <a:spLocks noChangeArrowheads="1"/>
            </p:cNvSpPr>
            <p:nvPr/>
          </p:nvSpPr>
          <p:spPr bwMode="auto">
            <a:xfrm>
              <a:off x="6459538" y="4957763"/>
              <a:ext cx="360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3947" name="Text Box 183">
              <a:extLst>
                <a:ext uri="{FF2B5EF4-FFF2-40B4-BE49-F238E27FC236}">
                  <a16:creationId xmlns:a16="http://schemas.microsoft.com/office/drawing/2014/main" id="{063B6927-01DE-43B3-8545-99190733B3A9}"/>
                </a:ext>
              </a:extLst>
            </p:cNvPr>
            <p:cNvSpPr txBox="1">
              <a:spLocks noChangeArrowheads="1"/>
            </p:cNvSpPr>
            <p:nvPr/>
          </p:nvSpPr>
          <p:spPr bwMode="auto">
            <a:xfrm>
              <a:off x="7662863" y="4957763"/>
              <a:ext cx="3603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3948" name="Text Box 184">
              <a:extLst>
                <a:ext uri="{FF2B5EF4-FFF2-40B4-BE49-F238E27FC236}">
                  <a16:creationId xmlns:a16="http://schemas.microsoft.com/office/drawing/2014/main" id="{D0873B13-30CB-45D2-8055-639E0E292522}"/>
                </a:ext>
              </a:extLst>
            </p:cNvPr>
            <p:cNvSpPr txBox="1">
              <a:spLocks noChangeArrowheads="1"/>
            </p:cNvSpPr>
            <p:nvPr/>
          </p:nvSpPr>
          <p:spPr bwMode="auto">
            <a:xfrm>
              <a:off x="6335713" y="5122863"/>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3</a:t>
              </a:r>
              <a:endParaRPr lang="en-US" altLang="en-US">
                <a:latin typeface="Times New Roman" panose="02020603050405020304" pitchFamily="18" charset="0"/>
                <a:cs typeface="Times New Roman" panose="02020603050405020304" pitchFamily="18" charset="0"/>
              </a:endParaRPr>
            </a:p>
          </p:txBody>
        </p:sp>
        <p:sp>
          <p:nvSpPr>
            <p:cNvPr id="123949" name="Text Box 185">
              <a:extLst>
                <a:ext uri="{FF2B5EF4-FFF2-40B4-BE49-F238E27FC236}">
                  <a16:creationId xmlns:a16="http://schemas.microsoft.com/office/drawing/2014/main" id="{23107912-2389-4C0F-8451-4C1BCA2C57D0}"/>
                </a:ext>
              </a:extLst>
            </p:cNvPr>
            <p:cNvSpPr txBox="1">
              <a:spLocks noChangeArrowheads="1"/>
            </p:cNvSpPr>
            <p:nvPr/>
          </p:nvSpPr>
          <p:spPr bwMode="auto">
            <a:xfrm>
              <a:off x="7488238" y="5122863"/>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2</a:t>
              </a:r>
              <a:endParaRPr lang="en-US" altLang="en-US">
                <a:latin typeface="Times New Roman" panose="02020603050405020304" pitchFamily="18" charset="0"/>
                <a:cs typeface="Times New Roman" panose="02020603050405020304" pitchFamily="18" charset="0"/>
              </a:endParaRPr>
            </a:p>
          </p:txBody>
        </p:sp>
        <p:sp>
          <p:nvSpPr>
            <p:cNvPr id="123950" name="Line 186">
              <a:extLst>
                <a:ext uri="{FF2B5EF4-FFF2-40B4-BE49-F238E27FC236}">
                  <a16:creationId xmlns:a16="http://schemas.microsoft.com/office/drawing/2014/main" id="{AE5F64B3-2289-4E8A-A733-EB021DF4C19A}"/>
                </a:ext>
              </a:extLst>
            </p:cNvPr>
            <p:cNvSpPr>
              <a:spLocks noChangeShapeType="1"/>
            </p:cNvSpPr>
            <p:nvPr/>
          </p:nvSpPr>
          <p:spPr bwMode="auto">
            <a:xfrm>
              <a:off x="6407150" y="1809750"/>
              <a:ext cx="288925" cy="0"/>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51" name="Line 187">
              <a:extLst>
                <a:ext uri="{FF2B5EF4-FFF2-40B4-BE49-F238E27FC236}">
                  <a16:creationId xmlns:a16="http://schemas.microsoft.com/office/drawing/2014/main" id="{C1499EB8-491F-47E4-AC1B-6BB9A4483245}"/>
                </a:ext>
              </a:extLst>
            </p:cNvPr>
            <p:cNvSpPr>
              <a:spLocks noChangeShapeType="1"/>
            </p:cNvSpPr>
            <p:nvPr/>
          </p:nvSpPr>
          <p:spPr bwMode="auto">
            <a:xfrm>
              <a:off x="6407150" y="1644650"/>
              <a:ext cx="0" cy="347662"/>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52" name="Text Box 188">
              <a:extLst>
                <a:ext uri="{FF2B5EF4-FFF2-40B4-BE49-F238E27FC236}">
                  <a16:creationId xmlns:a16="http://schemas.microsoft.com/office/drawing/2014/main" id="{10B421F0-0771-4175-8B0F-5A5CA1C9A077}"/>
                </a:ext>
              </a:extLst>
            </p:cNvPr>
            <p:cNvSpPr txBox="1">
              <a:spLocks noChangeArrowheads="1"/>
            </p:cNvSpPr>
            <p:nvPr/>
          </p:nvSpPr>
          <p:spPr bwMode="auto">
            <a:xfrm>
              <a:off x="5364163" y="1522413"/>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Off</a:t>
              </a:r>
            </a:p>
          </p:txBody>
        </p:sp>
        <p:sp>
          <p:nvSpPr>
            <p:cNvPr id="123953" name="Text Box 189">
              <a:extLst>
                <a:ext uri="{FF2B5EF4-FFF2-40B4-BE49-F238E27FC236}">
                  <a16:creationId xmlns:a16="http://schemas.microsoft.com/office/drawing/2014/main" id="{BDC02FDF-C7C1-4BBF-9855-174F2B7BA6FD}"/>
                </a:ext>
              </a:extLst>
            </p:cNvPr>
            <p:cNvSpPr txBox="1">
              <a:spLocks noChangeArrowheads="1"/>
            </p:cNvSpPr>
            <p:nvPr/>
          </p:nvSpPr>
          <p:spPr bwMode="auto">
            <a:xfrm>
              <a:off x="5364163" y="2457450"/>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ON</a:t>
              </a:r>
            </a:p>
          </p:txBody>
        </p:sp>
        <p:sp>
          <p:nvSpPr>
            <p:cNvPr id="123954" name="Text Box 190">
              <a:extLst>
                <a:ext uri="{FF2B5EF4-FFF2-40B4-BE49-F238E27FC236}">
                  <a16:creationId xmlns:a16="http://schemas.microsoft.com/office/drawing/2014/main" id="{C41EA446-D9B0-4F71-B229-ED8AD4F0E9BD}"/>
                </a:ext>
              </a:extLst>
            </p:cNvPr>
            <p:cNvSpPr txBox="1">
              <a:spLocks noChangeArrowheads="1"/>
            </p:cNvSpPr>
            <p:nvPr/>
          </p:nvSpPr>
          <p:spPr bwMode="auto">
            <a:xfrm>
              <a:off x="5364163" y="3465513"/>
              <a:ext cx="9001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R</a:t>
              </a:r>
              <a:r>
                <a:rPr lang="en-US" altLang="en-US" baseline="-25000">
                  <a:latin typeface="Times New Roman" panose="02020603050405020304" pitchFamily="18" charset="0"/>
                  <a:cs typeface="Times New Roman" panose="02020603050405020304" pitchFamily="18" charset="0"/>
                </a:rPr>
                <a:t>th1</a:t>
              </a:r>
              <a:endParaRPr lang="en-US" altLang="en-US">
                <a:latin typeface="Times New Roman" panose="02020603050405020304" pitchFamily="18" charset="0"/>
                <a:cs typeface="Times New Roman" panose="02020603050405020304" pitchFamily="18" charset="0"/>
              </a:endParaRPr>
            </a:p>
          </p:txBody>
        </p:sp>
        <p:sp>
          <p:nvSpPr>
            <p:cNvPr id="123955" name="Text Box 191">
              <a:extLst>
                <a:ext uri="{FF2B5EF4-FFF2-40B4-BE49-F238E27FC236}">
                  <a16:creationId xmlns:a16="http://schemas.microsoft.com/office/drawing/2014/main" id="{B56B10FF-A6BE-45B3-B76B-108B92600F86}"/>
                </a:ext>
              </a:extLst>
            </p:cNvPr>
            <p:cNvSpPr txBox="1">
              <a:spLocks noChangeArrowheads="1"/>
            </p:cNvSpPr>
            <p:nvPr/>
          </p:nvSpPr>
          <p:spPr bwMode="auto">
            <a:xfrm>
              <a:off x="7920038" y="3538538"/>
              <a:ext cx="9001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R</a:t>
              </a:r>
              <a:r>
                <a:rPr lang="en-US" altLang="en-US" baseline="-25000">
                  <a:latin typeface="Times New Roman" panose="02020603050405020304" pitchFamily="18" charset="0"/>
                  <a:cs typeface="Times New Roman" panose="02020603050405020304" pitchFamily="18" charset="0"/>
                </a:rPr>
                <a:t>th2</a:t>
              </a:r>
              <a:endParaRPr lang="en-US" altLang="en-US">
                <a:latin typeface="Times New Roman" panose="02020603050405020304" pitchFamily="18" charset="0"/>
                <a:cs typeface="Times New Roman" panose="02020603050405020304" pitchFamily="18" charset="0"/>
              </a:endParaRPr>
            </a:p>
          </p:txBody>
        </p:sp>
        <p:sp>
          <p:nvSpPr>
            <p:cNvPr id="123956" name="Text Box 192">
              <a:extLst>
                <a:ext uri="{FF2B5EF4-FFF2-40B4-BE49-F238E27FC236}">
                  <a16:creationId xmlns:a16="http://schemas.microsoft.com/office/drawing/2014/main" id="{C420BF38-52B2-4CE0-AAC1-BFB51F72DA1D}"/>
                </a:ext>
              </a:extLst>
            </p:cNvPr>
            <p:cNvSpPr txBox="1">
              <a:spLocks noChangeArrowheads="1"/>
            </p:cNvSpPr>
            <p:nvPr/>
          </p:nvSpPr>
          <p:spPr bwMode="auto">
            <a:xfrm>
              <a:off x="7847013" y="2386013"/>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3</a:t>
              </a:r>
              <a:endParaRPr lang="en-US" altLang="en-US">
                <a:latin typeface="Times New Roman" panose="02020603050405020304" pitchFamily="18" charset="0"/>
                <a:cs typeface="Times New Roman" panose="02020603050405020304" pitchFamily="18" charset="0"/>
              </a:endParaRPr>
            </a:p>
          </p:txBody>
        </p:sp>
        <p:sp>
          <p:nvSpPr>
            <p:cNvPr id="123957" name="Text Box 193">
              <a:extLst>
                <a:ext uri="{FF2B5EF4-FFF2-40B4-BE49-F238E27FC236}">
                  <a16:creationId xmlns:a16="http://schemas.microsoft.com/office/drawing/2014/main" id="{C68CF493-E2CF-4F1C-90B5-F3A15A889642}"/>
                </a:ext>
              </a:extLst>
            </p:cNvPr>
            <p:cNvSpPr txBox="1">
              <a:spLocks noChangeArrowheads="1"/>
            </p:cNvSpPr>
            <p:nvPr/>
          </p:nvSpPr>
          <p:spPr bwMode="auto">
            <a:xfrm>
              <a:off x="6592888" y="2673350"/>
              <a:ext cx="720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3</a:t>
              </a:r>
              <a:endParaRPr lang="en-US" altLang="en-US">
                <a:latin typeface="Times New Roman" panose="02020603050405020304" pitchFamily="18" charset="0"/>
                <a:cs typeface="Times New Roman" panose="02020603050405020304" pitchFamily="18" charset="0"/>
              </a:endParaRPr>
            </a:p>
          </p:txBody>
        </p:sp>
        <p:sp>
          <p:nvSpPr>
            <p:cNvPr id="123958" name="Line 194">
              <a:extLst>
                <a:ext uri="{FF2B5EF4-FFF2-40B4-BE49-F238E27FC236}">
                  <a16:creationId xmlns:a16="http://schemas.microsoft.com/office/drawing/2014/main" id="{C7C6CC5E-5132-40BE-95DD-B562CE9B65D6}"/>
                </a:ext>
              </a:extLst>
            </p:cNvPr>
            <p:cNvSpPr>
              <a:spLocks noChangeShapeType="1"/>
            </p:cNvSpPr>
            <p:nvPr/>
          </p:nvSpPr>
          <p:spPr bwMode="auto">
            <a:xfrm>
              <a:off x="7308850" y="2519363"/>
              <a:ext cx="71437" cy="144462"/>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59" name="Line 195">
              <a:extLst>
                <a:ext uri="{FF2B5EF4-FFF2-40B4-BE49-F238E27FC236}">
                  <a16:creationId xmlns:a16="http://schemas.microsoft.com/office/drawing/2014/main" id="{4C67130B-0505-4FE3-9221-23A1C5B4017C}"/>
                </a:ext>
              </a:extLst>
            </p:cNvPr>
            <p:cNvSpPr>
              <a:spLocks noChangeShapeType="1"/>
            </p:cNvSpPr>
            <p:nvPr/>
          </p:nvSpPr>
          <p:spPr bwMode="auto">
            <a:xfrm flipH="1">
              <a:off x="7308850" y="2663825"/>
              <a:ext cx="71437" cy="215900"/>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960" name="Rectangle 200">
              <a:extLst>
                <a:ext uri="{FF2B5EF4-FFF2-40B4-BE49-F238E27FC236}">
                  <a16:creationId xmlns:a16="http://schemas.microsoft.com/office/drawing/2014/main" id="{1083ECC3-D33C-4BEF-B579-426E6C40C62A}"/>
                </a:ext>
              </a:extLst>
            </p:cNvPr>
            <p:cNvSpPr>
              <a:spLocks noChangeArrowheads="1"/>
            </p:cNvSpPr>
            <p:nvPr/>
          </p:nvSpPr>
          <p:spPr bwMode="auto">
            <a:xfrm>
              <a:off x="5106988" y="935038"/>
              <a:ext cx="3889375" cy="504031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grpSp>
      <p:sp>
        <p:nvSpPr>
          <p:cNvPr id="152" name="Title 1">
            <a:extLst>
              <a:ext uri="{FF2B5EF4-FFF2-40B4-BE49-F238E27FC236}">
                <a16:creationId xmlns:a16="http://schemas.microsoft.com/office/drawing/2014/main" id="{04FA6E3E-99AE-4937-B42A-B61AA1C9F518}"/>
              </a:ext>
            </a:extLst>
          </p:cNvPr>
          <p:cNvSpPr txBox="1">
            <a:spLocks/>
          </p:cNvSpPr>
          <p:nvPr/>
        </p:nvSpPr>
        <p:spPr>
          <a:xfrm>
            <a:off x="230187" y="997422"/>
            <a:ext cx="1704971"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ln>
                  <a:solidFill>
                    <a:sysClr val="windowText" lastClr="000000"/>
                  </a:solidFill>
                </a:ln>
                <a:solidFill>
                  <a:schemeClr val="accent5">
                    <a:lumMod val="75000"/>
                  </a:schemeClr>
                </a:solidFill>
                <a:latin typeface="Times New Roman" panose="02020603050405020304" pitchFamily="18" charset="0"/>
                <a:cs typeface="Times New Roman" panose="02020603050405020304" pitchFamily="18" charset="0"/>
              </a:rPr>
              <a:t>EXAMPLE 1</a:t>
            </a:r>
          </a:p>
        </p:txBody>
      </p:sp>
      <p:sp>
        <p:nvSpPr>
          <p:cNvPr id="123909" name="Text Box 125">
            <a:extLst>
              <a:ext uri="{FF2B5EF4-FFF2-40B4-BE49-F238E27FC236}">
                <a16:creationId xmlns:a16="http://schemas.microsoft.com/office/drawing/2014/main" id="{C002EF93-3C55-4BCE-BED0-9382203BB358}"/>
              </a:ext>
            </a:extLst>
          </p:cNvPr>
          <p:cNvSpPr txBox="1">
            <a:spLocks noChangeArrowheads="1"/>
          </p:cNvSpPr>
          <p:nvPr/>
        </p:nvSpPr>
        <p:spPr bwMode="auto">
          <a:xfrm>
            <a:off x="839416" y="5805488"/>
            <a:ext cx="504068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dirty="0">
                <a:latin typeface="Times New Roman" panose="02020603050405020304" pitchFamily="18" charset="0"/>
                <a:cs typeface="Times New Roman" panose="02020603050405020304" pitchFamily="18" charset="0"/>
              </a:rPr>
              <a:t>The two motor run sequentially</a:t>
            </a:r>
          </a:p>
        </p:txBody>
      </p:sp>
      <p:sp>
        <p:nvSpPr>
          <p:cNvPr id="123910" name="Text Box 197">
            <a:extLst>
              <a:ext uri="{FF2B5EF4-FFF2-40B4-BE49-F238E27FC236}">
                <a16:creationId xmlns:a16="http://schemas.microsoft.com/office/drawing/2014/main" id="{74C25332-01F8-4F66-8F01-FBE6FFA851DD}"/>
              </a:ext>
            </a:extLst>
          </p:cNvPr>
          <p:cNvSpPr txBox="1">
            <a:spLocks noChangeArrowheads="1"/>
          </p:cNvSpPr>
          <p:nvPr/>
        </p:nvSpPr>
        <p:spPr bwMode="auto">
          <a:xfrm>
            <a:off x="6635749" y="5791200"/>
            <a:ext cx="46164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dirty="0">
                <a:latin typeface="Times New Roman" panose="02020603050405020304" pitchFamily="18" charset="0"/>
                <a:cs typeface="Times New Roman" panose="02020603050405020304" pitchFamily="18" charset="0"/>
              </a:rPr>
              <a:t>Two motors sequential stops</a:t>
            </a:r>
          </a:p>
        </p:txBody>
      </p:sp>
      <p:cxnSp>
        <p:nvCxnSpPr>
          <p:cNvPr id="150" name="Straight Connector 149">
            <a:extLst>
              <a:ext uri="{FF2B5EF4-FFF2-40B4-BE49-F238E27FC236}">
                <a16:creationId xmlns:a16="http://schemas.microsoft.com/office/drawing/2014/main" id="{29E8C370-D60B-4F26-A6ED-C10361DC6BD6}"/>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DC59AEA9-3675-4F32-9140-3083829D1338}"/>
              </a:ext>
            </a:extLst>
          </p:cNvPr>
          <p:cNvSpPr>
            <a:spLocks noGrp="1"/>
          </p:cNvSpPr>
          <p:nvPr>
            <p:ph type="sldNum" sz="quarter" idx="12"/>
          </p:nvPr>
        </p:nvSpPr>
        <p:spPr>
          <a:xfrm>
            <a:off x="8654533" y="6484938"/>
            <a:ext cx="2743200" cy="365125"/>
          </a:xfrm>
        </p:spPr>
        <p:txBody>
          <a:bodyPr/>
          <a:lstStyle/>
          <a:p>
            <a:fld id="{20AD0890-E0AE-4F80-8064-8B30DFECF1C4}" type="slidenum">
              <a:rPr lang="en-US" altLang="en-US" smtClean="0"/>
              <a:pPr/>
              <a:t>7</a:t>
            </a:fld>
            <a:endParaRPr lang="en-US" altLang="en-US"/>
          </a:p>
        </p:txBody>
      </p:sp>
      <p:cxnSp>
        <p:nvCxnSpPr>
          <p:cNvPr id="151" name="Straight Connector 150">
            <a:extLst>
              <a:ext uri="{FF2B5EF4-FFF2-40B4-BE49-F238E27FC236}">
                <a16:creationId xmlns:a16="http://schemas.microsoft.com/office/drawing/2014/main" id="{2E38B860-A56B-471F-806E-04238BDC5F1A}"/>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3" name="Picture 152" descr="A close-up of a logo&#10;&#10;Description automatically generated">
            <a:extLst>
              <a:ext uri="{FF2B5EF4-FFF2-40B4-BE49-F238E27FC236}">
                <a16:creationId xmlns:a16="http://schemas.microsoft.com/office/drawing/2014/main" id="{6C292768-FF9A-4DD2-B23E-88569FB0F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8" name="Title 1">
            <a:extLst>
              <a:ext uri="{FF2B5EF4-FFF2-40B4-BE49-F238E27FC236}">
                <a16:creationId xmlns:a16="http://schemas.microsoft.com/office/drawing/2014/main" id="{688A68F4-456F-4781-8D1D-ECEE896562DA}"/>
              </a:ext>
            </a:extLst>
          </p:cNvPr>
          <p:cNvSpPr txBox="1">
            <a:spLocks/>
          </p:cNvSpPr>
          <p:nvPr/>
        </p:nvSpPr>
        <p:spPr>
          <a:xfrm>
            <a:off x="5243513" y="18577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49" name="TextBox 148">
            <a:extLst>
              <a:ext uri="{FF2B5EF4-FFF2-40B4-BE49-F238E27FC236}">
                <a16:creationId xmlns:a16="http://schemas.microsoft.com/office/drawing/2014/main" id="{2236DF67-749F-4F4F-BC2C-CCBF87CC63EF}"/>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Text Box 71">
            <a:extLst>
              <a:ext uri="{FF2B5EF4-FFF2-40B4-BE49-F238E27FC236}">
                <a16:creationId xmlns:a16="http://schemas.microsoft.com/office/drawing/2014/main" id="{1E9B36C7-F2EA-4D2A-B5C4-0AEE265AC060}"/>
              </a:ext>
            </a:extLst>
          </p:cNvPr>
          <p:cNvSpPr txBox="1">
            <a:spLocks noChangeArrowheads="1"/>
          </p:cNvSpPr>
          <p:nvPr/>
        </p:nvSpPr>
        <p:spPr bwMode="auto">
          <a:xfrm>
            <a:off x="2351585" y="5751513"/>
            <a:ext cx="745281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dirty="0">
                <a:latin typeface="Times New Roman" panose="02020603050405020304" pitchFamily="18" charset="0"/>
                <a:cs typeface="Times New Roman" panose="02020603050405020304" pitchFamily="18" charset="0"/>
              </a:rPr>
              <a:t>Two motors run sequentially, stop sequentially</a:t>
            </a:r>
          </a:p>
        </p:txBody>
      </p:sp>
      <p:grpSp>
        <p:nvGrpSpPr>
          <p:cNvPr id="124931" name="Group 1">
            <a:extLst>
              <a:ext uri="{FF2B5EF4-FFF2-40B4-BE49-F238E27FC236}">
                <a16:creationId xmlns:a16="http://schemas.microsoft.com/office/drawing/2014/main" id="{8B62AF81-68DD-4B49-A9D9-57738EC4B67A}"/>
              </a:ext>
            </a:extLst>
          </p:cNvPr>
          <p:cNvGrpSpPr>
            <a:grpSpLocks/>
          </p:cNvGrpSpPr>
          <p:nvPr/>
        </p:nvGrpSpPr>
        <p:grpSpPr bwMode="auto">
          <a:xfrm>
            <a:off x="3756025" y="908050"/>
            <a:ext cx="4932363" cy="4510088"/>
            <a:chOff x="2232025" y="908050"/>
            <a:chExt cx="4932363" cy="4510088"/>
          </a:xfrm>
        </p:grpSpPr>
        <p:sp>
          <p:nvSpPr>
            <p:cNvPr id="124938" name="Line 4">
              <a:extLst>
                <a:ext uri="{FF2B5EF4-FFF2-40B4-BE49-F238E27FC236}">
                  <a16:creationId xmlns:a16="http://schemas.microsoft.com/office/drawing/2014/main" id="{16FA517C-2420-47BA-BDB0-07E7EFE63A49}"/>
                </a:ext>
              </a:extLst>
            </p:cNvPr>
            <p:cNvSpPr>
              <a:spLocks noChangeShapeType="1"/>
            </p:cNvSpPr>
            <p:nvPr/>
          </p:nvSpPr>
          <p:spPr bwMode="auto">
            <a:xfrm>
              <a:off x="2879725" y="1081088"/>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39" name="Line 5">
              <a:extLst>
                <a:ext uri="{FF2B5EF4-FFF2-40B4-BE49-F238E27FC236}">
                  <a16:creationId xmlns:a16="http://schemas.microsoft.com/office/drawing/2014/main" id="{EFE66638-7DA2-4E54-A5B5-1CF691199C43}"/>
                </a:ext>
              </a:extLst>
            </p:cNvPr>
            <p:cNvSpPr>
              <a:spLocks noChangeShapeType="1"/>
            </p:cNvSpPr>
            <p:nvPr/>
          </p:nvSpPr>
          <p:spPr bwMode="auto">
            <a:xfrm>
              <a:off x="3462338" y="1081088"/>
              <a:ext cx="0" cy="347663"/>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0" name="Line 6">
              <a:extLst>
                <a:ext uri="{FF2B5EF4-FFF2-40B4-BE49-F238E27FC236}">
                  <a16:creationId xmlns:a16="http://schemas.microsoft.com/office/drawing/2014/main" id="{20CF4BDD-9D5B-49A5-9D1A-C6AF21F623BA}"/>
                </a:ext>
              </a:extLst>
            </p:cNvPr>
            <p:cNvSpPr>
              <a:spLocks noChangeShapeType="1"/>
            </p:cNvSpPr>
            <p:nvPr/>
          </p:nvSpPr>
          <p:spPr bwMode="auto">
            <a:xfrm>
              <a:off x="3462338" y="1428750"/>
              <a:ext cx="2190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1" name="Line 7">
              <a:extLst>
                <a:ext uri="{FF2B5EF4-FFF2-40B4-BE49-F238E27FC236}">
                  <a16:creationId xmlns:a16="http://schemas.microsoft.com/office/drawing/2014/main" id="{8A1C06E8-A970-47DB-A903-672475C01961}"/>
                </a:ext>
              </a:extLst>
            </p:cNvPr>
            <p:cNvSpPr>
              <a:spLocks noChangeShapeType="1"/>
            </p:cNvSpPr>
            <p:nvPr/>
          </p:nvSpPr>
          <p:spPr bwMode="auto">
            <a:xfrm>
              <a:off x="3462338" y="1774825"/>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2" name="Line 8">
              <a:extLst>
                <a:ext uri="{FF2B5EF4-FFF2-40B4-BE49-F238E27FC236}">
                  <a16:creationId xmlns:a16="http://schemas.microsoft.com/office/drawing/2014/main" id="{DE0486C0-8910-4EF2-9E99-1EB1C9DCE18E}"/>
                </a:ext>
              </a:extLst>
            </p:cNvPr>
            <p:cNvSpPr>
              <a:spLocks noChangeShapeType="1"/>
            </p:cNvSpPr>
            <p:nvPr/>
          </p:nvSpPr>
          <p:spPr bwMode="auto">
            <a:xfrm>
              <a:off x="3462338" y="2643188"/>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3" name="Line 9">
              <a:extLst>
                <a:ext uri="{FF2B5EF4-FFF2-40B4-BE49-F238E27FC236}">
                  <a16:creationId xmlns:a16="http://schemas.microsoft.com/office/drawing/2014/main" id="{40EEAFA5-442C-4848-9267-DFD889F988A6}"/>
                </a:ext>
              </a:extLst>
            </p:cNvPr>
            <p:cNvSpPr>
              <a:spLocks noChangeShapeType="1"/>
            </p:cNvSpPr>
            <p:nvPr/>
          </p:nvSpPr>
          <p:spPr bwMode="auto">
            <a:xfrm flipH="1">
              <a:off x="3462338" y="1428750"/>
              <a:ext cx="219075" cy="34607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4" name="Line 10">
              <a:extLst>
                <a:ext uri="{FF2B5EF4-FFF2-40B4-BE49-F238E27FC236}">
                  <a16:creationId xmlns:a16="http://schemas.microsoft.com/office/drawing/2014/main" id="{B7F7FFE6-BC6B-474B-9C65-CEDB425D167E}"/>
                </a:ext>
              </a:extLst>
            </p:cNvPr>
            <p:cNvSpPr>
              <a:spLocks noChangeShapeType="1"/>
            </p:cNvSpPr>
            <p:nvPr/>
          </p:nvSpPr>
          <p:spPr bwMode="auto">
            <a:xfrm>
              <a:off x="3241675" y="2295525"/>
              <a:ext cx="220663" cy="347663"/>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5" name="Line 11">
              <a:extLst>
                <a:ext uri="{FF2B5EF4-FFF2-40B4-BE49-F238E27FC236}">
                  <a16:creationId xmlns:a16="http://schemas.microsoft.com/office/drawing/2014/main" id="{63764FD2-9C6C-4A50-B53A-240334251508}"/>
                </a:ext>
              </a:extLst>
            </p:cNvPr>
            <p:cNvSpPr>
              <a:spLocks noChangeShapeType="1"/>
            </p:cNvSpPr>
            <p:nvPr/>
          </p:nvSpPr>
          <p:spPr bwMode="auto">
            <a:xfrm>
              <a:off x="3132138" y="2470150"/>
              <a:ext cx="2190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6" name="Line 12">
              <a:extLst>
                <a:ext uri="{FF2B5EF4-FFF2-40B4-BE49-F238E27FC236}">
                  <a16:creationId xmlns:a16="http://schemas.microsoft.com/office/drawing/2014/main" id="{E1502EBC-F683-4275-8C7E-DFC86735B74D}"/>
                </a:ext>
              </a:extLst>
            </p:cNvPr>
            <p:cNvSpPr>
              <a:spLocks noChangeShapeType="1"/>
            </p:cNvSpPr>
            <p:nvPr/>
          </p:nvSpPr>
          <p:spPr bwMode="auto">
            <a:xfrm>
              <a:off x="3132138" y="2295525"/>
              <a:ext cx="0" cy="347663"/>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7" name="Line 13">
              <a:extLst>
                <a:ext uri="{FF2B5EF4-FFF2-40B4-BE49-F238E27FC236}">
                  <a16:creationId xmlns:a16="http://schemas.microsoft.com/office/drawing/2014/main" id="{206DEB78-FDFE-46C7-90DC-75239F9ECA19}"/>
                </a:ext>
              </a:extLst>
            </p:cNvPr>
            <p:cNvSpPr>
              <a:spLocks noChangeShapeType="1"/>
            </p:cNvSpPr>
            <p:nvPr/>
          </p:nvSpPr>
          <p:spPr bwMode="auto">
            <a:xfrm>
              <a:off x="3462338" y="2990850"/>
              <a:ext cx="5492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948" name="Group 14">
              <a:extLst>
                <a:ext uri="{FF2B5EF4-FFF2-40B4-BE49-F238E27FC236}">
                  <a16:creationId xmlns:a16="http://schemas.microsoft.com/office/drawing/2014/main" id="{C1BFABCB-D993-4796-98B7-93FC8870DDE5}"/>
                </a:ext>
              </a:extLst>
            </p:cNvPr>
            <p:cNvGrpSpPr>
              <a:grpSpLocks/>
            </p:cNvGrpSpPr>
            <p:nvPr/>
          </p:nvGrpSpPr>
          <p:grpSpPr bwMode="auto">
            <a:xfrm>
              <a:off x="3790950" y="1949450"/>
              <a:ext cx="220663" cy="1041400"/>
              <a:chOff x="2454" y="2471"/>
              <a:chExt cx="240" cy="1080"/>
            </a:xfrm>
          </p:grpSpPr>
          <p:sp>
            <p:nvSpPr>
              <p:cNvPr id="125023" name="Line 15">
                <a:extLst>
                  <a:ext uri="{FF2B5EF4-FFF2-40B4-BE49-F238E27FC236}">
                    <a16:creationId xmlns:a16="http://schemas.microsoft.com/office/drawing/2014/main" id="{D54A89AB-8059-4B21-8B36-8813A57ED68E}"/>
                  </a:ext>
                </a:extLst>
              </p:cNvPr>
              <p:cNvSpPr>
                <a:spLocks noChangeShapeType="1"/>
              </p:cNvSpPr>
              <p:nvPr/>
            </p:nvSpPr>
            <p:spPr bwMode="auto">
              <a:xfrm>
                <a:off x="2694" y="247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24" name="Line 16">
                <a:extLst>
                  <a:ext uri="{FF2B5EF4-FFF2-40B4-BE49-F238E27FC236}">
                    <a16:creationId xmlns:a16="http://schemas.microsoft.com/office/drawing/2014/main" id="{F7943DC4-FBC5-4F3D-BB99-5409AE1CE807}"/>
                  </a:ext>
                </a:extLst>
              </p:cNvPr>
              <p:cNvSpPr>
                <a:spLocks noChangeShapeType="1"/>
              </p:cNvSpPr>
              <p:nvPr/>
            </p:nvSpPr>
            <p:spPr bwMode="auto">
              <a:xfrm>
                <a:off x="2454" y="283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25" name="Line 17">
                <a:extLst>
                  <a:ext uri="{FF2B5EF4-FFF2-40B4-BE49-F238E27FC236}">
                    <a16:creationId xmlns:a16="http://schemas.microsoft.com/office/drawing/2014/main" id="{38F6035A-36F1-48DC-BCA7-E7994639E03F}"/>
                  </a:ext>
                </a:extLst>
              </p:cNvPr>
              <p:cNvSpPr>
                <a:spLocks noChangeShapeType="1"/>
              </p:cNvSpPr>
              <p:nvPr/>
            </p:nvSpPr>
            <p:spPr bwMode="auto">
              <a:xfrm>
                <a:off x="2694" y="319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949" name="Line 18">
              <a:extLst>
                <a:ext uri="{FF2B5EF4-FFF2-40B4-BE49-F238E27FC236}">
                  <a16:creationId xmlns:a16="http://schemas.microsoft.com/office/drawing/2014/main" id="{77772CFC-7DBA-4EEF-9005-B2895D14EC7A}"/>
                </a:ext>
              </a:extLst>
            </p:cNvPr>
            <p:cNvSpPr>
              <a:spLocks noChangeShapeType="1"/>
            </p:cNvSpPr>
            <p:nvPr/>
          </p:nvSpPr>
          <p:spPr bwMode="auto">
            <a:xfrm>
              <a:off x="3462338" y="3684588"/>
              <a:ext cx="0" cy="52070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950" name="Group 19">
              <a:extLst>
                <a:ext uri="{FF2B5EF4-FFF2-40B4-BE49-F238E27FC236}">
                  <a16:creationId xmlns:a16="http://schemas.microsoft.com/office/drawing/2014/main" id="{A61A5FF8-E832-43C2-9DDF-7F972BF75AB7}"/>
                </a:ext>
              </a:extLst>
            </p:cNvPr>
            <p:cNvGrpSpPr>
              <a:grpSpLocks/>
            </p:cNvGrpSpPr>
            <p:nvPr/>
          </p:nvGrpSpPr>
          <p:grpSpPr bwMode="auto">
            <a:xfrm>
              <a:off x="3132138" y="3163888"/>
              <a:ext cx="549275" cy="520700"/>
              <a:chOff x="1734" y="3731"/>
              <a:chExt cx="600" cy="540"/>
            </a:xfrm>
          </p:grpSpPr>
          <p:sp>
            <p:nvSpPr>
              <p:cNvPr id="125015" name="Line 20">
                <a:extLst>
                  <a:ext uri="{FF2B5EF4-FFF2-40B4-BE49-F238E27FC236}">
                    <a16:creationId xmlns:a16="http://schemas.microsoft.com/office/drawing/2014/main" id="{C375EA8C-4D51-489C-AC6D-50B1278A6A96}"/>
                  </a:ext>
                </a:extLst>
              </p:cNvPr>
              <p:cNvSpPr>
                <a:spLocks noChangeShapeType="1"/>
              </p:cNvSpPr>
              <p:nvPr/>
            </p:nvSpPr>
            <p:spPr bwMode="auto">
              <a:xfrm>
                <a:off x="2094" y="373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6" name="Line 21">
                <a:extLst>
                  <a:ext uri="{FF2B5EF4-FFF2-40B4-BE49-F238E27FC236}">
                    <a16:creationId xmlns:a16="http://schemas.microsoft.com/office/drawing/2014/main" id="{FED1819E-DD20-4C87-84D4-4C09103CA1F7}"/>
                  </a:ext>
                </a:extLst>
              </p:cNvPr>
              <p:cNvSpPr>
                <a:spLocks noChangeShapeType="1"/>
              </p:cNvSpPr>
              <p:nvPr/>
            </p:nvSpPr>
            <p:spPr bwMode="auto">
              <a:xfrm>
                <a:off x="2094" y="391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7" name="Line 22">
                <a:extLst>
                  <a:ext uri="{FF2B5EF4-FFF2-40B4-BE49-F238E27FC236}">
                    <a16:creationId xmlns:a16="http://schemas.microsoft.com/office/drawing/2014/main" id="{739217B6-A24A-4DDE-8A62-29C2118CB894}"/>
                  </a:ext>
                </a:extLst>
              </p:cNvPr>
              <p:cNvSpPr>
                <a:spLocks noChangeShapeType="1"/>
              </p:cNvSpPr>
              <p:nvPr/>
            </p:nvSpPr>
            <p:spPr bwMode="auto">
              <a:xfrm flipH="1">
                <a:off x="2094" y="391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8" name="Line 23">
                <a:extLst>
                  <a:ext uri="{FF2B5EF4-FFF2-40B4-BE49-F238E27FC236}">
                    <a16:creationId xmlns:a16="http://schemas.microsoft.com/office/drawing/2014/main" id="{12335183-097E-42DC-A950-6F992F9273D1}"/>
                  </a:ext>
                </a:extLst>
              </p:cNvPr>
              <p:cNvSpPr>
                <a:spLocks noChangeShapeType="1"/>
              </p:cNvSpPr>
              <p:nvPr/>
            </p:nvSpPr>
            <p:spPr bwMode="auto">
              <a:xfrm>
                <a:off x="1734" y="409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9" name="Line 24">
                <a:extLst>
                  <a:ext uri="{FF2B5EF4-FFF2-40B4-BE49-F238E27FC236}">
                    <a16:creationId xmlns:a16="http://schemas.microsoft.com/office/drawing/2014/main" id="{C4E65C5D-7213-4C6B-ABA2-8E134D472E5F}"/>
                  </a:ext>
                </a:extLst>
              </p:cNvPr>
              <p:cNvSpPr>
                <a:spLocks noChangeShapeType="1"/>
              </p:cNvSpPr>
              <p:nvPr/>
            </p:nvSpPr>
            <p:spPr bwMode="auto">
              <a:xfrm>
                <a:off x="185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20" name="Line 25">
                <a:extLst>
                  <a:ext uri="{FF2B5EF4-FFF2-40B4-BE49-F238E27FC236}">
                    <a16:creationId xmlns:a16="http://schemas.microsoft.com/office/drawing/2014/main" id="{38008B42-ACF8-489F-8F90-C1158E0EE1D6}"/>
                  </a:ext>
                </a:extLst>
              </p:cNvPr>
              <p:cNvSpPr>
                <a:spLocks noChangeShapeType="1"/>
              </p:cNvSpPr>
              <p:nvPr/>
            </p:nvSpPr>
            <p:spPr bwMode="auto">
              <a:xfrm>
                <a:off x="1854" y="391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21" name="Line 26">
                <a:extLst>
                  <a:ext uri="{FF2B5EF4-FFF2-40B4-BE49-F238E27FC236}">
                    <a16:creationId xmlns:a16="http://schemas.microsoft.com/office/drawing/2014/main" id="{F3418E7A-0B92-44C6-A0E3-DA6EA8FB37FB}"/>
                  </a:ext>
                </a:extLst>
              </p:cNvPr>
              <p:cNvSpPr>
                <a:spLocks noChangeShapeType="1"/>
              </p:cNvSpPr>
              <p:nvPr/>
            </p:nvSpPr>
            <p:spPr bwMode="auto">
              <a:xfrm>
                <a:off x="197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22" name="Line 27">
                <a:extLst>
                  <a:ext uri="{FF2B5EF4-FFF2-40B4-BE49-F238E27FC236}">
                    <a16:creationId xmlns:a16="http://schemas.microsoft.com/office/drawing/2014/main" id="{64A799C1-F473-4B96-9AB6-092807E925EF}"/>
                  </a:ext>
                </a:extLst>
              </p:cNvPr>
              <p:cNvSpPr>
                <a:spLocks noChangeShapeType="1"/>
              </p:cNvSpPr>
              <p:nvPr/>
            </p:nvSpPr>
            <p:spPr bwMode="auto">
              <a:xfrm>
                <a:off x="1974" y="409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951" name="Rectangle 28">
              <a:extLst>
                <a:ext uri="{FF2B5EF4-FFF2-40B4-BE49-F238E27FC236}">
                  <a16:creationId xmlns:a16="http://schemas.microsoft.com/office/drawing/2014/main" id="{852C5722-582D-429F-BC40-0CDF6AEE5443}"/>
                </a:ext>
              </a:extLst>
            </p:cNvPr>
            <p:cNvSpPr>
              <a:spLocks noChangeArrowheads="1"/>
            </p:cNvSpPr>
            <p:nvPr/>
          </p:nvSpPr>
          <p:spPr bwMode="auto">
            <a:xfrm>
              <a:off x="3132138" y="4205288"/>
              <a:ext cx="768350"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4952" name="Rectangle 29">
              <a:extLst>
                <a:ext uri="{FF2B5EF4-FFF2-40B4-BE49-F238E27FC236}">
                  <a16:creationId xmlns:a16="http://schemas.microsoft.com/office/drawing/2014/main" id="{6692D599-A21B-4E5E-947F-13A38760C921}"/>
                </a:ext>
              </a:extLst>
            </p:cNvPr>
            <p:cNvSpPr>
              <a:spLocks noChangeArrowheads="1"/>
            </p:cNvSpPr>
            <p:nvPr/>
          </p:nvSpPr>
          <p:spPr bwMode="auto">
            <a:xfrm>
              <a:off x="3681413" y="4205288"/>
              <a:ext cx="219075"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4953" name="Line 30">
              <a:extLst>
                <a:ext uri="{FF2B5EF4-FFF2-40B4-BE49-F238E27FC236}">
                  <a16:creationId xmlns:a16="http://schemas.microsoft.com/office/drawing/2014/main" id="{4F702E11-80F2-4CEE-A4C5-926C778F1E37}"/>
                </a:ext>
              </a:extLst>
            </p:cNvPr>
            <p:cNvSpPr>
              <a:spLocks noChangeShapeType="1"/>
            </p:cNvSpPr>
            <p:nvPr/>
          </p:nvSpPr>
          <p:spPr bwMode="auto">
            <a:xfrm flipH="1">
              <a:off x="3681413" y="4205288"/>
              <a:ext cx="219075" cy="346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4" name="Line 31">
              <a:extLst>
                <a:ext uri="{FF2B5EF4-FFF2-40B4-BE49-F238E27FC236}">
                  <a16:creationId xmlns:a16="http://schemas.microsoft.com/office/drawing/2014/main" id="{01718F60-AEA5-4194-ABC9-9B976B371BFD}"/>
                </a:ext>
              </a:extLst>
            </p:cNvPr>
            <p:cNvSpPr>
              <a:spLocks noChangeShapeType="1"/>
            </p:cNvSpPr>
            <p:nvPr/>
          </p:nvSpPr>
          <p:spPr bwMode="auto">
            <a:xfrm>
              <a:off x="3681413" y="4205288"/>
              <a:ext cx="219075" cy="3460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5" name="Line 32">
              <a:extLst>
                <a:ext uri="{FF2B5EF4-FFF2-40B4-BE49-F238E27FC236}">
                  <a16:creationId xmlns:a16="http://schemas.microsoft.com/office/drawing/2014/main" id="{9600564B-BFF1-4A8F-A552-D2596372937D}"/>
                </a:ext>
              </a:extLst>
            </p:cNvPr>
            <p:cNvSpPr>
              <a:spLocks noChangeShapeType="1"/>
            </p:cNvSpPr>
            <p:nvPr/>
          </p:nvSpPr>
          <p:spPr bwMode="auto">
            <a:xfrm>
              <a:off x="3462338" y="4551363"/>
              <a:ext cx="0" cy="347663"/>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6" name="Line 33">
              <a:extLst>
                <a:ext uri="{FF2B5EF4-FFF2-40B4-BE49-F238E27FC236}">
                  <a16:creationId xmlns:a16="http://schemas.microsoft.com/office/drawing/2014/main" id="{902E7AC2-61BF-471B-996E-96DF232989D9}"/>
                </a:ext>
              </a:extLst>
            </p:cNvPr>
            <p:cNvSpPr>
              <a:spLocks noChangeShapeType="1"/>
            </p:cNvSpPr>
            <p:nvPr/>
          </p:nvSpPr>
          <p:spPr bwMode="auto">
            <a:xfrm>
              <a:off x="2808288" y="4899025"/>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957" name="Group 34">
              <a:extLst>
                <a:ext uri="{FF2B5EF4-FFF2-40B4-BE49-F238E27FC236}">
                  <a16:creationId xmlns:a16="http://schemas.microsoft.com/office/drawing/2014/main" id="{E29355CA-89FD-4885-9435-90CD3BEE2B81}"/>
                </a:ext>
              </a:extLst>
            </p:cNvPr>
            <p:cNvGrpSpPr>
              <a:grpSpLocks/>
            </p:cNvGrpSpPr>
            <p:nvPr/>
          </p:nvGrpSpPr>
          <p:grpSpPr bwMode="auto">
            <a:xfrm>
              <a:off x="4460875" y="1987550"/>
              <a:ext cx="219075" cy="1041400"/>
              <a:chOff x="2454" y="2471"/>
              <a:chExt cx="240" cy="1080"/>
            </a:xfrm>
          </p:grpSpPr>
          <p:sp>
            <p:nvSpPr>
              <p:cNvPr id="125012" name="Line 35">
                <a:extLst>
                  <a:ext uri="{FF2B5EF4-FFF2-40B4-BE49-F238E27FC236}">
                    <a16:creationId xmlns:a16="http://schemas.microsoft.com/office/drawing/2014/main" id="{DA4AAB14-2A22-49FE-9BD0-3745CE47B3AE}"/>
                  </a:ext>
                </a:extLst>
              </p:cNvPr>
              <p:cNvSpPr>
                <a:spLocks noChangeShapeType="1"/>
              </p:cNvSpPr>
              <p:nvPr/>
            </p:nvSpPr>
            <p:spPr bwMode="auto">
              <a:xfrm>
                <a:off x="2694" y="247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3" name="Line 36">
                <a:extLst>
                  <a:ext uri="{FF2B5EF4-FFF2-40B4-BE49-F238E27FC236}">
                    <a16:creationId xmlns:a16="http://schemas.microsoft.com/office/drawing/2014/main" id="{DC8AC93E-27F0-4AC1-912E-D297C479973F}"/>
                  </a:ext>
                </a:extLst>
              </p:cNvPr>
              <p:cNvSpPr>
                <a:spLocks noChangeShapeType="1"/>
              </p:cNvSpPr>
              <p:nvPr/>
            </p:nvSpPr>
            <p:spPr bwMode="auto">
              <a:xfrm>
                <a:off x="2454" y="283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4" name="Line 37">
                <a:extLst>
                  <a:ext uri="{FF2B5EF4-FFF2-40B4-BE49-F238E27FC236}">
                    <a16:creationId xmlns:a16="http://schemas.microsoft.com/office/drawing/2014/main" id="{429751CA-A182-4B86-AE41-F7844E80B48E}"/>
                  </a:ext>
                </a:extLst>
              </p:cNvPr>
              <p:cNvSpPr>
                <a:spLocks noChangeShapeType="1"/>
              </p:cNvSpPr>
              <p:nvPr/>
            </p:nvSpPr>
            <p:spPr bwMode="auto">
              <a:xfrm>
                <a:off x="2694" y="319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4958" name="Group 39">
              <a:extLst>
                <a:ext uri="{FF2B5EF4-FFF2-40B4-BE49-F238E27FC236}">
                  <a16:creationId xmlns:a16="http://schemas.microsoft.com/office/drawing/2014/main" id="{99743B58-A55B-4080-8372-C3F60B2C437D}"/>
                </a:ext>
              </a:extLst>
            </p:cNvPr>
            <p:cNvGrpSpPr>
              <a:grpSpLocks/>
            </p:cNvGrpSpPr>
            <p:nvPr/>
          </p:nvGrpSpPr>
          <p:grpSpPr bwMode="auto">
            <a:xfrm>
              <a:off x="4230688" y="2295525"/>
              <a:ext cx="330200" cy="347663"/>
              <a:chOff x="4854" y="3191"/>
              <a:chExt cx="360" cy="360"/>
            </a:xfrm>
          </p:grpSpPr>
          <p:sp>
            <p:nvSpPr>
              <p:cNvPr id="125009" name="Line 40">
                <a:extLst>
                  <a:ext uri="{FF2B5EF4-FFF2-40B4-BE49-F238E27FC236}">
                    <a16:creationId xmlns:a16="http://schemas.microsoft.com/office/drawing/2014/main" id="{D1A59385-F3CC-430B-BABD-CA30F43EB478}"/>
                  </a:ext>
                </a:extLst>
              </p:cNvPr>
              <p:cNvSpPr>
                <a:spLocks noChangeShapeType="1"/>
              </p:cNvSpPr>
              <p:nvPr/>
            </p:nvSpPr>
            <p:spPr bwMode="auto">
              <a:xfrm>
                <a:off x="4854" y="3371"/>
                <a:ext cx="36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0" name="Line 41">
                <a:extLst>
                  <a:ext uri="{FF2B5EF4-FFF2-40B4-BE49-F238E27FC236}">
                    <a16:creationId xmlns:a16="http://schemas.microsoft.com/office/drawing/2014/main" id="{8659992E-A164-4CAF-A96A-C589C972D61F}"/>
                  </a:ext>
                </a:extLst>
              </p:cNvPr>
              <p:cNvSpPr>
                <a:spLocks noChangeShapeType="1"/>
              </p:cNvSpPr>
              <p:nvPr/>
            </p:nvSpPr>
            <p:spPr bwMode="auto">
              <a:xfrm flipV="1">
                <a:off x="4854" y="3191"/>
                <a:ext cx="12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11" name="Line 42">
                <a:extLst>
                  <a:ext uri="{FF2B5EF4-FFF2-40B4-BE49-F238E27FC236}">
                    <a16:creationId xmlns:a16="http://schemas.microsoft.com/office/drawing/2014/main" id="{39B3DE75-602B-4762-A592-FF35F4F13DEF}"/>
                  </a:ext>
                </a:extLst>
              </p:cNvPr>
              <p:cNvSpPr>
                <a:spLocks noChangeShapeType="1"/>
              </p:cNvSpPr>
              <p:nvPr/>
            </p:nvSpPr>
            <p:spPr bwMode="auto">
              <a:xfrm>
                <a:off x="4854" y="3371"/>
                <a:ext cx="12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959" name="Text Box 55">
              <a:extLst>
                <a:ext uri="{FF2B5EF4-FFF2-40B4-BE49-F238E27FC236}">
                  <a16:creationId xmlns:a16="http://schemas.microsoft.com/office/drawing/2014/main" id="{63877F75-2E6C-4898-BB63-3EF89F954128}"/>
                </a:ext>
              </a:extLst>
            </p:cNvPr>
            <p:cNvSpPr txBox="1">
              <a:spLocks noChangeArrowheads="1"/>
            </p:cNvSpPr>
            <p:nvPr/>
          </p:nvSpPr>
          <p:spPr bwMode="auto">
            <a:xfrm>
              <a:off x="3327400" y="908050"/>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60" name="Text Box 56">
              <a:extLst>
                <a:ext uri="{FF2B5EF4-FFF2-40B4-BE49-F238E27FC236}">
                  <a16:creationId xmlns:a16="http://schemas.microsoft.com/office/drawing/2014/main" id="{D19BC919-8373-4C16-BFEA-85AEC3023081}"/>
                </a:ext>
              </a:extLst>
            </p:cNvPr>
            <p:cNvSpPr txBox="1">
              <a:spLocks noChangeArrowheads="1"/>
            </p:cNvSpPr>
            <p:nvPr/>
          </p:nvSpPr>
          <p:spPr bwMode="auto">
            <a:xfrm>
              <a:off x="3327400" y="1781175"/>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61" name="Text Box 57">
              <a:extLst>
                <a:ext uri="{FF2B5EF4-FFF2-40B4-BE49-F238E27FC236}">
                  <a16:creationId xmlns:a16="http://schemas.microsoft.com/office/drawing/2014/main" id="{D04809E4-7DCD-4FF5-BC2D-A08DC7234431}"/>
                </a:ext>
              </a:extLst>
            </p:cNvPr>
            <p:cNvSpPr txBox="1">
              <a:spLocks noChangeArrowheads="1"/>
            </p:cNvSpPr>
            <p:nvPr/>
          </p:nvSpPr>
          <p:spPr bwMode="auto">
            <a:xfrm>
              <a:off x="4540250" y="908050"/>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62" name="Text Box 58">
              <a:extLst>
                <a:ext uri="{FF2B5EF4-FFF2-40B4-BE49-F238E27FC236}">
                  <a16:creationId xmlns:a16="http://schemas.microsoft.com/office/drawing/2014/main" id="{67EDFFD4-C0FF-4197-B01D-C8A18B48B729}"/>
                </a:ext>
              </a:extLst>
            </p:cNvPr>
            <p:cNvSpPr txBox="1">
              <a:spLocks noChangeArrowheads="1"/>
            </p:cNvSpPr>
            <p:nvPr/>
          </p:nvSpPr>
          <p:spPr bwMode="auto">
            <a:xfrm>
              <a:off x="3316288" y="2830513"/>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63" name="Text Box 59">
              <a:extLst>
                <a:ext uri="{FF2B5EF4-FFF2-40B4-BE49-F238E27FC236}">
                  <a16:creationId xmlns:a16="http://schemas.microsoft.com/office/drawing/2014/main" id="{8ECF5E0E-2A8E-4030-8155-CB5C728A13C8}"/>
                </a:ext>
              </a:extLst>
            </p:cNvPr>
            <p:cNvSpPr txBox="1">
              <a:spLocks noChangeArrowheads="1"/>
            </p:cNvSpPr>
            <p:nvPr/>
          </p:nvSpPr>
          <p:spPr bwMode="auto">
            <a:xfrm>
              <a:off x="3327400" y="4733925"/>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64" name="Text Box 60">
              <a:extLst>
                <a:ext uri="{FF2B5EF4-FFF2-40B4-BE49-F238E27FC236}">
                  <a16:creationId xmlns:a16="http://schemas.microsoft.com/office/drawing/2014/main" id="{37BA45A9-66FF-45DA-9184-E2EEBF392529}"/>
                </a:ext>
              </a:extLst>
            </p:cNvPr>
            <p:cNvSpPr txBox="1">
              <a:spLocks noChangeArrowheads="1"/>
            </p:cNvSpPr>
            <p:nvPr/>
          </p:nvSpPr>
          <p:spPr bwMode="auto">
            <a:xfrm>
              <a:off x="4530725" y="4733925"/>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65" name="Text Box 61">
              <a:extLst>
                <a:ext uri="{FF2B5EF4-FFF2-40B4-BE49-F238E27FC236}">
                  <a16:creationId xmlns:a16="http://schemas.microsoft.com/office/drawing/2014/main" id="{000E8AAE-A340-440D-9661-5C77B9DD71D5}"/>
                </a:ext>
              </a:extLst>
            </p:cNvPr>
            <p:cNvSpPr txBox="1">
              <a:spLocks noChangeArrowheads="1"/>
            </p:cNvSpPr>
            <p:nvPr/>
          </p:nvSpPr>
          <p:spPr bwMode="auto">
            <a:xfrm>
              <a:off x="3203575" y="4899025"/>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1</a:t>
              </a:r>
              <a:endParaRPr lang="en-US" altLang="en-US">
                <a:latin typeface="Times New Roman" panose="02020603050405020304" pitchFamily="18" charset="0"/>
                <a:cs typeface="Times New Roman" panose="02020603050405020304" pitchFamily="18" charset="0"/>
              </a:endParaRPr>
            </a:p>
          </p:txBody>
        </p:sp>
        <p:sp>
          <p:nvSpPr>
            <p:cNvPr id="124966" name="Text Box 62">
              <a:extLst>
                <a:ext uri="{FF2B5EF4-FFF2-40B4-BE49-F238E27FC236}">
                  <a16:creationId xmlns:a16="http://schemas.microsoft.com/office/drawing/2014/main" id="{9AF968D2-6DF8-4725-96D9-9E61DAEFE8DE}"/>
                </a:ext>
              </a:extLst>
            </p:cNvPr>
            <p:cNvSpPr txBox="1">
              <a:spLocks noChangeArrowheads="1"/>
            </p:cNvSpPr>
            <p:nvPr/>
          </p:nvSpPr>
          <p:spPr bwMode="auto">
            <a:xfrm>
              <a:off x="4356100" y="4899025"/>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R</a:t>
              </a:r>
              <a:r>
                <a:rPr lang="en-US" altLang="en-US" baseline="-25000">
                  <a:latin typeface="Times New Roman" panose="02020603050405020304" pitchFamily="18" charset="0"/>
                  <a:cs typeface="Times New Roman" panose="02020603050405020304" pitchFamily="18" charset="0"/>
                </a:rPr>
                <a:t>T</a:t>
              </a:r>
              <a:endParaRPr lang="en-US" altLang="en-US">
                <a:latin typeface="Times New Roman" panose="02020603050405020304" pitchFamily="18" charset="0"/>
                <a:cs typeface="Times New Roman" panose="02020603050405020304" pitchFamily="18" charset="0"/>
              </a:endParaRPr>
            </a:p>
          </p:txBody>
        </p:sp>
        <p:sp>
          <p:nvSpPr>
            <p:cNvPr id="124967" name="Line 63">
              <a:extLst>
                <a:ext uri="{FF2B5EF4-FFF2-40B4-BE49-F238E27FC236}">
                  <a16:creationId xmlns:a16="http://schemas.microsoft.com/office/drawing/2014/main" id="{8DEAD05E-D03C-41B0-B5BC-470D6BB1B31F}"/>
                </a:ext>
              </a:extLst>
            </p:cNvPr>
            <p:cNvSpPr>
              <a:spLocks noChangeShapeType="1"/>
            </p:cNvSpPr>
            <p:nvPr/>
          </p:nvSpPr>
          <p:spPr bwMode="auto">
            <a:xfrm>
              <a:off x="3275013" y="1585913"/>
              <a:ext cx="288925" cy="0"/>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68" name="Line 64">
              <a:extLst>
                <a:ext uri="{FF2B5EF4-FFF2-40B4-BE49-F238E27FC236}">
                  <a16:creationId xmlns:a16="http://schemas.microsoft.com/office/drawing/2014/main" id="{BBF5947C-41FF-4270-9E8F-17325152A17E}"/>
                </a:ext>
              </a:extLst>
            </p:cNvPr>
            <p:cNvSpPr>
              <a:spLocks noChangeShapeType="1"/>
            </p:cNvSpPr>
            <p:nvPr/>
          </p:nvSpPr>
          <p:spPr bwMode="auto">
            <a:xfrm>
              <a:off x="3275013" y="1420813"/>
              <a:ext cx="0" cy="347663"/>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69" name="Text Box 65">
              <a:extLst>
                <a:ext uri="{FF2B5EF4-FFF2-40B4-BE49-F238E27FC236}">
                  <a16:creationId xmlns:a16="http://schemas.microsoft.com/office/drawing/2014/main" id="{89175F39-E1EE-4FAB-84C1-BAD1BAFA2CFE}"/>
                </a:ext>
              </a:extLst>
            </p:cNvPr>
            <p:cNvSpPr txBox="1">
              <a:spLocks noChangeArrowheads="1"/>
            </p:cNvSpPr>
            <p:nvPr/>
          </p:nvSpPr>
          <p:spPr bwMode="auto">
            <a:xfrm>
              <a:off x="2232025" y="1298575"/>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Off</a:t>
              </a:r>
            </a:p>
          </p:txBody>
        </p:sp>
        <p:sp>
          <p:nvSpPr>
            <p:cNvPr id="124970" name="Text Box 66">
              <a:extLst>
                <a:ext uri="{FF2B5EF4-FFF2-40B4-BE49-F238E27FC236}">
                  <a16:creationId xmlns:a16="http://schemas.microsoft.com/office/drawing/2014/main" id="{60D297A3-52E1-48D1-BCAC-E472C89AB3AF}"/>
                </a:ext>
              </a:extLst>
            </p:cNvPr>
            <p:cNvSpPr txBox="1">
              <a:spLocks noChangeArrowheads="1"/>
            </p:cNvSpPr>
            <p:nvPr/>
          </p:nvSpPr>
          <p:spPr bwMode="auto">
            <a:xfrm>
              <a:off x="2232025" y="2233613"/>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ON</a:t>
              </a:r>
            </a:p>
          </p:txBody>
        </p:sp>
        <p:sp>
          <p:nvSpPr>
            <p:cNvPr id="124971" name="Text Box 67">
              <a:extLst>
                <a:ext uri="{FF2B5EF4-FFF2-40B4-BE49-F238E27FC236}">
                  <a16:creationId xmlns:a16="http://schemas.microsoft.com/office/drawing/2014/main" id="{3F67DBBB-4C2C-49FF-8D83-E0F954EEB38B}"/>
                </a:ext>
              </a:extLst>
            </p:cNvPr>
            <p:cNvSpPr txBox="1">
              <a:spLocks noChangeArrowheads="1"/>
            </p:cNvSpPr>
            <p:nvPr/>
          </p:nvSpPr>
          <p:spPr bwMode="auto">
            <a:xfrm>
              <a:off x="2232025" y="3241675"/>
              <a:ext cx="900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dirty="0">
                  <a:latin typeface="Times New Roman" panose="02020603050405020304" pitchFamily="18" charset="0"/>
                  <a:cs typeface="Times New Roman" panose="02020603050405020304" pitchFamily="18" charset="0"/>
                </a:rPr>
                <a:t>R</a:t>
              </a:r>
              <a:r>
                <a:rPr lang="en-US" altLang="en-US" baseline="-25000" dirty="0">
                  <a:latin typeface="Times New Roman" panose="02020603050405020304" pitchFamily="18" charset="0"/>
                  <a:cs typeface="Times New Roman" panose="02020603050405020304" pitchFamily="18" charset="0"/>
                </a:rPr>
                <a:t>th1</a:t>
              </a:r>
              <a:endParaRPr lang="en-US" altLang="en-US" dirty="0">
                <a:latin typeface="Times New Roman" panose="02020603050405020304" pitchFamily="18" charset="0"/>
                <a:cs typeface="Times New Roman" panose="02020603050405020304" pitchFamily="18" charset="0"/>
              </a:endParaRPr>
            </a:p>
          </p:txBody>
        </p:sp>
        <p:sp>
          <p:nvSpPr>
            <p:cNvPr id="124972" name="Text Box 69">
              <a:extLst>
                <a:ext uri="{FF2B5EF4-FFF2-40B4-BE49-F238E27FC236}">
                  <a16:creationId xmlns:a16="http://schemas.microsoft.com/office/drawing/2014/main" id="{5D7F5AEA-057D-4D3B-8867-7AA24C5DED2D}"/>
                </a:ext>
              </a:extLst>
            </p:cNvPr>
            <p:cNvSpPr txBox="1">
              <a:spLocks noChangeArrowheads="1"/>
            </p:cNvSpPr>
            <p:nvPr/>
          </p:nvSpPr>
          <p:spPr bwMode="auto">
            <a:xfrm>
              <a:off x="4714875" y="2162175"/>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1</a:t>
              </a:r>
              <a:endParaRPr lang="en-US" altLang="en-US">
                <a:latin typeface="Times New Roman" panose="02020603050405020304" pitchFamily="18" charset="0"/>
                <a:cs typeface="Times New Roman" panose="02020603050405020304" pitchFamily="18" charset="0"/>
              </a:endParaRPr>
            </a:p>
          </p:txBody>
        </p:sp>
        <p:sp>
          <p:nvSpPr>
            <p:cNvPr id="124973" name="Text Box 70">
              <a:extLst>
                <a:ext uri="{FF2B5EF4-FFF2-40B4-BE49-F238E27FC236}">
                  <a16:creationId xmlns:a16="http://schemas.microsoft.com/office/drawing/2014/main" id="{F573688C-6689-401D-9CC0-9F9BA800E31B}"/>
                </a:ext>
              </a:extLst>
            </p:cNvPr>
            <p:cNvSpPr txBox="1">
              <a:spLocks noChangeArrowheads="1"/>
            </p:cNvSpPr>
            <p:nvPr/>
          </p:nvSpPr>
          <p:spPr bwMode="auto">
            <a:xfrm>
              <a:off x="3460750" y="2449513"/>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1</a:t>
              </a:r>
              <a:endParaRPr lang="en-US" altLang="en-US">
                <a:latin typeface="Times New Roman" panose="02020603050405020304" pitchFamily="18" charset="0"/>
                <a:cs typeface="Times New Roman" panose="02020603050405020304" pitchFamily="18" charset="0"/>
              </a:endParaRPr>
            </a:p>
          </p:txBody>
        </p:sp>
        <p:sp>
          <p:nvSpPr>
            <p:cNvPr id="124974" name="Line 75">
              <a:extLst>
                <a:ext uri="{FF2B5EF4-FFF2-40B4-BE49-F238E27FC236}">
                  <a16:creationId xmlns:a16="http://schemas.microsoft.com/office/drawing/2014/main" id="{5A03C10E-2339-4438-9903-9D6CD4E3CE2F}"/>
                </a:ext>
              </a:extLst>
            </p:cNvPr>
            <p:cNvSpPr>
              <a:spLocks noChangeShapeType="1"/>
            </p:cNvSpPr>
            <p:nvPr/>
          </p:nvSpPr>
          <p:spPr bwMode="auto">
            <a:xfrm>
              <a:off x="4789488" y="1085850"/>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5" name="Line 104">
              <a:extLst>
                <a:ext uri="{FF2B5EF4-FFF2-40B4-BE49-F238E27FC236}">
                  <a16:creationId xmlns:a16="http://schemas.microsoft.com/office/drawing/2014/main" id="{5EE0D104-871F-4764-81DF-63CB2C9F5269}"/>
                </a:ext>
              </a:extLst>
            </p:cNvPr>
            <p:cNvSpPr>
              <a:spLocks noChangeShapeType="1"/>
            </p:cNvSpPr>
            <p:nvPr/>
          </p:nvSpPr>
          <p:spPr bwMode="auto">
            <a:xfrm>
              <a:off x="4751388" y="4902200"/>
              <a:ext cx="1978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976" name="Group 105">
              <a:extLst>
                <a:ext uri="{FF2B5EF4-FFF2-40B4-BE49-F238E27FC236}">
                  <a16:creationId xmlns:a16="http://schemas.microsoft.com/office/drawing/2014/main" id="{F0C8EC56-0476-4FB7-873D-E790239E94A1}"/>
                </a:ext>
              </a:extLst>
            </p:cNvPr>
            <p:cNvGrpSpPr>
              <a:grpSpLocks/>
            </p:cNvGrpSpPr>
            <p:nvPr/>
          </p:nvGrpSpPr>
          <p:grpSpPr bwMode="auto">
            <a:xfrm>
              <a:off x="5783263" y="1938338"/>
              <a:ext cx="219075" cy="1041400"/>
              <a:chOff x="2454" y="2471"/>
              <a:chExt cx="240" cy="1080"/>
            </a:xfrm>
          </p:grpSpPr>
          <p:sp>
            <p:nvSpPr>
              <p:cNvPr id="125006" name="Line 106">
                <a:extLst>
                  <a:ext uri="{FF2B5EF4-FFF2-40B4-BE49-F238E27FC236}">
                    <a16:creationId xmlns:a16="http://schemas.microsoft.com/office/drawing/2014/main" id="{1171A100-9880-4D27-8970-CC1280DA3366}"/>
                  </a:ext>
                </a:extLst>
              </p:cNvPr>
              <p:cNvSpPr>
                <a:spLocks noChangeShapeType="1"/>
              </p:cNvSpPr>
              <p:nvPr/>
            </p:nvSpPr>
            <p:spPr bwMode="auto">
              <a:xfrm>
                <a:off x="2694" y="247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7" name="Line 107">
                <a:extLst>
                  <a:ext uri="{FF2B5EF4-FFF2-40B4-BE49-F238E27FC236}">
                    <a16:creationId xmlns:a16="http://schemas.microsoft.com/office/drawing/2014/main" id="{4D0A300F-E452-481E-B56B-BC37127B903B}"/>
                  </a:ext>
                </a:extLst>
              </p:cNvPr>
              <p:cNvSpPr>
                <a:spLocks noChangeShapeType="1"/>
              </p:cNvSpPr>
              <p:nvPr/>
            </p:nvSpPr>
            <p:spPr bwMode="auto">
              <a:xfrm>
                <a:off x="2454" y="283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8" name="Line 108">
                <a:extLst>
                  <a:ext uri="{FF2B5EF4-FFF2-40B4-BE49-F238E27FC236}">
                    <a16:creationId xmlns:a16="http://schemas.microsoft.com/office/drawing/2014/main" id="{E3D6D580-BD19-4239-90D4-A77E758E4528}"/>
                  </a:ext>
                </a:extLst>
              </p:cNvPr>
              <p:cNvSpPr>
                <a:spLocks noChangeShapeType="1"/>
              </p:cNvSpPr>
              <p:nvPr/>
            </p:nvSpPr>
            <p:spPr bwMode="auto">
              <a:xfrm>
                <a:off x="2694" y="3191"/>
                <a:ext cx="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977" name="Line 110">
              <a:extLst>
                <a:ext uri="{FF2B5EF4-FFF2-40B4-BE49-F238E27FC236}">
                  <a16:creationId xmlns:a16="http://schemas.microsoft.com/office/drawing/2014/main" id="{17DAC0DB-442B-41E1-B27D-DB671596E973}"/>
                </a:ext>
              </a:extLst>
            </p:cNvPr>
            <p:cNvSpPr>
              <a:spLocks noChangeShapeType="1"/>
            </p:cNvSpPr>
            <p:nvPr/>
          </p:nvSpPr>
          <p:spPr bwMode="auto">
            <a:xfrm>
              <a:off x="5562600" y="2459038"/>
              <a:ext cx="33020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978" name="Group 111">
              <a:extLst>
                <a:ext uri="{FF2B5EF4-FFF2-40B4-BE49-F238E27FC236}">
                  <a16:creationId xmlns:a16="http://schemas.microsoft.com/office/drawing/2014/main" id="{607AD305-2F44-4794-8A09-72483A5D5A46}"/>
                </a:ext>
              </a:extLst>
            </p:cNvPr>
            <p:cNvGrpSpPr>
              <a:grpSpLocks/>
            </p:cNvGrpSpPr>
            <p:nvPr/>
          </p:nvGrpSpPr>
          <p:grpSpPr bwMode="auto">
            <a:xfrm>
              <a:off x="5672138" y="3152775"/>
              <a:ext cx="549275" cy="520700"/>
              <a:chOff x="1734" y="3731"/>
              <a:chExt cx="600" cy="540"/>
            </a:xfrm>
          </p:grpSpPr>
          <p:sp>
            <p:nvSpPr>
              <p:cNvPr id="124998" name="Line 112">
                <a:extLst>
                  <a:ext uri="{FF2B5EF4-FFF2-40B4-BE49-F238E27FC236}">
                    <a16:creationId xmlns:a16="http://schemas.microsoft.com/office/drawing/2014/main" id="{6A7749C0-3C33-4790-BCCB-2C65EB93021A}"/>
                  </a:ext>
                </a:extLst>
              </p:cNvPr>
              <p:cNvSpPr>
                <a:spLocks noChangeShapeType="1"/>
              </p:cNvSpPr>
              <p:nvPr/>
            </p:nvSpPr>
            <p:spPr bwMode="auto">
              <a:xfrm>
                <a:off x="2094" y="373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99" name="Line 113">
                <a:extLst>
                  <a:ext uri="{FF2B5EF4-FFF2-40B4-BE49-F238E27FC236}">
                    <a16:creationId xmlns:a16="http://schemas.microsoft.com/office/drawing/2014/main" id="{CA1A68B7-2478-40FB-87FF-28EAE3329695}"/>
                  </a:ext>
                </a:extLst>
              </p:cNvPr>
              <p:cNvSpPr>
                <a:spLocks noChangeShapeType="1"/>
              </p:cNvSpPr>
              <p:nvPr/>
            </p:nvSpPr>
            <p:spPr bwMode="auto">
              <a:xfrm>
                <a:off x="2094" y="391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0" name="Line 114">
                <a:extLst>
                  <a:ext uri="{FF2B5EF4-FFF2-40B4-BE49-F238E27FC236}">
                    <a16:creationId xmlns:a16="http://schemas.microsoft.com/office/drawing/2014/main" id="{F4CCDBB7-8110-4C8B-9F5D-4414EB10ED5D}"/>
                  </a:ext>
                </a:extLst>
              </p:cNvPr>
              <p:cNvSpPr>
                <a:spLocks noChangeShapeType="1"/>
              </p:cNvSpPr>
              <p:nvPr/>
            </p:nvSpPr>
            <p:spPr bwMode="auto">
              <a:xfrm flipH="1">
                <a:off x="2094" y="3911"/>
                <a:ext cx="240" cy="36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1" name="Line 115">
                <a:extLst>
                  <a:ext uri="{FF2B5EF4-FFF2-40B4-BE49-F238E27FC236}">
                    <a16:creationId xmlns:a16="http://schemas.microsoft.com/office/drawing/2014/main" id="{13A8C83F-3753-496C-824D-134A297A9AB3}"/>
                  </a:ext>
                </a:extLst>
              </p:cNvPr>
              <p:cNvSpPr>
                <a:spLocks noChangeShapeType="1"/>
              </p:cNvSpPr>
              <p:nvPr/>
            </p:nvSpPr>
            <p:spPr bwMode="auto">
              <a:xfrm>
                <a:off x="1734" y="409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2" name="Line 116">
                <a:extLst>
                  <a:ext uri="{FF2B5EF4-FFF2-40B4-BE49-F238E27FC236}">
                    <a16:creationId xmlns:a16="http://schemas.microsoft.com/office/drawing/2014/main" id="{3D518DF4-102A-4031-9B71-37279E2EC5B7}"/>
                  </a:ext>
                </a:extLst>
              </p:cNvPr>
              <p:cNvSpPr>
                <a:spLocks noChangeShapeType="1"/>
              </p:cNvSpPr>
              <p:nvPr/>
            </p:nvSpPr>
            <p:spPr bwMode="auto">
              <a:xfrm>
                <a:off x="185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3" name="Line 117">
                <a:extLst>
                  <a:ext uri="{FF2B5EF4-FFF2-40B4-BE49-F238E27FC236}">
                    <a16:creationId xmlns:a16="http://schemas.microsoft.com/office/drawing/2014/main" id="{AC8B84C1-5049-4E8B-84B6-028ED89F83AF}"/>
                  </a:ext>
                </a:extLst>
              </p:cNvPr>
              <p:cNvSpPr>
                <a:spLocks noChangeShapeType="1"/>
              </p:cNvSpPr>
              <p:nvPr/>
            </p:nvSpPr>
            <p:spPr bwMode="auto">
              <a:xfrm>
                <a:off x="1854" y="3911"/>
                <a:ext cx="1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4" name="Line 118">
                <a:extLst>
                  <a:ext uri="{FF2B5EF4-FFF2-40B4-BE49-F238E27FC236}">
                    <a16:creationId xmlns:a16="http://schemas.microsoft.com/office/drawing/2014/main" id="{FE4663D9-E939-42F1-911C-F7A12ACBFE6F}"/>
                  </a:ext>
                </a:extLst>
              </p:cNvPr>
              <p:cNvSpPr>
                <a:spLocks noChangeShapeType="1"/>
              </p:cNvSpPr>
              <p:nvPr/>
            </p:nvSpPr>
            <p:spPr bwMode="auto">
              <a:xfrm>
                <a:off x="1974" y="3911"/>
                <a:ext cx="0" cy="18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05" name="Line 119">
                <a:extLst>
                  <a:ext uri="{FF2B5EF4-FFF2-40B4-BE49-F238E27FC236}">
                    <a16:creationId xmlns:a16="http://schemas.microsoft.com/office/drawing/2014/main" id="{688A9F09-7DB4-49F6-B81C-8EBEFA546D74}"/>
                  </a:ext>
                </a:extLst>
              </p:cNvPr>
              <p:cNvSpPr>
                <a:spLocks noChangeShapeType="1"/>
              </p:cNvSpPr>
              <p:nvPr/>
            </p:nvSpPr>
            <p:spPr bwMode="auto">
              <a:xfrm>
                <a:off x="1974" y="4091"/>
                <a:ext cx="24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979" name="Line 120">
              <a:extLst>
                <a:ext uri="{FF2B5EF4-FFF2-40B4-BE49-F238E27FC236}">
                  <a16:creationId xmlns:a16="http://schemas.microsoft.com/office/drawing/2014/main" id="{B3040EF8-543B-476F-B5C1-6312102138C8}"/>
                </a:ext>
              </a:extLst>
            </p:cNvPr>
            <p:cNvSpPr>
              <a:spLocks noChangeShapeType="1"/>
            </p:cNvSpPr>
            <p:nvPr/>
          </p:nvSpPr>
          <p:spPr bwMode="auto">
            <a:xfrm>
              <a:off x="6002338" y="2979738"/>
              <a:ext cx="0" cy="173038"/>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0" name="Line 121">
              <a:extLst>
                <a:ext uri="{FF2B5EF4-FFF2-40B4-BE49-F238E27FC236}">
                  <a16:creationId xmlns:a16="http://schemas.microsoft.com/office/drawing/2014/main" id="{12070EB4-7E72-485B-916F-446F532697C4}"/>
                </a:ext>
              </a:extLst>
            </p:cNvPr>
            <p:cNvSpPr>
              <a:spLocks noChangeShapeType="1"/>
            </p:cNvSpPr>
            <p:nvPr/>
          </p:nvSpPr>
          <p:spPr bwMode="auto">
            <a:xfrm>
              <a:off x="6002338" y="3673475"/>
              <a:ext cx="0" cy="1214438"/>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1" name="Rectangle 122">
              <a:extLst>
                <a:ext uri="{FF2B5EF4-FFF2-40B4-BE49-F238E27FC236}">
                  <a16:creationId xmlns:a16="http://schemas.microsoft.com/office/drawing/2014/main" id="{4B97BDE9-C0CB-46FE-AE8A-8C40ADCED4F2}"/>
                </a:ext>
              </a:extLst>
            </p:cNvPr>
            <p:cNvSpPr>
              <a:spLocks noChangeArrowheads="1"/>
            </p:cNvSpPr>
            <p:nvPr/>
          </p:nvSpPr>
          <p:spPr bwMode="auto">
            <a:xfrm>
              <a:off x="5688013" y="4240213"/>
              <a:ext cx="660400" cy="346075"/>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4982" name="Text Box 125">
              <a:extLst>
                <a:ext uri="{FF2B5EF4-FFF2-40B4-BE49-F238E27FC236}">
                  <a16:creationId xmlns:a16="http://schemas.microsoft.com/office/drawing/2014/main" id="{8F50BC30-61FC-47BD-BA30-AD2A2A627114}"/>
                </a:ext>
              </a:extLst>
            </p:cNvPr>
            <p:cNvSpPr txBox="1">
              <a:spLocks noChangeArrowheads="1"/>
            </p:cNvSpPr>
            <p:nvPr/>
          </p:nvSpPr>
          <p:spPr bwMode="auto">
            <a:xfrm>
              <a:off x="5873750" y="923925"/>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83" name="Text Box 128">
              <a:extLst>
                <a:ext uri="{FF2B5EF4-FFF2-40B4-BE49-F238E27FC236}">
                  <a16:creationId xmlns:a16="http://schemas.microsoft.com/office/drawing/2014/main" id="{6BAA51AA-CF28-472D-8B88-C5CDA7CA1A77}"/>
                </a:ext>
              </a:extLst>
            </p:cNvPr>
            <p:cNvSpPr txBox="1">
              <a:spLocks noChangeArrowheads="1"/>
            </p:cNvSpPr>
            <p:nvPr/>
          </p:nvSpPr>
          <p:spPr bwMode="auto">
            <a:xfrm>
              <a:off x="5862638" y="4722813"/>
              <a:ext cx="3603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sz="1400">
                  <a:latin typeface="Times New Roman" panose="02020603050405020304" pitchFamily="18" charset="0"/>
                  <a:cs typeface="Times New Roman" panose="02020603050405020304" pitchFamily="18" charset="0"/>
                  <a:sym typeface="Symbol" panose="05050102010706020507" pitchFamily="18" charset="2"/>
                </a:rPr>
                <a:t></a:t>
              </a:r>
            </a:p>
          </p:txBody>
        </p:sp>
        <p:sp>
          <p:nvSpPr>
            <p:cNvPr id="124984" name="Text Box 130">
              <a:extLst>
                <a:ext uri="{FF2B5EF4-FFF2-40B4-BE49-F238E27FC236}">
                  <a16:creationId xmlns:a16="http://schemas.microsoft.com/office/drawing/2014/main" id="{6126F637-DCB0-4C05-89A7-1108146403D9}"/>
                </a:ext>
              </a:extLst>
            </p:cNvPr>
            <p:cNvSpPr txBox="1">
              <a:spLocks noChangeArrowheads="1"/>
            </p:cNvSpPr>
            <p:nvPr/>
          </p:nvSpPr>
          <p:spPr bwMode="auto">
            <a:xfrm>
              <a:off x="5688013" y="4887913"/>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K</a:t>
              </a:r>
              <a:r>
                <a:rPr lang="en-US" altLang="en-US" baseline="-25000">
                  <a:latin typeface="Times New Roman" panose="02020603050405020304" pitchFamily="18" charset="0"/>
                  <a:cs typeface="Times New Roman" panose="02020603050405020304" pitchFamily="18" charset="0"/>
                </a:rPr>
                <a:t>2</a:t>
              </a:r>
              <a:endParaRPr lang="en-US" altLang="en-US">
                <a:latin typeface="Times New Roman" panose="02020603050405020304" pitchFamily="18" charset="0"/>
                <a:cs typeface="Times New Roman" panose="02020603050405020304" pitchFamily="18" charset="0"/>
              </a:endParaRPr>
            </a:p>
          </p:txBody>
        </p:sp>
        <p:sp>
          <p:nvSpPr>
            <p:cNvPr id="124985" name="Text Box 136">
              <a:extLst>
                <a:ext uri="{FF2B5EF4-FFF2-40B4-BE49-F238E27FC236}">
                  <a16:creationId xmlns:a16="http://schemas.microsoft.com/office/drawing/2014/main" id="{4CDC0262-467E-45C7-9F47-E627DF40F029}"/>
                </a:ext>
              </a:extLst>
            </p:cNvPr>
            <p:cNvSpPr txBox="1">
              <a:spLocks noChangeArrowheads="1"/>
            </p:cNvSpPr>
            <p:nvPr/>
          </p:nvSpPr>
          <p:spPr bwMode="auto">
            <a:xfrm>
              <a:off x="6264275" y="3303588"/>
              <a:ext cx="9001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R</a:t>
              </a:r>
              <a:r>
                <a:rPr lang="en-US" altLang="en-US" baseline="-25000">
                  <a:latin typeface="Times New Roman" panose="02020603050405020304" pitchFamily="18" charset="0"/>
                  <a:cs typeface="Times New Roman" panose="02020603050405020304" pitchFamily="18" charset="0"/>
                </a:rPr>
                <a:t>th2</a:t>
              </a:r>
              <a:endParaRPr lang="en-US" altLang="en-US">
                <a:latin typeface="Times New Roman" panose="02020603050405020304" pitchFamily="18" charset="0"/>
                <a:cs typeface="Times New Roman" panose="02020603050405020304" pitchFamily="18" charset="0"/>
              </a:endParaRPr>
            </a:p>
          </p:txBody>
        </p:sp>
        <p:sp>
          <p:nvSpPr>
            <p:cNvPr id="124986" name="Text Box 137">
              <a:extLst>
                <a:ext uri="{FF2B5EF4-FFF2-40B4-BE49-F238E27FC236}">
                  <a16:creationId xmlns:a16="http://schemas.microsoft.com/office/drawing/2014/main" id="{F8A47FB0-B2DF-48CF-B06E-9DFD4D3D6918}"/>
                </a:ext>
              </a:extLst>
            </p:cNvPr>
            <p:cNvSpPr txBox="1">
              <a:spLocks noChangeArrowheads="1"/>
            </p:cNvSpPr>
            <p:nvPr/>
          </p:nvSpPr>
          <p:spPr bwMode="auto">
            <a:xfrm>
              <a:off x="6299200" y="2151063"/>
              <a:ext cx="720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en-US">
                  <a:latin typeface="Times New Roman" panose="02020603050405020304" pitchFamily="18" charset="0"/>
                  <a:cs typeface="Times New Roman" panose="02020603050405020304" pitchFamily="18" charset="0"/>
                </a:rPr>
                <a:t>R</a:t>
              </a:r>
              <a:r>
                <a:rPr lang="en-US" altLang="en-US" baseline="-25000">
                  <a:latin typeface="Times New Roman" panose="02020603050405020304" pitchFamily="18" charset="0"/>
                  <a:cs typeface="Times New Roman" panose="02020603050405020304" pitchFamily="18" charset="0"/>
                </a:rPr>
                <a:t>T</a:t>
              </a:r>
              <a:endParaRPr lang="en-US" altLang="en-US">
                <a:latin typeface="Times New Roman" panose="02020603050405020304" pitchFamily="18" charset="0"/>
                <a:cs typeface="Times New Roman" panose="02020603050405020304" pitchFamily="18" charset="0"/>
              </a:endParaRPr>
            </a:p>
          </p:txBody>
        </p:sp>
        <p:sp>
          <p:nvSpPr>
            <p:cNvPr id="124987" name="Line 139">
              <a:extLst>
                <a:ext uri="{FF2B5EF4-FFF2-40B4-BE49-F238E27FC236}">
                  <a16:creationId xmlns:a16="http://schemas.microsoft.com/office/drawing/2014/main" id="{7CF499E8-F4B4-41C3-9C86-D2EE6C650013}"/>
                </a:ext>
              </a:extLst>
            </p:cNvPr>
            <p:cNvSpPr>
              <a:spLocks noChangeShapeType="1"/>
            </p:cNvSpPr>
            <p:nvPr/>
          </p:nvSpPr>
          <p:spPr bwMode="auto">
            <a:xfrm>
              <a:off x="5508625" y="2284413"/>
              <a:ext cx="71438" cy="144463"/>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88" name="Line 140">
              <a:extLst>
                <a:ext uri="{FF2B5EF4-FFF2-40B4-BE49-F238E27FC236}">
                  <a16:creationId xmlns:a16="http://schemas.microsoft.com/office/drawing/2014/main" id="{34165443-9959-46EF-AE34-CFB378E336F7}"/>
                </a:ext>
              </a:extLst>
            </p:cNvPr>
            <p:cNvSpPr>
              <a:spLocks noChangeShapeType="1"/>
            </p:cNvSpPr>
            <p:nvPr/>
          </p:nvSpPr>
          <p:spPr bwMode="auto">
            <a:xfrm flipH="1">
              <a:off x="5508625" y="2428875"/>
              <a:ext cx="71438" cy="215900"/>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89" name="Line 144">
              <a:extLst>
                <a:ext uri="{FF2B5EF4-FFF2-40B4-BE49-F238E27FC236}">
                  <a16:creationId xmlns:a16="http://schemas.microsoft.com/office/drawing/2014/main" id="{B25E3379-1C37-4771-9829-14FD920309C3}"/>
                </a:ext>
              </a:extLst>
            </p:cNvPr>
            <p:cNvSpPr>
              <a:spLocks noChangeShapeType="1"/>
            </p:cNvSpPr>
            <p:nvPr/>
          </p:nvSpPr>
          <p:spPr bwMode="auto">
            <a:xfrm>
              <a:off x="3497263" y="1935163"/>
              <a:ext cx="503238" cy="0"/>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90" name="Line 146">
              <a:extLst>
                <a:ext uri="{FF2B5EF4-FFF2-40B4-BE49-F238E27FC236}">
                  <a16:creationId xmlns:a16="http://schemas.microsoft.com/office/drawing/2014/main" id="{153540EB-5CF2-405C-B226-8E9B2C49E871}"/>
                </a:ext>
              </a:extLst>
            </p:cNvPr>
            <p:cNvSpPr>
              <a:spLocks noChangeShapeType="1"/>
            </p:cNvSpPr>
            <p:nvPr/>
          </p:nvSpPr>
          <p:spPr bwMode="auto">
            <a:xfrm>
              <a:off x="4679950" y="3016250"/>
              <a:ext cx="0" cy="1871663"/>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24991" name="Group 143">
              <a:extLst>
                <a:ext uri="{FF2B5EF4-FFF2-40B4-BE49-F238E27FC236}">
                  <a16:creationId xmlns:a16="http://schemas.microsoft.com/office/drawing/2014/main" id="{D23C0CE0-224A-47D1-93AF-F93ECF9D0857}"/>
                </a:ext>
              </a:extLst>
            </p:cNvPr>
            <p:cNvGrpSpPr>
              <a:grpSpLocks/>
            </p:cNvGrpSpPr>
            <p:nvPr/>
          </p:nvGrpSpPr>
          <p:grpSpPr bwMode="auto">
            <a:xfrm>
              <a:off x="4278313" y="4240213"/>
              <a:ext cx="768350" cy="346075"/>
              <a:chOff x="3946" y="3000"/>
              <a:chExt cx="484" cy="218"/>
            </a:xfrm>
          </p:grpSpPr>
          <p:sp>
            <p:nvSpPr>
              <p:cNvPr id="124994" name="Rectangle 99">
                <a:extLst>
                  <a:ext uri="{FF2B5EF4-FFF2-40B4-BE49-F238E27FC236}">
                    <a16:creationId xmlns:a16="http://schemas.microsoft.com/office/drawing/2014/main" id="{20EBF815-CC5E-47AF-896B-2AE66B8BF5E7}"/>
                  </a:ext>
                </a:extLst>
              </p:cNvPr>
              <p:cNvSpPr>
                <a:spLocks noChangeArrowheads="1"/>
              </p:cNvSpPr>
              <p:nvPr/>
            </p:nvSpPr>
            <p:spPr bwMode="auto">
              <a:xfrm>
                <a:off x="3946" y="3000"/>
                <a:ext cx="484" cy="218"/>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4995" name="Rectangle 100">
                <a:extLst>
                  <a:ext uri="{FF2B5EF4-FFF2-40B4-BE49-F238E27FC236}">
                    <a16:creationId xmlns:a16="http://schemas.microsoft.com/office/drawing/2014/main" id="{9CA87FD5-57D5-432D-A9F2-1DA5626B664D}"/>
                  </a:ext>
                </a:extLst>
              </p:cNvPr>
              <p:cNvSpPr>
                <a:spLocks noChangeArrowheads="1"/>
              </p:cNvSpPr>
              <p:nvPr/>
            </p:nvSpPr>
            <p:spPr bwMode="auto">
              <a:xfrm>
                <a:off x="4292" y="3000"/>
                <a:ext cx="138" cy="218"/>
              </a:xfrm>
              <a:prstGeom prst="rect">
                <a:avLst/>
              </a:prstGeom>
              <a:solidFill>
                <a:srgbClr val="FFFFFF"/>
              </a:solidFill>
              <a:ln w="381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124996" name="Line 101">
                <a:extLst>
                  <a:ext uri="{FF2B5EF4-FFF2-40B4-BE49-F238E27FC236}">
                    <a16:creationId xmlns:a16="http://schemas.microsoft.com/office/drawing/2014/main" id="{685CAD0E-331B-488E-B0EA-D147089DEDA5}"/>
                  </a:ext>
                </a:extLst>
              </p:cNvPr>
              <p:cNvSpPr>
                <a:spLocks noChangeShapeType="1"/>
              </p:cNvSpPr>
              <p:nvPr/>
            </p:nvSpPr>
            <p:spPr bwMode="auto">
              <a:xfrm flipH="1">
                <a:off x="4292" y="3000"/>
                <a:ext cx="138" cy="2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97" name="Line 102">
                <a:extLst>
                  <a:ext uri="{FF2B5EF4-FFF2-40B4-BE49-F238E27FC236}">
                    <a16:creationId xmlns:a16="http://schemas.microsoft.com/office/drawing/2014/main" id="{381FDE91-9ECE-4214-85BC-97FEBB61872A}"/>
                  </a:ext>
                </a:extLst>
              </p:cNvPr>
              <p:cNvSpPr>
                <a:spLocks noChangeShapeType="1"/>
              </p:cNvSpPr>
              <p:nvPr/>
            </p:nvSpPr>
            <p:spPr bwMode="auto">
              <a:xfrm>
                <a:off x="4292" y="3000"/>
                <a:ext cx="138" cy="21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992" name="Line 147">
              <a:extLst>
                <a:ext uri="{FF2B5EF4-FFF2-40B4-BE49-F238E27FC236}">
                  <a16:creationId xmlns:a16="http://schemas.microsoft.com/office/drawing/2014/main" id="{6834F868-FBEE-4D11-9195-EF91CD8395AC}"/>
                </a:ext>
              </a:extLst>
            </p:cNvPr>
            <p:cNvSpPr>
              <a:spLocks noChangeShapeType="1"/>
            </p:cNvSpPr>
            <p:nvPr/>
          </p:nvSpPr>
          <p:spPr bwMode="auto">
            <a:xfrm>
              <a:off x="4679950" y="1071563"/>
              <a:ext cx="0" cy="1008063"/>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4993" name="Line 148">
              <a:extLst>
                <a:ext uri="{FF2B5EF4-FFF2-40B4-BE49-F238E27FC236}">
                  <a16:creationId xmlns:a16="http://schemas.microsoft.com/office/drawing/2014/main" id="{888972A4-4B5D-4D5B-B8A1-29A45D2EC6C2}"/>
                </a:ext>
              </a:extLst>
            </p:cNvPr>
            <p:cNvSpPr>
              <a:spLocks noChangeShapeType="1"/>
            </p:cNvSpPr>
            <p:nvPr/>
          </p:nvSpPr>
          <p:spPr bwMode="auto">
            <a:xfrm>
              <a:off x="6010275" y="1104900"/>
              <a:ext cx="0" cy="865188"/>
            </a:xfrm>
            <a:prstGeom prst="line">
              <a:avLst/>
            </a:prstGeom>
            <a:noFill/>
            <a:ln w="38100">
              <a:solidFill>
                <a:srgbClr val="ED8843"/>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03" name="Title 1">
            <a:extLst>
              <a:ext uri="{FF2B5EF4-FFF2-40B4-BE49-F238E27FC236}">
                <a16:creationId xmlns:a16="http://schemas.microsoft.com/office/drawing/2014/main" id="{EC79DF41-B352-4921-AE30-F61D43473874}"/>
              </a:ext>
            </a:extLst>
          </p:cNvPr>
          <p:cNvSpPr txBox="1">
            <a:spLocks/>
          </p:cNvSpPr>
          <p:nvPr/>
        </p:nvSpPr>
        <p:spPr>
          <a:xfrm>
            <a:off x="1108075" y="1089025"/>
            <a:ext cx="1649410" cy="487363"/>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ln>
                  <a:solidFill>
                    <a:sysClr val="windowText" lastClr="000000"/>
                  </a:solidFill>
                </a:ln>
                <a:solidFill>
                  <a:schemeClr val="accent5">
                    <a:lumMod val="75000"/>
                  </a:schemeClr>
                </a:solidFill>
                <a:latin typeface="Times New Roman" panose="02020603050405020304" pitchFamily="18" charset="0"/>
                <a:cs typeface="Times New Roman" panose="02020603050405020304" pitchFamily="18" charset="0"/>
              </a:rPr>
              <a:t>EXAMPLE</a:t>
            </a:r>
            <a:r>
              <a:rPr lang="en-US" sz="2000" dirty="0">
                <a:ln>
                  <a:solidFill>
                    <a:sysClr val="windowText" lastClr="000000"/>
                  </a:solidFill>
                </a:ln>
                <a:solidFill>
                  <a:schemeClr val="accent5">
                    <a:lumMod val="50000"/>
                  </a:schemeClr>
                </a:solidFill>
                <a:latin typeface="Times New Roman" panose="02020603050405020304" pitchFamily="18" charset="0"/>
                <a:cs typeface="Times New Roman" panose="02020603050405020304" pitchFamily="18" charset="0"/>
              </a:rPr>
              <a:t> </a:t>
            </a:r>
            <a:r>
              <a:rPr lang="en-US" sz="2000" dirty="0">
                <a:solidFill>
                  <a:schemeClr val="accent5">
                    <a:lumMod val="50000"/>
                  </a:schemeClr>
                </a:solidFill>
                <a:latin typeface="Times New Roman" panose="02020603050405020304" pitchFamily="18" charset="0"/>
                <a:cs typeface="Times New Roman" panose="02020603050405020304" pitchFamily="18" charset="0"/>
              </a:rPr>
              <a:t>2</a:t>
            </a:r>
          </a:p>
        </p:txBody>
      </p:sp>
      <p:cxnSp>
        <p:nvCxnSpPr>
          <p:cNvPr id="101" name="Straight Connector 100">
            <a:extLst>
              <a:ext uri="{FF2B5EF4-FFF2-40B4-BE49-F238E27FC236}">
                <a16:creationId xmlns:a16="http://schemas.microsoft.com/office/drawing/2014/main" id="{328FDC04-2EDF-4C91-AE94-4EF20FC3E62E}"/>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D586E923-1414-42B1-8A5D-4C054A15F65A}"/>
              </a:ext>
            </a:extLst>
          </p:cNvPr>
          <p:cNvSpPr>
            <a:spLocks noGrp="1"/>
          </p:cNvSpPr>
          <p:nvPr>
            <p:ph type="sldNum" sz="quarter" idx="12"/>
          </p:nvPr>
        </p:nvSpPr>
        <p:spPr>
          <a:xfrm>
            <a:off x="8656221" y="6456363"/>
            <a:ext cx="2743200" cy="365125"/>
          </a:xfrm>
        </p:spPr>
        <p:txBody>
          <a:bodyPr/>
          <a:lstStyle/>
          <a:p>
            <a:fld id="{20AD0890-E0AE-4F80-8064-8B30DFECF1C4}" type="slidenum">
              <a:rPr lang="en-US" altLang="en-US" smtClean="0"/>
              <a:pPr/>
              <a:t>8</a:t>
            </a:fld>
            <a:endParaRPr lang="en-US" altLang="en-US"/>
          </a:p>
        </p:txBody>
      </p:sp>
      <p:cxnSp>
        <p:nvCxnSpPr>
          <p:cNvPr id="102" name="Straight Connector 101">
            <a:extLst>
              <a:ext uri="{FF2B5EF4-FFF2-40B4-BE49-F238E27FC236}">
                <a16:creationId xmlns:a16="http://schemas.microsoft.com/office/drawing/2014/main" id="{58B63ECB-17D3-4CD9-8950-A361A0A809A4}"/>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04" name="Picture 103" descr="A close-up of a logo&#10;&#10;Description automatically generated">
            <a:extLst>
              <a:ext uri="{FF2B5EF4-FFF2-40B4-BE49-F238E27FC236}">
                <a16:creationId xmlns:a16="http://schemas.microsoft.com/office/drawing/2014/main" id="{DE7165F4-D87A-4381-9D9E-CF853E2747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99" name="Title 1">
            <a:extLst>
              <a:ext uri="{FF2B5EF4-FFF2-40B4-BE49-F238E27FC236}">
                <a16:creationId xmlns:a16="http://schemas.microsoft.com/office/drawing/2014/main" id="{99A42642-70B4-4D7B-98C7-35FE595DD8A4}"/>
              </a:ext>
            </a:extLst>
          </p:cNvPr>
          <p:cNvSpPr txBox="1">
            <a:spLocks/>
          </p:cNvSpPr>
          <p:nvPr/>
        </p:nvSpPr>
        <p:spPr>
          <a:xfrm>
            <a:off x="5243513" y="24606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00" name="TextBox 99">
            <a:extLst>
              <a:ext uri="{FF2B5EF4-FFF2-40B4-BE49-F238E27FC236}">
                <a16:creationId xmlns:a16="http://schemas.microsoft.com/office/drawing/2014/main" id="{E04B05BD-B3D8-4B69-83F8-A84741D1C8FE}"/>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24D5789A-ED9B-4A7B-AA60-C44000C9C398}"/>
              </a:ext>
            </a:extLst>
          </p:cNvPr>
          <p:cNvSpPr>
            <a:spLocks noGrp="1" noChangeArrowheads="1"/>
          </p:cNvSpPr>
          <p:nvPr>
            <p:ph type="title"/>
          </p:nvPr>
        </p:nvSpPr>
        <p:spPr>
          <a:xfrm>
            <a:off x="1960563" y="828675"/>
            <a:ext cx="6048375" cy="661988"/>
          </a:xfrm>
        </p:spPr>
        <p:txBody>
          <a:bodyPr/>
          <a:lstStyle/>
          <a:p>
            <a:pPr eaLnBrk="1" hangingPunct="1"/>
            <a:r>
              <a:rPr lang="en-US" altLang="en-US" sz="2400" b="1" dirty="0">
                <a:latin typeface="Times New Roman" panose="02020603050405020304" pitchFamily="18" charset="0"/>
                <a:cs typeface="Times New Roman" panose="02020603050405020304" pitchFamily="18" charset="0"/>
              </a:rPr>
              <a:t>PROGRAMMABLE CONTROLS</a:t>
            </a:r>
            <a:endParaRPr lang="en-US" altLang="en-US" sz="2400" dirty="0">
              <a:latin typeface="Times New Roman" panose="02020603050405020304" pitchFamily="18" charset="0"/>
              <a:cs typeface="Times New Roman" panose="02020603050405020304" pitchFamily="18" charset="0"/>
            </a:endParaRPr>
          </a:p>
        </p:txBody>
      </p:sp>
      <p:sp>
        <p:nvSpPr>
          <p:cNvPr id="15364" name="Rectangle 4">
            <a:extLst>
              <a:ext uri="{FF2B5EF4-FFF2-40B4-BE49-F238E27FC236}">
                <a16:creationId xmlns:a16="http://schemas.microsoft.com/office/drawing/2014/main" id="{9CFDFC2F-AFF0-43EA-ADC3-25AD9DACF3BF}"/>
              </a:ext>
            </a:extLst>
          </p:cNvPr>
          <p:cNvSpPr>
            <a:spLocks noGrp="1" noChangeArrowheads="1"/>
          </p:cNvSpPr>
          <p:nvPr>
            <p:ph idx="1"/>
          </p:nvPr>
        </p:nvSpPr>
        <p:spPr>
          <a:xfrm>
            <a:off x="1960563" y="1490663"/>
            <a:ext cx="8250237" cy="2103437"/>
          </a:xfrm>
        </p:spPr>
        <p:txBody>
          <a:bodyPr/>
          <a:lstStyle/>
          <a:p>
            <a:pPr eaLnBrk="1" hangingPunct="1">
              <a:buFontTx/>
              <a:buNone/>
            </a:pPr>
            <a:r>
              <a:rPr lang="en-US" altLang="en-US" sz="2400" dirty="0">
                <a:latin typeface="Times New Roman" panose="02020603050405020304" pitchFamily="18" charset="0"/>
                <a:cs typeface="Times New Roman" panose="02020603050405020304" pitchFamily="18" charset="0"/>
              </a:rPr>
              <a:t>+From the two examples, when the control requirements change, the diagram becomes complex, requiring more power tools (example 2).
+ For the programmable method, to change the program, just change the contents of the internal memory, the external wiring is not affected.</a:t>
            </a:r>
          </a:p>
        </p:txBody>
      </p:sp>
      <p:pic>
        <p:nvPicPr>
          <p:cNvPr id="126980" name="Picture 18" descr="Dự án: Trường lập trình.online">
            <a:extLst>
              <a:ext uri="{FF2B5EF4-FFF2-40B4-BE49-F238E27FC236}">
                <a16:creationId xmlns:a16="http://schemas.microsoft.com/office/drawing/2014/main" id="{66947420-1EE0-43E2-8291-20DE762C79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5450" y="3716338"/>
            <a:ext cx="3721100" cy="2487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4" name="Straight Connector 13">
            <a:extLst>
              <a:ext uri="{FF2B5EF4-FFF2-40B4-BE49-F238E27FC236}">
                <a16:creationId xmlns:a16="http://schemas.microsoft.com/office/drawing/2014/main" id="{E8B7DFA7-4525-4D3B-9A41-E4E7093728ED}"/>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D65AF1A4-35C1-4E15-BBC3-D5F9F204111E}"/>
              </a:ext>
            </a:extLst>
          </p:cNvPr>
          <p:cNvSpPr>
            <a:spLocks noGrp="1"/>
          </p:cNvSpPr>
          <p:nvPr>
            <p:ph type="sldNum" sz="quarter" idx="12"/>
          </p:nvPr>
        </p:nvSpPr>
        <p:spPr>
          <a:xfrm>
            <a:off x="8688288" y="6430098"/>
            <a:ext cx="2743200" cy="365125"/>
          </a:xfrm>
        </p:spPr>
        <p:txBody>
          <a:bodyPr/>
          <a:lstStyle/>
          <a:p>
            <a:fld id="{20AD0890-E0AE-4F80-8064-8B30DFECF1C4}" type="slidenum">
              <a:rPr lang="en-US" altLang="en-US" smtClean="0"/>
              <a:pPr/>
              <a:t>9</a:t>
            </a:fld>
            <a:endParaRPr lang="en-US" altLang="en-US"/>
          </a:p>
        </p:txBody>
      </p:sp>
      <p:cxnSp>
        <p:nvCxnSpPr>
          <p:cNvPr id="12" name="Straight Connector 11">
            <a:extLst>
              <a:ext uri="{FF2B5EF4-FFF2-40B4-BE49-F238E27FC236}">
                <a16:creationId xmlns:a16="http://schemas.microsoft.com/office/drawing/2014/main" id="{D00DB5B8-62D1-4853-BBB9-7704903C9CCF}"/>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 name="Picture 14" descr="A close-up of a logo&#10;&#10;Description automatically generated">
            <a:extLst>
              <a:ext uri="{FF2B5EF4-FFF2-40B4-BE49-F238E27FC236}">
                <a16:creationId xmlns:a16="http://schemas.microsoft.com/office/drawing/2014/main" id="{59BDCCAE-5CE5-423E-938F-E1064F708C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1" name="Title 1">
            <a:extLst>
              <a:ext uri="{FF2B5EF4-FFF2-40B4-BE49-F238E27FC236}">
                <a16:creationId xmlns:a16="http://schemas.microsoft.com/office/drawing/2014/main" id="{D2D9ACB5-D84F-411A-BAF4-DCE75C4E02D3}"/>
              </a:ext>
            </a:extLst>
          </p:cNvPr>
          <p:cNvSpPr txBox="1">
            <a:spLocks/>
          </p:cNvSpPr>
          <p:nvPr/>
        </p:nvSpPr>
        <p:spPr>
          <a:xfrm>
            <a:off x="5243513" y="62777"/>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3" name="TextBox 12">
            <a:extLst>
              <a:ext uri="{FF2B5EF4-FFF2-40B4-BE49-F238E27FC236}">
                <a16:creationId xmlns:a16="http://schemas.microsoft.com/office/drawing/2014/main" id="{5065A391-0BF6-45A3-8CE7-98CD562D9922}"/>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4">
                                            <p:txEl>
                                              <p:pRg st="0" end="0"/>
                                            </p:txEl>
                                          </p:spTgt>
                                        </p:tgtEl>
                                        <p:attrNameLst>
                                          <p:attrName>style.visibility</p:attrName>
                                        </p:attrNameLst>
                                      </p:cBhvr>
                                      <p:to>
                                        <p:strVal val="visible"/>
                                      </p:to>
                                    </p:set>
                                    <p:anim calcmode="lin" valueType="num">
                                      <p:cBhvr additive="base">
                                        <p:cTn id="7" dur="2000" fill="hold"/>
                                        <p:tgtEl>
                                          <p:spTgt spid="15364">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1536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7" name="Text Box 3">
            <a:extLst>
              <a:ext uri="{FF2B5EF4-FFF2-40B4-BE49-F238E27FC236}">
                <a16:creationId xmlns:a16="http://schemas.microsoft.com/office/drawing/2014/main" id="{3D61FA29-9953-4D41-88E5-D68E0B68E341}"/>
              </a:ext>
            </a:extLst>
          </p:cNvPr>
          <p:cNvSpPr txBox="1">
            <a:spLocks noChangeArrowheads="1"/>
          </p:cNvSpPr>
          <p:nvPr/>
        </p:nvSpPr>
        <p:spPr bwMode="auto">
          <a:xfrm>
            <a:off x="3287713" y="1631950"/>
            <a:ext cx="5327650"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Define technology requirements</a:t>
            </a:r>
          </a:p>
        </p:txBody>
      </p:sp>
      <p:sp>
        <p:nvSpPr>
          <p:cNvPr id="16388" name="Text Box 4">
            <a:extLst>
              <a:ext uri="{FF2B5EF4-FFF2-40B4-BE49-F238E27FC236}">
                <a16:creationId xmlns:a16="http://schemas.microsoft.com/office/drawing/2014/main" id="{226C0AF6-A2E2-48A8-9C9F-5210D9D57622}"/>
              </a:ext>
            </a:extLst>
          </p:cNvPr>
          <p:cNvSpPr txBox="1">
            <a:spLocks noChangeArrowheads="1"/>
          </p:cNvSpPr>
          <p:nvPr/>
        </p:nvSpPr>
        <p:spPr bwMode="auto">
          <a:xfrm>
            <a:off x="3286125" y="2713038"/>
            <a:ext cx="5329238"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Algorithm Design</a:t>
            </a:r>
          </a:p>
        </p:txBody>
      </p:sp>
      <p:sp>
        <p:nvSpPr>
          <p:cNvPr id="16389" name="Text Box 5">
            <a:extLst>
              <a:ext uri="{FF2B5EF4-FFF2-40B4-BE49-F238E27FC236}">
                <a16:creationId xmlns:a16="http://schemas.microsoft.com/office/drawing/2014/main" id="{FF25B548-5BD6-43C4-B86F-8FDEDB8D3E2D}"/>
              </a:ext>
            </a:extLst>
          </p:cNvPr>
          <p:cNvSpPr txBox="1">
            <a:spLocks noChangeArrowheads="1"/>
          </p:cNvSpPr>
          <p:nvPr/>
        </p:nvSpPr>
        <p:spPr bwMode="auto">
          <a:xfrm>
            <a:off x="3286125" y="3792538"/>
            <a:ext cx="5256213"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Program Drafting</a:t>
            </a:r>
          </a:p>
        </p:txBody>
      </p:sp>
      <p:sp>
        <p:nvSpPr>
          <p:cNvPr id="16390" name="Text Box 6">
            <a:extLst>
              <a:ext uri="{FF2B5EF4-FFF2-40B4-BE49-F238E27FC236}">
                <a16:creationId xmlns:a16="http://schemas.microsoft.com/office/drawing/2014/main" id="{6E32F0EF-6067-451F-933C-A07EB42BE1A1}"/>
              </a:ext>
            </a:extLst>
          </p:cNvPr>
          <p:cNvSpPr txBox="1">
            <a:spLocks noChangeArrowheads="1"/>
          </p:cNvSpPr>
          <p:nvPr/>
        </p:nvSpPr>
        <p:spPr bwMode="auto">
          <a:xfrm>
            <a:off x="3287713" y="4872038"/>
            <a:ext cx="5327650"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Load programs into memory</a:t>
            </a:r>
          </a:p>
        </p:txBody>
      </p:sp>
      <p:sp>
        <p:nvSpPr>
          <p:cNvPr id="16391" name="Text Box 7">
            <a:extLst>
              <a:ext uri="{FF2B5EF4-FFF2-40B4-BE49-F238E27FC236}">
                <a16:creationId xmlns:a16="http://schemas.microsoft.com/office/drawing/2014/main" id="{AB446CC7-E725-4D37-8413-4E3285A898F4}"/>
              </a:ext>
            </a:extLst>
          </p:cNvPr>
          <p:cNvSpPr txBox="1">
            <a:spLocks noChangeArrowheads="1"/>
          </p:cNvSpPr>
          <p:nvPr/>
        </p:nvSpPr>
        <p:spPr bwMode="auto">
          <a:xfrm>
            <a:off x="3286125" y="5953125"/>
            <a:ext cx="5256213" cy="523875"/>
          </a:xfrm>
          <a:prstGeom prst="rect">
            <a:avLst/>
          </a:prstGeom>
          <a:noFill/>
          <a:ln w="38100">
            <a:solidFill>
              <a:srgbClr val="ED884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b="0" dirty="0">
                <a:latin typeface="Times New Roman" panose="02020603050405020304" pitchFamily="18" charset="0"/>
                <a:cs typeface="Times New Roman" panose="02020603050405020304" pitchFamily="18" charset="0"/>
              </a:rPr>
              <a:t>Test Run - Circuit Test</a:t>
            </a:r>
          </a:p>
        </p:txBody>
      </p:sp>
      <p:sp>
        <p:nvSpPr>
          <p:cNvPr id="16392" name="Line 8">
            <a:extLst>
              <a:ext uri="{FF2B5EF4-FFF2-40B4-BE49-F238E27FC236}">
                <a16:creationId xmlns:a16="http://schemas.microsoft.com/office/drawing/2014/main" id="{ED7C6798-C125-40F9-8754-BFF717FDD113}"/>
              </a:ext>
            </a:extLst>
          </p:cNvPr>
          <p:cNvSpPr>
            <a:spLocks noChangeShapeType="1"/>
          </p:cNvSpPr>
          <p:nvPr/>
        </p:nvSpPr>
        <p:spPr bwMode="auto">
          <a:xfrm>
            <a:off x="5734050" y="2208213"/>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3" name="Line 9">
            <a:extLst>
              <a:ext uri="{FF2B5EF4-FFF2-40B4-BE49-F238E27FC236}">
                <a16:creationId xmlns:a16="http://schemas.microsoft.com/office/drawing/2014/main" id="{F46E5D29-3B74-435B-B487-1E69CCFDF947}"/>
              </a:ext>
            </a:extLst>
          </p:cNvPr>
          <p:cNvSpPr>
            <a:spLocks noChangeShapeType="1"/>
          </p:cNvSpPr>
          <p:nvPr/>
        </p:nvSpPr>
        <p:spPr bwMode="auto">
          <a:xfrm>
            <a:off x="5734050" y="3289300"/>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4" name="Line 10">
            <a:extLst>
              <a:ext uri="{FF2B5EF4-FFF2-40B4-BE49-F238E27FC236}">
                <a16:creationId xmlns:a16="http://schemas.microsoft.com/office/drawing/2014/main" id="{780D53C5-9A2E-487E-A082-D1754D2E95A5}"/>
              </a:ext>
            </a:extLst>
          </p:cNvPr>
          <p:cNvSpPr>
            <a:spLocks noChangeShapeType="1"/>
          </p:cNvSpPr>
          <p:nvPr/>
        </p:nvSpPr>
        <p:spPr bwMode="auto">
          <a:xfrm>
            <a:off x="5734050" y="4368800"/>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5" name="Line 11">
            <a:extLst>
              <a:ext uri="{FF2B5EF4-FFF2-40B4-BE49-F238E27FC236}">
                <a16:creationId xmlns:a16="http://schemas.microsoft.com/office/drawing/2014/main" id="{BAF1034B-0412-4233-992D-51AD1D35D173}"/>
              </a:ext>
            </a:extLst>
          </p:cNvPr>
          <p:cNvSpPr>
            <a:spLocks noChangeShapeType="1"/>
          </p:cNvSpPr>
          <p:nvPr/>
        </p:nvSpPr>
        <p:spPr bwMode="auto">
          <a:xfrm>
            <a:off x="5734050" y="5448300"/>
            <a:ext cx="0" cy="504825"/>
          </a:xfrm>
          <a:prstGeom prst="line">
            <a:avLst/>
          </a:prstGeom>
          <a:noFill/>
          <a:ln w="76200">
            <a:solidFill>
              <a:srgbClr val="ED8843"/>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8011" name="Footer Placeholder 1" hidden="1">
            <a:extLst>
              <a:ext uri="{FF2B5EF4-FFF2-40B4-BE49-F238E27FC236}">
                <a16:creationId xmlns:a16="http://schemas.microsoft.com/office/drawing/2014/main" id="{3A1A365B-0F17-4319-B705-8C16B4019776}"/>
              </a:ext>
            </a:extLst>
          </p:cNvPr>
          <p:cNvSpPr txBox="1">
            <a:spLocks/>
          </p:cNvSpPr>
          <p:nvPr/>
        </p:nvSpPr>
        <p:spPr bwMode="auto">
          <a:xfrm>
            <a:off x="2070100" y="6484938"/>
            <a:ext cx="82248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ct val="0"/>
              </a:spcBef>
              <a:buFontTx/>
              <a:buNone/>
            </a:pPr>
            <a:r>
              <a:rPr lang="en-US" altLang="en-US" sz="1200">
                <a:solidFill>
                  <a:srgbClr val="2D2D8A"/>
                </a:solidFill>
                <a:latin typeface="Times New Roman" panose="02020603050405020304" pitchFamily="18" charset="0"/>
                <a:cs typeface="Times New Roman" panose="02020603050405020304" pitchFamily="18" charset="0"/>
              </a:rPr>
              <a:t>PLC CƠ BẢN</a:t>
            </a:r>
          </a:p>
        </p:txBody>
      </p:sp>
      <p:sp>
        <p:nvSpPr>
          <p:cNvPr id="23" name="Title 1" hidden="1">
            <a:extLst>
              <a:ext uri="{FF2B5EF4-FFF2-40B4-BE49-F238E27FC236}">
                <a16:creationId xmlns:a16="http://schemas.microsoft.com/office/drawing/2014/main" id="{9B0C8D4A-82EA-4D4B-B165-00F9CF2F47BC}"/>
              </a:ext>
            </a:extLst>
          </p:cNvPr>
          <p:cNvSpPr txBox="1">
            <a:spLocks/>
          </p:cNvSpPr>
          <p:nvPr/>
        </p:nvSpPr>
        <p:spPr>
          <a:xfrm>
            <a:off x="3803650" y="247650"/>
            <a:ext cx="6491288" cy="487363"/>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a:latin typeface="Times New Roman" panose="02020603050405020304" pitchFamily="18" charset="0"/>
                <a:cs typeface="Times New Roman" panose="02020603050405020304" pitchFamily="18" charset="0"/>
              </a:rPr>
              <a:t>1.1 TỔNG QUAN VỀ ĐIỀU KHIỂN LẬP TRÌNH</a:t>
            </a:r>
            <a:endParaRPr lang="en-US" sz="2000" dirty="0">
              <a:latin typeface="Times New Roman" panose="02020603050405020304" pitchFamily="18" charset="0"/>
              <a:cs typeface="Times New Roman" panose="02020603050405020304" pitchFamily="18" charset="0"/>
            </a:endParaRPr>
          </a:p>
        </p:txBody>
      </p:sp>
      <p:sp>
        <p:nvSpPr>
          <p:cNvPr id="25" name="Title 1">
            <a:extLst>
              <a:ext uri="{FF2B5EF4-FFF2-40B4-BE49-F238E27FC236}">
                <a16:creationId xmlns:a16="http://schemas.microsoft.com/office/drawing/2014/main" id="{FB3ADD48-8016-4550-A90A-5B88D18DD7AE}"/>
              </a:ext>
            </a:extLst>
          </p:cNvPr>
          <p:cNvSpPr txBox="1">
            <a:spLocks/>
          </p:cNvSpPr>
          <p:nvPr/>
        </p:nvSpPr>
        <p:spPr>
          <a:xfrm>
            <a:off x="457200" y="893763"/>
            <a:ext cx="4786313"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PROGRAMMABLE CONTROL STEPS</a:t>
            </a:r>
          </a:p>
        </p:txBody>
      </p:sp>
      <p:cxnSp>
        <p:nvCxnSpPr>
          <p:cNvPr id="21" name="Straight Connector 20">
            <a:extLst>
              <a:ext uri="{FF2B5EF4-FFF2-40B4-BE49-F238E27FC236}">
                <a16:creationId xmlns:a16="http://schemas.microsoft.com/office/drawing/2014/main" id="{AADF8747-B43B-44CE-8DAB-1B3F2A9603DB}"/>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FD9E7DD-1B3C-40B9-B918-7C5AF61D7237}"/>
              </a:ext>
            </a:extLst>
          </p:cNvPr>
          <p:cNvSpPr>
            <a:spLocks noGrp="1"/>
          </p:cNvSpPr>
          <p:nvPr>
            <p:ph type="sldNum" sz="quarter" idx="12"/>
          </p:nvPr>
        </p:nvSpPr>
        <p:spPr>
          <a:xfrm>
            <a:off x="8615363" y="6477000"/>
            <a:ext cx="2743200" cy="365125"/>
          </a:xfrm>
        </p:spPr>
        <p:txBody>
          <a:bodyPr/>
          <a:lstStyle/>
          <a:p>
            <a:fld id="{20AD0890-E0AE-4F80-8064-8B30DFECF1C4}" type="slidenum">
              <a:rPr lang="en-US" altLang="en-US" smtClean="0"/>
              <a:pPr/>
              <a:t>10</a:t>
            </a:fld>
            <a:endParaRPr lang="en-US" altLang="en-US"/>
          </a:p>
        </p:txBody>
      </p:sp>
      <p:cxnSp>
        <p:nvCxnSpPr>
          <p:cNvPr id="22" name="Straight Connector 21">
            <a:extLst>
              <a:ext uri="{FF2B5EF4-FFF2-40B4-BE49-F238E27FC236}">
                <a16:creationId xmlns:a16="http://schemas.microsoft.com/office/drawing/2014/main" id="{5C376735-E3E0-459E-B01B-06A52EF111EE}"/>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4" name="Picture 23" descr="A close-up of a logo&#10;&#10;Description automatically generated">
            <a:extLst>
              <a:ext uri="{FF2B5EF4-FFF2-40B4-BE49-F238E27FC236}">
                <a16:creationId xmlns:a16="http://schemas.microsoft.com/office/drawing/2014/main" id="{E7C8E7D0-B2C1-40F9-AC71-56966284AD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20" name="Title 1">
            <a:extLst>
              <a:ext uri="{FF2B5EF4-FFF2-40B4-BE49-F238E27FC236}">
                <a16:creationId xmlns:a16="http://schemas.microsoft.com/office/drawing/2014/main" id="{E19346C5-8410-492A-9476-4B2EE266BEA1}"/>
              </a:ext>
            </a:extLst>
          </p:cNvPr>
          <p:cNvSpPr txBox="1">
            <a:spLocks/>
          </p:cNvSpPr>
          <p:nvPr/>
        </p:nvSpPr>
        <p:spPr>
          <a:xfrm>
            <a:off x="5243513" y="18577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26" name="TextBox 25">
            <a:extLst>
              <a:ext uri="{FF2B5EF4-FFF2-40B4-BE49-F238E27FC236}">
                <a16:creationId xmlns:a16="http://schemas.microsoft.com/office/drawing/2014/main" id="{D1F81DFC-29ED-42E4-B620-FD1954C52F51}"/>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387"/>
                                        </p:tgtEl>
                                        <p:attrNameLst>
                                          <p:attrName>style.visibility</p:attrName>
                                        </p:attrNameLst>
                                      </p:cBhvr>
                                      <p:to>
                                        <p:strVal val="visible"/>
                                      </p:to>
                                    </p:set>
                                    <p:anim calcmode="lin" valueType="num">
                                      <p:cBhvr additive="base">
                                        <p:cTn id="7" dur="1000" fill="hold"/>
                                        <p:tgtEl>
                                          <p:spTgt spid="16387"/>
                                        </p:tgtEl>
                                        <p:attrNameLst>
                                          <p:attrName>ppt_x</p:attrName>
                                        </p:attrNameLst>
                                      </p:cBhvr>
                                      <p:tavLst>
                                        <p:tav tm="0">
                                          <p:val>
                                            <p:strVal val="#ppt_x"/>
                                          </p:val>
                                        </p:tav>
                                        <p:tav tm="100000">
                                          <p:val>
                                            <p:strVal val="#ppt_x"/>
                                          </p:val>
                                        </p:tav>
                                      </p:tavLst>
                                    </p:anim>
                                    <p:anim calcmode="lin" valueType="num">
                                      <p:cBhvr additive="base">
                                        <p:cTn id="8" dur="1000" fill="hold"/>
                                        <p:tgtEl>
                                          <p:spTgt spid="1638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392"/>
                                        </p:tgtEl>
                                        <p:attrNameLst>
                                          <p:attrName>style.visibility</p:attrName>
                                        </p:attrNameLst>
                                      </p:cBhvr>
                                      <p:to>
                                        <p:strVal val="visible"/>
                                      </p:to>
                                    </p:set>
                                    <p:anim calcmode="lin" valueType="num">
                                      <p:cBhvr additive="base">
                                        <p:cTn id="11" dur="1000" fill="hold"/>
                                        <p:tgtEl>
                                          <p:spTgt spid="16392"/>
                                        </p:tgtEl>
                                        <p:attrNameLst>
                                          <p:attrName>ppt_x</p:attrName>
                                        </p:attrNameLst>
                                      </p:cBhvr>
                                      <p:tavLst>
                                        <p:tav tm="0">
                                          <p:val>
                                            <p:strVal val="#ppt_x"/>
                                          </p:val>
                                        </p:tav>
                                        <p:tav tm="100000">
                                          <p:val>
                                            <p:strVal val="#ppt_x"/>
                                          </p:val>
                                        </p:tav>
                                      </p:tavLst>
                                    </p:anim>
                                    <p:anim calcmode="lin" valueType="num">
                                      <p:cBhvr additive="base">
                                        <p:cTn id="12" dur="1000" fill="hold"/>
                                        <p:tgtEl>
                                          <p:spTgt spid="16392"/>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6388"/>
                                        </p:tgtEl>
                                        <p:attrNameLst>
                                          <p:attrName>style.visibility</p:attrName>
                                        </p:attrNameLst>
                                      </p:cBhvr>
                                      <p:to>
                                        <p:strVal val="visible"/>
                                      </p:to>
                                    </p:set>
                                    <p:anim calcmode="lin" valueType="num">
                                      <p:cBhvr additive="base">
                                        <p:cTn id="17" dur="1000" fill="hold"/>
                                        <p:tgtEl>
                                          <p:spTgt spid="16388"/>
                                        </p:tgtEl>
                                        <p:attrNameLst>
                                          <p:attrName>ppt_x</p:attrName>
                                        </p:attrNameLst>
                                      </p:cBhvr>
                                      <p:tavLst>
                                        <p:tav tm="0">
                                          <p:val>
                                            <p:strVal val="#ppt_x"/>
                                          </p:val>
                                        </p:tav>
                                        <p:tav tm="100000">
                                          <p:val>
                                            <p:strVal val="#ppt_x"/>
                                          </p:val>
                                        </p:tav>
                                      </p:tavLst>
                                    </p:anim>
                                    <p:anim calcmode="lin" valueType="num">
                                      <p:cBhvr additive="base">
                                        <p:cTn id="18" dur="1000" fill="hold"/>
                                        <p:tgtEl>
                                          <p:spTgt spid="1638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393"/>
                                        </p:tgtEl>
                                        <p:attrNameLst>
                                          <p:attrName>style.visibility</p:attrName>
                                        </p:attrNameLst>
                                      </p:cBhvr>
                                      <p:to>
                                        <p:strVal val="visible"/>
                                      </p:to>
                                    </p:set>
                                    <p:anim calcmode="lin" valueType="num">
                                      <p:cBhvr additive="base">
                                        <p:cTn id="21" dur="1000" fill="hold"/>
                                        <p:tgtEl>
                                          <p:spTgt spid="16393"/>
                                        </p:tgtEl>
                                        <p:attrNameLst>
                                          <p:attrName>ppt_x</p:attrName>
                                        </p:attrNameLst>
                                      </p:cBhvr>
                                      <p:tavLst>
                                        <p:tav tm="0">
                                          <p:val>
                                            <p:strVal val="#ppt_x"/>
                                          </p:val>
                                        </p:tav>
                                        <p:tav tm="100000">
                                          <p:val>
                                            <p:strVal val="#ppt_x"/>
                                          </p:val>
                                        </p:tav>
                                      </p:tavLst>
                                    </p:anim>
                                    <p:anim calcmode="lin" valueType="num">
                                      <p:cBhvr additive="base">
                                        <p:cTn id="22" dur="1000" fill="hold"/>
                                        <p:tgtEl>
                                          <p:spTgt spid="16393"/>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6389"/>
                                        </p:tgtEl>
                                        <p:attrNameLst>
                                          <p:attrName>style.visibility</p:attrName>
                                        </p:attrNameLst>
                                      </p:cBhvr>
                                      <p:to>
                                        <p:strVal val="visible"/>
                                      </p:to>
                                    </p:set>
                                    <p:anim calcmode="lin" valueType="num">
                                      <p:cBhvr additive="base">
                                        <p:cTn id="27" dur="1000" fill="hold"/>
                                        <p:tgtEl>
                                          <p:spTgt spid="16389"/>
                                        </p:tgtEl>
                                        <p:attrNameLst>
                                          <p:attrName>ppt_x</p:attrName>
                                        </p:attrNameLst>
                                      </p:cBhvr>
                                      <p:tavLst>
                                        <p:tav tm="0">
                                          <p:val>
                                            <p:strVal val="#ppt_x"/>
                                          </p:val>
                                        </p:tav>
                                        <p:tav tm="100000">
                                          <p:val>
                                            <p:strVal val="#ppt_x"/>
                                          </p:val>
                                        </p:tav>
                                      </p:tavLst>
                                    </p:anim>
                                    <p:anim calcmode="lin" valueType="num">
                                      <p:cBhvr additive="base">
                                        <p:cTn id="28" dur="1000" fill="hold"/>
                                        <p:tgtEl>
                                          <p:spTgt spid="16389"/>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394"/>
                                        </p:tgtEl>
                                        <p:attrNameLst>
                                          <p:attrName>style.visibility</p:attrName>
                                        </p:attrNameLst>
                                      </p:cBhvr>
                                      <p:to>
                                        <p:strVal val="visible"/>
                                      </p:to>
                                    </p:set>
                                    <p:anim calcmode="lin" valueType="num">
                                      <p:cBhvr additive="base">
                                        <p:cTn id="31" dur="1000" fill="hold"/>
                                        <p:tgtEl>
                                          <p:spTgt spid="16394"/>
                                        </p:tgtEl>
                                        <p:attrNameLst>
                                          <p:attrName>ppt_x</p:attrName>
                                        </p:attrNameLst>
                                      </p:cBhvr>
                                      <p:tavLst>
                                        <p:tav tm="0">
                                          <p:val>
                                            <p:strVal val="#ppt_x"/>
                                          </p:val>
                                        </p:tav>
                                        <p:tav tm="100000">
                                          <p:val>
                                            <p:strVal val="#ppt_x"/>
                                          </p:val>
                                        </p:tav>
                                      </p:tavLst>
                                    </p:anim>
                                    <p:anim calcmode="lin" valueType="num">
                                      <p:cBhvr additive="base">
                                        <p:cTn id="32" dur="1000" fill="hold"/>
                                        <p:tgtEl>
                                          <p:spTgt spid="16394"/>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390"/>
                                        </p:tgtEl>
                                        <p:attrNameLst>
                                          <p:attrName>style.visibility</p:attrName>
                                        </p:attrNameLst>
                                      </p:cBhvr>
                                      <p:to>
                                        <p:strVal val="visible"/>
                                      </p:to>
                                    </p:set>
                                    <p:anim calcmode="lin" valueType="num">
                                      <p:cBhvr additive="base">
                                        <p:cTn id="37" dur="1000" fill="hold"/>
                                        <p:tgtEl>
                                          <p:spTgt spid="16390"/>
                                        </p:tgtEl>
                                        <p:attrNameLst>
                                          <p:attrName>ppt_x</p:attrName>
                                        </p:attrNameLst>
                                      </p:cBhvr>
                                      <p:tavLst>
                                        <p:tav tm="0">
                                          <p:val>
                                            <p:strVal val="#ppt_x"/>
                                          </p:val>
                                        </p:tav>
                                        <p:tav tm="100000">
                                          <p:val>
                                            <p:strVal val="#ppt_x"/>
                                          </p:val>
                                        </p:tav>
                                      </p:tavLst>
                                    </p:anim>
                                    <p:anim calcmode="lin" valueType="num">
                                      <p:cBhvr additive="base">
                                        <p:cTn id="38" dur="1000" fill="hold"/>
                                        <p:tgtEl>
                                          <p:spTgt spid="1639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395"/>
                                        </p:tgtEl>
                                        <p:attrNameLst>
                                          <p:attrName>style.visibility</p:attrName>
                                        </p:attrNameLst>
                                      </p:cBhvr>
                                      <p:to>
                                        <p:strVal val="visible"/>
                                      </p:to>
                                    </p:set>
                                    <p:anim calcmode="lin" valueType="num">
                                      <p:cBhvr additive="base">
                                        <p:cTn id="41" dur="1000" fill="hold"/>
                                        <p:tgtEl>
                                          <p:spTgt spid="16395"/>
                                        </p:tgtEl>
                                        <p:attrNameLst>
                                          <p:attrName>ppt_x</p:attrName>
                                        </p:attrNameLst>
                                      </p:cBhvr>
                                      <p:tavLst>
                                        <p:tav tm="0">
                                          <p:val>
                                            <p:strVal val="#ppt_x"/>
                                          </p:val>
                                        </p:tav>
                                        <p:tav tm="100000">
                                          <p:val>
                                            <p:strVal val="#ppt_x"/>
                                          </p:val>
                                        </p:tav>
                                      </p:tavLst>
                                    </p:anim>
                                    <p:anim calcmode="lin" valueType="num">
                                      <p:cBhvr additive="base">
                                        <p:cTn id="42" dur="1000" fill="hold"/>
                                        <p:tgtEl>
                                          <p:spTgt spid="16395"/>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6391"/>
                                        </p:tgtEl>
                                        <p:attrNameLst>
                                          <p:attrName>style.visibility</p:attrName>
                                        </p:attrNameLst>
                                      </p:cBhvr>
                                      <p:to>
                                        <p:strVal val="visible"/>
                                      </p:to>
                                    </p:set>
                                    <p:anim calcmode="lin" valueType="num">
                                      <p:cBhvr additive="base">
                                        <p:cTn id="47" dur="2000" fill="hold"/>
                                        <p:tgtEl>
                                          <p:spTgt spid="16391"/>
                                        </p:tgtEl>
                                        <p:attrNameLst>
                                          <p:attrName>ppt_x</p:attrName>
                                        </p:attrNameLst>
                                      </p:cBhvr>
                                      <p:tavLst>
                                        <p:tav tm="0">
                                          <p:val>
                                            <p:strVal val="#ppt_x"/>
                                          </p:val>
                                        </p:tav>
                                        <p:tav tm="100000">
                                          <p:val>
                                            <p:strVal val="#ppt_x"/>
                                          </p:val>
                                        </p:tav>
                                      </p:tavLst>
                                    </p:anim>
                                    <p:anim calcmode="lin" valueType="num">
                                      <p:cBhvr additive="base">
                                        <p:cTn id="48" dur="2000" fill="hold"/>
                                        <p:tgtEl>
                                          <p:spTgt spid="163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nimBg="1"/>
      <p:bldP spid="16388" grpId="0" animBg="1"/>
      <p:bldP spid="16389" grpId="0" animBg="1"/>
      <p:bldP spid="16390" grpId="0" animBg="1"/>
      <p:bldP spid="1639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564" name="Text Box 132">
            <a:extLst>
              <a:ext uri="{FF2B5EF4-FFF2-40B4-BE49-F238E27FC236}">
                <a16:creationId xmlns:a16="http://schemas.microsoft.com/office/drawing/2014/main" id="{603B9D44-D0C5-4D36-A795-283A780D51BD}"/>
              </a:ext>
            </a:extLst>
          </p:cNvPr>
          <p:cNvSpPr txBox="1">
            <a:spLocks noChangeArrowheads="1"/>
          </p:cNvSpPr>
          <p:nvPr/>
        </p:nvSpPr>
        <p:spPr bwMode="auto">
          <a:xfrm>
            <a:off x="1960563" y="844550"/>
            <a:ext cx="93920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sz="2400" dirty="0">
                <a:latin typeface="Times New Roman" panose="02020603050405020304" pitchFamily="18" charset="0"/>
                <a:cs typeface="Times New Roman" panose="02020603050405020304" pitchFamily="18" charset="0"/>
              </a:rPr>
              <a:t>We just need to write a program to load into the memory of the PLC</a:t>
            </a:r>
          </a:p>
        </p:txBody>
      </p:sp>
      <p:sp>
        <p:nvSpPr>
          <p:cNvPr id="56" name="Title 1">
            <a:extLst>
              <a:ext uri="{FF2B5EF4-FFF2-40B4-BE49-F238E27FC236}">
                <a16:creationId xmlns:a16="http://schemas.microsoft.com/office/drawing/2014/main" id="{32D0EF36-9695-459F-8EE4-1A24024AD5E2}"/>
              </a:ext>
            </a:extLst>
          </p:cNvPr>
          <p:cNvSpPr txBox="1">
            <a:spLocks/>
          </p:cNvSpPr>
          <p:nvPr/>
        </p:nvSpPr>
        <p:spPr>
          <a:xfrm>
            <a:off x="458788" y="846138"/>
            <a:ext cx="174878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EXAMPLE 3</a:t>
            </a:r>
            <a:endParaRPr lang="en-US" sz="2000" dirty="0">
              <a:latin typeface="Times New Roman" panose="02020603050405020304" pitchFamily="18" charset="0"/>
              <a:cs typeface="Times New Roman" panose="02020603050405020304" pitchFamily="18" charset="0"/>
            </a:endParaRPr>
          </a:p>
        </p:txBody>
      </p:sp>
      <p:sp>
        <p:nvSpPr>
          <p:cNvPr id="46" name="Rectangle 4">
            <a:extLst>
              <a:ext uri="{FF2B5EF4-FFF2-40B4-BE49-F238E27FC236}">
                <a16:creationId xmlns:a16="http://schemas.microsoft.com/office/drawing/2014/main" id="{6D390B49-9090-4F1F-B8CC-0807E75A0881}"/>
              </a:ext>
            </a:extLst>
          </p:cNvPr>
          <p:cNvSpPr txBox="1">
            <a:spLocks noChangeArrowheads="1"/>
          </p:cNvSpPr>
          <p:nvPr/>
        </p:nvSpPr>
        <p:spPr bwMode="auto">
          <a:xfrm>
            <a:off x="2640013" y="4613275"/>
            <a:ext cx="7992491"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AutoNum type="arabicPeriod"/>
            </a:pPr>
            <a:r>
              <a:rPr lang="en-US" altLang="en-US" sz="2400" b="0" dirty="0">
                <a:latin typeface="Times New Roman" panose="02020603050405020304" pitchFamily="18" charset="0"/>
                <a:cs typeface="Times New Roman" panose="02020603050405020304" pitchFamily="18" charset="0"/>
              </a:rPr>
              <a:t>Software Programming
Connect the PLC to a computer with software (with driver)
Transfer the program to the PLC</a:t>
            </a:r>
          </a:p>
        </p:txBody>
      </p:sp>
      <p:pic>
        <p:nvPicPr>
          <p:cNvPr id="129029" name="Picture 48" descr="Khóa học lập trình plc Siemens s7-1200 online miễn phí -abientan.com">
            <a:extLst>
              <a:ext uri="{FF2B5EF4-FFF2-40B4-BE49-F238E27FC236}">
                <a16:creationId xmlns:a16="http://schemas.microsoft.com/office/drawing/2014/main" id="{9006F93E-2208-4083-B1DC-36D05CCEF0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825" y="1484313"/>
            <a:ext cx="8875713"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9030" name="Straight Arrow Connector 3">
            <a:extLst>
              <a:ext uri="{FF2B5EF4-FFF2-40B4-BE49-F238E27FC236}">
                <a16:creationId xmlns:a16="http://schemas.microsoft.com/office/drawing/2014/main" id="{3F1E25EC-B3D0-4BDC-A389-C20A23397191}"/>
              </a:ext>
            </a:extLst>
          </p:cNvPr>
          <p:cNvCxnSpPr>
            <a:cxnSpLocks noChangeShapeType="1"/>
          </p:cNvCxnSpPr>
          <p:nvPr/>
        </p:nvCxnSpPr>
        <p:spPr bwMode="auto">
          <a:xfrm>
            <a:off x="3287713" y="3330575"/>
            <a:ext cx="5256212" cy="0"/>
          </a:xfrm>
          <a:prstGeom prst="straightConnector1">
            <a:avLst/>
          </a:prstGeom>
          <a:noFill/>
          <a:ln w="57150" algn="ctr">
            <a:solidFill>
              <a:srgbClr val="FF0000"/>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TextBox 4">
            <a:extLst>
              <a:ext uri="{FF2B5EF4-FFF2-40B4-BE49-F238E27FC236}">
                <a16:creationId xmlns:a16="http://schemas.microsoft.com/office/drawing/2014/main" id="{8027B283-9761-4D6D-B425-B5EC4885742A}"/>
              </a:ext>
            </a:extLst>
          </p:cNvPr>
          <p:cNvSpPr txBox="1"/>
          <p:nvPr/>
        </p:nvSpPr>
        <p:spPr>
          <a:xfrm>
            <a:off x="8543925" y="3068638"/>
            <a:ext cx="515938" cy="523875"/>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p>
            <a:pPr algn="ctr">
              <a:defRPr/>
            </a:pPr>
            <a:r>
              <a:rPr lang="en-GB" dirty="0">
                <a:solidFill>
                  <a:schemeClr val="tx1"/>
                </a:solidFill>
              </a:rPr>
              <a:t>1</a:t>
            </a:r>
          </a:p>
        </p:txBody>
      </p:sp>
      <p:sp>
        <p:nvSpPr>
          <p:cNvPr id="54" name="TextBox 53">
            <a:extLst>
              <a:ext uri="{FF2B5EF4-FFF2-40B4-BE49-F238E27FC236}">
                <a16:creationId xmlns:a16="http://schemas.microsoft.com/office/drawing/2014/main" id="{75F961EC-A79D-407E-9424-390A7B4A3473}"/>
              </a:ext>
            </a:extLst>
          </p:cNvPr>
          <p:cNvSpPr txBox="1"/>
          <p:nvPr/>
        </p:nvSpPr>
        <p:spPr>
          <a:xfrm>
            <a:off x="2771775" y="3087688"/>
            <a:ext cx="515938" cy="522287"/>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p>
            <a:pPr algn="ctr">
              <a:defRPr/>
            </a:pPr>
            <a:r>
              <a:rPr lang="en-GB" dirty="0">
                <a:solidFill>
                  <a:schemeClr val="tx1"/>
                </a:solidFill>
              </a:rPr>
              <a:t>3</a:t>
            </a:r>
          </a:p>
        </p:txBody>
      </p:sp>
      <p:sp>
        <p:nvSpPr>
          <p:cNvPr id="57" name="TextBox 56">
            <a:extLst>
              <a:ext uri="{FF2B5EF4-FFF2-40B4-BE49-F238E27FC236}">
                <a16:creationId xmlns:a16="http://schemas.microsoft.com/office/drawing/2014/main" id="{51913409-D98E-4176-8596-A1B405BD0B99}"/>
              </a:ext>
            </a:extLst>
          </p:cNvPr>
          <p:cNvSpPr txBox="1"/>
          <p:nvPr/>
        </p:nvSpPr>
        <p:spPr>
          <a:xfrm>
            <a:off x="4440238" y="3068638"/>
            <a:ext cx="514350" cy="523875"/>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p>
            <a:pPr algn="ctr">
              <a:defRPr/>
            </a:pPr>
            <a:r>
              <a:rPr lang="en-GB" dirty="0">
                <a:solidFill>
                  <a:schemeClr val="tx1"/>
                </a:solidFill>
              </a:rPr>
              <a:t>2</a:t>
            </a:r>
          </a:p>
        </p:txBody>
      </p:sp>
      <p:cxnSp>
        <p:nvCxnSpPr>
          <p:cNvPr id="16" name="Straight Connector 15">
            <a:extLst>
              <a:ext uri="{FF2B5EF4-FFF2-40B4-BE49-F238E27FC236}">
                <a16:creationId xmlns:a16="http://schemas.microsoft.com/office/drawing/2014/main" id="{06980F8E-989B-47BA-9266-68450D08D303}"/>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D995952-AEF0-40A1-AA00-F2A67D9369DC}"/>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close-up of a logo&#10;&#10;Description automatically generated">
            <a:extLst>
              <a:ext uri="{FF2B5EF4-FFF2-40B4-BE49-F238E27FC236}">
                <a16:creationId xmlns:a16="http://schemas.microsoft.com/office/drawing/2014/main" id="{E6F56F4C-33F4-40CF-9140-C691E0A5D5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5" name="Title 1">
            <a:extLst>
              <a:ext uri="{FF2B5EF4-FFF2-40B4-BE49-F238E27FC236}">
                <a16:creationId xmlns:a16="http://schemas.microsoft.com/office/drawing/2014/main" id="{CD47ABA4-8C1F-4526-9F57-EF1E1FE81B96}"/>
              </a:ext>
            </a:extLst>
          </p:cNvPr>
          <p:cNvSpPr txBox="1">
            <a:spLocks/>
          </p:cNvSpPr>
          <p:nvPr/>
        </p:nvSpPr>
        <p:spPr>
          <a:xfrm>
            <a:off x="5243513" y="18577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9" name="Slide Number Placeholder 2">
            <a:extLst>
              <a:ext uri="{FF2B5EF4-FFF2-40B4-BE49-F238E27FC236}">
                <a16:creationId xmlns:a16="http://schemas.microsoft.com/office/drawing/2014/main" id="{7D5D63F5-8DE0-4524-A371-0E92791FE0F3}"/>
              </a:ext>
            </a:extLst>
          </p:cNvPr>
          <p:cNvSpPr>
            <a:spLocks noGrp="1"/>
          </p:cNvSpPr>
          <p:nvPr>
            <p:ph type="sldNum" sz="quarter" idx="12"/>
          </p:nvPr>
        </p:nvSpPr>
        <p:spPr>
          <a:xfrm>
            <a:off x="8639176" y="6472856"/>
            <a:ext cx="2743200" cy="365125"/>
          </a:xfrm>
        </p:spPr>
        <p:txBody>
          <a:bodyPr/>
          <a:lstStyle/>
          <a:p>
            <a:fld id="{20AD0890-E0AE-4F80-8064-8B30DFECF1C4}" type="slidenum">
              <a:rPr lang="en-US" altLang="en-US" smtClean="0"/>
              <a:pPr/>
              <a:t>11</a:t>
            </a:fld>
            <a:endParaRPr lang="en-US" altLang="en-US"/>
          </a:p>
        </p:txBody>
      </p:sp>
      <p:sp>
        <p:nvSpPr>
          <p:cNvPr id="20" name="TextBox 19">
            <a:extLst>
              <a:ext uri="{FF2B5EF4-FFF2-40B4-BE49-F238E27FC236}">
                <a16:creationId xmlns:a16="http://schemas.microsoft.com/office/drawing/2014/main" id="{6AD15012-5691-47AB-AC53-EE0BEAE53FD6}"/>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5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anim calcmode="lin" valueType="num">
                                      <p:cBhvr additive="base">
                                        <p:cTn id="11" dur="500" fill="hold"/>
                                        <p:tgtEl>
                                          <p:spTgt spid="46"/>
                                        </p:tgtEl>
                                        <p:attrNameLst>
                                          <p:attrName>ppt_x</p:attrName>
                                        </p:attrNameLst>
                                      </p:cBhvr>
                                      <p:tavLst>
                                        <p:tav tm="0">
                                          <p:val>
                                            <p:strVal val="#ppt_x"/>
                                          </p:val>
                                        </p:tav>
                                        <p:tav tm="100000">
                                          <p:val>
                                            <p:strVal val="#ppt_x"/>
                                          </p:val>
                                        </p:tav>
                                      </p:tavLst>
                                    </p:anim>
                                    <p:anim calcmode="lin" valueType="num">
                                      <p:cBhvr additive="base">
                                        <p:cTn id="12"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64" grpId="0" autoUpdateAnimBg="0"/>
      <p:bldP spid="46"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3">
            <a:extLst>
              <a:ext uri="{FF2B5EF4-FFF2-40B4-BE49-F238E27FC236}">
                <a16:creationId xmlns:a16="http://schemas.microsoft.com/office/drawing/2014/main" id="{25A048DE-F55B-4AAB-B5BE-6A55CEA38612}"/>
              </a:ext>
            </a:extLst>
          </p:cNvPr>
          <p:cNvSpPr>
            <a:spLocks noGrp="1" noChangeArrowheads="1"/>
          </p:cNvSpPr>
          <p:nvPr>
            <p:ph idx="1"/>
          </p:nvPr>
        </p:nvSpPr>
        <p:spPr>
          <a:xfrm>
            <a:off x="1939925" y="1455738"/>
            <a:ext cx="8312150" cy="4494212"/>
          </a:xfrm>
        </p:spPr>
        <p:txBody>
          <a:bodyPr/>
          <a:lstStyle/>
          <a:p>
            <a:pPr eaLnBrk="1" hangingPunct="1">
              <a:lnSpc>
                <a:spcPct val="80000"/>
              </a:lnSpc>
            </a:pPr>
            <a:r>
              <a:rPr lang="en-US" altLang="en-US" sz="2400" dirty="0">
                <a:latin typeface="Times New Roman" panose="02020603050405020304" pitchFamily="18" charset="0"/>
                <a:cs typeface="Times New Roman" panose="02020603050405020304" pitchFamily="18" charset="0"/>
              </a:rPr>
              <a:t>Small size.
Design changes are easier and faster when required.
There is a fault diagnosis and override function.
PLCs allow for maximum automation at minimal cost.
Installation, programming and operation are simple.
The CPUs can be used in a network, distributed system, or single use.
Capable of large-scale integration.
App for simple and complex controls.
Less training time is required.
Strong communication (PPI, Profibus-DP, AS-</a:t>
            </a:r>
            <a:r>
              <a:rPr lang="en-US" altLang="en-US" sz="2400" dirty="0" err="1">
                <a:latin typeface="Times New Roman" panose="02020603050405020304" pitchFamily="18" charset="0"/>
                <a:cs typeface="Times New Roman" panose="02020603050405020304" pitchFamily="18" charset="0"/>
              </a:rPr>
              <a:t>i</a:t>
            </a:r>
            <a:r>
              <a:rPr lang="en-US" altLang="en-US" sz="2400" dirty="0">
                <a:latin typeface="Times New Roman" panose="02020603050405020304" pitchFamily="18" charset="0"/>
                <a:cs typeface="Times New Roman" panose="02020603050405020304" pitchFamily="18" charset="0"/>
              </a:rPr>
              <a:t>)...</a:t>
            </a:r>
          </a:p>
        </p:txBody>
      </p:sp>
      <p:sp>
        <p:nvSpPr>
          <p:cNvPr id="13" name="Title 1">
            <a:extLst>
              <a:ext uri="{FF2B5EF4-FFF2-40B4-BE49-F238E27FC236}">
                <a16:creationId xmlns:a16="http://schemas.microsoft.com/office/drawing/2014/main" id="{2A1B1B67-CC6F-409E-A0CE-335C019CD6B0}"/>
              </a:ext>
            </a:extLst>
          </p:cNvPr>
          <p:cNvSpPr txBox="1">
            <a:spLocks/>
          </p:cNvSpPr>
          <p:nvPr/>
        </p:nvSpPr>
        <p:spPr>
          <a:xfrm>
            <a:off x="315913" y="793750"/>
            <a:ext cx="3194050" cy="487363"/>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ADVANTAGES OF PLC</a:t>
            </a:r>
          </a:p>
        </p:txBody>
      </p:sp>
      <p:cxnSp>
        <p:nvCxnSpPr>
          <p:cNvPr id="12" name="Straight Connector 11">
            <a:extLst>
              <a:ext uri="{FF2B5EF4-FFF2-40B4-BE49-F238E27FC236}">
                <a16:creationId xmlns:a16="http://schemas.microsoft.com/office/drawing/2014/main" id="{E2968D8D-FBC0-4990-9A4D-DB5EDB7F9666}"/>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A5E486BB-B5D2-40C6-83B1-C912D660E4B7}"/>
              </a:ext>
            </a:extLst>
          </p:cNvPr>
          <p:cNvSpPr>
            <a:spLocks noGrp="1"/>
          </p:cNvSpPr>
          <p:nvPr>
            <p:ph type="sldNum" sz="quarter" idx="12"/>
          </p:nvPr>
        </p:nvSpPr>
        <p:spPr>
          <a:xfrm>
            <a:off x="8616280" y="6458315"/>
            <a:ext cx="2743200" cy="365125"/>
          </a:xfrm>
        </p:spPr>
        <p:txBody>
          <a:bodyPr/>
          <a:lstStyle/>
          <a:p>
            <a:fld id="{20AD0890-E0AE-4F80-8064-8B30DFECF1C4}" type="slidenum">
              <a:rPr lang="en-US" altLang="en-US" smtClean="0"/>
              <a:pPr/>
              <a:t>12</a:t>
            </a:fld>
            <a:endParaRPr lang="en-US" altLang="en-US"/>
          </a:p>
        </p:txBody>
      </p:sp>
      <p:cxnSp>
        <p:nvCxnSpPr>
          <p:cNvPr id="14" name="Straight Connector 13">
            <a:extLst>
              <a:ext uri="{FF2B5EF4-FFF2-40B4-BE49-F238E27FC236}">
                <a16:creationId xmlns:a16="http://schemas.microsoft.com/office/drawing/2014/main" id="{CC91B572-DC64-4998-AD93-C7D99E58DEC7}"/>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 name="Picture 14" descr="A close-up of a logo&#10;&#10;Description automatically generated">
            <a:extLst>
              <a:ext uri="{FF2B5EF4-FFF2-40B4-BE49-F238E27FC236}">
                <a16:creationId xmlns:a16="http://schemas.microsoft.com/office/drawing/2014/main" id="{E402F8AA-3A56-4379-B216-69251720B6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0" name="Title 1">
            <a:extLst>
              <a:ext uri="{FF2B5EF4-FFF2-40B4-BE49-F238E27FC236}">
                <a16:creationId xmlns:a16="http://schemas.microsoft.com/office/drawing/2014/main" id="{8F133398-5CC4-4188-B26A-CE5CABEBEF87}"/>
              </a:ext>
            </a:extLst>
          </p:cNvPr>
          <p:cNvSpPr txBox="1">
            <a:spLocks/>
          </p:cNvSpPr>
          <p:nvPr/>
        </p:nvSpPr>
        <p:spPr>
          <a:xfrm>
            <a:off x="5243513" y="185772"/>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1" name="TextBox 10">
            <a:extLst>
              <a:ext uri="{FF2B5EF4-FFF2-40B4-BE49-F238E27FC236}">
                <a16:creationId xmlns:a16="http://schemas.microsoft.com/office/drawing/2014/main" id="{F7C570E7-B14F-448C-BD9B-D0E6561DA74A}"/>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32098" name="Text Box 11">
            <a:extLst>
              <a:ext uri="{FF2B5EF4-FFF2-40B4-BE49-F238E27FC236}">
                <a16:creationId xmlns:a16="http://schemas.microsoft.com/office/drawing/2014/main" id="{CE20EDC0-E8C8-43E3-A656-C3C11EDC3539}"/>
              </a:ext>
            </a:extLst>
          </p:cNvPr>
          <p:cNvSpPr txBox="1">
            <a:spLocks noChangeArrowheads="1"/>
          </p:cNvSpPr>
          <p:nvPr/>
        </p:nvSpPr>
        <p:spPr bwMode="auto">
          <a:xfrm>
            <a:off x="5988050" y="1898650"/>
            <a:ext cx="42687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dirty="0">
                <a:latin typeface="Times New Roman" panose="02020603050405020304" pitchFamily="18" charset="0"/>
                <a:cs typeface="Times New Roman" panose="02020603050405020304" pitchFamily="18" charset="0"/>
              </a:rPr>
              <a:t>In Civil:</a:t>
            </a:r>
          </a:p>
        </p:txBody>
      </p:sp>
      <p:sp>
        <p:nvSpPr>
          <p:cNvPr id="132099" name="TextBox 13">
            <a:extLst>
              <a:ext uri="{FF2B5EF4-FFF2-40B4-BE49-F238E27FC236}">
                <a16:creationId xmlns:a16="http://schemas.microsoft.com/office/drawing/2014/main" id="{929ED421-B02B-4CCD-92FA-47AF8AF496B7}"/>
              </a:ext>
            </a:extLst>
          </p:cNvPr>
          <p:cNvSpPr txBox="1">
            <a:spLocks noChangeArrowheads="1"/>
          </p:cNvSpPr>
          <p:nvPr/>
        </p:nvSpPr>
        <p:spPr bwMode="auto">
          <a:xfrm>
            <a:off x="1960563" y="3806825"/>
            <a:ext cx="3479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dirty="0">
                <a:latin typeface="Times New Roman" panose="02020603050405020304" pitchFamily="18" charset="0"/>
                <a:cs typeface="Times New Roman" panose="02020603050405020304" pitchFamily="18" charset="0"/>
              </a:rPr>
              <a:t>In industry:</a:t>
            </a:r>
            <a:r>
              <a:rPr lang="en-US" altLang="en-US" sz="2400" b="0" dirty="0">
                <a:latin typeface="Times New Roman" panose="02020603050405020304" pitchFamily="18" charset="0"/>
                <a:cs typeface="Times New Roman" panose="02020603050405020304" pitchFamily="18" charset="0"/>
              </a:rPr>
              <a:t>	</a:t>
            </a:r>
            <a:endParaRPr lang="en-US" altLang="en-US" sz="2400" dirty="0">
              <a:latin typeface="Times New Roman" panose="02020603050405020304" pitchFamily="18" charset="0"/>
              <a:cs typeface="Times New Roman" panose="02020603050405020304" pitchFamily="18" charset="0"/>
            </a:endParaRPr>
          </a:p>
        </p:txBody>
      </p:sp>
      <p:sp>
        <p:nvSpPr>
          <p:cNvPr id="132100" name="TextBox 15">
            <a:extLst>
              <a:ext uri="{FF2B5EF4-FFF2-40B4-BE49-F238E27FC236}">
                <a16:creationId xmlns:a16="http://schemas.microsoft.com/office/drawing/2014/main" id="{22803965-8324-46BE-BABC-D37A6235B3C4}"/>
              </a:ext>
            </a:extLst>
          </p:cNvPr>
          <p:cNvSpPr txBox="1">
            <a:spLocks noChangeArrowheads="1"/>
          </p:cNvSpPr>
          <p:nvPr/>
        </p:nvSpPr>
        <p:spPr bwMode="auto">
          <a:xfrm>
            <a:off x="5988050" y="2425700"/>
            <a:ext cx="54006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en-US" altLang="en-US" sz="2400" b="0" dirty="0">
                <a:latin typeface="Times New Roman" panose="02020603050405020304" pitchFamily="18" charset="0"/>
                <a:cs typeface="Times New Roman" panose="02020603050405020304" pitchFamily="18" charset="0"/>
              </a:rPr>
              <a:t>Small PLCs such as LOGO are used to control lighting equipment, ventilation systems, pumps, etc.</a:t>
            </a:r>
          </a:p>
        </p:txBody>
      </p:sp>
      <p:sp>
        <p:nvSpPr>
          <p:cNvPr id="132101" name="TextBox 17">
            <a:extLst>
              <a:ext uri="{FF2B5EF4-FFF2-40B4-BE49-F238E27FC236}">
                <a16:creationId xmlns:a16="http://schemas.microsoft.com/office/drawing/2014/main" id="{AE8F4651-9B02-40FF-AB9E-3E237AC04454}"/>
              </a:ext>
            </a:extLst>
          </p:cNvPr>
          <p:cNvSpPr txBox="1">
            <a:spLocks noChangeArrowheads="1"/>
          </p:cNvSpPr>
          <p:nvPr/>
        </p:nvSpPr>
        <p:spPr bwMode="auto">
          <a:xfrm>
            <a:off x="1938338" y="4224338"/>
            <a:ext cx="5241925"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0" dirty="0">
                <a:latin typeface="Times New Roman" panose="02020603050405020304" pitchFamily="18" charset="0"/>
                <a:cs typeface="Times New Roman" panose="02020603050405020304" pitchFamily="18" charset="0"/>
              </a:rPr>
              <a:t>+ Elevator. 	
+ Automated production lines.
+ Computerization of work in production control.
+ Industrial robots...</a:t>
            </a:r>
            <a:endParaRPr lang="en-US" altLang="en-US" sz="2400" dirty="0">
              <a:latin typeface="Times New Roman" panose="02020603050405020304" pitchFamily="18" charset="0"/>
              <a:cs typeface="Times New Roman" panose="02020603050405020304" pitchFamily="18" charset="0"/>
            </a:endParaRPr>
          </a:p>
        </p:txBody>
      </p:sp>
      <p:pic>
        <p:nvPicPr>
          <p:cNvPr id="132102" name="Picture 21" descr="PLC là gì? Các loại và Ứng dụng của bộ điều khiển lập trình PLC">
            <a:extLst>
              <a:ext uri="{FF2B5EF4-FFF2-40B4-BE49-F238E27FC236}">
                <a16:creationId xmlns:a16="http://schemas.microsoft.com/office/drawing/2014/main" id="{72165813-13A8-498B-8CBC-64C56F5463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6225" y="4159250"/>
            <a:ext cx="3492500"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3" name="Picture 23" descr="Ứng dụng PLC và biến tần điều khiển ổn định áp suất hệ thống cấp nước dân  dụng">
            <a:extLst>
              <a:ext uri="{FF2B5EF4-FFF2-40B4-BE49-F238E27FC236}">
                <a16:creationId xmlns:a16="http://schemas.microsoft.com/office/drawing/2014/main" id="{CDB48CA3-919C-4D1A-8B9D-A78992A602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3775" y="1423988"/>
            <a:ext cx="2492375"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1">
            <a:extLst>
              <a:ext uri="{FF2B5EF4-FFF2-40B4-BE49-F238E27FC236}">
                <a16:creationId xmlns:a16="http://schemas.microsoft.com/office/drawing/2014/main" id="{9AF82222-6B35-429A-A09E-CFC2638A1367}"/>
              </a:ext>
            </a:extLst>
          </p:cNvPr>
          <p:cNvSpPr txBox="1">
            <a:spLocks/>
          </p:cNvSpPr>
          <p:nvPr/>
        </p:nvSpPr>
        <p:spPr>
          <a:xfrm>
            <a:off x="17058" y="850900"/>
            <a:ext cx="30480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ADVANTAGES OF PLC</a:t>
            </a:r>
          </a:p>
        </p:txBody>
      </p:sp>
      <p:cxnSp>
        <p:nvCxnSpPr>
          <p:cNvPr id="17" name="Straight Connector 16">
            <a:extLst>
              <a:ext uri="{FF2B5EF4-FFF2-40B4-BE49-F238E27FC236}">
                <a16:creationId xmlns:a16="http://schemas.microsoft.com/office/drawing/2014/main" id="{39297E14-3363-46AB-89FE-71F966DB93D6}"/>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04444A5-384E-4161-8F5E-35038C045BFE}"/>
              </a:ext>
            </a:extLst>
          </p:cNvPr>
          <p:cNvSpPr>
            <a:spLocks noGrp="1"/>
          </p:cNvSpPr>
          <p:nvPr>
            <p:ph type="sldNum" sz="quarter" idx="12"/>
          </p:nvPr>
        </p:nvSpPr>
        <p:spPr>
          <a:xfrm>
            <a:off x="8688387" y="6461428"/>
            <a:ext cx="2743200" cy="365125"/>
          </a:xfrm>
        </p:spPr>
        <p:txBody>
          <a:bodyPr/>
          <a:lstStyle/>
          <a:p>
            <a:fld id="{20AD0890-E0AE-4F80-8064-8B30DFECF1C4}" type="slidenum">
              <a:rPr lang="en-US" altLang="en-US" smtClean="0"/>
              <a:pPr/>
              <a:t>13</a:t>
            </a:fld>
            <a:endParaRPr lang="en-US" altLang="en-US"/>
          </a:p>
        </p:txBody>
      </p:sp>
      <p:cxnSp>
        <p:nvCxnSpPr>
          <p:cNvPr id="18" name="Straight Connector 17">
            <a:extLst>
              <a:ext uri="{FF2B5EF4-FFF2-40B4-BE49-F238E27FC236}">
                <a16:creationId xmlns:a16="http://schemas.microsoft.com/office/drawing/2014/main" id="{2C91A13D-D6CD-4693-A628-809827939E86}"/>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0" name="Picture 19" descr="A close-up of a logo&#10;&#10;Description automatically generated">
            <a:extLst>
              <a:ext uri="{FF2B5EF4-FFF2-40B4-BE49-F238E27FC236}">
                <a16:creationId xmlns:a16="http://schemas.microsoft.com/office/drawing/2014/main" id="{2073DEBC-CC15-4373-B1FD-0BD41B855B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5" name="Title 1">
            <a:extLst>
              <a:ext uri="{FF2B5EF4-FFF2-40B4-BE49-F238E27FC236}">
                <a16:creationId xmlns:a16="http://schemas.microsoft.com/office/drawing/2014/main" id="{E78BB670-1817-47AC-B96C-A41B98BE08DC}"/>
              </a:ext>
            </a:extLst>
          </p:cNvPr>
          <p:cNvSpPr txBox="1">
            <a:spLocks/>
          </p:cNvSpPr>
          <p:nvPr/>
        </p:nvSpPr>
        <p:spPr>
          <a:xfrm>
            <a:off x="5243513" y="185772"/>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6" name="TextBox 15">
            <a:extLst>
              <a:ext uri="{FF2B5EF4-FFF2-40B4-BE49-F238E27FC236}">
                <a16:creationId xmlns:a16="http://schemas.microsoft.com/office/drawing/2014/main" id="{5C2325AB-88DE-4B1A-9636-9C22556A1A1E}"/>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2831A35C-375C-4FB5-90D5-28C4F5AD9C1D}"/>
              </a:ext>
            </a:extLst>
          </p:cNvPr>
          <p:cNvSpPr txBox="1">
            <a:spLocks/>
          </p:cNvSpPr>
          <p:nvPr/>
        </p:nvSpPr>
        <p:spPr>
          <a:xfrm>
            <a:off x="331787" y="919163"/>
            <a:ext cx="317817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APPLICATION OF PLC</a:t>
            </a:r>
          </a:p>
        </p:txBody>
      </p:sp>
      <p:pic>
        <p:nvPicPr>
          <p:cNvPr id="133123" name="Picture 4" descr="Realizing Industry 4.0: Reliable Automated Material Handling">
            <a:extLst>
              <a:ext uri="{FF2B5EF4-FFF2-40B4-BE49-F238E27FC236}">
                <a16:creationId xmlns:a16="http://schemas.microsoft.com/office/drawing/2014/main" id="{900EFDEC-D698-48E0-B843-AB52B196C9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00" y="1438275"/>
            <a:ext cx="7480300" cy="463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4" name="Action Button: Movie 1">
            <a:hlinkClick r:id="rId3" action="ppaction://hlinkfile" highlightClick="1"/>
            <a:extLst>
              <a:ext uri="{FF2B5EF4-FFF2-40B4-BE49-F238E27FC236}">
                <a16:creationId xmlns:a16="http://schemas.microsoft.com/office/drawing/2014/main" id="{B413FFBA-7347-45B9-987B-781975150999}"/>
              </a:ext>
            </a:extLst>
          </p:cNvPr>
          <p:cNvSpPr>
            <a:spLocks noChangeArrowheads="1"/>
          </p:cNvSpPr>
          <p:nvPr/>
        </p:nvSpPr>
        <p:spPr bwMode="auto">
          <a:xfrm>
            <a:off x="2730500" y="5743575"/>
            <a:ext cx="863600" cy="503238"/>
          </a:xfrm>
          <a:prstGeom prst="actionButtonMovie">
            <a:avLst/>
          </a:prstGeom>
          <a:solidFill>
            <a:schemeClr val="accent1"/>
          </a:solidFill>
          <a:ln w="381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GB" altLang="en-US">
              <a:solidFill>
                <a:schemeClr val="bg1"/>
              </a:solidFill>
              <a:latin typeface="Arial" panose="020B0604020202020204" pitchFamily="34" charset="0"/>
            </a:endParaRPr>
          </a:p>
        </p:txBody>
      </p:sp>
      <p:sp>
        <p:nvSpPr>
          <p:cNvPr id="133125" name="Rectangle 2">
            <a:extLst>
              <a:ext uri="{FF2B5EF4-FFF2-40B4-BE49-F238E27FC236}">
                <a16:creationId xmlns:a16="http://schemas.microsoft.com/office/drawing/2014/main" id="{E4084A7A-E6BC-4CB8-ABB5-85D64B312DD5}"/>
              </a:ext>
            </a:extLst>
          </p:cNvPr>
          <p:cNvSpPr>
            <a:spLocks noChangeArrowheads="1"/>
          </p:cNvSpPr>
          <p:nvPr/>
        </p:nvSpPr>
        <p:spPr bwMode="auto">
          <a:xfrm>
            <a:off x="3697288" y="5849938"/>
            <a:ext cx="64309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1800">
                <a:latin typeface="Arial" panose="020B0604020202020204" pitchFamily="34" charset="0"/>
              </a:rPr>
              <a:t>https://www.youtube.com/watch?v=kosiOQzvZvY</a:t>
            </a:r>
          </a:p>
        </p:txBody>
      </p:sp>
      <p:cxnSp>
        <p:nvCxnSpPr>
          <p:cNvPr id="12" name="Straight Connector 11">
            <a:extLst>
              <a:ext uri="{FF2B5EF4-FFF2-40B4-BE49-F238E27FC236}">
                <a16:creationId xmlns:a16="http://schemas.microsoft.com/office/drawing/2014/main" id="{7CE72D3C-536A-4CBA-AFFB-BE8EA5060C0A}"/>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613961D-5479-4462-A360-EF55DC8559EC}"/>
              </a:ext>
            </a:extLst>
          </p:cNvPr>
          <p:cNvSpPr>
            <a:spLocks noGrp="1"/>
          </p:cNvSpPr>
          <p:nvPr>
            <p:ph type="sldNum" sz="quarter" idx="12"/>
          </p:nvPr>
        </p:nvSpPr>
        <p:spPr>
          <a:xfrm>
            <a:off x="8616280" y="6457950"/>
            <a:ext cx="2743200" cy="365125"/>
          </a:xfrm>
        </p:spPr>
        <p:txBody>
          <a:bodyPr/>
          <a:lstStyle/>
          <a:p>
            <a:fld id="{68F64971-1EB7-4CDE-A510-F6E6CC205D29}" type="slidenum">
              <a:rPr lang="en-US" altLang="en-US" smtClean="0"/>
              <a:pPr/>
              <a:t>14</a:t>
            </a:fld>
            <a:endParaRPr lang="en-US" altLang="en-US"/>
          </a:p>
        </p:txBody>
      </p:sp>
      <p:cxnSp>
        <p:nvCxnSpPr>
          <p:cNvPr id="13" name="Straight Connector 12">
            <a:extLst>
              <a:ext uri="{FF2B5EF4-FFF2-40B4-BE49-F238E27FC236}">
                <a16:creationId xmlns:a16="http://schemas.microsoft.com/office/drawing/2014/main" id="{EC8C580D-4FEF-4226-A9FC-6633D06FC6BA}"/>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4" name="Picture 13" descr="A close-up of a logo&#10;&#10;Description automatically generated">
            <a:extLst>
              <a:ext uri="{FF2B5EF4-FFF2-40B4-BE49-F238E27FC236}">
                <a16:creationId xmlns:a16="http://schemas.microsoft.com/office/drawing/2014/main" id="{312E59D7-61D7-4C66-9902-9B7AAC31AA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5" name="Title 1">
            <a:extLst>
              <a:ext uri="{FF2B5EF4-FFF2-40B4-BE49-F238E27FC236}">
                <a16:creationId xmlns:a16="http://schemas.microsoft.com/office/drawing/2014/main" id="{1820AA82-879F-4F6F-871F-A3D206301B23}"/>
              </a:ext>
            </a:extLst>
          </p:cNvPr>
          <p:cNvSpPr txBox="1">
            <a:spLocks/>
          </p:cNvSpPr>
          <p:nvPr/>
        </p:nvSpPr>
        <p:spPr>
          <a:xfrm>
            <a:off x="5243513" y="18577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sp>
        <p:nvSpPr>
          <p:cNvPr id="16" name="TextBox 15">
            <a:extLst>
              <a:ext uri="{FF2B5EF4-FFF2-40B4-BE49-F238E27FC236}">
                <a16:creationId xmlns:a16="http://schemas.microsoft.com/office/drawing/2014/main" id="{712DF489-59C0-45C6-B742-5F2A0704EB4D}"/>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8E19A865-B28E-42C9-8B97-0A3D1C1D4FEC}"/>
              </a:ext>
            </a:extLst>
          </p:cNvPr>
          <p:cNvSpPr txBox="1">
            <a:spLocks/>
          </p:cNvSpPr>
          <p:nvPr/>
        </p:nvSpPr>
        <p:spPr>
          <a:xfrm>
            <a:off x="171450" y="898525"/>
            <a:ext cx="2974975" cy="487363"/>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APPLICATION OF PLC</a:t>
            </a:r>
          </a:p>
        </p:txBody>
      </p:sp>
      <p:pic>
        <p:nvPicPr>
          <p:cNvPr id="134147" name="Picture 2" descr="Digitalisation and the smart factory as an integrated concept for  glass-processing companies | glassonweb.com">
            <a:extLst>
              <a:ext uri="{FF2B5EF4-FFF2-40B4-BE49-F238E27FC236}">
                <a16:creationId xmlns:a16="http://schemas.microsoft.com/office/drawing/2014/main" id="{7840CD3D-5D76-4801-A8FD-9C3610F612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4100" y="1549400"/>
            <a:ext cx="58578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48" name="Rectangle 1">
            <a:extLst>
              <a:ext uri="{FF2B5EF4-FFF2-40B4-BE49-F238E27FC236}">
                <a16:creationId xmlns:a16="http://schemas.microsoft.com/office/drawing/2014/main" id="{B9454735-8840-403B-AD60-0505A80C26C5}"/>
              </a:ext>
            </a:extLst>
          </p:cNvPr>
          <p:cNvSpPr>
            <a:spLocks noChangeArrowheads="1"/>
          </p:cNvSpPr>
          <p:nvPr/>
        </p:nvSpPr>
        <p:spPr bwMode="auto">
          <a:xfrm>
            <a:off x="5232400" y="5927725"/>
            <a:ext cx="57086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GB" altLang="en-US" sz="1800">
                <a:latin typeface="Arial" panose="020B0604020202020204" pitchFamily="34" charset="0"/>
              </a:rPr>
              <a:t>https://youtu.be/u2SF9QOQs6s</a:t>
            </a:r>
          </a:p>
        </p:txBody>
      </p:sp>
      <p:sp>
        <p:nvSpPr>
          <p:cNvPr id="134149" name="Action Button: Movie 9">
            <a:hlinkClick r:id="rId3" action="ppaction://hlinkfile" highlightClick="1"/>
            <a:extLst>
              <a:ext uri="{FF2B5EF4-FFF2-40B4-BE49-F238E27FC236}">
                <a16:creationId xmlns:a16="http://schemas.microsoft.com/office/drawing/2014/main" id="{E2BDDCEB-28E3-4A9A-AF67-BC19E5E14A99}"/>
              </a:ext>
            </a:extLst>
          </p:cNvPr>
          <p:cNvSpPr>
            <a:spLocks noChangeArrowheads="1"/>
          </p:cNvSpPr>
          <p:nvPr/>
        </p:nvSpPr>
        <p:spPr bwMode="auto">
          <a:xfrm>
            <a:off x="4014788" y="5942013"/>
            <a:ext cx="863600" cy="423862"/>
          </a:xfrm>
          <a:prstGeom prst="actionButtonMovie">
            <a:avLst/>
          </a:prstGeom>
          <a:solidFill>
            <a:schemeClr val="accent1"/>
          </a:solidFill>
          <a:ln w="38100" algn="ctr">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GB" altLang="en-US">
              <a:solidFill>
                <a:schemeClr val="bg1"/>
              </a:solidFill>
              <a:latin typeface="Arial" panose="020B0604020202020204" pitchFamily="34" charset="0"/>
            </a:endParaRPr>
          </a:p>
        </p:txBody>
      </p:sp>
      <p:cxnSp>
        <p:nvCxnSpPr>
          <p:cNvPr id="11" name="Straight Connector 10">
            <a:extLst>
              <a:ext uri="{FF2B5EF4-FFF2-40B4-BE49-F238E27FC236}">
                <a16:creationId xmlns:a16="http://schemas.microsoft.com/office/drawing/2014/main" id="{C527BEE0-7E37-4F67-BE30-608DC00578FC}"/>
              </a:ext>
            </a:extLst>
          </p:cNvPr>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6BB45DE-BEEF-4D51-BA23-3DFB1694439E}"/>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025A075E-5CC0-41A2-A041-7B5E3A31989A}"/>
              </a:ext>
            </a:extLst>
          </p:cNvPr>
          <p:cNvSpPr>
            <a:spLocks noGrp="1"/>
          </p:cNvSpPr>
          <p:nvPr>
            <p:ph type="sldNum" sz="quarter" idx="12"/>
          </p:nvPr>
        </p:nvSpPr>
        <p:spPr>
          <a:xfrm>
            <a:off x="8616280" y="6498679"/>
            <a:ext cx="2743200" cy="365125"/>
          </a:xfrm>
        </p:spPr>
        <p:txBody>
          <a:bodyPr/>
          <a:lstStyle/>
          <a:p>
            <a:fld id="{20AD0890-E0AE-4F80-8064-8B30DFECF1C4}" type="slidenum">
              <a:rPr lang="en-US" altLang="en-US" smtClean="0"/>
              <a:pPr/>
              <a:t>15</a:t>
            </a:fld>
            <a:endParaRPr lang="en-US" altLang="en-US"/>
          </a:p>
        </p:txBody>
      </p:sp>
      <p:sp>
        <p:nvSpPr>
          <p:cNvPr id="13" name="Title 1">
            <a:extLst>
              <a:ext uri="{FF2B5EF4-FFF2-40B4-BE49-F238E27FC236}">
                <a16:creationId xmlns:a16="http://schemas.microsoft.com/office/drawing/2014/main" id="{7C6737B6-EEB3-47B4-88CD-D130815D2E07}"/>
              </a:ext>
            </a:extLst>
          </p:cNvPr>
          <p:cNvSpPr txBox="1">
            <a:spLocks/>
          </p:cNvSpPr>
          <p:nvPr/>
        </p:nvSpPr>
        <p:spPr>
          <a:xfrm>
            <a:off x="5243513" y="246063"/>
            <a:ext cx="6491287"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1.1 OVERVIEW OF PROGRAMMABLE CONTROLS</a:t>
            </a:r>
          </a:p>
        </p:txBody>
      </p:sp>
      <p:pic>
        <p:nvPicPr>
          <p:cNvPr id="14" name="Picture 13" descr="A close-up of a logo&#10;&#10;Description automatically generated">
            <a:extLst>
              <a:ext uri="{FF2B5EF4-FFF2-40B4-BE49-F238E27FC236}">
                <a16:creationId xmlns:a16="http://schemas.microsoft.com/office/drawing/2014/main" id="{3436FB4B-9EF9-4E86-9D6C-58EFA03454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5" name="TextBox 14">
            <a:extLst>
              <a:ext uri="{FF2B5EF4-FFF2-40B4-BE49-F238E27FC236}">
                <a16:creationId xmlns:a16="http://schemas.microsoft.com/office/drawing/2014/main" id="{3831152C-B3E6-4934-B415-894203C9C1C8}"/>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58A16E5D-69AD-49BB-A7A6-2CC1842EE99A}"/>
              </a:ext>
            </a:extLst>
          </p:cNvPr>
          <p:cNvSpPr>
            <a:spLocks noChangeArrowheads="1"/>
          </p:cNvSpPr>
          <p:nvPr/>
        </p:nvSpPr>
        <p:spPr bwMode="auto">
          <a:xfrm>
            <a:off x="1558925" y="3113088"/>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en-US" altLang="en-US">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2B67A1D0-FE17-4E54-BD02-AC64619CC1BD}"/>
              </a:ext>
            </a:extLst>
          </p:cNvPr>
          <p:cNvSpPr txBox="1">
            <a:spLocks noChangeArrowheads="1"/>
          </p:cNvSpPr>
          <p:nvPr/>
        </p:nvSpPr>
        <p:spPr bwMode="auto">
          <a:xfrm>
            <a:off x="1593850" y="1889125"/>
            <a:ext cx="910907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spcBef>
                <a:spcPts val="600"/>
              </a:spcBef>
              <a:buFontTx/>
              <a:buNone/>
            </a:pPr>
            <a:r>
              <a:rPr lang="en-US" altLang="en-US" sz="20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1.2 </a:t>
            </a:r>
            <a:r>
              <a:rPr lang="vi-VN" altLang="en-US" sz="2400" dirty="0">
                <a:latin typeface="Times New Roman" panose="02020603050405020304" pitchFamily="18" charset="0"/>
                <a:cs typeface="Times New Roman" panose="02020603050405020304" pitchFamily="18" charset="0"/>
              </a:rPr>
              <a:t>STRUCTURE PLC</a:t>
            </a:r>
            <a:endParaRPr lang="en-US" altLang="en-US" sz="2400" dirty="0">
              <a:latin typeface="Times New Roman" panose="02020603050405020304" pitchFamily="18" charset="0"/>
              <a:cs typeface="Times New Roman" panose="02020603050405020304" pitchFamily="18" charset="0"/>
            </a:endParaRPr>
          </a:p>
        </p:txBody>
      </p:sp>
      <p:pic>
        <p:nvPicPr>
          <p:cNvPr id="135172" name="Picture 13" descr="Thiết bị PLC Siemens S7 - 1200">
            <a:extLst>
              <a:ext uri="{FF2B5EF4-FFF2-40B4-BE49-F238E27FC236}">
                <a16:creationId xmlns:a16="http://schemas.microsoft.com/office/drawing/2014/main" id="{E98D8AD5-9C5D-4429-AF3E-E6FEE034A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0938" y="3162300"/>
            <a:ext cx="487680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2">
            <a:extLst>
              <a:ext uri="{FF2B5EF4-FFF2-40B4-BE49-F238E27FC236}">
                <a16:creationId xmlns:a16="http://schemas.microsoft.com/office/drawing/2014/main" id="{0506D683-1652-40B3-8092-161D43E91B4B}"/>
              </a:ext>
            </a:extLst>
          </p:cNvPr>
          <p:cNvSpPr txBox="1">
            <a:spLocks noChangeArrowheads="1"/>
          </p:cNvSpPr>
          <p:nvPr/>
        </p:nvSpPr>
        <p:spPr bwMode="auto">
          <a:xfrm>
            <a:off x="1558925" y="592138"/>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ts val="600"/>
              </a:spcBef>
              <a:buFontTx/>
              <a:buNone/>
            </a:pPr>
            <a:r>
              <a:rPr lang="en-US" altLang="en-US" sz="2000" dirty="0">
                <a:latin typeface="Times New Roman" panose="02020603050405020304" pitchFamily="18" charset="0"/>
                <a:cs typeface="Times New Roman" panose="02020603050405020304" pitchFamily="18" charset="0"/>
              </a:rPr>
              <a:t>Lesson 1:</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PROGRAMMABLE CONTROLS</a:t>
            </a:r>
            <a:endParaRPr lang="en-US" altLang="en-US" sz="32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162ECCDA-F2BF-4888-99B5-069513B39A2B}"/>
              </a:ext>
            </a:extLst>
          </p:cNvPr>
          <p:cNvSpPr>
            <a:spLocks noGrp="1"/>
          </p:cNvSpPr>
          <p:nvPr>
            <p:ph type="sldNum" sz="quarter" idx="12"/>
          </p:nvPr>
        </p:nvSpPr>
        <p:spPr/>
        <p:txBody>
          <a:bodyPr/>
          <a:lstStyle/>
          <a:p>
            <a:fld id="{376C6D4E-51E9-4012-AEE9-667FC8B77072}" type="slidenum">
              <a:rPr lang="en-US" altLang="en-US" smtClean="0"/>
              <a:pPr/>
              <a:t>16</a:t>
            </a:fld>
            <a:endParaRPr lang="en-US" altLang="en-US"/>
          </a:p>
        </p:txBody>
      </p:sp>
      <p:sp>
        <p:nvSpPr>
          <p:cNvPr id="7" name="TextBox 6">
            <a:extLst>
              <a:ext uri="{FF2B5EF4-FFF2-40B4-BE49-F238E27FC236}">
                <a16:creationId xmlns:a16="http://schemas.microsoft.com/office/drawing/2014/main" id="{1D930F56-C3A7-4A20-99A2-1E0683C2A1B1}"/>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par>
                          <p:cTn id="7" fill="hold" nodeType="afterGroup">
                            <p:stCondLst>
                              <p:cond delay="1125"/>
                            </p:stCondLst>
                            <p:childTnLst>
                              <p:par>
                                <p:cTn id="8" presetID="1" presetClass="entr" presetSubtype="0" fill="hold" grpId="0" nodeType="afterEffect">
                                  <p:stCondLst>
                                    <p:cond delay="0"/>
                                  </p:stCondLst>
                                  <p:iterate type="lt">
                                    <p:tmAbs val="75"/>
                                  </p:iterate>
                                  <p:childTnLst>
                                    <p:set>
                                      <p:cBhvr>
                                        <p:cTn id="9"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2053" name="Text Box 5">
            <a:extLst>
              <a:ext uri="{FF2B5EF4-FFF2-40B4-BE49-F238E27FC236}">
                <a16:creationId xmlns:a16="http://schemas.microsoft.com/office/drawing/2014/main" id="{E1420430-AAED-4467-8BBD-1D7A044ACFAB}"/>
              </a:ext>
            </a:extLst>
          </p:cNvPr>
          <p:cNvSpPr txBox="1">
            <a:spLocks noChangeArrowheads="1"/>
          </p:cNvSpPr>
          <p:nvPr/>
        </p:nvSpPr>
        <p:spPr bwMode="auto">
          <a:xfrm>
            <a:off x="2495550" y="1044575"/>
            <a:ext cx="8496994" cy="267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dirty="0">
                <a:solidFill>
                  <a:srgbClr val="000000"/>
                </a:solidFill>
                <a:cs typeface="Times New Roman" panose="02020603050405020304" pitchFamily="18" charset="0"/>
              </a:rPr>
              <a:t>After completing this lesson, learners will be able to:
 </a:t>
            </a:r>
            <a:r>
              <a:rPr lang="en-US" altLang="en-US" sz="2400" b="0" dirty="0">
                <a:solidFill>
                  <a:srgbClr val="000000"/>
                </a:solidFill>
                <a:cs typeface="Times New Roman" panose="02020603050405020304" pitchFamily="18" charset="0"/>
              </a:rPr>
              <a:t>State the structure of a PLC according to the learned content.
 Presentation of the S7- 1200 programmable control devices.
 Presentation of the S7- 1200 memory structure.
 Handle the program exactly according to the content learned.</a:t>
            </a:r>
          </a:p>
        </p:txBody>
      </p:sp>
      <p:pic>
        <p:nvPicPr>
          <p:cNvPr id="136195" name="Picture 9" descr="TKV giao mục tiêu thi đua năm 2018">
            <a:extLst>
              <a:ext uri="{FF2B5EF4-FFF2-40B4-BE49-F238E27FC236}">
                <a16:creationId xmlns:a16="http://schemas.microsoft.com/office/drawing/2014/main" id="{D8AB2E45-2CBB-456B-A760-57C804DB9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413" y="3908425"/>
            <a:ext cx="4367212" cy="254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052C7087-63A3-407B-BF15-C30B9D2857B0}"/>
              </a:ext>
            </a:extLst>
          </p:cNvPr>
          <p:cNvSpPr txBox="1">
            <a:spLocks/>
          </p:cNvSpPr>
          <p:nvPr/>
        </p:nvSpPr>
        <p:spPr>
          <a:xfrm>
            <a:off x="8616281" y="223838"/>
            <a:ext cx="3118520" cy="487362"/>
          </a:xfrm>
          <a:prstGeom prst="rect">
            <a:avLst/>
          </a:prstGeom>
        </p:spPr>
        <p:txBody>
          <a:bodyPr anchor="ct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r" eaLnBrk="1" hangingPunct="1">
              <a:defRPr/>
            </a:pPr>
            <a:r>
              <a:rPr lang="en-US" altLang="en-US" sz="2000" dirty="0">
                <a:solidFill>
                  <a:schemeClr val="accent6">
                    <a:lumMod val="50000"/>
                  </a:schemeClr>
                </a:solidFill>
                <a:effectLst>
                  <a:outerShdw blurRad="38100" dist="38100" dir="2700000" algn="tl">
                    <a:srgbClr val="C0C0C0"/>
                  </a:outerShdw>
                </a:effectLst>
                <a:cs typeface="Times New Roman" pitchFamily="18" charset="0"/>
              </a:rPr>
              <a:t>LESSON OBJECTIVES</a:t>
            </a:r>
          </a:p>
        </p:txBody>
      </p:sp>
      <p:cxnSp>
        <p:nvCxnSpPr>
          <p:cNvPr id="14" name="Straight Connector 13">
            <a:extLst>
              <a:ext uri="{FF2B5EF4-FFF2-40B4-BE49-F238E27FC236}">
                <a16:creationId xmlns:a16="http://schemas.microsoft.com/office/drawing/2014/main" id="{189F665B-9FAA-4CA5-AAA8-E75F7F74EAFD}"/>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0150790E-0CD9-4148-99F4-51B38B11E886}"/>
              </a:ext>
            </a:extLst>
          </p:cNvPr>
          <p:cNvSpPr>
            <a:spLocks noGrp="1"/>
          </p:cNvSpPr>
          <p:nvPr>
            <p:ph type="sldNum" sz="quarter" idx="12"/>
          </p:nvPr>
        </p:nvSpPr>
        <p:spPr>
          <a:xfrm>
            <a:off x="8616281" y="6477084"/>
            <a:ext cx="2743200" cy="365125"/>
          </a:xfrm>
        </p:spPr>
        <p:txBody>
          <a:bodyPr/>
          <a:lstStyle/>
          <a:p>
            <a:fld id="{C0F2E6AA-6632-4CDB-8340-A97DF37D0A28}" type="slidenum">
              <a:rPr lang="en-US" altLang="en-US" smtClean="0"/>
              <a:pPr/>
              <a:t>17</a:t>
            </a:fld>
            <a:endParaRPr lang="en-US" altLang="en-US"/>
          </a:p>
        </p:txBody>
      </p:sp>
      <p:cxnSp>
        <p:nvCxnSpPr>
          <p:cNvPr id="17" name="Straight Connector 16">
            <a:extLst>
              <a:ext uri="{FF2B5EF4-FFF2-40B4-BE49-F238E27FC236}">
                <a16:creationId xmlns:a16="http://schemas.microsoft.com/office/drawing/2014/main" id="{3CA4EF2B-87D5-4BDA-8B64-19EB3CB202CC}"/>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close-up of a logo&#10;&#10;Description automatically generated">
            <a:extLst>
              <a:ext uri="{FF2B5EF4-FFF2-40B4-BE49-F238E27FC236}">
                <a16:creationId xmlns:a16="http://schemas.microsoft.com/office/drawing/2014/main" id="{88E9C589-AEB1-463A-8FEF-FF7AADAEA9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1" name="TextBox 10">
            <a:extLst>
              <a:ext uri="{FF2B5EF4-FFF2-40B4-BE49-F238E27FC236}">
                <a16:creationId xmlns:a16="http://schemas.microsoft.com/office/drawing/2014/main" id="{3F26780E-00B9-4E34-A7C1-250ECAB11BD7}"/>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8242" name="Text Box 3">
            <a:extLst>
              <a:ext uri="{FF2B5EF4-FFF2-40B4-BE49-F238E27FC236}">
                <a16:creationId xmlns:a16="http://schemas.microsoft.com/office/drawing/2014/main" id="{E0DDB10F-CBB6-4631-B2C5-8C30C23A1E1D}"/>
              </a:ext>
            </a:extLst>
          </p:cNvPr>
          <p:cNvSpPr txBox="1">
            <a:spLocks noChangeArrowheads="1"/>
          </p:cNvSpPr>
          <p:nvPr/>
        </p:nvSpPr>
        <p:spPr bwMode="auto">
          <a:xfrm>
            <a:off x="1960563" y="4651375"/>
            <a:ext cx="4602162"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pPr>
            <a:r>
              <a:rPr lang="en-US" altLang="en-US" sz="2400" b="0" dirty="0">
                <a:solidFill>
                  <a:srgbClr val="000000"/>
                </a:solidFill>
              </a:rPr>
              <a:t>Structure of the S7-1200 program.</a:t>
            </a:r>
          </a:p>
        </p:txBody>
      </p:sp>
      <p:sp>
        <p:nvSpPr>
          <p:cNvPr id="138243" name="Text Box 14">
            <a:extLst>
              <a:ext uri="{FF2B5EF4-FFF2-40B4-BE49-F238E27FC236}">
                <a16:creationId xmlns:a16="http://schemas.microsoft.com/office/drawing/2014/main" id="{EA9E880D-8458-4976-9C54-23D07C912C41}"/>
              </a:ext>
            </a:extLst>
          </p:cNvPr>
          <p:cNvSpPr txBox="1">
            <a:spLocks noChangeArrowheads="1"/>
          </p:cNvSpPr>
          <p:nvPr/>
        </p:nvSpPr>
        <p:spPr bwMode="auto">
          <a:xfrm>
            <a:off x="1960563" y="1154113"/>
            <a:ext cx="55435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pPr>
            <a:r>
              <a:rPr lang="en-US" altLang="en-US" sz="2400" b="0" dirty="0">
                <a:solidFill>
                  <a:srgbClr val="000000"/>
                </a:solidFill>
              </a:rPr>
              <a:t>Structure of a PLC.</a:t>
            </a:r>
          </a:p>
        </p:txBody>
      </p:sp>
      <p:sp>
        <p:nvSpPr>
          <p:cNvPr id="138244" name="Text Box 16">
            <a:extLst>
              <a:ext uri="{FF2B5EF4-FFF2-40B4-BE49-F238E27FC236}">
                <a16:creationId xmlns:a16="http://schemas.microsoft.com/office/drawing/2014/main" id="{3FF2AB43-1DDC-4C4D-9573-E7C13DE7AF62}"/>
              </a:ext>
            </a:extLst>
          </p:cNvPr>
          <p:cNvSpPr txBox="1">
            <a:spLocks noChangeArrowheads="1"/>
          </p:cNvSpPr>
          <p:nvPr/>
        </p:nvSpPr>
        <p:spPr bwMode="auto">
          <a:xfrm>
            <a:off x="1960563" y="1868488"/>
            <a:ext cx="68405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pPr>
            <a:r>
              <a:rPr lang="en-US" altLang="en-US" sz="2400" b="0" dirty="0">
                <a:solidFill>
                  <a:srgbClr val="000000"/>
                </a:solidFill>
              </a:rPr>
              <a:t>S7-1200 Programmable Control Unit.</a:t>
            </a:r>
          </a:p>
        </p:txBody>
      </p:sp>
      <p:sp>
        <p:nvSpPr>
          <p:cNvPr id="138245" name="Text Box 17">
            <a:extLst>
              <a:ext uri="{FF2B5EF4-FFF2-40B4-BE49-F238E27FC236}">
                <a16:creationId xmlns:a16="http://schemas.microsoft.com/office/drawing/2014/main" id="{F8E5F90F-EA8E-4CB7-BE9B-D7C267832612}"/>
              </a:ext>
            </a:extLst>
          </p:cNvPr>
          <p:cNvSpPr txBox="1">
            <a:spLocks noChangeArrowheads="1"/>
          </p:cNvSpPr>
          <p:nvPr/>
        </p:nvSpPr>
        <p:spPr bwMode="auto">
          <a:xfrm>
            <a:off x="1960563" y="2581275"/>
            <a:ext cx="50482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pPr>
            <a:r>
              <a:rPr lang="en-US" altLang="en-US" sz="2400" b="0" dirty="0">
                <a:solidFill>
                  <a:srgbClr val="000000"/>
                </a:solidFill>
              </a:rPr>
              <a:t>S7-1200 Memory Structure.</a:t>
            </a:r>
          </a:p>
        </p:txBody>
      </p:sp>
      <p:sp>
        <p:nvSpPr>
          <p:cNvPr id="138246" name="Text Box 18">
            <a:extLst>
              <a:ext uri="{FF2B5EF4-FFF2-40B4-BE49-F238E27FC236}">
                <a16:creationId xmlns:a16="http://schemas.microsoft.com/office/drawing/2014/main" id="{9C43A093-2B59-4953-94F9-1E8924F6A4A6}"/>
              </a:ext>
            </a:extLst>
          </p:cNvPr>
          <p:cNvSpPr txBox="1">
            <a:spLocks noChangeArrowheads="1"/>
          </p:cNvSpPr>
          <p:nvPr/>
        </p:nvSpPr>
        <p:spPr bwMode="auto">
          <a:xfrm>
            <a:off x="1960563" y="3298825"/>
            <a:ext cx="46085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pPr>
            <a:r>
              <a:rPr lang="en-US" altLang="en-US" sz="2400" b="0" dirty="0">
                <a:solidFill>
                  <a:srgbClr val="000000"/>
                </a:solidFill>
              </a:rPr>
              <a:t>Expand the in/out port.</a:t>
            </a:r>
          </a:p>
        </p:txBody>
      </p:sp>
      <p:sp>
        <p:nvSpPr>
          <p:cNvPr id="138247" name="Text Box 19">
            <a:extLst>
              <a:ext uri="{FF2B5EF4-FFF2-40B4-BE49-F238E27FC236}">
                <a16:creationId xmlns:a16="http://schemas.microsoft.com/office/drawing/2014/main" id="{FB449FFC-5795-47F0-8165-6B2738F7FE96}"/>
              </a:ext>
            </a:extLst>
          </p:cNvPr>
          <p:cNvSpPr txBox="1">
            <a:spLocks noChangeArrowheads="1"/>
          </p:cNvSpPr>
          <p:nvPr/>
        </p:nvSpPr>
        <p:spPr bwMode="auto">
          <a:xfrm>
            <a:off x="1960563" y="3940175"/>
            <a:ext cx="5014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pPr>
            <a:r>
              <a:rPr lang="en-US" altLang="en-US" sz="2400" b="0">
                <a:solidFill>
                  <a:srgbClr val="000000"/>
                </a:solidFill>
              </a:rPr>
              <a:t>Implement the program.</a:t>
            </a:r>
          </a:p>
        </p:txBody>
      </p:sp>
      <p:sp>
        <p:nvSpPr>
          <p:cNvPr id="24" name="Title 1">
            <a:extLst>
              <a:ext uri="{FF2B5EF4-FFF2-40B4-BE49-F238E27FC236}">
                <a16:creationId xmlns:a16="http://schemas.microsoft.com/office/drawing/2014/main" id="{F399E8E2-A1DD-42FD-ADDC-C9E7F7F2D166}"/>
              </a:ext>
            </a:extLst>
          </p:cNvPr>
          <p:cNvSpPr txBox="1">
            <a:spLocks/>
          </p:cNvSpPr>
          <p:nvPr/>
        </p:nvSpPr>
        <p:spPr>
          <a:xfrm>
            <a:off x="6562725" y="223838"/>
            <a:ext cx="5172075" cy="487362"/>
          </a:xfrm>
          <a:prstGeom prst="rect">
            <a:avLst/>
          </a:prstGeom>
        </p:spPr>
        <p:txBody>
          <a:bodyPr anchor="ct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r" eaLnBrk="1" hangingPunct="1">
              <a:defRPr/>
            </a:pPr>
            <a:r>
              <a:rPr lang="en-US" altLang="en-US" sz="2000" dirty="0">
                <a:solidFill>
                  <a:schemeClr val="accent6">
                    <a:lumMod val="75000"/>
                  </a:schemeClr>
                </a:solidFill>
                <a:effectLst>
                  <a:outerShdw blurRad="38100" dist="38100" dir="2700000" algn="tl">
                    <a:srgbClr val="C0C0C0"/>
                  </a:outerShdw>
                </a:effectLst>
                <a:cs typeface="Times New Roman" pitchFamily="18" charset="0"/>
              </a:rPr>
              <a:t>LESSON CONTENT</a:t>
            </a:r>
          </a:p>
        </p:txBody>
      </p:sp>
      <p:pic>
        <p:nvPicPr>
          <p:cNvPr id="138249" name="Picture 14" descr="C:\Users\nbcha\Downloads\maxresdefault (1).jpg">
            <a:extLst>
              <a:ext uri="{FF2B5EF4-FFF2-40B4-BE49-F238E27FC236}">
                <a16:creationId xmlns:a16="http://schemas.microsoft.com/office/drawing/2014/main" id="{7D31FAFD-B766-4CE3-AEE9-68C97E296E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281238"/>
            <a:ext cx="4441825"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Straight Connector 15">
            <a:extLst>
              <a:ext uri="{FF2B5EF4-FFF2-40B4-BE49-F238E27FC236}">
                <a16:creationId xmlns:a16="http://schemas.microsoft.com/office/drawing/2014/main" id="{1202B759-C4A3-4B8F-946A-3B99FC7A0CD5}"/>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8C9BC89-C664-462E-B664-691B51530F41}"/>
              </a:ext>
            </a:extLst>
          </p:cNvPr>
          <p:cNvSpPr>
            <a:spLocks noGrp="1"/>
          </p:cNvSpPr>
          <p:nvPr>
            <p:ph type="sldNum" sz="quarter" idx="12"/>
          </p:nvPr>
        </p:nvSpPr>
        <p:spPr>
          <a:xfrm>
            <a:off x="8688288" y="6460567"/>
            <a:ext cx="2743200" cy="365125"/>
          </a:xfrm>
        </p:spPr>
        <p:txBody>
          <a:bodyPr/>
          <a:lstStyle/>
          <a:p>
            <a:fld id="{C0F2E6AA-6632-4CDB-8340-A97DF37D0A28}" type="slidenum">
              <a:rPr lang="en-US" altLang="en-US" smtClean="0"/>
              <a:pPr/>
              <a:t>18</a:t>
            </a:fld>
            <a:endParaRPr lang="en-US" altLang="en-US" dirty="0"/>
          </a:p>
        </p:txBody>
      </p:sp>
      <p:cxnSp>
        <p:nvCxnSpPr>
          <p:cNvPr id="17" name="Straight Connector 16">
            <a:extLst>
              <a:ext uri="{FF2B5EF4-FFF2-40B4-BE49-F238E27FC236}">
                <a16:creationId xmlns:a16="http://schemas.microsoft.com/office/drawing/2014/main" id="{11F6C8D2-C8A0-4847-AF0B-7BDE23919046}"/>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close-up of a logo&#10;&#10;Description automatically generated">
            <a:extLst>
              <a:ext uri="{FF2B5EF4-FFF2-40B4-BE49-F238E27FC236}">
                <a16:creationId xmlns:a16="http://schemas.microsoft.com/office/drawing/2014/main" id="{37F69AF5-D353-447F-A79E-FC4929F7DC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5" name="TextBox 14">
            <a:extLst>
              <a:ext uri="{FF2B5EF4-FFF2-40B4-BE49-F238E27FC236}">
                <a16:creationId xmlns:a16="http://schemas.microsoft.com/office/drawing/2014/main" id="{7E6534AD-5F54-4BE8-AFD9-80CE2CEE8428}"/>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F399E8E2-A1DD-42FD-ADDC-C9E7F7F2D166}"/>
              </a:ext>
            </a:extLst>
          </p:cNvPr>
          <p:cNvSpPr txBox="1">
            <a:spLocks/>
          </p:cNvSpPr>
          <p:nvPr/>
        </p:nvSpPr>
        <p:spPr>
          <a:xfrm>
            <a:off x="6562725" y="223838"/>
            <a:ext cx="5172075" cy="487362"/>
          </a:xfrm>
          <a:prstGeom prst="rect">
            <a:avLst/>
          </a:prstGeom>
        </p:spPr>
        <p:txBody>
          <a:bodyPr anchor="ct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r" eaLnBrk="1" hangingPunct="1">
              <a:defRPr/>
            </a:pPr>
            <a:r>
              <a:rPr lang="en-US" altLang="en-US" sz="2000" dirty="0">
                <a:solidFill>
                  <a:schemeClr val="accent6">
                    <a:lumMod val="75000"/>
                  </a:schemeClr>
                </a:solidFill>
                <a:effectLst>
                  <a:outerShdw blurRad="38100" dist="38100" dir="2700000" algn="tl">
                    <a:srgbClr val="C0C0C0"/>
                  </a:outerShdw>
                </a:effectLst>
                <a:cs typeface="Times New Roman" pitchFamily="18" charset="0"/>
              </a:rPr>
              <a:t>LESSON CONTENT</a:t>
            </a:r>
          </a:p>
        </p:txBody>
      </p:sp>
      <p:cxnSp>
        <p:nvCxnSpPr>
          <p:cNvPr id="16" name="Straight Connector 15">
            <a:extLst>
              <a:ext uri="{FF2B5EF4-FFF2-40B4-BE49-F238E27FC236}">
                <a16:creationId xmlns:a16="http://schemas.microsoft.com/office/drawing/2014/main" id="{1202B759-C4A3-4B8F-946A-3B99FC7A0CD5}"/>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8C9BC89-C664-462E-B664-691B51530F41}"/>
              </a:ext>
            </a:extLst>
          </p:cNvPr>
          <p:cNvSpPr>
            <a:spLocks noGrp="1"/>
          </p:cNvSpPr>
          <p:nvPr>
            <p:ph type="sldNum" sz="quarter" idx="12"/>
          </p:nvPr>
        </p:nvSpPr>
        <p:spPr>
          <a:xfrm>
            <a:off x="8739188" y="6529388"/>
            <a:ext cx="2844800" cy="260351"/>
          </a:xfrm>
        </p:spPr>
        <p:txBody>
          <a:bodyPr/>
          <a:lstStyle/>
          <a:p>
            <a:fld id="{C0F2E6AA-6632-4CDB-8340-A97DF37D0A28}" type="slidenum">
              <a:rPr lang="en-US" altLang="en-US" smtClean="0"/>
              <a:pPr/>
              <a:t>19</a:t>
            </a:fld>
            <a:endParaRPr lang="en-US" altLang="en-US" dirty="0"/>
          </a:p>
        </p:txBody>
      </p:sp>
      <p:cxnSp>
        <p:nvCxnSpPr>
          <p:cNvPr id="17" name="Straight Connector 16">
            <a:extLst>
              <a:ext uri="{FF2B5EF4-FFF2-40B4-BE49-F238E27FC236}">
                <a16:creationId xmlns:a16="http://schemas.microsoft.com/office/drawing/2014/main" id="{11F6C8D2-C8A0-4847-AF0B-7BDE23919046}"/>
              </a:ext>
            </a:extLst>
          </p:cNvPr>
          <p:cNvCxnSpPr/>
          <p:nvPr/>
        </p:nvCxnSpPr>
        <p:spPr>
          <a:xfrm>
            <a:off x="457200" y="735013"/>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close-up of a logo&#10;&#10;Description automatically generated">
            <a:extLst>
              <a:ext uri="{FF2B5EF4-FFF2-40B4-BE49-F238E27FC236}">
                <a16:creationId xmlns:a16="http://schemas.microsoft.com/office/drawing/2014/main" id="{37F69AF5-D353-447F-A79E-FC4929F7D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 name="Line 47">
            <a:extLst>
              <a:ext uri="{FF2B5EF4-FFF2-40B4-BE49-F238E27FC236}">
                <a16:creationId xmlns:a16="http://schemas.microsoft.com/office/drawing/2014/main" id="{5BE8D5DB-772B-4BCE-9466-B94FAA7ADEFE}"/>
              </a:ext>
            </a:extLst>
          </p:cNvPr>
          <p:cNvSpPr>
            <a:spLocks noChangeShapeType="1"/>
          </p:cNvSpPr>
          <p:nvPr/>
        </p:nvSpPr>
        <p:spPr bwMode="auto">
          <a:xfrm>
            <a:off x="6678613" y="2465388"/>
            <a:ext cx="17033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a14:hiddenLine>
            </a:ext>
          </a:extLst>
        </p:spPr>
        <p:txBody>
          <a:bodyPr lIns="90000" tIns="46800" rIns="90000" bIns="46800"/>
          <a:lstStyle/>
          <a:p>
            <a:endParaRPr lang="en-US"/>
          </a:p>
        </p:txBody>
      </p:sp>
      <p:sp>
        <p:nvSpPr>
          <p:cNvPr id="15" name="Text Box 5">
            <a:extLst>
              <a:ext uri="{FF2B5EF4-FFF2-40B4-BE49-F238E27FC236}">
                <a16:creationId xmlns:a16="http://schemas.microsoft.com/office/drawing/2014/main" id="{D860561C-864F-48B7-B8E7-C4BEBB8C2224}"/>
              </a:ext>
            </a:extLst>
          </p:cNvPr>
          <p:cNvSpPr txBox="1">
            <a:spLocks noChangeArrowheads="1"/>
          </p:cNvSpPr>
          <p:nvPr/>
        </p:nvSpPr>
        <p:spPr bwMode="auto">
          <a:xfrm>
            <a:off x="1674813" y="3117850"/>
            <a:ext cx="1639887" cy="2627313"/>
          </a:xfrm>
          <a:prstGeom prst="rect">
            <a:avLst/>
          </a:prstGeom>
          <a:solidFill>
            <a:schemeClr val="accent1"/>
          </a:solidFill>
          <a:ln w="19050">
            <a:solidFill>
              <a:srgbClr val="0000FF"/>
            </a:solidFill>
            <a:miter lim="800000"/>
            <a:headEnd/>
            <a:tailEnd/>
          </a:ln>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Block 
source</a:t>
            </a:r>
          </a:p>
        </p:txBody>
      </p:sp>
      <p:sp>
        <p:nvSpPr>
          <p:cNvPr id="19" name="Text Box 6">
            <a:extLst>
              <a:ext uri="{FF2B5EF4-FFF2-40B4-BE49-F238E27FC236}">
                <a16:creationId xmlns:a16="http://schemas.microsoft.com/office/drawing/2014/main" id="{585CD46F-0B97-4248-81BD-0006277EAEB9}"/>
              </a:ext>
            </a:extLst>
          </p:cNvPr>
          <p:cNvSpPr txBox="1">
            <a:spLocks noChangeArrowheads="1"/>
          </p:cNvSpPr>
          <p:nvPr/>
        </p:nvSpPr>
        <p:spPr bwMode="auto">
          <a:xfrm>
            <a:off x="3556000" y="3117850"/>
            <a:ext cx="2824163" cy="2627313"/>
          </a:xfrm>
          <a:prstGeom prst="rect">
            <a:avLst/>
          </a:prstGeom>
          <a:solidFill>
            <a:schemeClr val="accent1"/>
          </a:solidFill>
          <a:ln w="19050">
            <a:solidFill>
              <a:srgbClr val="FF0000"/>
            </a:solidFill>
            <a:miter lim="800000"/>
            <a:headEnd/>
            <a:tailEnd/>
          </a:ln>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endParaRPr lang="en-US" altLang="en-US" sz="4000">
              <a:solidFill>
                <a:srgbClr val="000000"/>
              </a:solidFill>
            </a:endParaRPr>
          </a:p>
        </p:txBody>
      </p:sp>
      <p:sp>
        <p:nvSpPr>
          <p:cNvPr id="20" name="Text Box 7">
            <a:extLst>
              <a:ext uri="{FF2B5EF4-FFF2-40B4-BE49-F238E27FC236}">
                <a16:creationId xmlns:a16="http://schemas.microsoft.com/office/drawing/2014/main" id="{496EC120-162C-4344-8A71-390264D8997B}"/>
              </a:ext>
            </a:extLst>
          </p:cNvPr>
          <p:cNvSpPr txBox="1">
            <a:spLocks noChangeArrowheads="1"/>
          </p:cNvSpPr>
          <p:nvPr/>
        </p:nvSpPr>
        <p:spPr bwMode="auto">
          <a:xfrm>
            <a:off x="6696075" y="3117850"/>
            <a:ext cx="1841500" cy="2627313"/>
          </a:xfrm>
          <a:prstGeom prst="rect">
            <a:avLst/>
          </a:prstGeom>
          <a:solidFill>
            <a:schemeClr val="accent1"/>
          </a:solidFill>
          <a:ln w="19050">
            <a:solidFill>
              <a:srgbClr val="FF00FF"/>
            </a:solidFill>
            <a:miter lim="800000"/>
            <a:headEnd/>
            <a:tailEnd/>
          </a:ln>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endParaRPr lang="en-US" altLang="en-US" sz="1200">
              <a:solidFill>
                <a:srgbClr val="000000"/>
              </a:solidFill>
            </a:endParaRPr>
          </a:p>
          <a:p>
            <a:pPr algn="ctr" eaLnBrk="1" hangingPunct="1"/>
            <a:endParaRPr lang="en-US" altLang="en-US" sz="1200">
              <a:solidFill>
                <a:srgbClr val="000000"/>
              </a:solidFill>
            </a:endParaRPr>
          </a:p>
          <a:p>
            <a:pPr algn="ctr" eaLnBrk="1" hangingPunct="1"/>
            <a:endParaRPr lang="en-US" altLang="en-US" sz="1200">
              <a:solidFill>
                <a:srgbClr val="000000"/>
              </a:solidFill>
            </a:endParaRPr>
          </a:p>
          <a:p>
            <a:pPr algn="ctr" eaLnBrk="1" hangingPunct="1"/>
            <a:endParaRPr lang="en-US" altLang="en-US" sz="1200">
              <a:solidFill>
                <a:srgbClr val="000000"/>
              </a:solidFill>
            </a:endParaRPr>
          </a:p>
          <a:p>
            <a:pPr algn="ctr" eaLnBrk="1" hangingPunct="1"/>
            <a:endParaRPr lang="en-US" altLang="en-US" sz="1200">
              <a:solidFill>
                <a:srgbClr val="000000"/>
              </a:solidFill>
            </a:endParaRPr>
          </a:p>
        </p:txBody>
      </p:sp>
      <p:sp>
        <p:nvSpPr>
          <p:cNvPr id="21" name="Text Box 8">
            <a:extLst>
              <a:ext uri="{FF2B5EF4-FFF2-40B4-BE49-F238E27FC236}">
                <a16:creationId xmlns:a16="http://schemas.microsoft.com/office/drawing/2014/main" id="{E0AEE556-5A39-481E-8128-95BA6784C937}"/>
              </a:ext>
            </a:extLst>
          </p:cNvPr>
          <p:cNvSpPr txBox="1">
            <a:spLocks noChangeArrowheads="1"/>
          </p:cNvSpPr>
          <p:nvPr/>
        </p:nvSpPr>
        <p:spPr bwMode="auto">
          <a:xfrm>
            <a:off x="8907463" y="3117850"/>
            <a:ext cx="1409700" cy="2627313"/>
          </a:xfrm>
          <a:prstGeom prst="rect">
            <a:avLst/>
          </a:prstGeom>
          <a:solidFill>
            <a:schemeClr val="accent1"/>
          </a:solidFill>
          <a:ln w="19050">
            <a:solidFill>
              <a:srgbClr val="008000"/>
            </a:solidFill>
            <a:miter lim="800000"/>
            <a:headEnd/>
            <a:tailEnd/>
          </a:ln>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buFontTx/>
              <a:buNone/>
            </a:pPr>
            <a:r>
              <a:rPr lang="en-US" altLang="en-US" sz="1800">
                <a:solidFill>
                  <a:srgbClr val="000000"/>
                </a:solidFill>
              </a:rPr>
              <a:t>Output </a:t>
            </a:r>
          </a:p>
          <a:p>
            <a:pPr algn="ctr" eaLnBrk="1" hangingPunct="1">
              <a:buFontTx/>
              <a:buNone/>
            </a:pPr>
            <a:r>
              <a:rPr lang="en-US" altLang="en-US" sz="1800">
                <a:solidFill>
                  <a:srgbClr val="000000"/>
                </a:solidFill>
              </a:rPr>
              <a:t>module</a:t>
            </a:r>
          </a:p>
          <a:p>
            <a:pPr eaLnBrk="1" hangingPunct="1"/>
            <a:endParaRPr lang="en-US" altLang="en-US" sz="1800">
              <a:solidFill>
                <a:srgbClr val="000000"/>
              </a:solidFill>
            </a:endParaRPr>
          </a:p>
        </p:txBody>
      </p:sp>
      <p:sp>
        <p:nvSpPr>
          <p:cNvPr id="22" name="Text Box 9">
            <a:extLst>
              <a:ext uri="{FF2B5EF4-FFF2-40B4-BE49-F238E27FC236}">
                <a16:creationId xmlns:a16="http://schemas.microsoft.com/office/drawing/2014/main" id="{4A39FA1F-CC15-433E-9FD7-8F0273A65623}"/>
              </a:ext>
            </a:extLst>
          </p:cNvPr>
          <p:cNvSpPr txBox="1">
            <a:spLocks noChangeArrowheads="1"/>
          </p:cNvSpPr>
          <p:nvPr/>
        </p:nvSpPr>
        <p:spPr bwMode="auto">
          <a:xfrm>
            <a:off x="3744913" y="3400425"/>
            <a:ext cx="2212975" cy="735013"/>
          </a:xfrm>
          <a:prstGeom prst="rect">
            <a:avLst/>
          </a:prstGeom>
          <a:solidFill>
            <a:schemeClr val="bg1"/>
          </a:solidFill>
          <a:ln w="9525">
            <a:solidFill>
              <a:srgbClr val="000000"/>
            </a:solidFill>
            <a:miter lim="800000"/>
            <a:headEnd/>
            <a:tailEnd/>
          </a:ln>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buFontTx/>
              <a:buNone/>
            </a:pPr>
            <a:r>
              <a:rPr lang="en-US" altLang="en-US" sz="1800" dirty="0">
                <a:solidFill>
                  <a:srgbClr val="000000"/>
                </a:solidFill>
              </a:rPr>
              <a:t>Memory 
program</a:t>
            </a:r>
          </a:p>
        </p:txBody>
      </p:sp>
      <p:sp>
        <p:nvSpPr>
          <p:cNvPr id="23" name="Text Box 10">
            <a:extLst>
              <a:ext uri="{FF2B5EF4-FFF2-40B4-BE49-F238E27FC236}">
                <a16:creationId xmlns:a16="http://schemas.microsoft.com/office/drawing/2014/main" id="{008C9BFE-0CE1-4AD6-998E-AED44307059D}"/>
              </a:ext>
            </a:extLst>
          </p:cNvPr>
          <p:cNvSpPr txBox="1">
            <a:spLocks noChangeArrowheads="1"/>
          </p:cNvSpPr>
          <p:nvPr/>
        </p:nvSpPr>
        <p:spPr bwMode="auto">
          <a:xfrm>
            <a:off x="3778250" y="5032375"/>
            <a:ext cx="855663" cy="4714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000">
                <a:solidFill>
                  <a:srgbClr val="000000"/>
                </a:solidFill>
              </a:rPr>
              <a:t>CPU</a:t>
            </a:r>
          </a:p>
        </p:txBody>
      </p:sp>
      <p:sp>
        <p:nvSpPr>
          <p:cNvPr id="25" name="Text Box 11">
            <a:extLst>
              <a:ext uri="{FF2B5EF4-FFF2-40B4-BE49-F238E27FC236}">
                <a16:creationId xmlns:a16="http://schemas.microsoft.com/office/drawing/2014/main" id="{37CE03B9-7331-425C-8F3A-8B814D43D6AB}"/>
              </a:ext>
            </a:extLst>
          </p:cNvPr>
          <p:cNvSpPr txBox="1">
            <a:spLocks noChangeArrowheads="1"/>
          </p:cNvSpPr>
          <p:nvPr/>
        </p:nvSpPr>
        <p:spPr bwMode="auto">
          <a:xfrm>
            <a:off x="4789488" y="5105400"/>
            <a:ext cx="1473200" cy="398463"/>
          </a:xfrm>
          <a:prstGeom prst="rect">
            <a:avLst/>
          </a:prstGeom>
          <a:solidFill>
            <a:srgbClr val="00FF00"/>
          </a:solidFill>
          <a:ln w="9525">
            <a:solidFill>
              <a:srgbClr val="FF0000"/>
            </a:solidFill>
            <a:miter lim="800000"/>
            <a:headEnd/>
            <a:tailEnd/>
          </a:ln>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buFontTx/>
              <a:buNone/>
            </a:pPr>
            <a:r>
              <a:rPr lang="en-US" altLang="en-US" sz="2000" dirty="0">
                <a:solidFill>
                  <a:srgbClr val="000000"/>
                </a:solidFill>
              </a:rPr>
              <a:t>Processor</a:t>
            </a:r>
          </a:p>
        </p:txBody>
      </p:sp>
      <p:sp>
        <p:nvSpPr>
          <p:cNvPr id="26" name="Line 12">
            <a:extLst>
              <a:ext uri="{FF2B5EF4-FFF2-40B4-BE49-F238E27FC236}">
                <a16:creationId xmlns:a16="http://schemas.microsoft.com/office/drawing/2014/main" id="{8B4517C2-D318-4C73-AAFB-039331BDA99D}"/>
              </a:ext>
            </a:extLst>
          </p:cNvPr>
          <p:cNvSpPr>
            <a:spLocks noChangeShapeType="1"/>
          </p:cNvSpPr>
          <p:nvPr/>
        </p:nvSpPr>
        <p:spPr bwMode="auto">
          <a:xfrm>
            <a:off x="2549525" y="4432300"/>
            <a:ext cx="7612063" cy="158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Line 13">
            <a:extLst>
              <a:ext uri="{FF2B5EF4-FFF2-40B4-BE49-F238E27FC236}">
                <a16:creationId xmlns:a16="http://schemas.microsoft.com/office/drawing/2014/main" id="{3371FF60-8E8B-4CBC-A5D4-38A6D99BE9BF}"/>
              </a:ext>
            </a:extLst>
          </p:cNvPr>
          <p:cNvSpPr>
            <a:spLocks noChangeShapeType="1"/>
          </p:cNvSpPr>
          <p:nvPr/>
        </p:nvSpPr>
        <p:spPr bwMode="auto">
          <a:xfrm>
            <a:off x="2549525" y="4619625"/>
            <a:ext cx="7612063" cy="1588"/>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 name="Line 14">
            <a:extLst>
              <a:ext uri="{FF2B5EF4-FFF2-40B4-BE49-F238E27FC236}">
                <a16:creationId xmlns:a16="http://schemas.microsoft.com/office/drawing/2014/main" id="{6990FF6F-BEB4-4C3D-AAED-DCC6721C2FC9}"/>
              </a:ext>
            </a:extLst>
          </p:cNvPr>
          <p:cNvSpPr>
            <a:spLocks noChangeShapeType="1"/>
          </p:cNvSpPr>
          <p:nvPr/>
        </p:nvSpPr>
        <p:spPr bwMode="auto">
          <a:xfrm>
            <a:off x="2549525" y="4806950"/>
            <a:ext cx="7612063" cy="1588"/>
          </a:xfrm>
          <a:prstGeom prst="line">
            <a:avLst/>
          </a:prstGeom>
          <a:noFill/>
          <a:ln w="381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 name="Line 15">
            <a:extLst>
              <a:ext uri="{FF2B5EF4-FFF2-40B4-BE49-F238E27FC236}">
                <a16:creationId xmlns:a16="http://schemas.microsoft.com/office/drawing/2014/main" id="{67EBDCEC-3F57-4BEB-AEE6-A0E1E85424D0}"/>
              </a:ext>
            </a:extLst>
          </p:cNvPr>
          <p:cNvSpPr>
            <a:spLocks noChangeShapeType="1"/>
          </p:cNvSpPr>
          <p:nvPr/>
        </p:nvSpPr>
        <p:spPr bwMode="auto">
          <a:xfrm>
            <a:off x="4448175" y="4135438"/>
            <a:ext cx="0" cy="67151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 name="Line 16">
            <a:extLst>
              <a:ext uri="{FF2B5EF4-FFF2-40B4-BE49-F238E27FC236}">
                <a16:creationId xmlns:a16="http://schemas.microsoft.com/office/drawing/2014/main" id="{F7AB72C0-F05B-4759-9A1A-114B738D15F8}"/>
              </a:ext>
            </a:extLst>
          </p:cNvPr>
          <p:cNvSpPr>
            <a:spLocks noChangeShapeType="1"/>
          </p:cNvSpPr>
          <p:nvPr/>
        </p:nvSpPr>
        <p:spPr bwMode="auto">
          <a:xfrm>
            <a:off x="4562475" y="4135438"/>
            <a:ext cx="0" cy="48418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 name="Line 17">
            <a:extLst>
              <a:ext uri="{FF2B5EF4-FFF2-40B4-BE49-F238E27FC236}">
                <a16:creationId xmlns:a16="http://schemas.microsoft.com/office/drawing/2014/main" id="{9F10EA49-FBAC-4A0F-AA08-6D22486B9E0B}"/>
              </a:ext>
            </a:extLst>
          </p:cNvPr>
          <p:cNvSpPr>
            <a:spLocks noChangeShapeType="1"/>
          </p:cNvSpPr>
          <p:nvPr/>
        </p:nvSpPr>
        <p:spPr bwMode="auto">
          <a:xfrm>
            <a:off x="4676775" y="4135438"/>
            <a:ext cx="0" cy="29686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21">
            <a:extLst>
              <a:ext uri="{FF2B5EF4-FFF2-40B4-BE49-F238E27FC236}">
                <a16:creationId xmlns:a16="http://schemas.microsoft.com/office/drawing/2014/main" id="{6C164B73-601C-497C-9676-EEB180E4045A}"/>
              </a:ext>
            </a:extLst>
          </p:cNvPr>
          <p:cNvSpPr>
            <a:spLocks noChangeShapeType="1"/>
          </p:cNvSpPr>
          <p:nvPr/>
        </p:nvSpPr>
        <p:spPr bwMode="auto">
          <a:xfrm>
            <a:off x="5697538" y="4432300"/>
            <a:ext cx="0" cy="6731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22">
            <a:extLst>
              <a:ext uri="{FF2B5EF4-FFF2-40B4-BE49-F238E27FC236}">
                <a16:creationId xmlns:a16="http://schemas.microsoft.com/office/drawing/2014/main" id="{D8208A4B-4851-4AC2-9F1F-F1FB04F635F3}"/>
              </a:ext>
            </a:extLst>
          </p:cNvPr>
          <p:cNvSpPr>
            <a:spLocks noChangeShapeType="1"/>
          </p:cNvSpPr>
          <p:nvPr/>
        </p:nvSpPr>
        <p:spPr bwMode="auto">
          <a:xfrm>
            <a:off x="5584825" y="4619625"/>
            <a:ext cx="0" cy="48577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3">
            <a:extLst>
              <a:ext uri="{FF2B5EF4-FFF2-40B4-BE49-F238E27FC236}">
                <a16:creationId xmlns:a16="http://schemas.microsoft.com/office/drawing/2014/main" id="{4CAD482D-971B-43C6-9C8B-97AA4B294B52}"/>
              </a:ext>
            </a:extLst>
          </p:cNvPr>
          <p:cNvSpPr>
            <a:spLocks noChangeShapeType="1"/>
          </p:cNvSpPr>
          <p:nvPr/>
        </p:nvSpPr>
        <p:spPr bwMode="auto">
          <a:xfrm>
            <a:off x="5472113" y="4806950"/>
            <a:ext cx="0" cy="2984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Line 27">
            <a:extLst>
              <a:ext uri="{FF2B5EF4-FFF2-40B4-BE49-F238E27FC236}">
                <a16:creationId xmlns:a16="http://schemas.microsoft.com/office/drawing/2014/main" id="{0AFF6464-64C7-47DD-B322-A77B6DB63A6A}"/>
              </a:ext>
            </a:extLst>
          </p:cNvPr>
          <p:cNvSpPr>
            <a:spLocks noChangeShapeType="1"/>
          </p:cNvSpPr>
          <p:nvPr/>
        </p:nvSpPr>
        <p:spPr bwMode="auto">
          <a:xfrm>
            <a:off x="6696075" y="3492500"/>
            <a:ext cx="1841500" cy="15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28">
            <a:extLst>
              <a:ext uri="{FF2B5EF4-FFF2-40B4-BE49-F238E27FC236}">
                <a16:creationId xmlns:a16="http://schemas.microsoft.com/office/drawing/2014/main" id="{8F52768A-66E2-433E-93F5-8C69D2292175}"/>
              </a:ext>
            </a:extLst>
          </p:cNvPr>
          <p:cNvSpPr>
            <a:spLocks noChangeShapeType="1"/>
          </p:cNvSpPr>
          <p:nvPr/>
        </p:nvSpPr>
        <p:spPr bwMode="auto">
          <a:xfrm>
            <a:off x="7173913" y="3117850"/>
            <a:ext cx="0" cy="374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29">
            <a:extLst>
              <a:ext uri="{FF2B5EF4-FFF2-40B4-BE49-F238E27FC236}">
                <a16:creationId xmlns:a16="http://schemas.microsoft.com/office/drawing/2014/main" id="{83E5C040-1446-4256-BB39-75161D19BC89}"/>
              </a:ext>
            </a:extLst>
          </p:cNvPr>
          <p:cNvSpPr>
            <a:spLocks noChangeShapeType="1"/>
          </p:cNvSpPr>
          <p:nvPr/>
        </p:nvSpPr>
        <p:spPr bwMode="auto">
          <a:xfrm>
            <a:off x="7513638" y="3117850"/>
            <a:ext cx="0" cy="374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30">
            <a:extLst>
              <a:ext uri="{FF2B5EF4-FFF2-40B4-BE49-F238E27FC236}">
                <a16:creationId xmlns:a16="http://schemas.microsoft.com/office/drawing/2014/main" id="{C18C1D99-5211-4B15-8B60-E1F5D42C5097}"/>
              </a:ext>
            </a:extLst>
          </p:cNvPr>
          <p:cNvSpPr>
            <a:spLocks noChangeShapeType="1"/>
          </p:cNvSpPr>
          <p:nvPr/>
        </p:nvSpPr>
        <p:spPr bwMode="auto">
          <a:xfrm>
            <a:off x="7856538" y="3117850"/>
            <a:ext cx="0" cy="374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31">
            <a:extLst>
              <a:ext uri="{FF2B5EF4-FFF2-40B4-BE49-F238E27FC236}">
                <a16:creationId xmlns:a16="http://schemas.microsoft.com/office/drawing/2014/main" id="{BED13745-FFD3-4FFF-B0A3-692D4E6FBA60}"/>
              </a:ext>
            </a:extLst>
          </p:cNvPr>
          <p:cNvSpPr>
            <a:spLocks noChangeShapeType="1"/>
          </p:cNvSpPr>
          <p:nvPr/>
        </p:nvSpPr>
        <p:spPr bwMode="auto">
          <a:xfrm>
            <a:off x="8196263" y="3117850"/>
            <a:ext cx="0" cy="374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32">
            <a:extLst>
              <a:ext uri="{FF2B5EF4-FFF2-40B4-BE49-F238E27FC236}">
                <a16:creationId xmlns:a16="http://schemas.microsoft.com/office/drawing/2014/main" id="{F1504A21-5B60-4295-B723-29F2208A3AAA}"/>
              </a:ext>
            </a:extLst>
          </p:cNvPr>
          <p:cNvSpPr>
            <a:spLocks noChangeShapeType="1"/>
          </p:cNvSpPr>
          <p:nvPr/>
        </p:nvSpPr>
        <p:spPr bwMode="auto">
          <a:xfrm>
            <a:off x="7361238" y="3492500"/>
            <a:ext cx="0" cy="13144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33">
            <a:extLst>
              <a:ext uri="{FF2B5EF4-FFF2-40B4-BE49-F238E27FC236}">
                <a16:creationId xmlns:a16="http://schemas.microsoft.com/office/drawing/2014/main" id="{5B353556-ACAC-4A98-BDF7-9DDB6A097BB2}"/>
              </a:ext>
            </a:extLst>
          </p:cNvPr>
          <p:cNvSpPr>
            <a:spLocks noChangeShapeType="1"/>
          </p:cNvSpPr>
          <p:nvPr/>
        </p:nvSpPr>
        <p:spPr bwMode="auto">
          <a:xfrm>
            <a:off x="7702550" y="3492500"/>
            <a:ext cx="0" cy="112712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34">
            <a:extLst>
              <a:ext uri="{FF2B5EF4-FFF2-40B4-BE49-F238E27FC236}">
                <a16:creationId xmlns:a16="http://schemas.microsoft.com/office/drawing/2014/main" id="{E1C29481-8A06-4F6E-8902-E09F9D9EE5B5}"/>
              </a:ext>
            </a:extLst>
          </p:cNvPr>
          <p:cNvSpPr>
            <a:spLocks noChangeShapeType="1"/>
          </p:cNvSpPr>
          <p:nvPr/>
        </p:nvSpPr>
        <p:spPr bwMode="auto">
          <a:xfrm>
            <a:off x="8042275" y="3492500"/>
            <a:ext cx="0" cy="93980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38">
            <a:extLst>
              <a:ext uri="{FF2B5EF4-FFF2-40B4-BE49-F238E27FC236}">
                <a16:creationId xmlns:a16="http://schemas.microsoft.com/office/drawing/2014/main" id="{1E0E4B7B-ABFC-4D89-B18D-9E247947270F}"/>
              </a:ext>
            </a:extLst>
          </p:cNvPr>
          <p:cNvSpPr>
            <a:spLocks noChangeShapeType="1"/>
          </p:cNvSpPr>
          <p:nvPr/>
        </p:nvSpPr>
        <p:spPr bwMode="auto">
          <a:xfrm>
            <a:off x="9055100" y="5370513"/>
            <a:ext cx="1106488" cy="158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39">
            <a:extLst>
              <a:ext uri="{FF2B5EF4-FFF2-40B4-BE49-F238E27FC236}">
                <a16:creationId xmlns:a16="http://schemas.microsoft.com/office/drawing/2014/main" id="{B76320EA-E858-40AE-BEAA-B083E07D01AA}"/>
              </a:ext>
            </a:extLst>
          </p:cNvPr>
          <p:cNvSpPr>
            <a:spLocks noChangeShapeType="1"/>
          </p:cNvSpPr>
          <p:nvPr/>
        </p:nvSpPr>
        <p:spPr bwMode="auto">
          <a:xfrm>
            <a:off x="9478963" y="5370513"/>
            <a:ext cx="0" cy="374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 name="Line 40">
            <a:extLst>
              <a:ext uri="{FF2B5EF4-FFF2-40B4-BE49-F238E27FC236}">
                <a16:creationId xmlns:a16="http://schemas.microsoft.com/office/drawing/2014/main" id="{E6F3F55A-59D1-4F4A-9FF9-6B49E1BF9BDD}"/>
              </a:ext>
            </a:extLst>
          </p:cNvPr>
          <p:cNvSpPr>
            <a:spLocks noChangeShapeType="1"/>
          </p:cNvSpPr>
          <p:nvPr/>
        </p:nvSpPr>
        <p:spPr bwMode="auto">
          <a:xfrm>
            <a:off x="9818688" y="5370513"/>
            <a:ext cx="0" cy="3746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41">
            <a:extLst>
              <a:ext uri="{FF2B5EF4-FFF2-40B4-BE49-F238E27FC236}">
                <a16:creationId xmlns:a16="http://schemas.microsoft.com/office/drawing/2014/main" id="{A95E8CC6-4915-415A-9B8E-A3D9975C891D}"/>
              </a:ext>
            </a:extLst>
          </p:cNvPr>
          <p:cNvSpPr>
            <a:spLocks noChangeShapeType="1"/>
          </p:cNvSpPr>
          <p:nvPr/>
        </p:nvSpPr>
        <p:spPr bwMode="auto">
          <a:xfrm>
            <a:off x="9304338" y="4416425"/>
            <a:ext cx="0" cy="9540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42">
            <a:extLst>
              <a:ext uri="{FF2B5EF4-FFF2-40B4-BE49-F238E27FC236}">
                <a16:creationId xmlns:a16="http://schemas.microsoft.com/office/drawing/2014/main" id="{E7C5BA00-F8FC-4CD0-BE09-DF6113D98E5A}"/>
              </a:ext>
            </a:extLst>
          </p:cNvPr>
          <p:cNvSpPr>
            <a:spLocks noChangeShapeType="1"/>
          </p:cNvSpPr>
          <p:nvPr/>
        </p:nvSpPr>
        <p:spPr bwMode="auto">
          <a:xfrm>
            <a:off x="9632950" y="4619625"/>
            <a:ext cx="0" cy="750888"/>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43">
            <a:extLst>
              <a:ext uri="{FF2B5EF4-FFF2-40B4-BE49-F238E27FC236}">
                <a16:creationId xmlns:a16="http://schemas.microsoft.com/office/drawing/2014/main" id="{BA71427C-BFEE-4C96-958C-A3E05A688BDC}"/>
              </a:ext>
            </a:extLst>
          </p:cNvPr>
          <p:cNvSpPr>
            <a:spLocks noChangeShapeType="1"/>
          </p:cNvSpPr>
          <p:nvPr/>
        </p:nvSpPr>
        <p:spPr bwMode="auto">
          <a:xfrm>
            <a:off x="9985375" y="4806950"/>
            <a:ext cx="0" cy="56356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Line 49">
            <a:extLst>
              <a:ext uri="{FF2B5EF4-FFF2-40B4-BE49-F238E27FC236}">
                <a16:creationId xmlns:a16="http://schemas.microsoft.com/office/drawing/2014/main" id="{9C81A9EE-244D-4C1B-B1BD-0B9D09FBCC6A}"/>
              </a:ext>
            </a:extLst>
          </p:cNvPr>
          <p:cNvSpPr>
            <a:spLocks noChangeShapeType="1"/>
          </p:cNvSpPr>
          <p:nvPr/>
        </p:nvSpPr>
        <p:spPr bwMode="auto">
          <a:xfrm>
            <a:off x="7024688" y="2743200"/>
            <a:ext cx="1587"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0" name="Line 50">
            <a:extLst>
              <a:ext uri="{FF2B5EF4-FFF2-40B4-BE49-F238E27FC236}">
                <a16:creationId xmlns:a16="http://schemas.microsoft.com/office/drawing/2014/main" id="{296A77D1-BBBC-43D4-BEF9-BDCE943B3CB5}"/>
              </a:ext>
            </a:extLst>
          </p:cNvPr>
          <p:cNvSpPr>
            <a:spLocks noChangeShapeType="1"/>
          </p:cNvSpPr>
          <p:nvPr/>
        </p:nvSpPr>
        <p:spPr bwMode="auto">
          <a:xfrm>
            <a:off x="7019925" y="1992313"/>
            <a:ext cx="1588"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1" name="Line 51">
            <a:extLst>
              <a:ext uri="{FF2B5EF4-FFF2-40B4-BE49-F238E27FC236}">
                <a16:creationId xmlns:a16="http://schemas.microsoft.com/office/drawing/2014/main" id="{4B8C06D0-F7A3-4100-B6DF-2394B70B595E}"/>
              </a:ext>
            </a:extLst>
          </p:cNvPr>
          <p:cNvSpPr>
            <a:spLocks noChangeShapeType="1"/>
          </p:cNvSpPr>
          <p:nvPr/>
        </p:nvSpPr>
        <p:spPr bwMode="auto">
          <a:xfrm>
            <a:off x="6816725" y="2366963"/>
            <a:ext cx="203200" cy="3762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2" name="Text Box 52">
            <a:extLst>
              <a:ext uri="{FF2B5EF4-FFF2-40B4-BE49-F238E27FC236}">
                <a16:creationId xmlns:a16="http://schemas.microsoft.com/office/drawing/2014/main" id="{9763CB78-0DB7-4ACE-83E2-5A94DF028485}"/>
              </a:ext>
            </a:extLst>
          </p:cNvPr>
          <p:cNvSpPr txBox="1">
            <a:spLocks noChangeArrowheads="1"/>
          </p:cNvSpPr>
          <p:nvPr/>
        </p:nvSpPr>
        <p:spPr bwMode="auto">
          <a:xfrm>
            <a:off x="6889750" y="1827213"/>
            <a:ext cx="36830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r>
              <a:rPr lang="en-US" altLang="en-US" sz="900" b="0">
                <a:solidFill>
                  <a:srgbClr val="000000"/>
                </a:solidFill>
                <a:sym typeface="Symbol" panose="05050102010706020507" pitchFamily="18" charset="2"/>
              </a:rPr>
              <a:t></a:t>
            </a:r>
            <a:endParaRPr lang="en-US" altLang="en-US" sz="4000">
              <a:solidFill>
                <a:srgbClr val="000000"/>
              </a:solidFill>
            </a:endParaRPr>
          </a:p>
        </p:txBody>
      </p:sp>
      <p:sp>
        <p:nvSpPr>
          <p:cNvPr id="53" name="Line 54">
            <a:extLst>
              <a:ext uri="{FF2B5EF4-FFF2-40B4-BE49-F238E27FC236}">
                <a16:creationId xmlns:a16="http://schemas.microsoft.com/office/drawing/2014/main" id="{77D1E1C2-90A5-4AE5-9A97-594111F5830F}"/>
              </a:ext>
            </a:extLst>
          </p:cNvPr>
          <p:cNvSpPr>
            <a:spLocks noChangeShapeType="1"/>
          </p:cNvSpPr>
          <p:nvPr/>
        </p:nvSpPr>
        <p:spPr bwMode="auto">
          <a:xfrm>
            <a:off x="7361238" y="2743200"/>
            <a:ext cx="1587"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4" name="Line 55">
            <a:extLst>
              <a:ext uri="{FF2B5EF4-FFF2-40B4-BE49-F238E27FC236}">
                <a16:creationId xmlns:a16="http://schemas.microsoft.com/office/drawing/2014/main" id="{1F568313-2DE1-48CE-8301-064548740F38}"/>
              </a:ext>
            </a:extLst>
          </p:cNvPr>
          <p:cNvSpPr>
            <a:spLocks noChangeShapeType="1"/>
          </p:cNvSpPr>
          <p:nvPr/>
        </p:nvSpPr>
        <p:spPr bwMode="auto">
          <a:xfrm>
            <a:off x="7356475" y="1992313"/>
            <a:ext cx="1588"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5" name="Line 56">
            <a:extLst>
              <a:ext uri="{FF2B5EF4-FFF2-40B4-BE49-F238E27FC236}">
                <a16:creationId xmlns:a16="http://schemas.microsoft.com/office/drawing/2014/main" id="{CCE1EA2E-ECF0-4694-8C70-EF83FF6F2EA1}"/>
              </a:ext>
            </a:extLst>
          </p:cNvPr>
          <p:cNvSpPr>
            <a:spLocks noChangeShapeType="1"/>
          </p:cNvSpPr>
          <p:nvPr/>
        </p:nvSpPr>
        <p:spPr bwMode="auto">
          <a:xfrm>
            <a:off x="7153275" y="2366963"/>
            <a:ext cx="203200" cy="3762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6" name="Line 58">
            <a:extLst>
              <a:ext uri="{FF2B5EF4-FFF2-40B4-BE49-F238E27FC236}">
                <a16:creationId xmlns:a16="http://schemas.microsoft.com/office/drawing/2014/main" id="{F8823AB9-0AD4-455D-BE7F-F3355A32FDB0}"/>
              </a:ext>
            </a:extLst>
          </p:cNvPr>
          <p:cNvSpPr>
            <a:spLocks noChangeShapeType="1"/>
          </p:cNvSpPr>
          <p:nvPr/>
        </p:nvSpPr>
        <p:spPr bwMode="auto">
          <a:xfrm>
            <a:off x="7702550" y="2743200"/>
            <a:ext cx="1588"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7" name="Line 59">
            <a:extLst>
              <a:ext uri="{FF2B5EF4-FFF2-40B4-BE49-F238E27FC236}">
                <a16:creationId xmlns:a16="http://schemas.microsoft.com/office/drawing/2014/main" id="{2E8A55E0-A4BD-450D-B35C-27C5F5040589}"/>
              </a:ext>
            </a:extLst>
          </p:cNvPr>
          <p:cNvSpPr>
            <a:spLocks noChangeShapeType="1"/>
          </p:cNvSpPr>
          <p:nvPr/>
        </p:nvSpPr>
        <p:spPr bwMode="auto">
          <a:xfrm>
            <a:off x="7697788" y="1992313"/>
            <a:ext cx="1587"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8" name="Line 60">
            <a:extLst>
              <a:ext uri="{FF2B5EF4-FFF2-40B4-BE49-F238E27FC236}">
                <a16:creationId xmlns:a16="http://schemas.microsoft.com/office/drawing/2014/main" id="{FAA7B58C-81ED-4236-A48E-87C7116D0DAF}"/>
              </a:ext>
            </a:extLst>
          </p:cNvPr>
          <p:cNvSpPr>
            <a:spLocks noChangeShapeType="1"/>
          </p:cNvSpPr>
          <p:nvPr/>
        </p:nvSpPr>
        <p:spPr bwMode="auto">
          <a:xfrm>
            <a:off x="7494588" y="2366963"/>
            <a:ext cx="203200" cy="3762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59" name="Line 62">
            <a:extLst>
              <a:ext uri="{FF2B5EF4-FFF2-40B4-BE49-F238E27FC236}">
                <a16:creationId xmlns:a16="http://schemas.microsoft.com/office/drawing/2014/main" id="{DD51B8C6-719C-4EEE-A0AA-1D8DC38681B9}"/>
              </a:ext>
            </a:extLst>
          </p:cNvPr>
          <p:cNvSpPr>
            <a:spLocks noChangeShapeType="1"/>
          </p:cNvSpPr>
          <p:nvPr/>
        </p:nvSpPr>
        <p:spPr bwMode="auto">
          <a:xfrm>
            <a:off x="8042275" y="2743200"/>
            <a:ext cx="1588"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0" name="Line 63">
            <a:extLst>
              <a:ext uri="{FF2B5EF4-FFF2-40B4-BE49-F238E27FC236}">
                <a16:creationId xmlns:a16="http://schemas.microsoft.com/office/drawing/2014/main" id="{6922DA33-A29E-4363-BC6C-1459598FA831}"/>
              </a:ext>
            </a:extLst>
          </p:cNvPr>
          <p:cNvSpPr>
            <a:spLocks noChangeShapeType="1"/>
          </p:cNvSpPr>
          <p:nvPr/>
        </p:nvSpPr>
        <p:spPr bwMode="auto">
          <a:xfrm>
            <a:off x="8037513" y="1992313"/>
            <a:ext cx="1587"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1" name="Line 64">
            <a:extLst>
              <a:ext uri="{FF2B5EF4-FFF2-40B4-BE49-F238E27FC236}">
                <a16:creationId xmlns:a16="http://schemas.microsoft.com/office/drawing/2014/main" id="{A20C8924-9D2F-4E11-B53F-7A0BA05D7EAC}"/>
              </a:ext>
            </a:extLst>
          </p:cNvPr>
          <p:cNvSpPr>
            <a:spLocks noChangeShapeType="1"/>
          </p:cNvSpPr>
          <p:nvPr/>
        </p:nvSpPr>
        <p:spPr bwMode="auto">
          <a:xfrm>
            <a:off x="7835900" y="2366963"/>
            <a:ext cx="201613" cy="3762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2" name="Line 66">
            <a:extLst>
              <a:ext uri="{FF2B5EF4-FFF2-40B4-BE49-F238E27FC236}">
                <a16:creationId xmlns:a16="http://schemas.microsoft.com/office/drawing/2014/main" id="{07BD4B3A-AEBA-4FE6-9CCE-62835BB353EB}"/>
              </a:ext>
            </a:extLst>
          </p:cNvPr>
          <p:cNvSpPr>
            <a:spLocks noChangeShapeType="1"/>
          </p:cNvSpPr>
          <p:nvPr/>
        </p:nvSpPr>
        <p:spPr bwMode="auto">
          <a:xfrm>
            <a:off x="8388350" y="2743200"/>
            <a:ext cx="1588"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3" name="Line 67">
            <a:extLst>
              <a:ext uri="{FF2B5EF4-FFF2-40B4-BE49-F238E27FC236}">
                <a16:creationId xmlns:a16="http://schemas.microsoft.com/office/drawing/2014/main" id="{9A9D61C7-1799-47BE-B838-1C8D4CC01177}"/>
              </a:ext>
            </a:extLst>
          </p:cNvPr>
          <p:cNvSpPr>
            <a:spLocks noChangeShapeType="1"/>
          </p:cNvSpPr>
          <p:nvPr/>
        </p:nvSpPr>
        <p:spPr bwMode="auto">
          <a:xfrm>
            <a:off x="8382000" y="1992313"/>
            <a:ext cx="3175" cy="37465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4" name="Line 68">
            <a:extLst>
              <a:ext uri="{FF2B5EF4-FFF2-40B4-BE49-F238E27FC236}">
                <a16:creationId xmlns:a16="http://schemas.microsoft.com/office/drawing/2014/main" id="{00B60380-01FF-45B1-9DB8-BB76B0629264}"/>
              </a:ext>
            </a:extLst>
          </p:cNvPr>
          <p:cNvSpPr>
            <a:spLocks noChangeShapeType="1"/>
          </p:cNvSpPr>
          <p:nvPr/>
        </p:nvSpPr>
        <p:spPr bwMode="auto">
          <a:xfrm>
            <a:off x="8180388" y="2366963"/>
            <a:ext cx="201612" cy="37623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65" name="AutoShape 73">
            <a:extLst>
              <a:ext uri="{FF2B5EF4-FFF2-40B4-BE49-F238E27FC236}">
                <a16:creationId xmlns:a16="http://schemas.microsoft.com/office/drawing/2014/main" id="{3054F2E6-2765-41D8-9194-F7447D25BC06}"/>
              </a:ext>
            </a:extLst>
          </p:cNvPr>
          <p:cNvSpPr>
            <a:spLocks noChangeArrowheads="1"/>
          </p:cNvSpPr>
          <p:nvPr/>
        </p:nvSpPr>
        <p:spPr bwMode="auto">
          <a:xfrm>
            <a:off x="4087813" y="2276475"/>
            <a:ext cx="857250" cy="841375"/>
          </a:xfrm>
          <a:prstGeom prst="downArrow">
            <a:avLst>
              <a:gd name="adj1" fmla="val 50000"/>
              <a:gd name="adj2" fmla="val 25000"/>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66" name="Text Box 74">
            <a:extLst>
              <a:ext uri="{FF2B5EF4-FFF2-40B4-BE49-F238E27FC236}">
                <a16:creationId xmlns:a16="http://schemas.microsoft.com/office/drawing/2014/main" id="{D51C6213-9AB6-4CBF-82F6-6454F1F67E2C}"/>
              </a:ext>
            </a:extLst>
          </p:cNvPr>
          <p:cNvSpPr txBox="1">
            <a:spLocks noChangeArrowheads="1"/>
          </p:cNvSpPr>
          <p:nvPr/>
        </p:nvSpPr>
        <p:spPr bwMode="auto">
          <a:xfrm>
            <a:off x="3233738" y="1646238"/>
            <a:ext cx="2413000" cy="63023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buFontTx/>
              <a:buNone/>
            </a:pPr>
            <a:r>
              <a:rPr lang="en-US" altLang="en-US" sz="2400" dirty="0">
                <a:solidFill>
                  <a:srgbClr val="000000"/>
                </a:solidFill>
              </a:rPr>
              <a:t>Program</a:t>
            </a:r>
          </a:p>
        </p:txBody>
      </p:sp>
      <p:sp>
        <p:nvSpPr>
          <p:cNvPr id="67" name="Line 75">
            <a:extLst>
              <a:ext uri="{FF2B5EF4-FFF2-40B4-BE49-F238E27FC236}">
                <a16:creationId xmlns:a16="http://schemas.microsoft.com/office/drawing/2014/main" id="{A9FF5D98-19DC-484A-BA07-5AA23B3B56D4}"/>
              </a:ext>
            </a:extLst>
          </p:cNvPr>
          <p:cNvSpPr>
            <a:spLocks noChangeShapeType="1"/>
          </p:cNvSpPr>
          <p:nvPr/>
        </p:nvSpPr>
        <p:spPr bwMode="auto">
          <a:xfrm>
            <a:off x="8820150" y="6164263"/>
            <a:ext cx="1597025" cy="1587"/>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 name="Line 76">
            <a:extLst>
              <a:ext uri="{FF2B5EF4-FFF2-40B4-BE49-F238E27FC236}">
                <a16:creationId xmlns:a16="http://schemas.microsoft.com/office/drawing/2014/main" id="{74C743CE-341D-4E4C-93FB-EC7CDF84904F}"/>
              </a:ext>
            </a:extLst>
          </p:cNvPr>
          <p:cNvSpPr>
            <a:spLocks noChangeShapeType="1"/>
          </p:cNvSpPr>
          <p:nvPr/>
        </p:nvSpPr>
        <p:spPr bwMode="auto">
          <a:xfrm>
            <a:off x="9334500" y="5224463"/>
            <a:ext cx="0" cy="9398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 name="Rectangle 77">
            <a:extLst>
              <a:ext uri="{FF2B5EF4-FFF2-40B4-BE49-F238E27FC236}">
                <a16:creationId xmlns:a16="http://schemas.microsoft.com/office/drawing/2014/main" id="{B0C59795-300B-440B-8EAB-8FB557F1FCD3}"/>
              </a:ext>
            </a:extLst>
          </p:cNvPr>
          <p:cNvSpPr>
            <a:spLocks noChangeArrowheads="1"/>
          </p:cNvSpPr>
          <p:nvPr/>
        </p:nvSpPr>
        <p:spPr bwMode="auto">
          <a:xfrm>
            <a:off x="9050338" y="6122988"/>
            <a:ext cx="366712" cy="187325"/>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70" name="Line 78">
            <a:extLst>
              <a:ext uri="{FF2B5EF4-FFF2-40B4-BE49-F238E27FC236}">
                <a16:creationId xmlns:a16="http://schemas.microsoft.com/office/drawing/2014/main" id="{C121B791-7185-4A49-B408-8A8CF1E29C2F}"/>
              </a:ext>
            </a:extLst>
          </p:cNvPr>
          <p:cNvSpPr>
            <a:spLocks noChangeShapeType="1"/>
          </p:cNvSpPr>
          <p:nvPr/>
        </p:nvSpPr>
        <p:spPr bwMode="auto">
          <a:xfrm>
            <a:off x="9674225" y="5224463"/>
            <a:ext cx="0" cy="9398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 name="Oval 79">
            <a:extLst>
              <a:ext uri="{FF2B5EF4-FFF2-40B4-BE49-F238E27FC236}">
                <a16:creationId xmlns:a16="http://schemas.microsoft.com/office/drawing/2014/main" id="{91B0041F-5E15-44B8-AD1C-11EA5CB94D6A}"/>
              </a:ext>
            </a:extLst>
          </p:cNvPr>
          <p:cNvSpPr>
            <a:spLocks noChangeArrowheads="1"/>
          </p:cNvSpPr>
          <p:nvPr/>
        </p:nvSpPr>
        <p:spPr bwMode="auto">
          <a:xfrm>
            <a:off x="9475788" y="6107113"/>
            <a:ext cx="204787" cy="223837"/>
          </a:xfrm>
          <a:prstGeom prst="ellipse">
            <a:avLst/>
          </a:prstGeom>
          <a:solidFill>
            <a:schemeClr val="accent1"/>
          </a:soli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72" name="Line 81">
            <a:extLst>
              <a:ext uri="{FF2B5EF4-FFF2-40B4-BE49-F238E27FC236}">
                <a16:creationId xmlns:a16="http://schemas.microsoft.com/office/drawing/2014/main" id="{4F8BADCA-FA06-49AE-8228-5247A2461DFB}"/>
              </a:ext>
            </a:extLst>
          </p:cNvPr>
          <p:cNvSpPr>
            <a:spLocks noChangeShapeType="1"/>
          </p:cNvSpPr>
          <p:nvPr/>
        </p:nvSpPr>
        <p:spPr bwMode="auto">
          <a:xfrm>
            <a:off x="10015538" y="5224463"/>
            <a:ext cx="0" cy="93980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 name="AutoShape 82">
            <a:extLst>
              <a:ext uri="{FF2B5EF4-FFF2-40B4-BE49-F238E27FC236}">
                <a16:creationId xmlns:a16="http://schemas.microsoft.com/office/drawing/2014/main" id="{998BDD82-9025-435B-AB9E-C550C844DF5A}"/>
              </a:ext>
            </a:extLst>
          </p:cNvPr>
          <p:cNvSpPr>
            <a:spLocks noChangeArrowheads="1"/>
          </p:cNvSpPr>
          <p:nvPr/>
        </p:nvSpPr>
        <p:spPr bwMode="auto">
          <a:xfrm>
            <a:off x="9748838" y="6048375"/>
            <a:ext cx="312737" cy="344488"/>
          </a:xfrm>
          <a:prstGeom prst="flowChartSummingJunction">
            <a:avLst/>
          </a:prstGeom>
          <a:solidFill>
            <a:schemeClr val="accent1"/>
          </a:solidFill>
          <a:ln w="38100">
            <a:solidFill>
              <a:srgbClr val="FF0000"/>
            </a:solidFill>
            <a:round/>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74" name="Line 83">
            <a:extLst>
              <a:ext uri="{FF2B5EF4-FFF2-40B4-BE49-F238E27FC236}">
                <a16:creationId xmlns:a16="http://schemas.microsoft.com/office/drawing/2014/main" id="{CC531B70-7CB3-4653-9A97-AEBA8BC46E60}"/>
              </a:ext>
            </a:extLst>
          </p:cNvPr>
          <p:cNvSpPr>
            <a:spLocks noChangeShapeType="1"/>
          </p:cNvSpPr>
          <p:nvPr/>
        </p:nvSpPr>
        <p:spPr bwMode="auto">
          <a:xfrm>
            <a:off x="6580188" y="1962150"/>
            <a:ext cx="2259012"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75" name="Text Box 84">
            <a:extLst>
              <a:ext uri="{FF2B5EF4-FFF2-40B4-BE49-F238E27FC236}">
                <a16:creationId xmlns:a16="http://schemas.microsoft.com/office/drawing/2014/main" id="{DD205D90-1701-4AE4-947A-C89691A3A631}"/>
              </a:ext>
            </a:extLst>
          </p:cNvPr>
          <p:cNvSpPr txBox="1">
            <a:spLocks noChangeArrowheads="1"/>
          </p:cNvSpPr>
          <p:nvPr/>
        </p:nvSpPr>
        <p:spPr bwMode="auto">
          <a:xfrm>
            <a:off x="6846888" y="1736725"/>
            <a:ext cx="30956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0">
                <a:solidFill>
                  <a:srgbClr val="000000"/>
                </a:solidFill>
                <a:sym typeface="Symbol" panose="05050102010706020507" pitchFamily="18" charset="2"/>
              </a:rPr>
              <a:t></a:t>
            </a:r>
          </a:p>
        </p:txBody>
      </p:sp>
      <p:sp>
        <p:nvSpPr>
          <p:cNvPr id="76" name="Text Box 85">
            <a:extLst>
              <a:ext uri="{FF2B5EF4-FFF2-40B4-BE49-F238E27FC236}">
                <a16:creationId xmlns:a16="http://schemas.microsoft.com/office/drawing/2014/main" id="{7B4ED5F9-A39E-48CC-8CE7-2124D2DF19C1}"/>
              </a:ext>
            </a:extLst>
          </p:cNvPr>
          <p:cNvSpPr txBox="1">
            <a:spLocks noChangeArrowheads="1"/>
          </p:cNvSpPr>
          <p:nvPr/>
        </p:nvSpPr>
        <p:spPr bwMode="auto">
          <a:xfrm>
            <a:off x="7204075" y="1746250"/>
            <a:ext cx="309563"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0">
                <a:solidFill>
                  <a:srgbClr val="000000"/>
                </a:solidFill>
                <a:sym typeface="Symbol" panose="05050102010706020507" pitchFamily="18" charset="2"/>
              </a:rPr>
              <a:t></a:t>
            </a:r>
          </a:p>
        </p:txBody>
      </p:sp>
      <p:sp>
        <p:nvSpPr>
          <p:cNvPr id="77" name="Text Box 86">
            <a:extLst>
              <a:ext uri="{FF2B5EF4-FFF2-40B4-BE49-F238E27FC236}">
                <a16:creationId xmlns:a16="http://schemas.microsoft.com/office/drawing/2014/main" id="{CC7770DD-1E1C-4D88-BB13-0EB2287ED122}"/>
              </a:ext>
            </a:extLst>
          </p:cNvPr>
          <p:cNvSpPr txBox="1">
            <a:spLocks noChangeArrowheads="1"/>
          </p:cNvSpPr>
          <p:nvPr/>
        </p:nvSpPr>
        <p:spPr bwMode="auto">
          <a:xfrm>
            <a:off x="7535863" y="1746250"/>
            <a:ext cx="3111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0">
                <a:solidFill>
                  <a:srgbClr val="000000"/>
                </a:solidFill>
                <a:sym typeface="Symbol" panose="05050102010706020507" pitchFamily="18" charset="2"/>
              </a:rPr>
              <a:t></a:t>
            </a:r>
          </a:p>
        </p:txBody>
      </p:sp>
      <p:sp>
        <p:nvSpPr>
          <p:cNvPr id="78" name="Text Box 87">
            <a:extLst>
              <a:ext uri="{FF2B5EF4-FFF2-40B4-BE49-F238E27FC236}">
                <a16:creationId xmlns:a16="http://schemas.microsoft.com/office/drawing/2014/main" id="{1F1EA7FA-1098-411C-B071-CCE3A9D9676B}"/>
              </a:ext>
            </a:extLst>
          </p:cNvPr>
          <p:cNvSpPr txBox="1">
            <a:spLocks noChangeArrowheads="1"/>
          </p:cNvSpPr>
          <p:nvPr/>
        </p:nvSpPr>
        <p:spPr bwMode="auto">
          <a:xfrm>
            <a:off x="7881938" y="1746250"/>
            <a:ext cx="30956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0">
                <a:solidFill>
                  <a:srgbClr val="000000"/>
                </a:solidFill>
                <a:sym typeface="Symbol" panose="05050102010706020507" pitchFamily="18" charset="2"/>
              </a:rPr>
              <a:t></a:t>
            </a:r>
          </a:p>
        </p:txBody>
      </p:sp>
      <p:sp>
        <p:nvSpPr>
          <p:cNvPr id="79" name="Text Box 88">
            <a:extLst>
              <a:ext uri="{FF2B5EF4-FFF2-40B4-BE49-F238E27FC236}">
                <a16:creationId xmlns:a16="http://schemas.microsoft.com/office/drawing/2014/main" id="{84FE0DF7-D5BC-45BA-915D-A58A82F58050}"/>
              </a:ext>
            </a:extLst>
          </p:cNvPr>
          <p:cNvSpPr txBox="1">
            <a:spLocks noChangeArrowheads="1"/>
          </p:cNvSpPr>
          <p:nvPr/>
        </p:nvSpPr>
        <p:spPr bwMode="auto">
          <a:xfrm>
            <a:off x="8213725" y="1746250"/>
            <a:ext cx="31115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800" b="0">
                <a:solidFill>
                  <a:srgbClr val="000000"/>
                </a:solidFill>
                <a:sym typeface="Symbol" panose="05050102010706020507" pitchFamily="18" charset="2"/>
              </a:rPr>
              <a:t></a:t>
            </a:r>
          </a:p>
        </p:txBody>
      </p:sp>
      <p:sp>
        <p:nvSpPr>
          <p:cNvPr id="80" name="Rectangle 89">
            <a:extLst>
              <a:ext uri="{FF2B5EF4-FFF2-40B4-BE49-F238E27FC236}">
                <a16:creationId xmlns:a16="http://schemas.microsoft.com/office/drawing/2014/main" id="{61B3C76A-C4CE-4DDA-A84A-BDB09A5B24A7}"/>
              </a:ext>
            </a:extLst>
          </p:cNvPr>
          <p:cNvSpPr>
            <a:spLocks noChangeArrowheads="1"/>
          </p:cNvSpPr>
          <p:nvPr/>
        </p:nvSpPr>
        <p:spPr bwMode="auto">
          <a:xfrm>
            <a:off x="6657975" y="5083175"/>
            <a:ext cx="191928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000">
                <a:solidFill>
                  <a:srgbClr val="000000"/>
                </a:solidFill>
              </a:rPr>
              <a:t>Input module</a:t>
            </a:r>
          </a:p>
        </p:txBody>
      </p:sp>
      <p:sp>
        <p:nvSpPr>
          <p:cNvPr id="81" name="Title 1">
            <a:extLst>
              <a:ext uri="{FF2B5EF4-FFF2-40B4-BE49-F238E27FC236}">
                <a16:creationId xmlns:a16="http://schemas.microsoft.com/office/drawing/2014/main" id="{FCCCFA2B-662C-4ECB-806F-6C7FE6E176BD}"/>
              </a:ext>
            </a:extLst>
          </p:cNvPr>
          <p:cNvSpPr txBox="1">
            <a:spLocks/>
          </p:cNvSpPr>
          <p:nvPr/>
        </p:nvSpPr>
        <p:spPr>
          <a:xfrm>
            <a:off x="280988" y="920750"/>
            <a:ext cx="3454400"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6">
                    <a:lumMod val="75000"/>
                  </a:schemeClr>
                </a:solidFill>
                <a:effectLst>
                  <a:outerShdw blurRad="38100" dist="38100" dir="2700000" algn="tl">
                    <a:srgbClr val="C0C0C0"/>
                  </a:outerShdw>
                </a:effectLst>
                <a:cs typeface="Times New Roman" panose="02020603050405020304" pitchFamily="18" charset="0"/>
              </a:rPr>
              <a:t>STRUCTURE A PLC</a:t>
            </a:r>
          </a:p>
        </p:txBody>
      </p:sp>
      <p:sp>
        <p:nvSpPr>
          <p:cNvPr id="82" name="TextBox 81">
            <a:extLst>
              <a:ext uri="{FF2B5EF4-FFF2-40B4-BE49-F238E27FC236}">
                <a16:creationId xmlns:a16="http://schemas.microsoft.com/office/drawing/2014/main" id="{DBDF6802-CAA4-4549-87ED-562A2C8AB496}"/>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extLst>
      <p:ext uri="{BB962C8B-B14F-4D97-AF65-F5344CB8AC3E}">
        <p14:creationId xmlns:p14="http://schemas.microsoft.com/office/powerpoint/2010/main" val="1245474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1202B759-C4A3-4B8F-946A-3B99FC7A0CD5}"/>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C8C9BC89-C664-462E-B664-691B51530F41}"/>
              </a:ext>
            </a:extLst>
          </p:cNvPr>
          <p:cNvSpPr>
            <a:spLocks noGrp="1"/>
          </p:cNvSpPr>
          <p:nvPr>
            <p:ph type="sldNum" sz="quarter" idx="12"/>
          </p:nvPr>
        </p:nvSpPr>
        <p:spPr>
          <a:xfrm>
            <a:off x="8737600" y="6461123"/>
            <a:ext cx="2844800" cy="260351"/>
          </a:xfrm>
        </p:spPr>
        <p:txBody>
          <a:bodyPr/>
          <a:lstStyle/>
          <a:p>
            <a:fld id="{C0F2E6AA-6632-4CDB-8340-A97DF37D0A28}" type="slidenum">
              <a:rPr lang="en-US" altLang="en-US" smtClean="0"/>
              <a:pPr/>
              <a:t>20</a:t>
            </a:fld>
            <a:endParaRPr lang="en-US" altLang="en-US" dirty="0"/>
          </a:p>
        </p:txBody>
      </p:sp>
      <p:cxnSp>
        <p:nvCxnSpPr>
          <p:cNvPr id="17" name="Straight Connector 16">
            <a:extLst>
              <a:ext uri="{FF2B5EF4-FFF2-40B4-BE49-F238E27FC236}">
                <a16:creationId xmlns:a16="http://schemas.microsoft.com/office/drawing/2014/main" id="{11F6C8D2-C8A0-4847-AF0B-7BDE23919046}"/>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close-up of a logo&#10;&#10;Description automatically generated">
            <a:extLst>
              <a:ext uri="{FF2B5EF4-FFF2-40B4-BE49-F238E27FC236}">
                <a16:creationId xmlns:a16="http://schemas.microsoft.com/office/drawing/2014/main" id="{37F69AF5-D353-447F-A79E-FC4929F7D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210" name="Title 1">
            <a:extLst>
              <a:ext uri="{FF2B5EF4-FFF2-40B4-BE49-F238E27FC236}">
                <a16:creationId xmlns:a16="http://schemas.microsoft.com/office/drawing/2014/main" id="{DB9CCCF2-8E68-4D4E-B1C7-C3DA7924E3FD}"/>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211" name="Rectangle 3">
            <a:extLst>
              <a:ext uri="{FF2B5EF4-FFF2-40B4-BE49-F238E27FC236}">
                <a16:creationId xmlns:a16="http://schemas.microsoft.com/office/drawing/2014/main" id="{4242FA3C-0DB4-403A-A33C-94F89FE80799}"/>
              </a:ext>
            </a:extLst>
          </p:cNvPr>
          <p:cNvSpPr txBox="1">
            <a:spLocks noChangeArrowheads="1"/>
          </p:cNvSpPr>
          <p:nvPr/>
        </p:nvSpPr>
        <p:spPr bwMode="auto">
          <a:xfrm>
            <a:off x="1928813" y="1584325"/>
            <a:ext cx="8334375" cy="484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Times New Roman" panose="02020603050405020304" pitchFamily="18" charset="0"/>
                <a:ea typeface="+mn-ea"/>
                <a:cs typeface="+mn-cs"/>
              </a:defRPr>
            </a:lvl1pPr>
            <a:lvl2pPr marL="457200" indent="0" algn="ctr" rtl="0" eaLnBrk="0" fontAlgn="base" hangingPunct="0">
              <a:spcBef>
                <a:spcPct val="20000"/>
              </a:spcBef>
              <a:spcAft>
                <a:spcPct val="0"/>
              </a:spcAft>
              <a:buNone/>
              <a:defRPr sz="2800">
                <a:solidFill>
                  <a:schemeClr val="tx1"/>
                </a:solidFill>
                <a:latin typeface="Times New Roman" panose="02020603050405020304" pitchFamily="18" charset="0"/>
              </a:defRPr>
            </a:lvl2pPr>
            <a:lvl3pPr marL="914400" indent="0" algn="ctr" rtl="0" eaLnBrk="0" fontAlgn="base" hangingPunct="0">
              <a:spcBef>
                <a:spcPct val="20000"/>
              </a:spcBef>
              <a:spcAft>
                <a:spcPct val="0"/>
              </a:spcAft>
              <a:buNone/>
              <a:defRPr sz="2400">
                <a:solidFill>
                  <a:schemeClr val="tx1"/>
                </a:solidFill>
                <a:latin typeface="Times New Roman" panose="02020603050405020304" pitchFamily="18" charset="0"/>
              </a:defRPr>
            </a:lvl3pPr>
            <a:lvl4pPr marL="1371600" indent="0" algn="ctr" rtl="0" eaLnBrk="0" fontAlgn="base" hangingPunct="0">
              <a:spcBef>
                <a:spcPct val="20000"/>
              </a:spcBef>
              <a:spcAft>
                <a:spcPct val="0"/>
              </a:spcAft>
              <a:buNone/>
              <a:defRPr sz="2000">
                <a:solidFill>
                  <a:schemeClr val="tx1"/>
                </a:solidFill>
                <a:latin typeface="Times New Roman" panose="02020603050405020304" pitchFamily="18" charset="0"/>
              </a:defRPr>
            </a:lvl4pPr>
            <a:lvl5pPr marL="1828800" indent="0" algn="ctr" rtl="0" eaLnBrk="0" fontAlgn="base" hangingPunct="0">
              <a:spcBef>
                <a:spcPct val="20000"/>
              </a:spcBef>
              <a:spcAft>
                <a:spcPct val="0"/>
              </a:spcAft>
              <a:buNone/>
              <a:defRPr sz="2000">
                <a:solidFill>
                  <a:schemeClr val="tx1"/>
                </a:solidFill>
                <a:latin typeface="Times New Roman" panose="02020603050405020304" pitchFamily="18" charset="0"/>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algn="just" eaLnBrk="1" hangingPunct="1"/>
            <a:r>
              <a:rPr lang="en-US" altLang="en-US" sz="2400" b="1" kern="0"/>
              <a:t>Power block: </a:t>
            </a:r>
            <a:r>
              <a:rPr lang="en-US" altLang="en-US" sz="2400" b="0" kern="0"/>
              <a:t>the power in the PLCs is usually 24VDC, there are also PLC sets that use 220VAC power. PLCs that do not have a power module are powered externally. 
</a:t>
            </a:r>
            <a:r>
              <a:rPr lang="en-US" altLang="en-US" sz="2400" b="1" kern="0"/>
              <a:t>CPU module</a:t>
            </a:r>
            <a:r>
              <a:rPr lang="en-US" altLang="en-US" sz="2400" b="0" kern="0"/>
              <a:t>: (CPU: central processing unit) includes: microprocessor and memory.
</a:t>
            </a:r>
            <a:r>
              <a:rPr lang="en-US" altLang="en-US" sz="2400" b="1" kern="0"/>
              <a:t>I/O module. </a:t>
            </a:r>
          </a:p>
          <a:p>
            <a:pPr algn="just" eaLnBrk="1" hangingPunct="1"/>
            <a:r>
              <a:rPr lang="en-US" altLang="en-US" sz="2400" b="0" kern="0"/>
              <a:t>		+ Input module is connected to switches, push buttons, sensors, etc. to control from an external program.
 		+ The output module is connected to the loads at the output such as the coil of the relay, contactor, signal light, optical coupler, etc.</a:t>
            </a:r>
            <a:endParaRPr lang="en-US" altLang="en-US" sz="2400" b="0" kern="0" dirty="0"/>
          </a:p>
        </p:txBody>
      </p:sp>
      <p:sp>
        <p:nvSpPr>
          <p:cNvPr id="212" name="Title 1">
            <a:extLst>
              <a:ext uri="{FF2B5EF4-FFF2-40B4-BE49-F238E27FC236}">
                <a16:creationId xmlns:a16="http://schemas.microsoft.com/office/drawing/2014/main" id="{8D1E6EBB-AAA3-43E5-9C0B-CC481AB2DD89}"/>
              </a:ext>
            </a:extLst>
          </p:cNvPr>
          <p:cNvSpPr txBox="1">
            <a:spLocks/>
          </p:cNvSpPr>
          <p:nvPr/>
        </p:nvSpPr>
        <p:spPr>
          <a:xfrm>
            <a:off x="187325" y="847725"/>
            <a:ext cx="3322638" cy="487363"/>
          </a:xfrm>
          <a:prstGeom prst="rect">
            <a:avLst/>
          </a:prstGeom>
        </p:spPr>
        <p:txBody>
          <a:bodyPr anchor="ct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r" eaLnBrk="1" hangingPunct="1">
              <a:defRPr/>
            </a:pPr>
            <a:r>
              <a:rPr lang="en-US" altLang="en-US" sz="2000" dirty="0">
                <a:solidFill>
                  <a:schemeClr val="accent4"/>
                </a:solidFill>
                <a:effectLst>
                  <a:outerShdw blurRad="38100" dist="38100" dir="2700000" algn="tl">
                    <a:srgbClr val="C0C0C0"/>
                  </a:outerShdw>
                </a:effectLst>
                <a:cs typeface="Times New Roman" pitchFamily="18" charset="0"/>
              </a:rPr>
              <a:t>BLOCK FUNCTIONS</a:t>
            </a:r>
          </a:p>
        </p:txBody>
      </p:sp>
      <p:sp>
        <p:nvSpPr>
          <p:cNvPr id="213" name="TextBox 212">
            <a:extLst>
              <a:ext uri="{FF2B5EF4-FFF2-40B4-BE49-F238E27FC236}">
                <a16:creationId xmlns:a16="http://schemas.microsoft.com/office/drawing/2014/main" id="{38C2BDB2-AA92-4D0A-89BB-49148A3D7E8C}"/>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extLst>
      <p:ext uri="{BB962C8B-B14F-4D97-AF65-F5344CB8AC3E}">
        <p14:creationId xmlns:p14="http://schemas.microsoft.com/office/powerpoint/2010/main" val="776433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blinds(horizontal)">
                                      <p:cBhvr>
                                        <p:cTn id="7" dur="500"/>
                                        <p:tgtEl>
                                          <p:spTgt spid="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6ADB1524-BD82-49B5-8416-0D323523E5DB}"/>
              </a:ext>
            </a:extLst>
          </p:cNvPr>
          <p:cNvSpPr>
            <a:spLocks noGrp="1" noChangeArrowheads="1"/>
          </p:cNvSpPr>
          <p:nvPr>
            <p:ph idx="1"/>
          </p:nvPr>
        </p:nvSpPr>
        <p:spPr>
          <a:xfrm>
            <a:off x="1631504" y="1625600"/>
            <a:ext cx="9536112" cy="4368800"/>
          </a:xfrm>
        </p:spPr>
        <p:txBody>
          <a:bodyPr/>
          <a:lstStyle/>
          <a:p>
            <a:pPr algn="just" eaLnBrk="1" hangingPunct="1">
              <a:lnSpc>
                <a:spcPct val="110000"/>
              </a:lnSpc>
              <a:spcBef>
                <a:spcPts val="600"/>
              </a:spcBef>
            </a:pPr>
            <a:r>
              <a:rPr lang="en-US" altLang="en-US" sz="2400" b="1" dirty="0">
                <a:latin typeface="Times New Roman" panose="02020603050405020304" pitchFamily="18" charset="0"/>
                <a:cs typeface="Times New Roman" panose="02020603050405020304" pitchFamily="18" charset="0"/>
              </a:rPr>
              <a:t>Signal transmission bus system: </a:t>
            </a:r>
            <a:r>
              <a:rPr lang="en-US" altLang="en-US" sz="2400" dirty="0">
                <a:latin typeface="Times New Roman" panose="02020603050405020304" pitchFamily="18" charset="0"/>
                <a:cs typeface="Times New Roman" panose="02020603050405020304" pitchFamily="18" charset="0"/>
              </a:rPr>
              <a:t>the signal transmission bus system consists of multiple parallel signal lines:
</a:t>
            </a:r>
            <a:r>
              <a:rPr lang="en-US" altLang="en-US" sz="2400" b="1" dirty="0">
                <a:latin typeface="Times New Roman" panose="02020603050405020304" pitchFamily="18" charset="0"/>
                <a:cs typeface="Times New Roman" panose="02020603050405020304" pitchFamily="18" charset="0"/>
              </a:rPr>
              <a:t>Address bus: </a:t>
            </a:r>
            <a:r>
              <a:rPr lang="en-US" altLang="en-US" sz="2400" dirty="0">
                <a:latin typeface="Times New Roman" panose="02020603050405020304" pitchFamily="18" charset="0"/>
                <a:cs typeface="Times New Roman" panose="02020603050405020304" pitchFamily="18" charset="0"/>
              </a:rPr>
              <a:t>select addresses on different blocks.
</a:t>
            </a:r>
            <a:r>
              <a:rPr lang="en-US" altLang="en-US" sz="2400" b="1" dirty="0">
                <a:latin typeface="Times New Roman" panose="02020603050405020304" pitchFamily="18" charset="0"/>
                <a:cs typeface="Times New Roman" panose="02020603050405020304" pitchFamily="18" charset="0"/>
              </a:rPr>
              <a:t>Data bus: </a:t>
            </a:r>
            <a:r>
              <a:rPr lang="en-US" altLang="en-US" sz="2400" dirty="0">
                <a:latin typeface="Times New Roman" panose="02020603050405020304" pitchFamily="18" charset="0"/>
                <a:cs typeface="Times New Roman" panose="02020603050405020304" pitchFamily="18" charset="0"/>
              </a:rPr>
              <a:t>carries data from one block to another.
</a:t>
            </a:r>
            <a:r>
              <a:rPr lang="en-US" altLang="en-US" sz="2400" b="1" dirty="0">
                <a:latin typeface="Times New Roman" panose="02020603050405020304" pitchFamily="18" charset="0"/>
                <a:cs typeface="Times New Roman" panose="02020603050405020304" pitchFamily="18" charset="0"/>
              </a:rPr>
              <a:t>Control bus: </a:t>
            </a:r>
            <a:r>
              <a:rPr lang="en-US" altLang="en-US" sz="2400" dirty="0">
                <a:latin typeface="Times New Roman" panose="02020603050405020304" pitchFamily="18" charset="0"/>
                <a:cs typeface="Times New Roman" panose="02020603050405020304" pitchFamily="18" charset="0"/>
              </a:rPr>
              <a:t>transmits and transmits tensor signals and controls to synchronize operations in the PLC.
The control program is loaded into memory either by a handheld programming console or by a computer. There are now a number of PLCs that are designed with keystrokes so that they can be programmed directly without the need for a handheld programmer or computer.		</a:t>
            </a:r>
          </a:p>
        </p:txBody>
      </p:sp>
      <p:sp>
        <p:nvSpPr>
          <p:cNvPr id="3" name="Slide Number Placeholder 2">
            <a:extLst>
              <a:ext uri="{FF2B5EF4-FFF2-40B4-BE49-F238E27FC236}">
                <a16:creationId xmlns:a16="http://schemas.microsoft.com/office/drawing/2014/main" id="{D61C0EE7-0D55-4507-8EBD-5E1EFA64F2C4}"/>
              </a:ext>
            </a:extLst>
          </p:cNvPr>
          <p:cNvSpPr>
            <a:spLocks noGrp="1"/>
          </p:cNvSpPr>
          <p:nvPr>
            <p:ph type="sldNum" sz="quarter" idx="12"/>
          </p:nvPr>
        </p:nvSpPr>
        <p:spPr>
          <a:xfrm>
            <a:off x="8686800" y="6458315"/>
            <a:ext cx="2743200" cy="365125"/>
          </a:xfrm>
        </p:spPr>
        <p:txBody>
          <a:bodyPr/>
          <a:lstStyle/>
          <a:p>
            <a:fld id="{463DAC6F-37B0-497B-9F88-A4FC17849BDA}" type="slidenum">
              <a:rPr lang="en-US" altLang="en-US" smtClean="0"/>
              <a:pPr/>
              <a:t>21</a:t>
            </a:fld>
            <a:endParaRPr lang="en-US" altLang="en-US"/>
          </a:p>
        </p:txBody>
      </p:sp>
      <p:sp>
        <p:nvSpPr>
          <p:cNvPr id="9" name="Title 1">
            <a:extLst>
              <a:ext uri="{FF2B5EF4-FFF2-40B4-BE49-F238E27FC236}">
                <a16:creationId xmlns:a16="http://schemas.microsoft.com/office/drawing/2014/main" id="{71053241-532E-4D3C-AE48-51D0C22C1576}"/>
              </a:ext>
            </a:extLst>
          </p:cNvPr>
          <p:cNvSpPr txBox="1">
            <a:spLocks/>
          </p:cNvSpPr>
          <p:nvPr/>
        </p:nvSpPr>
        <p:spPr>
          <a:xfrm>
            <a:off x="263525" y="904875"/>
            <a:ext cx="3333750" cy="487363"/>
          </a:xfrm>
          <a:prstGeom prst="rect">
            <a:avLst/>
          </a:prstGeom>
        </p:spPr>
        <p:txBody>
          <a:bodyPr anchor="ct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r" eaLnBrk="1" hangingPunct="1">
              <a:defRPr/>
            </a:pPr>
            <a:r>
              <a:rPr lang="en-US" altLang="en-US" sz="2000" dirty="0">
                <a:solidFill>
                  <a:schemeClr val="accent5">
                    <a:lumMod val="50000"/>
                  </a:schemeClr>
                </a:solidFill>
                <a:effectLst>
                  <a:outerShdw blurRad="38100" dist="38100" dir="2700000" algn="tl">
                    <a:srgbClr val="C0C0C0"/>
                  </a:outerShdw>
                </a:effectLst>
                <a:cs typeface="Times New Roman" pitchFamily="18" charset="0"/>
              </a:rPr>
              <a:t>BLOCK FUNCTIONS</a:t>
            </a:r>
          </a:p>
        </p:txBody>
      </p:sp>
      <p:cxnSp>
        <p:nvCxnSpPr>
          <p:cNvPr id="13" name="Straight Connector 12">
            <a:extLst>
              <a:ext uri="{FF2B5EF4-FFF2-40B4-BE49-F238E27FC236}">
                <a16:creationId xmlns:a16="http://schemas.microsoft.com/office/drawing/2014/main" id="{ECD5825D-97CE-4E59-B106-7C04D5B72DC7}"/>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3EBF080-7DB5-49F2-BB23-0D131FDB2EFA}"/>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Description automatically generated">
            <a:extLst>
              <a:ext uri="{FF2B5EF4-FFF2-40B4-BE49-F238E27FC236}">
                <a16:creationId xmlns:a16="http://schemas.microsoft.com/office/drawing/2014/main" id="{9A255A2C-9A3C-440B-BA5B-3FF05E47C0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 name="Title 1">
            <a:extLst>
              <a:ext uri="{FF2B5EF4-FFF2-40B4-BE49-F238E27FC236}">
                <a16:creationId xmlns:a16="http://schemas.microsoft.com/office/drawing/2014/main" id="{F200ACC7-4017-4271-A385-A384E0BEB26D}"/>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5" name="TextBox 14">
            <a:extLst>
              <a:ext uri="{FF2B5EF4-FFF2-40B4-BE49-F238E27FC236}">
                <a16:creationId xmlns:a16="http://schemas.microsoft.com/office/drawing/2014/main" id="{E55B5C3E-3B93-49A5-86A6-3EB368B11741}"/>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 calcmode="lin" valueType="num">
                                      <p:cBhvr additive="base">
                                        <p:cTn id="7" dur="20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614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8195" name="Rectangle 3">
            <a:extLst>
              <a:ext uri="{FF2B5EF4-FFF2-40B4-BE49-F238E27FC236}">
                <a16:creationId xmlns:a16="http://schemas.microsoft.com/office/drawing/2014/main" id="{0B91BF59-7C50-4F6D-B2F6-0B4631EF1689}"/>
              </a:ext>
            </a:extLst>
          </p:cNvPr>
          <p:cNvSpPr>
            <a:spLocks noGrp="1" noChangeArrowheads="1"/>
          </p:cNvSpPr>
          <p:nvPr>
            <p:ph idx="1"/>
          </p:nvPr>
        </p:nvSpPr>
        <p:spPr>
          <a:xfrm>
            <a:off x="1058863" y="1366838"/>
            <a:ext cx="10364787" cy="2122487"/>
          </a:xfrm>
        </p:spPr>
        <p:txBody>
          <a:bodyPr/>
          <a:lstStyle/>
          <a:p>
            <a:pPr marL="0" indent="0" algn="just" eaLnBrk="1" hangingPunct="1">
              <a:lnSpc>
                <a:spcPct val="105000"/>
              </a:lnSpc>
              <a:spcBef>
                <a:spcPts val="600"/>
              </a:spcBef>
              <a:buFontTx/>
              <a:buNone/>
            </a:pPr>
            <a:r>
              <a:rPr lang="en-US" altLang="en-US" sz="2400" dirty="0"/>
              <a:t>To represent the control program on a PLC, three methods are usually used:
	+ Ladder Diagram (LAD).
	+ SFC (Sequential function chart) or FBD (Function Block Diagram).
	+ List the STL (Statement List) command list.		</a:t>
            </a:r>
          </a:p>
        </p:txBody>
      </p:sp>
      <p:sp>
        <p:nvSpPr>
          <p:cNvPr id="3" name="Slide Number Placeholder 2">
            <a:extLst>
              <a:ext uri="{FF2B5EF4-FFF2-40B4-BE49-F238E27FC236}">
                <a16:creationId xmlns:a16="http://schemas.microsoft.com/office/drawing/2014/main" id="{6A7C3D40-EC9F-4F10-83F7-BF41A24079F0}"/>
              </a:ext>
            </a:extLst>
          </p:cNvPr>
          <p:cNvSpPr>
            <a:spLocks noGrp="1"/>
          </p:cNvSpPr>
          <p:nvPr>
            <p:ph type="sldNum" sz="quarter" idx="12"/>
          </p:nvPr>
        </p:nvSpPr>
        <p:spPr>
          <a:xfrm>
            <a:off x="8680450" y="6484938"/>
            <a:ext cx="2743200" cy="365125"/>
          </a:xfrm>
        </p:spPr>
        <p:txBody>
          <a:bodyPr/>
          <a:lstStyle/>
          <a:p>
            <a:fld id="{463DAC6F-37B0-497B-9F88-A4FC17849BDA}" type="slidenum">
              <a:rPr lang="en-US" altLang="en-US" smtClean="0"/>
              <a:pPr/>
              <a:t>22</a:t>
            </a:fld>
            <a:endParaRPr lang="en-US" altLang="en-US"/>
          </a:p>
        </p:txBody>
      </p:sp>
      <p:sp>
        <p:nvSpPr>
          <p:cNvPr id="9" name="Title 1">
            <a:extLst>
              <a:ext uri="{FF2B5EF4-FFF2-40B4-BE49-F238E27FC236}">
                <a16:creationId xmlns:a16="http://schemas.microsoft.com/office/drawing/2014/main" id="{309F3550-B068-4360-BD01-059B11DEF429}"/>
              </a:ext>
            </a:extLst>
          </p:cNvPr>
          <p:cNvSpPr txBox="1">
            <a:spLocks/>
          </p:cNvSpPr>
          <p:nvPr/>
        </p:nvSpPr>
        <p:spPr>
          <a:xfrm>
            <a:off x="335360" y="846757"/>
            <a:ext cx="5112568" cy="487362"/>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a:solidFill>
                  <a:srgbClr val="FF5A33"/>
                </a:solidFill>
                <a:effectLst>
                  <a:outerShdw blurRad="38100" dist="38100" dir="2700000" algn="tl">
                    <a:srgbClr val="C0C0C0"/>
                  </a:outerShdw>
                </a:effectLst>
                <a:cs typeface="Times New Roman" panose="02020603050405020304" pitchFamily="18" charset="0"/>
              </a:rPr>
              <a:t>PROGRAMMING LANGUAGES ON PLC</a:t>
            </a:r>
            <a:endParaRPr lang="en-US" altLang="en-US" sz="2000" dirty="0">
              <a:solidFill>
                <a:srgbClr val="FF5A33"/>
              </a:solidFill>
              <a:effectLst>
                <a:outerShdw blurRad="38100" dist="38100" dir="2700000" algn="tl">
                  <a:srgbClr val="C0C0C0"/>
                </a:outerShdw>
              </a:effectLst>
              <a:cs typeface="Times New Roman" panose="02020603050405020304" pitchFamily="18" charset="0"/>
            </a:endParaRPr>
          </a:p>
        </p:txBody>
      </p:sp>
      <p:pic>
        <p:nvPicPr>
          <p:cNvPr id="11272" name="Picture 9" descr="Ngôn ngữ lập trình PLC LAD/LD (Ladder Logic/Ladder Diagram)">
            <a:extLst>
              <a:ext uri="{FF2B5EF4-FFF2-40B4-BE49-F238E27FC236}">
                <a16:creationId xmlns:a16="http://schemas.microsoft.com/office/drawing/2014/main" id="{49CC0189-4F7B-46F7-BC86-D30CBFB95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738" y="3684588"/>
            <a:ext cx="1847850"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Picture 11" descr="NGÔN NGỮ LẬP TRÌNH PLC FBD (FUNCTION BLOCK DIAGRAM)">
            <a:extLst>
              <a:ext uri="{FF2B5EF4-FFF2-40B4-BE49-F238E27FC236}">
                <a16:creationId xmlns:a16="http://schemas.microsoft.com/office/drawing/2014/main" id="{2054547F-63E3-4739-91AE-DC3E9A057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9875" y="5040313"/>
            <a:ext cx="188595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4" name="Picture 13" descr="Ngôn Ngữ Lập Trình PLC Là Gì? Định Nghĩa, Phân Loại [LAD][FBD][STL]">
            <a:extLst>
              <a:ext uri="{FF2B5EF4-FFF2-40B4-BE49-F238E27FC236}">
                <a16:creationId xmlns:a16="http://schemas.microsoft.com/office/drawing/2014/main" id="{F759DA1C-A4D1-403A-BDE0-0C10E0CFB6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3338" y="3589338"/>
            <a:ext cx="1939925"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5" name="Group 2">
            <a:extLst>
              <a:ext uri="{FF2B5EF4-FFF2-40B4-BE49-F238E27FC236}">
                <a16:creationId xmlns:a16="http://schemas.microsoft.com/office/drawing/2014/main" id="{12BBF3E1-E1F0-4495-91A0-761B36A09A2A}"/>
              </a:ext>
            </a:extLst>
          </p:cNvPr>
          <p:cNvGrpSpPr>
            <a:grpSpLocks/>
          </p:cNvGrpSpPr>
          <p:nvPr/>
        </p:nvGrpSpPr>
        <p:grpSpPr bwMode="auto">
          <a:xfrm>
            <a:off x="6242050" y="4997450"/>
            <a:ext cx="1898650" cy="1198563"/>
            <a:chOff x="5105378" y="4894030"/>
            <a:chExt cx="2345593" cy="1427511"/>
          </a:xfrm>
        </p:grpSpPr>
        <p:pic>
          <p:nvPicPr>
            <p:cNvPr id="146445" name="Picture 15" descr="Eléments SFC/Boîte à outils">
              <a:extLst>
                <a:ext uri="{FF2B5EF4-FFF2-40B4-BE49-F238E27FC236}">
                  <a16:creationId xmlns:a16="http://schemas.microsoft.com/office/drawing/2014/main" id="{79911E04-2DC6-44ED-84DB-6BFE7D5ED2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378" y="5013176"/>
              <a:ext cx="2098899" cy="1308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6" name="TextBox 1">
              <a:extLst>
                <a:ext uri="{FF2B5EF4-FFF2-40B4-BE49-F238E27FC236}">
                  <a16:creationId xmlns:a16="http://schemas.microsoft.com/office/drawing/2014/main" id="{CA2DC89E-0603-47A9-8143-03E4FAF687AB}"/>
                </a:ext>
              </a:extLst>
            </p:cNvPr>
            <p:cNvSpPr txBox="1">
              <a:spLocks noChangeArrowheads="1"/>
            </p:cNvSpPr>
            <p:nvPr/>
          </p:nvSpPr>
          <p:spPr bwMode="auto">
            <a:xfrm>
              <a:off x="6154827" y="4894030"/>
              <a:ext cx="129614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solidFill>
                    <a:srgbClr val="000000"/>
                  </a:solidFill>
                  <a:latin typeface="Arial" panose="020B0604020202020204" pitchFamily="34" charset="0"/>
                </a:rPr>
                <a:t>SFC</a:t>
              </a:r>
              <a:endParaRPr lang="en-GB" altLang="en-US" sz="4000">
                <a:solidFill>
                  <a:srgbClr val="000000"/>
                </a:solidFill>
                <a:latin typeface="Arial" panose="020B0604020202020204" pitchFamily="34" charset="0"/>
              </a:endParaRPr>
            </a:p>
          </p:txBody>
        </p:sp>
      </p:grpSp>
      <p:cxnSp>
        <p:nvCxnSpPr>
          <p:cNvPr id="16" name="Straight Connector 15">
            <a:extLst>
              <a:ext uri="{FF2B5EF4-FFF2-40B4-BE49-F238E27FC236}">
                <a16:creationId xmlns:a16="http://schemas.microsoft.com/office/drawing/2014/main" id="{C2D07094-88A3-4D68-8F64-9D487378FE09}"/>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21F59DD-ECD0-4C4D-8DF2-3C36CE8C156C}"/>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8" name="Picture 17" descr="A close-up of a logo&#10;&#10;Description automatically generated">
            <a:extLst>
              <a:ext uri="{FF2B5EF4-FFF2-40B4-BE49-F238E27FC236}">
                <a16:creationId xmlns:a16="http://schemas.microsoft.com/office/drawing/2014/main" id="{9B7AAB5A-A35C-4A23-9FEE-5A6B83A8F20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9" name="Title 1">
            <a:extLst>
              <a:ext uri="{FF2B5EF4-FFF2-40B4-BE49-F238E27FC236}">
                <a16:creationId xmlns:a16="http://schemas.microsoft.com/office/drawing/2014/main" id="{EFEF04A3-F458-4896-BDE6-9265783E3C60}"/>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20" name="TextBox 19">
            <a:extLst>
              <a:ext uri="{FF2B5EF4-FFF2-40B4-BE49-F238E27FC236}">
                <a16:creationId xmlns:a16="http://schemas.microsoft.com/office/drawing/2014/main" id="{FB3F1BAD-5BCD-4867-93DA-06F215F6D309}"/>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19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11272"/>
                                        </p:tgtEl>
                                        <p:attrNameLst>
                                          <p:attrName>style.visibility</p:attrName>
                                        </p:attrNameLst>
                                      </p:cBhvr>
                                      <p:to>
                                        <p:strVal val="visible"/>
                                      </p:to>
                                    </p:set>
                                    <p:animEffect transition="in" filter="fade">
                                      <p:cBhvr>
                                        <p:cTn id="9" dur="1000"/>
                                        <p:tgtEl>
                                          <p:spTgt spid="11272"/>
                                        </p:tgtEl>
                                      </p:cBhvr>
                                    </p:animEffect>
                                  </p:childTnLst>
                                </p:cTn>
                              </p:par>
                              <p:par>
                                <p:cTn id="10" presetID="10" presetClass="entr" presetSubtype="0" fill="hold" nodeType="withEffect">
                                  <p:stCondLst>
                                    <p:cond delay="0"/>
                                  </p:stCondLst>
                                  <p:childTnLst>
                                    <p:set>
                                      <p:cBhvr>
                                        <p:cTn id="11" dur="1" fill="hold">
                                          <p:stCondLst>
                                            <p:cond delay="0"/>
                                          </p:stCondLst>
                                        </p:cTn>
                                        <p:tgtEl>
                                          <p:spTgt spid="11274"/>
                                        </p:tgtEl>
                                        <p:attrNameLst>
                                          <p:attrName>style.visibility</p:attrName>
                                        </p:attrNameLst>
                                      </p:cBhvr>
                                      <p:to>
                                        <p:strVal val="visible"/>
                                      </p:to>
                                    </p:set>
                                    <p:animEffect transition="in" filter="fade">
                                      <p:cBhvr>
                                        <p:cTn id="12" dur="1000"/>
                                        <p:tgtEl>
                                          <p:spTgt spid="11274"/>
                                        </p:tgtEl>
                                      </p:cBhvr>
                                    </p:animEffect>
                                  </p:childTnLst>
                                </p:cTn>
                              </p:par>
                              <p:par>
                                <p:cTn id="13" presetID="10" presetClass="entr" presetSubtype="0" fill="hold" nodeType="withEffect">
                                  <p:stCondLst>
                                    <p:cond delay="0"/>
                                  </p:stCondLst>
                                  <p:childTnLst>
                                    <p:set>
                                      <p:cBhvr>
                                        <p:cTn id="14" dur="1" fill="hold">
                                          <p:stCondLst>
                                            <p:cond delay="0"/>
                                          </p:stCondLst>
                                        </p:cTn>
                                        <p:tgtEl>
                                          <p:spTgt spid="11275"/>
                                        </p:tgtEl>
                                        <p:attrNameLst>
                                          <p:attrName>style.visibility</p:attrName>
                                        </p:attrNameLst>
                                      </p:cBhvr>
                                      <p:to>
                                        <p:strVal val="visible"/>
                                      </p:to>
                                    </p:set>
                                    <p:animEffect transition="in" filter="fade">
                                      <p:cBhvr>
                                        <p:cTn id="15" dur="1000"/>
                                        <p:tgtEl>
                                          <p:spTgt spid="11275"/>
                                        </p:tgtEl>
                                      </p:cBhvr>
                                    </p:animEffect>
                                  </p:childTnLst>
                                </p:cTn>
                              </p:par>
                              <p:par>
                                <p:cTn id="16" presetID="10" presetClass="entr" presetSubtype="0" fill="hold" nodeType="withEffect">
                                  <p:stCondLst>
                                    <p:cond delay="0"/>
                                  </p:stCondLst>
                                  <p:childTnLst>
                                    <p:set>
                                      <p:cBhvr>
                                        <p:cTn id="17" dur="1" fill="hold">
                                          <p:stCondLst>
                                            <p:cond delay="0"/>
                                          </p:stCondLst>
                                        </p:cTn>
                                        <p:tgtEl>
                                          <p:spTgt spid="11273"/>
                                        </p:tgtEl>
                                        <p:attrNameLst>
                                          <p:attrName>style.visibility</p:attrName>
                                        </p:attrNameLst>
                                      </p:cBhvr>
                                      <p:to>
                                        <p:strVal val="visible"/>
                                      </p:to>
                                    </p:set>
                                    <p:animEffect transition="in" filter="fade">
                                      <p:cBhvr>
                                        <p:cTn id="18" dur="1000"/>
                                        <p:tgtEl>
                                          <p:spTgt spid="11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9" name="Rectangle 3">
            <a:extLst>
              <a:ext uri="{FF2B5EF4-FFF2-40B4-BE49-F238E27FC236}">
                <a16:creationId xmlns:a16="http://schemas.microsoft.com/office/drawing/2014/main" id="{F4838444-CFF7-48EA-A4DA-A077D7FBA228}"/>
              </a:ext>
            </a:extLst>
          </p:cNvPr>
          <p:cNvSpPr>
            <a:spLocks noGrp="1" noChangeArrowheads="1"/>
          </p:cNvSpPr>
          <p:nvPr>
            <p:ph idx="1"/>
          </p:nvPr>
        </p:nvSpPr>
        <p:spPr>
          <a:xfrm>
            <a:off x="1989138" y="1589088"/>
            <a:ext cx="8291512" cy="842962"/>
          </a:xfrm>
        </p:spPr>
        <p:txBody>
          <a:bodyPr/>
          <a:lstStyle/>
          <a:p>
            <a:pPr eaLnBrk="1" hangingPunct="1">
              <a:lnSpc>
                <a:spcPct val="105000"/>
              </a:lnSpc>
              <a:spcBef>
                <a:spcPts val="600"/>
              </a:spcBef>
              <a:buFontTx/>
              <a:buNone/>
            </a:pPr>
            <a:r>
              <a:rPr lang="en-US" altLang="en-US" sz="2400" dirty="0"/>
              <a:t>	This method has a similar representation to a relay contact diagram in industrial power.</a:t>
            </a:r>
          </a:p>
        </p:txBody>
      </p:sp>
      <p:sp>
        <p:nvSpPr>
          <p:cNvPr id="3" name="Slide Number Placeholder 2">
            <a:extLst>
              <a:ext uri="{FF2B5EF4-FFF2-40B4-BE49-F238E27FC236}">
                <a16:creationId xmlns:a16="http://schemas.microsoft.com/office/drawing/2014/main" id="{30A09201-10FC-46EB-A4F6-A6CD24ACDD04}"/>
              </a:ext>
            </a:extLst>
          </p:cNvPr>
          <p:cNvSpPr>
            <a:spLocks noGrp="1"/>
          </p:cNvSpPr>
          <p:nvPr>
            <p:ph type="sldNum" sz="quarter" idx="12"/>
          </p:nvPr>
        </p:nvSpPr>
        <p:spPr>
          <a:xfrm>
            <a:off x="8686800" y="6495355"/>
            <a:ext cx="2743200" cy="365125"/>
          </a:xfrm>
        </p:spPr>
        <p:txBody>
          <a:bodyPr/>
          <a:lstStyle/>
          <a:p>
            <a:fld id="{463DAC6F-37B0-497B-9F88-A4FC17849BDA}" type="slidenum">
              <a:rPr lang="en-US" altLang="en-US" smtClean="0"/>
              <a:pPr/>
              <a:t>23</a:t>
            </a:fld>
            <a:endParaRPr lang="en-US" altLang="en-US"/>
          </a:p>
        </p:txBody>
      </p:sp>
      <p:grpSp>
        <p:nvGrpSpPr>
          <p:cNvPr id="12291" name="Group 2">
            <a:extLst>
              <a:ext uri="{FF2B5EF4-FFF2-40B4-BE49-F238E27FC236}">
                <a16:creationId xmlns:a16="http://schemas.microsoft.com/office/drawing/2014/main" id="{A102328C-D860-4856-AEF2-FC3106CA5DB5}"/>
              </a:ext>
            </a:extLst>
          </p:cNvPr>
          <p:cNvGrpSpPr>
            <a:grpSpLocks/>
          </p:cNvGrpSpPr>
          <p:nvPr/>
        </p:nvGrpSpPr>
        <p:grpSpPr bwMode="auto">
          <a:xfrm>
            <a:off x="1412876" y="2609850"/>
            <a:ext cx="3697287" cy="3887788"/>
            <a:chOff x="-61911" y="2133600"/>
            <a:chExt cx="3697286" cy="4321175"/>
          </a:xfrm>
        </p:grpSpPr>
        <p:sp>
          <p:nvSpPr>
            <p:cNvPr id="148518" name="Line 6">
              <a:extLst>
                <a:ext uri="{FF2B5EF4-FFF2-40B4-BE49-F238E27FC236}">
                  <a16:creationId xmlns:a16="http://schemas.microsoft.com/office/drawing/2014/main" id="{D476B1C1-19BD-4CEE-B71A-CC4869E9E59B}"/>
                </a:ext>
              </a:extLst>
            </p:cNvPr>
            <p:cNvSpPr>
              <a:spLocks noChangeShapeType="1"/>
            </p:cNvSpPr>
            <p:nvPr/>
          </p:nvSpPr>
          <p:spPr bwMode="auto">
            <a:xfrm>
              <a:off x="1362088" y="2451734"/>
              <a:ext cx="1325649"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19" name="Line 7">
              <a:extLst>
                <a:ext uri="{FF2B5EF4-FFF2-40B4-BE49-F238E27FC236}">
                  <a16:creationId xmlns:a16="http://schemas.microsoft.com/office/drawing/2014/main" id="{6FF0FA97-2A58-4A04-A2F7-583D8E4807D4}"/>
                </a:ext>
              </a:extLst>
            </p:cNvPr>
            <p:cNvSpPr>
              <a:spLocks noChangeShapeType="1"/>
            </p:cNvSpPr>
            <p:nvPr/>
          </p:nvSpPr>
          <p:spPr bwMode="auto">
            <a:xfrm>
              <a:off x="2024041" y="2451734"/>
              <a:ext cx="0" cy="31473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0" name="Line 8">
              <a:extLst>
                <a:ext uri="{FF2B5EF4-FFF2-40B4-BE49-F238E27FC236}">
                  <a16:creationId xmlns:a16="http://schemas.microsoft.com/office/drawing/2014/main" id="{ADE7AE3C-4026-4443-A626-42FDBDDE56CC}"/>
                </a:ext>
              </a:extLst>
            </p:cNvPr>
            <p:cNvSpPr>
              <a:spLocks noChangeShapeType="1"/>
            </p:cNvSpPr>
            <p:nvPr/>
          </p:nvSpPr>
          <p:spPr bwMode="auto">
            <a:xfrm>
              <a:off x="2024041" y="3081197"/>
              <a:ext cx="0" cy="472948"/>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1" name="Line 9">
              <a:extLst>
                <a:ext uri="{FF2B5EF4-FFF2-40B4-BE49-F238E27FC236}">
                  <a16:creationId xmlns:a16="http://schemas.microsoft.com/office/drawing/2014/main" id="{CC967499-FAE7-4726-AA96-9A9BC18AB129}"/>
                </a:ext>
              </a:extLst>
            </p:cNvPr>
            <p:cNvSpPr>
              <a:spLocks noChangeShapeType="1"/>
            </p:cNvSpPr>
            <p:nvPr/>
          </p:nvSpPr>
          <p:spPr bwMode="auto">
            <a:xfrm flipH="1">
              <a:off x="2024041" y="2766466"/>
              <a:ext cx="111487" cy="31473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2" name="Line 10">
              <a:extLst>
                <a:ext uri="{FF2B5EF4-FFF2-40B4-BE49-F238E27FC236}">
                  <a16:creationId xmlns:a16="http://schemas.microsoft.com/office/drawing/2014/main" id="{07C1AEC8-0CDA-4183-A988-6EAE1D930EB5}"/>
                </a:ext>
              </a:extLst>
            </p:cNvPr>
            <p:cNvSpPr>
              <a:spLocks noChangeShapeType="1"/>
            </p:cNvSpPr>
            <p:nvPr/>
          </p:nvSpPr>
          <p:spPr bwMode="auto">
            <a:xfrm>
              <a:off x="2024041" y="2766466"/>
              <a:ext cx="111487"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3" name="Line 11">
              <a:extLst>
                <a:ext uri="{FF2B5EF4-FFF2-40B4-BE49-F238E27FC236}">
                  <a16:creationId xmlns:a16="http://schemas.microsoft.com/office/drawing/2014/main" id="{2AF6C41E-5F07-4872-98D9-4C5541BAFE4F}"/>
                </a:ext>
              </a:extLst>
            </p:cNvPr>
            <p:cNvSpPr>
              <a:spLocks noChangeShapeType="1"/>
            </p:cNvSpPr>
            <p:nvPr/>
          </p:nvSpPr>
          <p:spPr bwMode="auto">
            <a:xfrm>
              <a:off x="1855069" y="2897462"/>
              <a:ext cx="221232"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4" name="Line 12">
              <a:extLst>
                <a:ext uri="{FF2B5EF4-FFF2-40B4-BE49-F238E27FC236}">
                  <a16:creationId xmlns:a16="http://schemas.microsoft.com/office/drawing/2014/main" id="{59BD1432-5DC5-45BA-9D6E-43049F1D909D}"/>
                </a:ext>
              </a:extLst>
            </p:cNvPr>
            <p:cNvSpPr>
              <a:spLocks noChangeShapeType="1"/>
            </p:cNvSpPr>
            <p:nvPr/>
          </p:nvSpPr>
          <p:spPr bwMode="auto">
            <a:xfrm>
              <a:off x="1855069" y="2805594"/>
              <a:ext cx="0" cy="18373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5" name="Line 13">
              <a:extLst>
                <a:ext uri="{FF2B5EF4-FFF2-40B4-BE49-F238E27FC236}">
                  <a16:creationId xmlns:a16="http://schemas.microsoft.com/office/drawing/2014/main" id="{BD875CEA-162C-43AD-9832-255E4FB13334}"/>
                </a:ext>
              </a:extLst>
            </p:cNvPr>
            <p:cNvSpPr>
              <a:spLocks noChangeShapeType="1"/>
            </p:cNvSpPr>
            <p:nvPr/>
          </p:nvSpPr>
          <p:spPr bwMode="auto">
            <a:xfrm>
              <a:off x="2024041" y="3868876"/>
              <a:ext cx="0" cy="472948"/>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6" name="Line 14">
              <a:extLst>
                <a:ext uri="{FF2B5EF4-FFF2-40B4-BE49-F238E27FC236}">
                  <a16:creationId xmlns:a16="http://schemas.microsoft.com/office/drawing/2014/main" id="{C16978BA-D4BE-4666-8197-E2100A4906AE}"/>
                </a:ext>
              </a:extLst>
            </p:cNvPr>
            <p:cNvSpPr>
              <a:spLocks noChangeShapeType="1"/>
            </p:cNvSpPr>
            <p:nvPr/>
          </p:nvSpPr>
          <p:spPr bwMode="auto">
            <a:xfrm>
              <a:off x="1855069" y="3554144"/>
              <a:ext cx="168972" cy="31473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7" name="Line 15">
              <a:extLst>
                <a:ext uri="{FF2B5EF4-FFF2-40B4-BE49-F238E27FC236}">
                  <a16:creationId xmlns:a16="http://schemas.microsoft.com/office/drawing/2014/main" id="{4A7EC328-EEC9-4535-BD6B-0861C7A4504C}"/>
                </a:ext>
              </a:extLst>
            </p:cNvPr>
            <p:cNvSpPr>
              <a:spLocks noChangeShapeType="1"/>
            </p:cNvSpPr>
            <p:nvPr/>
          </p:nvSpPr>
          <p:spPr bwMode="auto">
            <a:xfrm>
              <a:off x="1693065" y="3632402"/>
              <a:ext cx="0" cy="158216"/>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8" name="Line 16">
              <a:extLst>
                <a:ext uri="{FF2B5EF4-FFF2-40B4-BE49-F238E27FC236}">
                  <a16:creationId xmlns:a16="http://schemas.microsoft.com/office/drawing/2014/main" id="{5D0A5EB4-B435-4E7A-959B-38F33BFFC5CD}"/>
                </a:ext>
              </a:extLst>
            </p:cNvPr>
            <p:cNvSpPr>
              <a:spLocks noChangeShapeType="1"/>
            </p:cNvSpPr>
            <p:nvPr/>
          </p:nvSpPr>
          <p:spPr bwMode="auto">
            <a:xfrm>
              <a:off x="1707001" y="3712361"/>
              <a:ext cx="21949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29" name="Text Box 17">
              <a:extLst>
                <a:ext uri="{FF2B5EF4-FFF2-40B4-BE49-F238E27FC236}">
                  <a16:creationId xmlns:a16="http://schemas.microsoft.com/office/drawing/2014/main" id="{AD212579-E114-44DF-B404-293E008428F5}"/>
                </a:ext>
              </a:extLst>
            </p:cNvPr>
            <p:cNvSpPr txBox="1">
              <a:spLocks noChangeArrowheads="1"/>
            </p:cNvSpPr>
            <p:nvPr/>
          </p:nvSpPr>
          <p:spPr bwMode="auto">
            <a:xfrm>
              <a:off x="1828939" y="4341823"/>
              <a:ext cx="391946" cy="316433"/>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1800" b="0">
                <a:solidFill>
                  <a:srgbClr val="000000"/>
                </a:solidFill>
              </a:endParaRPr>
            </a:p>
          </p:txBody>
        </p:sp>
        <p:sp>
          <p:nvSpPr>
            <p:cNvPr id="148530" name="Line 18">
              <a:extLst>
                <a:ext uri="{FF2B5EF4-FFF2-40B4-BE49-F238E27FC236}">
                  <a16:creationId xmlns:a16="http://schemas.microsoft.com/office/drawing/2014/main" id="{078352B5-2D4F-4D96-899A-21417A0344A7}"/>
                </a:ext>
              </a:extLst>
            </p:cNvPr>
            <p:cNvSpPr>
              <a:spLocks noChangeShapeType="1"/>
            </p:cNvSpPr>
            <p:nvPr/>
          </p:nvSpPr>
          <p:spPr bwMode="auto">
            <a:xfrm>
              <a:off x="1362088" y="4972987"/>
              <a:ext cx="1325649"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31" name="Line 19">
              <a:extLst>
                <a:ext uri="{FF2B5EF4-FFF2-40B4-BE49-F238E27FC236}">
                  <a16:creationId xmlns:a16="http://schemas.microsoft.com/office/drawing/2014/main" id="{C65F92FC-2C18-47FC-AD36-1469FFBBE39B}"/>
                </a:ext>
              </a:extLst>
            </p:cNvPr>
            <p:cNvSpPr>
              <a:spLocks noChangeShapeType="1"/>
            </p:cNvSpPr>
            <p:nvPr/>
          </p:nvSpPr>
          <p:spPr bwMode="auto">
            <a:xfrm>
              <a:off x="2024041" y="4658256"/>
              <a:ext cx="0" cy="31473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32" name="Line 20">
              <a:extLst>
                <a:ext uri="{FF2B5EF4-FFF2-40B4-BE49-F238E27FC236}">
                  <a16:creationId xmlns:a16="http://schemas.microsoft.com/office/drawing/2014/main" id="{A1A7BE17-1DBF-449D-8A0A-7F39113B79A5}"/>
                </a:ext>
              </a:extLst>
            </p:cNvPr>
            <p:cNvSpPr>
              <a:spLocks noChangeShapeType="1"/>
            </p:cNvSpPr>
            <p:nvPr/>
          </p:nvSpPr>
          <p:spPr bwMode="auto">
            <a:xfrm>
              <a:off x="2024041" y="3239413"/>
              <a:ext cx="332719"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33" name="Line 21">
              <a:extLst>
                <a:ext uri="{FF2B5EF4-FFF2-40B4-BE49-F238E27FC236}">
                  <a16:creationId xmlns:a16="http://schemas.microsoft.com/office/drawing/2014/main" id="{B5D26E14-8105-442D-88CC-E76E362BE83E}"/>
                </a:ext>
              </a:extLst>
            </p:cNvPr>
            <p:cNvSpPr>
              <a:spLocks noChangeShapeType="1"/>
            </p:cNvSpPr>
            <p:nvPr/>
          </p:nvSpPr>
          <p:spPr bwMode="auto">
            <a:xfrm>
              <a:off x="2024041" y="4185308"/>
              <a:ext cx="332719"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34" name="Line 22">
              <a:extLst>
                <a:ext uri="{FF2B5EF4-FFF2-40B4-BE49-F238E27FC236}">
                  <a16:creationId xmlns:a16="http://schemas.microsoft.com/office/drawing/2014/main" id="{3BA37A6C-ED26-4FAE-BAF9-CB3C6751E053}"/>
                </a:ext>
              </a:extLst>
            </p:cNvPr>
            <p:cNvSpPr>
              <a:spLocks noChangeShapeType="1"/>
            </p:cNvSpPr>
            <p:nvPr/>
          </p:nvSpPr>
          <p:spPr bwMode="auto">
            <a:xfrm>
              <a:off x="2356760" y="3239413"/>
              <a:ext cx="0" cy="31473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35" name="Line 23">
              <a:extLst>
                <a:ext uri="{FF2B5EF4-FFF2-40B4-BE49-F238E27FC236}">
                  <a16:creationId xmlns:a16="http://schemas.microsoft.com/office/drawing/2014/main" id="{E5C8F580-CF03-4C5A-AA2C-F8F74D8CC821}"/>
                </a:ext>
              </a:extLst>
            </p:cNvPr>
            <p:cNvSpPr>
              <a:spLocks noChangeShapeType="1"/>
            </p:cNvSpPr>
            <p:nvPr/>
          </p:nvSpPr>
          <p:spPr bwMode="auto">
            <a:xfrm>
              <a:off x="2356760" y="3868876"/>
              <a:ext cx="0" cy="316433"/>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36" name="Line 24">
              <a:extLst>
                <a:ext uri="{FF2B5EF4-FFF2-40B4-BE49-F238E27FC236}">
                  <a16:creationId xmlns:a16="http://schemas.microsoft.com/office/drawing/2014/main" id="{C8392C6F-9AF0-4AAE-AAFB-822DFB7DF9DD}"/>
                </a:ext>
              </a:extLst>
            </p:cNvPr>
            <p:cNvSpPr>
              <a:spLocks noChangeShapeType="1"/>
            </p:cNvSpPr>
            <p:nvPr/>
          </p:nvSpPr>
          <p:spPr bwMode="auto">
            <a:xfrm>
              <a:off x="2186046" y="3554144"/>
              <a:ext cx="170714" cy="31473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37" name="Text Box 25">
              <a:extLst>
                <a:ext uri="{FF2B5EF4-FFF2-40B4-BE49-F238E27FC236}">
                  <a16:creationId xmlns:a16="http://schemas.microsoft.com/office/drawing/2014/main" id="{BEF4CC06-DCFD-457E-9679-D95475473BB0}"/>
                </a:ext>
              </a:extLst>
            </p:cNvPr>
            <p:cNvSpPr txBox="1">
              <a:spLocks noChangeArrowheads="1"/>
            </p:cNvSpPr>
            <p:nvPr/>
          </p:nvSpPr>
          <p:spPr bwMode="auto">
            <a:xfrm>
              <a:off x="1865521" y="2293518"/>
              <a:ext cx="442464" cy="406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b="0">
                  <a:solidFill>
                    <a:srgbClr val="000000"/>
                  </a:solidFill>
                  <a:sym typeface="Symbol" panose="05050102010706020507" pitchFamily="18" charset="2"/>
                </a:rPr>
                <a:t></a:t>
              </a:r>
              <a:endParaRPr lang="en-US" altLang="en-US" sz="1400" b="0">
                <a:solidFill>
                  <a:srgbClr val="000000"/>
                </a:solidFill>
              </a:endParaRPr>
            </a:p>
          </p:txBody>
        </p:sp>
        <p:sp>
          <p:nvSpPr>
            <p:cNvPr id="148538" name="Text Box 26">
              <a:extLst>
                <a:ext uri="{FF2B5EF4-FFF2-40B4-BE49-F238E27FC236}">
                  <a16:creationId xmlns:a16="http://schemas.microsoft.com/office/drawing/2014/main" id="{A4D1798E-1DD0-4366-9ED2-F78A370BF23A}"/>
                </a:ext>
              </a:extLst>
            </p:cNvPr>
            <p:cNvSpPr txBox="1">
              <a:spLocks noChangeArrowheads="1"/>
            </p:cNvSpPr>
            <p:nvPr/>
          </p:nvSpPr>
          <p:spPr bwMode="auto">
            <a:xfrm>
              <a:off x="1875973" y="3067587"/>
              <a:ext cx="442464" cy="4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b="0">
                  <a:solidFill>
                    <a:srgbClr val="000000"/>
                  </a:solidFill>
                  <a:sym typeface="Symbol" panose="05050102010706020507" pitchFamily="18" charset="2"/>
                </a:rPr>
                <a:t></a:t>
              </a:r>
              <a:endParaRPr lang="en-US" altLang="en-US" sz="1400" b="0">
                <a:solidFill>
                  <a:srgbClr val="000000"/>
                </a:solidFill>
              </a:endParaRPr>
            </a:p>
          </p:txBody>
        </p:sp>
        <p:sp>
          <p:nvSpPr>
            <p:cNvPr id="148539" name="Text Box 27">
              <a:extLst>
                <a:ext uri="{FF2B5EF4-FFF2-40B4-BE49-F238E27FC236}">
                  <a16:creationId xmlns:a16="http://schemas.microsoft.com/office/drawing/2014/main" id="{7F78955C-4164-428F-8AAA-07419B665DB3}"/>
                </a:ext>
              </a:extLst>
            </p:cNvPr>
            <p:cNvSpPr txBox="1">
              <a:spLocks noChangeArrowheads="1"/>
            </p:cNvSpPr>
            <p:nvPr/>
          </p:nvSpPr>
          <p:spPr bwMode="auto">
            <a:xfrm>
              <a:off x="1889909" y="4013482"/>
              <a:ext cx="442464" cy="4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b="0">
                  <a:solidFill>
                    <a:srgbClr val="000000"/>
                  </a:solidFill>
                  <a:sym typeface="Symbol" panose="05050102010706020507" pitchFamily="18" charset="2"/>
                </a:rPr>
                <a:t></a:t>
              </a:r>
              <a:endParaRPr lang="en-US" altLang="en-US" sz="1400" b="0">
                <a:solidFill>
                  <a:srgbClr val="000000"/>
                </a:solidFill>
              </a:endParaRPr>
            </a:p>
          </p:txBody>
        </p:sp>
        <p:sp>
          <p:nvSpPr>
            <p:cNvPr id="148540" name="Text Box 28">
              <a:extLst>
                <a:ext uri="{FF2B5EF4-FFF2-40B4-BE49-F238E27FC236}">
                  <a16:creationId xmlns:a16="http://schemas.microsoft.com/office/drawing/2014/main" id="{17C145B2-0912-4151-AC1B-C2D63D00A99F}"/>
                </a:ext>
              </a:extLst>
            </p:cNvPr>
            <p:cNvSpPr txBox="1">
              <a:spLocks noChangeArrowheads="1"/>
            </p:cNvSpPr>
            <p:nvPr/>
          </p:nvSpPr>
          <p:spPr bwMode="auto">
            <a:xfrm>
              <a:off x="1888167" y="4801161"/>
              <a:ext cx="442464" cy="4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400" b="0">
                  <a:solidFill>
                    <a:srgbClr val="000000"/>
                  </a:solidFill>
                  <a:sym typeface="Symbol" panose="05050102010706020507" pitchFamily="18" charset="2"/>
                </a:rPr>
                <a:t></a:t>
              </a:r>
              <a:endParaRPr lang="en-US" altLang="en-US" sz="1400" b="0">
                <a:solidFill>
                  <a:srgbClr val="000000"/>
                </a:solidFill>
              </a:endParaRPr>
            </a:p>
          </p:txBody>
        </p:sp>
        <p:sp>
          <p:nvSpPr>
            <p:cNvPr id="148541" name="Text Box 29">
              <a:extLst>
                <a:ext uri="{FF2B5EF4-FFF2-40B4-BE49-F238E27FC236}">
                  <a16:creationId xmlns:a16="http://schemas.microsoft.com/office/drawing/2014/main" id="{A44E3C25-67EC-4FEE-AAFB-C4972686AAA3}"/>
                </a:ext>
              </a:extLst>
            </p:cNvPr>
            <p:cNvSpPr txBox="1">
              <a:spLocks noChangeArrowheads="1"/>
            </p:cNvSpPr>
            <p:nvPr/>
          </p:nvSpPr>
          <p:spPr bwMode="auto">
            <a:xfrm>
              <a:off x="2356760" y="3475887"/>
              <a:ext cx="646275" cy="50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K1</a:t>
              </a:r>
            </a:p>
          </p:txBody>
        </p:sp>
        <p:sp>
          <p:nvSpPr>
            <p:cNvPr id="148542" name="Text Box 30">
              <a:extLst>
                <a:ext uri="{FF2B5EF4-FFF2-40B4-BE49-F238E27FC236}">
                  <a16:creationId xmlns:a16="http://schemas.microsoft.com/office/drawing/2014/main" id="{6778C60C-AD08-4928-90B2-414A771FC0E4}"/>
                </a:ext>
              </a:extLst>
            </p:cNvPr>
            <p:cNvSpPr txBox="1">
              <a:spLocks noChangeArrowheads="1"/>
            </p:cNvSpPr>
            <p:nvPr/>
          </p:nvSpPr>
          <p:spPr bwMode="auto">
            <a:xfrm>
              <a:off x="1186148" y="4297591"/>
              <a:ext cx="552208" cy="4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K1</a:t>
              </a:r>
            </a:p>
          </p:txBody>
        </p:sp>
        <p:sp>
          <p:nvSpPr>
            <p:cNvPr id="148543" name="Text Box 31">
              <a:extLst>
                <a:ext uri="{FF2B5EF4-FFF2-40B4-BE49-F238E27FC236}">
                  <a16:creationId xmlns:a16="http://schemas.microsoft.com/office/drawing/2014/main" id="{5BAD6B1E-BEC3-4AA1-86E7-111141C40D03}"/>
                </a:ext>
              </a:extLst>
            </p:cNvPr>
            <p:cNvSpPr txBox="1">
              <a:spLocks noChangeArrowheads="1"/>
            </p:cNvSpPr>
            <p:nvPr/>
          </p:nvSpPr>
          <p:spPr bwMode="auto">
            <a:xfrm>
              <a:off x="1170470" y="3520119"/>
              <a:ext cx="649759" cy="4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ON</a:t>
              </a:r>
            </a:p>
          </p:txBody>
        </p:sp>
        <p:sp>
          <p:nvSpPr>
            <p:cNvPr id="148544" name="Text Box 32">
              <a:extLst>
                <a:ext uri="{FF2B5EF4-FFF2-40B4-BE49-F238E27FC236}">
                  <a16:creationId xmlns:a16="http://schemas.microsoft.com/office/drawing/2014/main" id="{82A6A7D0-4AC1-40E5-8E6D-675DE42EF3F2}"/>
                </a:ext>
              </a:extLst>
            </p:cNvPr>
            <p:cNvSpPr txBox="1">
              <a:spLocks noChangeArrowheads="1"/>
            </p:cNvSpPr>
            <p:nvPr/>
          </p:nvSpPr>
          <p:spPr bwMode="auto">
            <a:xfrm>
              <a:off x="1186148" y="2718831"/>
              <a:ext cx="747310" cy="4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OFF</a:t>
              </a:r>
            </a:p>
          </p:txBody>
        </p:sp>
        <p:sp>
          <p:nvSpPr>
            <p:cNvPr id="148545" name="Text Box 33">
              <a:extLst>
                <a:ext uri="{FF2B5EF4-FFF2-40B4-BE49-F238E27FC236}">
                  <a16:creationId xmlns:a16="http://schemas.microsoft.com/office/drawing/2014/main" id="{A77EF283-02BA-4ED5-BA12-1C8039C8AC9E}"/>
                </a:ext>
              </a:extLst>
            </p:cNvPr>
            <p:cNvSpPr txBox="1">
              <a:spLocks noChangeArrowheads="1"/>
            </p:cNvSpPr>
            <p:nvPr/>
          </p:nvSpPr>
          <p:spPr bwMode="auto">
            <a:xfrm>
              <a:off x="-61911" y="5374482"/>
              <a:ext cx="3517863" cy="787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dirty="0">
                  <a:solidFill>
                    <a:srgbClr val="000000"/>
                  </a:solidFill>
                </a:rPr>
                <a:t>Demonstration according to mechanical contact diagram</a:t>
              </a:r>
              <a:endParaRPr lang="en-US" altLang="en-US" sz="2000" b="0" dirty="0">
                <a:solidFill>
                  <a:srgbClr val="000000"/>
                </a:solidFill>
              </a:endParaRPr>
            </a:p>
          </p:txBody>
        </p:sp>
        <p:sp>
          <p:nvSpPr>
            <p:cNvPr id="148546" name="Rectangle 64">
              <a:extLst>
                <a:ext uri="{FF2B5EF4-FFF2-40B4-BE49-F238E27FC236}">
                  <a16:creationId xmlns:a16="http://schemas.microsoft.com/office/drawing/2014/main" id="{309E32D3-9662-41C6-984F-30B22F21927C}"/>
                </a:ext>
              </a:extLst>
            </p:cNvPr>
            <p:cNvSpPr>
              <a:spLocks noChangeArrowheads="1"/>
            </p:cNvSpPr>
            <p:nvPr/>
          </p:nvSpPr>
          <p:spPr bwMode="auto">
            <a:xfrm>
              <a:off x="395288" y="2133600"/>
              <a:ext cx="3240087" cy="432117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grpSp>
      <p:grpSp>
        <p:nvGrpSpPr>
          <p:cNvPr id="12292" name="Group 3">
            <a:extLst>
              <a:ext uri="{FF2B5EF4-FFF2-40B4-BE49-F238E27FC236}">
                <a16:creationId xmlns:a16="http://schemas.microsoft.com/office/drawing/2014/main" id="{BA666EAD-39BD-4C33-AA13-EC7A9396D19D}"/>
              </a:ext>
            </a:extLst>
          </p:cNvPr>
          <p:cNvGrpSpPr>
            <a:grpSpLocks/>
          </p:cNvGrpSpPr>
          <p:nvPr/>
        </p:nvGrpSpPr>
        <p:grpSpPr bwMode="auto">
          <a:xfrm>
            <a:off x="5567363" y="2832100"/>
            <a:ext cx="4392612" cy="3813175"/>
            <a:chOff x="4067175" y="2133600"/>
            <a:chExt cx="4932363" cy="4321175"/>
          </a:xfrm>
        </p:grpSpPr>
        <p:sp>
          <p:nvSpPr>
            <p:cNvPr id="148491" name="Text Box 60">
              <a:extLst>
                <a:ext uri="{FF2B5EF4-FFF2-40B4-BE49-F238E27FC236}">
                  <a16:creationId xmlns:a16="http://schemas.microsoft.com/office/drawing/2014/main" id="{3B31E073-6134-4C8F-918E-00CE7356F816}"/>
                </a:ext>
              </a:extLst>
            </p:cNvPr>
            <p:cNvSpPr txBox="1">
              <a:spLocks noChangeArrowheads="1"/>
            </p:cNvSpPr>
            <p:nvPr/>
          </p:nvSpPr>
          <p:spPr bwMode="auto">
            <a:xfrm>
              <a:off x="5099282" y="5123346"/>
              <a:ext cx="3073146" cy="804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000" dirty="0">
                  <a:solidFill>
                    <a:srgbClr val="000000"/>
                  </a:solidFill>
                </a:rPr>
                <a:t>LAD Programming Representation</a:t>
              </a:r>
              <a:endParaRPr lang="en-US" altLang="en-US" sz="2000" b="0" dirty="0">
                <a:solidFill>
                  <a:srgbClr val="000000"/>
                </a:solidFill>
              </a:endParaRPr>
            </a:p>
          </p:txBody>
        </p:sp>
        <p:sp>
          <p:nvSpPr>
            <p:cNvPr id="148492" name="Line 36">
              <a:extLst>
                <a:ext uri="{FF2B5EF4-FFF2-40B4-BE49-F238E27FC236}">
                  <a16:creationId xmlns:a16="http://schemas.microsoft.com/office/drawing/2014/main" id="{71C7A0FB-5E8B-44A5-9B84-8C7915A44A8B}"/>
                </a:ext>
              </a:extLst>
            </p:cNvPr>
            <p:cNvSpPr>
              <a:spLocks noChangeShapeType="1"/>
            </p:cNvSpPr>
            <p:nvPr/>
          </p:nvSpPr>
          <p:spPr bwMode="auto">
            <a:xfrm>
              <a:off x="4471818" y="2790283"/>
              <a:ext cx="0" cy="1087099"/>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3" name="Line 37">
              <a:extLst>
                <a:ext uri="{FF2B5EF4-FFF2-40B4-BE49-F238E27FC236}">
                  <a16:creationId xmlns:a16="http://schemas.microsoft.com/office/drawing/2014/main" id="{53DEFA31-B6A5-40C8-B704-DF794E1EA862}"/>
                </a:ext>
              </a:extLst>
            </p:cNvPr>
            <p:cNvSpPr>
              <a:spLocks noChangeShapeType="1"/>
            </p:cNvSpPr>
            <p:nvPr/>
          </p:nvSpPr>
          <p:spPr bwMode="auto">
            <a:xfrm>
              <a:off x="4471818" y="3281944"/>
              <a:ext cx="53833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48494" name="Group 38">
              <a:extLst>
                <a:ext uri="{FF2B5EF4-FFF2-40B4-BE49-F238E27FC236}">
                  <a16:creationId xmlns:a16="http://schemas.microsoft.com/office/drawing/2014/main" id="{E5CC623E-9F1E-41FF-8FA4-AC5BA29A42EF}"/>
                </a:ext>
              </a:extLst>
            </p:cNvPr>
            <p:cNvGrpSpPr>
              <a:grpSpLocks/>
            </p:cNvGrpSpPr>
            <p:nvPr/>
          </p:nvGrpSpPr>
          <p:grpSpPr bwMode="auto">
            <a:xfrm>
              <a:off x="5010153" y="3096508"/>
              <a:ext cx="178257" cy="370873"/>
              <a:chOff x="5554" y="9684"/>
              <a:chExt cx="130" cy="270"/>
            </a:xfrm>
          </p:grpSpPr>
          <p:sp>
            <p:nvSpPr>
              <p:cNvPr id="148516" name="Line 39">
                <a:extLst>
                  <a:ext uri="{FF2B5EF4-FFF2-40B4-BE49-F238E27FC236}">
                    <a16:creationId xmlns:a16="http://schemas.microsoft.com/office/drawing/2014/main" id="{23E5A63C-4A64-4ECA-A687-8DCF6E47FB6E}"/>
                  </a:ext>
                </a:extLst>
              </p:cNvPr>
              <p:cNvSpPr>
                <a:spLocks noChangeShapeType="1"/>
              </p:cNvSpPr>
              <p:nvPr/>
            </p:nvSpPr>
            <p:spPr bwMode="auto">
              <a:xfrm>
                <a:off x="555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17" name="Line 40">
                <a:extLst>
                  <a:ext uri="{FF2B5EF4-FFF2-40B4-BE49-F238E27FC236}">
                    <a16:creationId xmlns:a16="http://schemas.microsoft.com/office/drawing/2014/main" id="{55DDB4D5-B393-47F1-8184-2A5F56596C4F}"/>
                  </a:ext>
                </a:extLst>
              </p:cNvPr>
              <p:cNvSpPr>
                <a:spLocks noChangeShapeType="1"/>
              </p:cNvSpPr>
              <p:nvPr/>
            </p:nvSpPr>
            <p:spPr bwMode="auto">
              <a:xfrm>
                <a:off x="568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8495" name="Group 41">
              <a:extLst>
                <a:ext uri="{FF2B5EF4-FFF2-40B4-BE49-F238E27FC236}">
                  <a16:creationId xmlns:a16="http://schemas.microsoft.com/office/drawing/2014/main" id="{B24AD2CE-CE09-4D7F-8CAF-3ACC5C15472D}"/>
                </a:ext>
              </a:extLst>
            </p:cNvPr>
            <p:cNvGrpSpPr>
              <a:grpSpLocks/>
            </p:cNvGrpSpPr>
            <p:nvPr/>
          </p:nvGrpSpPr>
          <p:grpSpPr bwMode="auto">
            <a:xfrm>
              <a:off x="6085041" y="3096508"/>
              <a:ext cx="180039" cy="370873"/>
              <a:chOff x="5554" y="9684"/>
              <a:chExt cx="130" cy="270"/>
            </a:xfrm>
          </p:grpSpPr>
          <p:sp>
            <p:nvSpPr>
              <p:cNvPr id="148514" name="Line 42">
                <a:extLst>
                  <a:ext uri="{FF2B5EF4-FFF2-40B4-BE49-F238E27FC236}">
                    <a16:creationId xmlns:a16="http://schemas.microsoft.com/office/drawing/2014/main" id="{81D05E94-55B9-4CC4-810D-19416355974F}"/>
                  </a:ext>
                </a:extLst>
              </p:cNvPr>
              <p:cNvSpPr>
                <a:spLocks noChangeShapeType="1"/>
              </p:cNvSpPr>
              <p:nvPr/>
            </p:nvSpPr>
            <p:spPr bwMode="auto">
              <a:xfrm>
                <a:off x="555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15" name="Line 43">
                <a:extLst>
                  <a:ext uri="{FF2B5EF4-FFF2-40B4-BE49-F238E27FC236}">
                    <a16:creationId xmlns:a16="http://schemas.microsoft.com/office/drawing/2014/main" id="{994859D2-3DF2-46FF-B807-A004CDE5B115}"/>
                  </a:ext>
                </a:extLst>
              </p:cNvPr>
              <p:cNvSpPr>
                <a:spLocks noChangeShapeType="1"/>
              </p:cNvSpPr>
              <p:nvPr/>
            </p:nvSpPr>
            <p:spPr bwMode="auto">
              <a:xfrm>
                <a:off x="568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8496" name="Group 44">
              <a:extLst>
                <a:ext uri="{FF2B5EF4-FFF2-40B4-BE49-F238E27FC236}">
                  <a16:creationId xmlns:a16="http://schemas.microsoft.com/office/drawing/2014/main" id="{043E7FBD-1A17-4125-989D-F6963C5E9707}"/>
                </a:ext>
              </a:extLst>
            </p:cNvPr>
            <p:cNvGrpSpPr>
              <a:grpSpLocks/>
            </p:cNvGrpSpPr>
            <p:nvPr/>
          </p:nvGrpSpPr>
          <p:grpSpPr bwMode="auto">
            <a:xfrm>
              <a:off x="6085041" y="3773605"/>
              <a:ext cx="180039" cy="369171"/>
              <a:chOff x="5554" y="9684"/>
              <a:chExt cx="130" cy="270"/>
            </a:xfrm>
          </p:grpSpPr>
          <p:sp>
            <p:nvSpPr>
              <p:cNvPr id="148512" name="Line 45">
                <a:extLst>
                  <a:ext uri="{FF2B5EF4-FFF2-40B4-BE49-F238E27FC236}">
                    <a16:creationId xmlns:a16="http://schemas.microsoft.com/office/drawing/2014/main" id="{00B6FF75-038E-4E50-977C-E62437E86829}"/>
                  </a:ext>
                </a:extLst>
              </p:cNvPr>
              <p:cNvSpPr>
                <a:spLocks noChangeShapeType="1"/>
              </p:cNvSpPr>
              <p:nvPr/>
            </p:nvSpPr>
            <p:spPr bwMode="auto">
              <a:xfrm>
                <a:off x="555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13" name="Line 46">
                <a:extLst>
                  <a:ext uri="{FF2B5EF4-FFF2-40B4-BE49-F238E27FC236}">
                    <a16:creationId xmlns:a16="http://schemas.microsoft.com/office/drawing/2014/main" id="{23EBCD8E-A856-46C1-8593-C899216DE14D}"/>
                  </a:ext>
                </a:extLst>
              </p:cNvPr>
              <p:cNvSpPr>
                <a:spLocks noChangeShapeType="1"/>
              </p:cNvSpPr>
              <p:nvPr/>
            </p:nvSpPr>
            <p:spPr bwMode="auto">
              <a:xfrm>
                <a:off x="568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8497" name="Oval 47">
              <a:extLst>
                <a:ext uri="{FF2B5EF4-FFF2-40B4-BE49-F238E27FC236}">
                  <a16:creationId xmlns:a16="http://schemas.microsoft.com/office/drawing/2014/main" id="{137DA029-DF4F-4828-A7CD-1F2C27A23233}"/>
                </a:ext>
              </a:extLst>
            </p:cNvPr>
            <p:cNvSpPr>
              <a:spLocks noChangeArrowheads="1"/>
            </p:cNvSpPr>
            <p:nvPr/>
          </p:nvSpPr>
          <p:spPr bwMode="auto">
            <a:xfrm>
              <a:off x="7339969" y="2996134"/>
              <a:ext cx="536553" cy="532491"/>
            </a:xfrm>
            <a:prstGeom prst="ellipse">
              <a:avLst/>
            </a:prstGeom>
            <a:solidFill>
              <a:srgbClr val="5F5F5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48498" name="Line 48">
              <a:extLst>
                <a:ext uri="{FF2B5EF4-FFF2-40B4-BE49-F238E27FC236}">
                  <a16:creationId xmlns:a16="http://schemas.microsoft.com/office/drawing/2014/main" id="{13F9B1C5-0F12-4622-B561-8933F1178788}"/>
                </a:ext>
              </a:extLst>
            </p:cNvPr>
            <p:cNvSpPr>
              <a:spLocks noChangeShapeType="1"/>
            </p:cNvSpPr>
            <p:nvPr/>
          </p:nvSpPr>
          <p:spPr bwMode="auto">
            <a:xfrm>
              <a:off x="8594896" y="2790283"/>
              <a:ext cx="0" cy="1087099"/>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499" name="Line 49">
              <a:extLst>
                <a:ext uri="{FF2B5EF4-FFF2-40B4-BE49-F238E27FC236}">
                  <a16:creationId xmlns:a16="http://schemas.microsoft.com/office/drawing/2014/main" id="{6B36AF51-9164-414B-AAAF-78EAC4E51328}"/>
                </a:ext>
              </a:extLst>
            </p:cNvPr>
            <p:cNvSpPr>
              <a:spLocks noChangeShapeType="1"/>
            </p:cNvSpPr>
            <p:nvPr/>
          </p:nvSpPr>
          <p:spPr bwMode="auto">
            <a:xfrm>
              <a:off x="5188410" y="3281944"/>
              <a:ext cx="896631"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0" name="Line 50">
              <a:extLst>
                <a:ext uri="{FF2B5EF4-FFF2-40B4-BE49-F238E27FC236}">
                  <a16:creationId xmlns:a16="http://schemas.microsoft.com/office/drawing/2014/main" id="{7A88EC84-DB33-4E6A-8B51-B686583AD46F}"/>
                </a:ext>
              </a:extLst>
            </p:cNvPr>
            <p:cNvSpPr>
              <a:spLocks noChangeShapeType="1"/>
            </p:cNvSpPr>
            <p:nvPr/>
          </p:nvSpPr>
          <p:spPr bwMode="auto">
            <a:xfrm>
              <a:off x="6265081" y="3281944"/>
              <a:ext cx="1074888"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1" name="Line 51">
              <a:extLst>
                <a:ext uri="{FF2B5EF4-FFF2-40B4-BE49-F238E27FC236}">
                  <a16:creationId xmlns:a16="http://schemas.microsoft.com/office/drawing/2014/main" id="{8D851949-806C-4C85-B37F-3E5A3B12507B}"/>
                </a:ext>
              </a:extLst>
            </p:cNvPr>
            <p:cNvSpPr>
              <a:spLocks noChangeShapeType="1"/>
            </p:cNvSpPr>
            <p:nvPr/>
          </p:nvSpPr>
          <p:spPr bwMode="auto">
            <a:xfrm>
              <a:off x="7876521" y="3281944"/>
              <a:ext cx="71837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2" name="Line 52">
              <a:extLst>
                <a:ext uri="{FF2B5EF4-FFF2-40B4-BE49-F238E27FC236}">
                  <a16:creationId xmlns:a16="http://schemas.microsoft.com/office/drawing/2014/main" id="{88B0251B-B050-4AA6-AD16-2FAFCBA705F9}"/>
                </a:ext>
              </a:extLst>
            </p:cNvPr>
            <p:cNvSpPr>
              <a:spLocks noChangeShapeType="1"/>
            </p:cNvSpPr>
            <p:nvPr/>
          </p:nvSpPr>
          <p:spPr bwMode="auto">
            <a:xfrm>
              <a:off x="5546706" y="3281944"/>
              <a:ext cx="0" cy="65498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3" name="Line 53">
              <a:extLst>
                <a:ext uri="{FF2B5EF4-FFF2-40B4-BE49-F238E27FC236}">
                  <a16:creationId xmlns:a16="http://schemas.microsoft.com/office/drawing/2014/main" id="{06DBC238-C371-4F24-A719-9D7D132D13FB}"/>
                </a:ext>
              </a:extLst>
            </p:cNvPr>
            <p:cNvSpPr>
              <a:spLocks noChangeShapeType="1"/>
            </p:cNvSpPr>
            <p:nvPr/>
          </p:nvSpPr>
          <p:spPr bwMode="auto">
            <a:xfrm>
              <a:off x="6801633" y="3281944"/>
              <a:ext cx="0" cy="65498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4" name="Line 54">
              <a:extLst>
                <a:ext uri="{FF2B5EF4-FFF2-40B4-BE49-F238E27FC236}">
                  <a16:creationId xmlns:a16="http://schemas.microsoft.com/office/drawing/2014/main" id="{71304D15-0006-45FF-8C3D-5F5B46BF52ED}"/>
                </a:ext>
              </a:extLst>
            </p:cNvPr>
            <p:cNvSpPr>
              <a:spLocks noChangeShapeType="1"/>
            </p:cNvSpPr>
            <p:nvPr/>
          </p:nvSpPr>
          <p:spPr bwMode="auto">
            <a:xfrm>
              <a:off x="5546706" y="3936925"/>
              <a:ext cx="53833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5" name="Line 55">
              <a:extLst>
                <a:ext uri="{FF2B5EF4-FFF2-40B4-BE49-F238E27FC236}">
                  <a16:creationId xmlns:a16="http://schemas.microsoft.com/office/drawing/2014/main" id="{7ABA7938-CC28-4582-BC90-FB205ACB912B}"/>
                </a:ext>
              </a:extLst>
            </p:cNvPr>
            <p:cNvSpPr>
              <a:spLocks noChangeShapeType="1"/>
            </p:cNvSpPr>
            <p:nvPr/>
          </p:nvSpPr>
          <p:spPr bwMode="auto">
            <a:xfrm>
              <a:off x="6265081" y="3936925"/>
              <a:ext cx="536553"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06" name="Text Box 56">
              <a:extLst>
                <a:ext uri="{FF2B5EF4-FFF2-40B4-BE49-F238E27FC236}">
                  <a16:creationId xmlns:a16="http://schemas.microsoft.com/office/drawing/2014/main" id="{405B988D-D06C-44BF-A870-1E1607E0768B}"/>
                </a:ext>
              </a:extLst>
            </p:cNvPr>
            <p:cNvSpPr txBox="1">
              <a:spLocks noChangeArrowheads="1"/>
            </p:cNvSpPr>
            <p:nvPr/>
          </p:nvSpPr>
          <p:spPr bwMode="auto">
            <a:xfrm>
              <a:off x="4871113" y="2730739"/>
              <a:ext cx="894849" cy="7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X0</a:t>
              </a:r>
            </a:p>
          </p:txBody>
        </p:sp>
        <p:sp>
          <p:nvSpPr>
            <p:cNvPr id="148507" name="Text Box 57">
              <a:extLst>
                <a:ext uri="{FF2B5EF4-FFF2-40B4-BE49-F238E27FC236}">
                  <a16:creationId xmlns:a16="http://schemas.microsoft.com/office/drawing/2014/main" id="{56B1F002-B7C5-4B72-9536-293A509BD757}"/>
                </a:ext>
              </a:extLst>
            </p:cNvPr>
            <p:cNvSpPr txBox="1">
              <a:spLocks noChangeArrowheads="1"/>
            </p:cNvSpPr>
            <p:nvPr/>
          </p:nvSpPr>
          <p:spPr bwMode="auto">
            <a:xfrm>
              <a:off x="5926393" y="2730739"/>
              <a:ext cx="894849" cy="7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X1</a:t>
              </a:r>
            </a:p>
          </p:txBody>
        </p:sp>
        <p:sp>
          <p:nvSpPr>
            <p:cNvPr id="148508" name="Text Box 58">
              <a:extLst>
                <a:ext uri="{FF2B5EF4-FFF2-40B4-BE49-F238E27FC236}">
                  <a16:creationId xmlns:a16="http://schemas.microsoft.com/office/drawing/2014/main" id="{2EB5979E-9B29-4FBE-8F55-DC7A314D0C6C}"/>
                </a:ext>
              </a:extLst>
            </p:cNvPr>
            <p:cNvSpPr txBox="1">
              <a:spLocks noChangeArrowheads="1"/>
            </p:cNvSpPr>
            <p:nvPr/>
          </p:nvSpPr>
          <p:spPr bwMode="auto">
            <a:xfrm>
              <a:off x="5921045" y="4117258"/>
              <a:ext cx="894849" cy="716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X2</a:t>
              </a:r>
            </a:p>
          </p:txBody>
        </p:sp>
        <p:sp>
          <p:nvSpPr>
            <p:cNvPr id="148509" name="Text Box 59">
              <a:extLst>
                <a:ext uri="{FF2B5EF4-FFF2-40B4-BE49-F238E27FC236}">
                  <a16:creationId xmlns:a16="http://schemas.microsoft.com/office/drawing/2014/main" id="{67EF34A6-CA01-425E-88D6-9FF782FFC3D9}"/>
                </a:ext>
              </a:extLst>
            </p:cNvPr>
            <p:cNvSpPr txBox="1">
              <a:spLocks noChangeArrowheads="1"/>
            </p:cNvSpPr>
            <p:nvPr/>
          </p:nvSpPr>
          <p:spPr bwMode="auto">
            <a:xfrm>
              <a:off x="7375620" y="2649079"/>
              <a:ext cx="896631" cy="717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Y0</a:t>
              </a:r>
            </a:p>
          </p:txBody>
        </p:sp>
        <p:sp>
          <p:nvSpPr>
            <p:cNvPr id="148510" name="Line 61">
              <a:extLst>
                <a:ext uri="{FF2B5EF4-FFF2-40B4-BE49-F238E27FC236}">
                  <a16:creationId xmlns:a16="http://schemas.microsoft.com/office/drawing/2014/main" id="{F3F17ADB-8F1D-42ED-B409-6C898F6AF2C0}"/>
                </a:ext>
              </a:extLst>
            </p:cNvPr>
            <p:cNvSpPr>
              <a:spLocks noChangeShapeType="1"/>
            </p:cNvSpPr>
            <p:nvPr/>
          </p:nvSpPr>
          <p:spPr bwMode="auto">
            <a:xfrm flipV="1">
              <a:off x="4831897" y="3096508"/>
              <a:ext cx="534770" cy="307926"/>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8511" name="Rectangle 66">
              <a:extLst>
                <a:ext uri="{FF2B5EF4-FFF2-40B4-BE49-F238E27FC236}">
                  <a16:creationId xmlns:a16="http://schemas.microsoft.com/office/drawing/2014/main" id="{C284279F-0C5C-42C9-9B92-9346A731F1F0}"/>
                </a:ext>
              </a:extLst>
            </p:cNvPr>
            <p:cNvSpPr>
              <a:spLocks noChangeArrowheads="1"/>
            </p:cNvSpPr>
            <p:nvPr/>
          </p:nvSpPr>
          <p:spPr bwMode="auto">
            <a:xfrm>
              <a:off x="4067175" y="2133600"/>
              <a:ext cx="4932363" cy="432117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grpSp>
      <p:sp>
        <p:nvSpPr>
          <p:cNvPr id="67" name="Title 1">
            <a:extLst>
              <a:ext uri="{FF2B5EF4-FFF2-40B4-BE49-F238E27FC236}">
                <a16:creationId xmlns:a16="http://schemas.microsoft.com/office/drawing/2014/main" id="{DE4F365E-4CE0-4B24-896A-4E414EA7126D}"/>
              </a:ext>
            </a:extLst>
          </p:cNvPr>
          <p:cNvSpPr txBox="1">
            <a:spLocks/>
          </p:cNvSpPr>
          <p:nvPr/>
        </p:nvSpPr>
        <p:spPr>
          <a:xfrm>
            <a:off x="246063" y="850900"/>
            <a:ext cx="4210050"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rgbClr val="FF5A33"/>
                </a:solidFill>
                <a:effectLst>
                  <a:outerShdw blurRad="38100" dist="38100" dir="2700000" algn="tl">
                    <a:srgbClr val="C0C0C0"/>
                  </a:outerShdw>
                </a:effectLst>
                <a:cs typeface="Times New Roman" panose="02020603050405020304" pitchFamily="18" charset="0"/>
              </a:rPr>
              <a:t>LAD PERFORMANCE METHOD</a:t>
            </a:r>
          </a:p>
        </p:txBody>
      </p:sp>
      <p:cxnSp>
        <p:nvCxnSpPr>
          <p:cNvPr id="71" name="Straight Connector 70">
            <a:extLst>
              <a:ext uri="{FF2B5EF4-FFF2-40B4-BE49-F238E27FC236}">
                <a16:creationId xmlns:a16="http://schemas.microsoft.com/office/drawing/2014/main" id="{760E2B07-5361-4572-A9C0-414E5B1010AA}"/>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9ACEB14-7830-48F9-8AC6-E6C4F3059549}"/>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69" name="Picture 68" descr="A close-up of a logo&#10;&#10;Description automatically generated">
            <a:extLst>
              <a:ext uri="{FF2B5EF4-FFF2-40B4-BE49-F238E27FC236}">
                <a16:creationId xmlns:a16="http://schemas.microsoft.com/office/drawing/2014/main" id="{15C82F04-AC83-4611-B5C0-E6F370A78B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72" name="Title 1">
            <a:extLst>
              <a:ext uri="{FF2B5EF4-FFF2-40B4-BE49-F238E27FC236}">
                <a16:creationId xmlns:a16="http://schemas.microsoft.com/office/drawing/2014/main" id="{67A0B611-144F-4876-8FB1-F82C5AA80520}"/>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73" name="TextBox 72">
            <a:extLst>
              <a:ext uri="{FF2B5EF4-FFF2-40B4-BE49-F238E27FC236}">
                <a16:creationId xmlns:a16="http://schemas.microsoft.com/office/drawing/2014/main" id="{8F922586-6E7B-497E-819F-048D418E7264}"/>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diamond(in)">
                                      <p:cBhvr>
                                        <p:cTn id="7" dur="2000"/>
                                        <p:tgtEl>
                                          <p:spTgt spid="9219">
                                            <p:txEl>
                                              <p:pRg st="0" end="0"/>
                                            </p:txEl>
                                          </p:spTgt>
                                        </p:tgtEl>
                                      </p:cBhvr>
                                    </p:animEffect>
                                  </p:childTnLst>
                                </p:cTn>
                              </p:par>
                            </p:childTnLst>
                          </p:cTn>
                        </p:par>
                        <p:par>
                          <p:cTn id="8" fill="hold" nodeType="afterGroup">
                            <p:stCondLst>
                              <p:cond delay="2000"/>
                            </p:stCondLst>
                            <p:childTnLst>
                              <p:par>
                                <p:cTn id="9" presetID="22" presetClass="entr" presetSubtype="4" fill="hold" nodeType="afterEffect">
                                  <p:stCondLst>
                                    <p:cond delay="0"/>
                                  </p:stCondLst>
                                  <p:childTnLst>
                                    <p:set>
                                      <p:cBhvr>
                                        <p:cTn id="10" dur="1" fill="hold">
                                          <p:stCondLst>
                                            <p:cond delay="0"/>
                                          </p:stCondLst>
                                        </p:cTn>
                                        <p:tgtEl>
                                          <p:spTgt spid="12292"/>
                                        </p:tgtEl>
                                        <p:attrNameLst>
                                          <p:attrName>style.visibility</p:attrName>
                                        </p:attrNameLst>
                                      </p:cBhvr>
                                      <p:to>
                                        <p:strVal val="visible"/>
                                      </p:to>
                                    </p:set>
                                    <p:animEffect transition="in" filter="wipe(down)">
                                      <p:cBhvr>
                                        <p:cTn id="11" dur="500"/>
                                        <p:tgtEl>
                                          <p:spTgt spid="12292"/>
                                        </p:tgtEl>
                                      </p:cBhvr>
                                    </p:animEffect>
                                  </p:childTnLst>
                                </p:cTn>
                              </p:par>
                            </p:childTnLst>
                          </p:cTn>
                        </p:par>
                        <p:par>
                          <p:cTn id="12" fill="hold" nodeType="afterGroup">
                            <p:stCondLst>
                              <p:cond delay="2500"/>
                            </p:stCondLst>
                            <p:childTnLst>
                              <p:par>
                                <p:cTn id="13" presetID="22" presetClass="entr" presetSubtype="4" fill="hold" nodeType="afterEffect">
                                  <p:stCondLst>
                                    <p:cond delay="0"/>
                                  </p:stCondLst>
                                  <p:childTnLst>
                                    <p:set>
                                      <p:cBhvr>
                                        <p:cTn id="14" dur="1" fill="hold">
                                          <p:stCondLst>
                                            <p:cond delay="0"/>
                                          </p:stCondLst>
                                        </p:cTn>
                                        <p:tgtEl>
                                          <p:spTgt spid="12291"/>
                                        </p:tgtEl>
                                        <p:attrNameLst>
                                          <p:attrName>style.visibility</p:attrName>
                                        </p:attrNameLst>
                                      </p:cBhvr>
                                      <p:to>
                                        <p:strVal val="visible"/>
                                      </p:to>
                                    </p:set>
                                    <p:animEffect transition="in" filter="wipe(down)">
                                      <p:cBhvr>
                                        <p:cTn id="15" dur="500"/>
                                        <p:tgtEl>
                                          <p:spTgt spid="1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00" name="Rectangle 60">
            <a:extLst>
              <a:ext uri="{FF2B5EF4-FFF2-40B4-BE49-F238E27FC236}">
                <a16:creationId xmlns:a16="http://schemas.microsoft.com/office/drawing/2014/main" id="{0FD0E4BE-4448-4031-B0D2-AFCB514516FC}"/>
              </a:ext>
            </a:extLst>
          </p:cNvPr>
          <p:cNvSpPr>
            <a:spLocks noGrp="1" noChangeArrowheads="1"/>
          </p:cNvSpPr>
          <p:nvPr>
            <p:ph idx="1"/>
          </p:nvPr>
        </p:nvSpPr>
        <p:spPr>
          <a:xfrm>
            <a:off x="1938338" y="1755775"/>
            <a:ext cx="8250237" cy="784225"/>
          </a:xfrm>
        </p:spPr>
        <p:txBody>
          <a:bodyPr/>
          <a:lstStyle/>
          <a:p>
            <a:pPr eaLnBrk="1" hangingPunct="1"/>
            <a:r>
              <a:rPr lang="en-US" altLang="en-US" sz="2400" dirty="0"/>
              <a:t>This method represents the program as a diagram using logical ports (usually used in European notation).</a:t>
            </a:r>
          </a:p>
        </p:txBody>
      </p:sp>
      <p:sp>
        <p:nvSpPr>
          <p:cNvPr id="5" name="Slide Number Placeholder 4">
            <a:extLst>
              <a:ext uri="{FF2B5EF4-FFF2-40B4-BE49-F238E27FC236}">
                <a16:creationId xmlns:a16="http://schemas.microsoft.com/office/drawing/2014/main" id="{3134DE73-7553-43D6-A933-8ADFDFC35535}"/>
              </a:ext>
            </a:extLst>
          </p:cNvPr>
          <p:cNvSpPr>
            <a:spLocks noGrp="1"/>
          </p:cNvSpPr>
          <p:nvPr>
            <p:ph type="sldNum" sz="quarter" idx="12"/>
          </p:nvPr>
        </p:nvSpPr>
        <p:spPr>
          <a:xfrm>
            <a:off x="8617181" y="6476489"/>
            <a:ext cx="2743200" cy="365125"/>
          </a:xfrm>
        </p:spPr>
        <p:txBody>
          <a:bodyPr/>
          <a:lstStyle/>
          <a:p>
            <a:fld id="{463DAC6F-37B0-497B-9F88-A4FC17849BDA}" type="slidenum">
              <a:rPr lang="en-US" altLang="en-US" smtClean="0"/>
              <a:pPr/>
              <a:t>24</a:t>
            </a:fld>
            <a:endParaRPr lang="en-US" altLang="en-US"/>
          </a:p>
        </p:txBody>
      </p:sp>
      <p:grpSp>
        <p:nvGrpSpPr>
          <p:cNvPr id="2" name="Group 1">
            <a:extLst>
              <a:ext uri="{FF2B5EF4-FFF2-40B4-BE49-F238E27FC236}">
                <a16:creationId xmlns:a16="http://schemas.microsoft.com/office/drawing/2014/main" id="{D38304A3-397A-4BB6-9D28-045F659F6502}"/>
              </a:ext>
            </a:extLst>
          </p:cNvPr>
          <p:cNvGrpSpPr>
            <a:grpSpLocks/>
          </p:cNvGrpSpPr>
          <p:nvPr/>
        </p:nvGrpSpPr>
        <p:grpSpPr bwMode="auto">
          <a:xfrm>
            <a:off x="1956224" y="2774950"/>
            <a:ext cx="3426988" cy="3606800"/>
            <a:chOff x="424702" y="2205038"/>
            <a:chExt cx="3571036" cy="4176712"/>
          </a:xfrm>
        </p:grpSpPr>
        <p:sp>
          <p:nvSpPr>
            <p:cNvPr id="150563" name="Rectangle 64">
              <a:extLst>
                <a:ext uri="{FF2B5EF4-FFF2-40B4-BE49-F238E27FC236}">
                  <a16:creationId xmlns:a16="http://schemas.microsoft.com/office/drawing/2014/main" id="{D209CF42-17A2-41D5-9ACE-6218034F8546}"/>
                </a:ext>
              </a:extLst>
            </p:cNvPr>
            <p:cNvSpPr>
              <a:spLocks noChangeArrowheads="1"/>
            </p:cNvSpPr>
            <p:nvPr/>
          </p:nvSpPr>
          <p:spPr bwMode="auto">
            <a:xfrm>
              <a:off x="1042988" y="2287588"/>
              <a:ext cx="792162" cy="619125"/>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0564" name="Rectangle 65">
              <a:extLst>
                <a:ext uri="{FF2B5EF4-FFF2-40B4-BE49-F238E27FC236}">
                  <a16:creationId xmlns:a16="http://schemas.microsoft.com/office/drawing/2014/main" id="{8B8DB755-6922-4C39-B0C8-17637D4F6198}"/>
                </a:ext>
              </a:extLst>
            </p:cNvPr>
            <p:cNvSpPr>
              <a:spLocks noChangeArrowheads="1"/>
            </p:cNvSpPr>
            <p:nvPr/>
          </p:nvSpPr>
          <p:spPr bwMode="auto">
            <a:xfrm>
              <a:off x="1042988" y="3525838"/>
              <a:ext cx="792162" cy="619125"/>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0565" name="Rectangle 66">
              <a:extLst>
                <a:ext uri="{FF2B5EF4-FFF2-40B4-BE49-F238E27FC236}">
                  <a16:creationId xmlns:a16="http://schemas.microsoft.com/office/drawing/2014/main" id="{7231CC49-82E6-491B-A1F3-F5244CFDEF29}"/>
                </a:ext>
              </a:extLst>
            </p:cNvPr>
            <p:cNvSpPr>
              <a:spLocks noChangeArrowheads="1"/>
            </p:cNvSpPr>
            <p:nvPr/>
          </p:nvSpPr>
          <p:spPr bwMode="auto">
            <a:xfrm>
              <a:off x="1042988" y="4764088"/>
              <a:ext cx="792162" cy="619125"/>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0566" name="Line 67">
              <a:extLst>
                <a:ext uri="{FF2B5EF4-FFF2-40B4-BE49-F238E27FC236}">
                  <a16:creationId xmlns:a16="http://schemas.microsoft.com/office/drawing/2014/main" id="{3BBA3906-E3F6-4F29-8AA4-9C86C602609C}"/>
                </a:ext>
              </a:extLst>
            </p:cNvPr>
            <p:cNvSpPr>
              <a:spLocks noChangeShapeType="1"/>
            </p:cNvSpPr>
            <p:nvPr/>
          </p:nvSpPr>
          <p:spPr bwMode="auto">
            <a:xfrm>
              <a:off x="1439863" y="2906713"/>
              <a:ext cx="0" cy="61912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67" name="Line 68">
              <a:extLst>
                <a:ext uri="{FF2B5EF4-FFF2-40B4-BE49-F238E27FC236}">
                  <a16:creationId xmlns:a16="http://schemas.microsoft.com/office/drawing/2014/main" id="{72D58D21-688F-42D6-991D-6827ED5B1CF5}"/>
                </a:ext>
              </a:extLst>
            </p:cNvPr>
            <p:cNvSpPr>
              <a:spLocks noChangeShapeType="1"/>
            </p:cNvSpPr>
            <p:nvPr/>
          </p:nvSpPr>
          <p:spPr bwMode="auto">
            <a:xfrm>
              <a:off x="1439863" y="4144963"/>
              <a:ext cx="0" cy="61912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68" name="Rectangle 69">
              <a:extLst>
                <a:ext uri="{FF2B5EF4-FFF2-40B4-BE49-F238E27FC236}">
                  <a16:creationId xmlns:a16="http://schemas.microsoft.com/office/drawing/2014/main" id="{B21DA635-C6ED-4310-8E42-27012EBF2742}"/>
                </a:ext>
              </a:extLst>
            </p:cNvPr>
            <p:cNvSpPr>
              <a:spLocks noChangeArrowheads="1"/>
            </p:cNvSpPr>
            <p:nvPr/>
          </p:nvSpPr>
          <p:spPr bwMode="auto">
            <a:xfrm>
              <a:off x="2627313" y="3525838"/>
              <a:ext cx="792162" cy="619125"/>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0569" name="Line 70">
              <a:extLst>
                <a:ext uri="{FF2B5EF4-FFF2-40B4-BE49-F238E27FC236}">
                  <a16:creationId xmlns:a16="http://schemas.microsoft.com/office/drawing/2014/main" id="{8FBE45D4-515A-429F-83A2-B982DDCF262A}"/>
                </a:ext>
              </a:extLst>
            </p:cNvPr>
            <p:cNvSpPr>
              <a:spLocks noChangeShapeType="1"/>
            </p:cNvSpPr>
            <p:nvPr/>
          </p:nvSpPr>
          <p:spPr bwMode="auto">
            <a:xfrm>
              <a:off x="1439863" y="3319463"/>
              <a:ext cx="15843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70" name="Line 71">
              <a:extLst>
                <a:ext uri="{FF2B5EF4-FFF2-40B4-BE49-F238E27FC236}">
                  <a16:creationId xmlns:a16="http://schemas.microsoft.com/office/drawing/2014/main" id="{A1B731C1-F668-4450-A3BC-056B5C84C18E}"/>
                </a:ext>
              </a:extLst>
            </p:cNvPr>
            <p:cNvSpPr>
              <a:spLocks noChangeShapeType="1"/>
            </p:cNvSpPr>
            <p:nvPr/>
          </p:nvSpPr>
          <p:spPr bwMode="auto">
            <a:xfrm flipV="1">
              <a:off x="1306513" y="3062288"/>
              <a:ext cx="265112" cy="20637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71" name="Line 72">
              <a:extLst>
                <a:ext uri="{FF2B5EF4-FFF2-40B4-BE49-F238E27FC236}">
                  <a16:creationId xmlns:a16="http://schemas.microsoft.com/office/drawing/2014/main" id="{E51DA606-2052-4E2A-A128-FCCBAFF73FC4}"/>
                </a:ext>
              </a:extLst>
            </p:cNvPr>
            <p:cNvSpPr>
              <a:spLocks noChangeShapeType="1"/>
            </p:cNvSpPr>
            <p:nvPr/>
          </p:nvSpPr>
          <p:spPr bwMode="auto">
            <a:xfrm flipV="1">
              <a:off x="1306513" y="4351338"/>
              <a:ext cx="265112" cy="20637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72" name="Line 73">
              <a:extLst>
                <a:ext uri="{FF2B5EF4-FFF2-40B4-BE49-F238E27FC236}">
                  <a16:creationId xmlns:a16="http://schemas.microsoft.com/office/drawing/2014/main" id="{F6A3E100-D9C0-4AB7-A07D-DDFB821D5998}"/>
                </a:ext>
              </a:extLst>
            </p:cNvPr>
            <p:cNvSpPr>
              <a:spLocks noChangeShapeType="1"/>
            </p:cNvSpPr>
            <p:nvPr/>
          </p:nvSpPr>
          <p:spPr bwMode="auto">
            <a:xfrm>
              <a:off x="3024188" y="3319463"/>
              <a:ext cx="0" cy="206375"/>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73" name="Text Box 74">
              <a:extLst>
                <a:ext uri="{FF2B5EF4-FFF2-40B4-BE49-F238E27FC236}">
                  <a16:creationId xmlns:a16="http://schemas.microsoft.com/office/drawing/2014/main" id="{8C346489-B54A-4E95-A907-35BA21BB0FD9}"/>
                </a:ext>
              </a:extLst>
            </p:cNvPr>
            <p:cNvSpPr txBox="1">
              <a:spLocks noChangeArrowheads="1"/>
            </p:cNvSpPr>
            <p:nvPr/>
          </p:nvSpPr>
          <p:spPr bwMode="auto">
            <a:xfrm>
              <a:off x="424702" y="5502705"/>
              <a:ext cx="3238095" cy="790575"/>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dirty="0">
                  <a:solidFill>
                    <a:srgbClr val="000000"/>
                  </a:solidFill>
                </a:rPr>
                <a:t>SFC Representation Method</a:t>
              </a:r>
              <a:endParaRPr lang="en-US" altLang="en-US" sz="2400" b="0" dirty="0">
                <a:solidFill>
                  <a:srgbClr val="000000"/>
                </a:solidFill>
              </a:endParaRPr>
            </a:p>
          </p:txBody>
        </p:sp>
        <p:sp>
          <p:nvSpPr>
            <p:cNvPr id="150574" name="Rectangle 102">
              <a:extLst>
                <a:ext uri="{FF2B5EF4-FFF2-40B4-BE49-F238E27FC236}">
                  <a16:creationId xmlns:a16="http://schemas.microsoft.com/office/drawing/2014/main" id="{FA2CA14C-17E6-4985-ACFE-22D1850FBD12}"/>
                </a:ext>
              </a:extLst>
            </p:cNvPr>
            <p:cNvSpPr>
              <a:spLocks noChangeArrowheads="1"/>
            </p:cNvSpPr>
            <p:nvPr/>
          </p:nvSpPr>
          <p:spPr bwMode="auto">
            <a:xfrm>
              <a:off x="611188" y="2205038"/>
              <a:ext cx="3384550" cy="4176712"/>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grpSp>
      <p:grpSp>
        <p:nvGrpSpPr>
          <p:cNvPr id="3" name="Group 2">
            <a:extLst>
              <a:ext uri="{FF2B5EF4-FFF2-40B4-BE49-F238E27FC236}">
                <a16:creationId xmlns:a16="http://schemas.microsoft.com/office/drawing/2014/main" id="{3C59B572-99D5-4950-8761-70D86356C05D}"/>
              </a:ext>
            </a:extLst>
          </p:cNvPr>
          <p:cNvGrpSpPr>
            <a:grpSpLocks/>
          </p:cNvGrpSpPr>
          <p:nvPr/>
        </p:nvGrpSpPr>
        <p:grpSpPr bwMode="auto">
          <a:xfrm>
            <a:off x="6527800" y="2774950"/>
            <a:ext cx="3168650" cy="3658394"/>
            <a:chOff x="5003800" y="2492375"/>
            <a:chExt cx="3600450" cy="3947300"/>
          </a:xfrm>
        </p:grpSpPr>
        <p:grpSp>
          <p:nvGrpSpPr>
            <p:cNvPr id="150540" name="Group 77">
              <a:extLst>
                <a:ext uri="{FF2B5EF4-FFF2-40B4-BE49-F238E27FC236}">
                  <a16:creationId xmlns:a16="http://schemas.microsoft.com/office/drawing/2014/main" id="{053D7F9A-1CFE-41CF-8FAB-2D9B8A610CE6}"/>
                </a:ext>
              </a:extLst>
            </p:cNvPr>
            <p:cNvGrpSpPr>
              <a:grpSpLocks/>
            </p:cNvGrpSpPr>
            <p:nvPr/>
          </p:nvGrpSpPr>
          <p:grpSpPr bwMode="auto">
            <a:xfrm>
              <a:off x="5803900" y="2492375"/>
              <a:ext cx="700088" cy="1068388"/>
              <a:chOff x="4904" y="1134"/>
              <a:chExt cx="910" cy="1080"/>
            </a:xfrm>
          </p:grpSpPr>
          <p:sp>
            <p:nvSpPr>
              <p:cNvPr id="150561" name="Rectangle 78">
                <a:extLst>
                  <a:ext uri="{FF2B5EF4-FFF2-40B4-BE49-F238E27FC236}">
                    <a16:creationId xmlns:a16="http://schemas.microsoft.com/office/drawing/2014/main" id="{864E9AD2-7A8E-4C7A-8085-ADAC82D1792D}"/>
                  </a:ext>
                </a:extLst>
              </p:cNvPr>
              <p:cNvSpPr>
                <a:spLocks noChangeArrowheads="1"/>
              </p:cNvSpPr>
              <p:nvPr/>
            </p:nvSpPr>
            <p:spPr bwMode="auto">
              <a:xfrm>
                <a:off x="4904" y="1134"/>
                <a:ext cx="780" cy="108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0562" name="Rectangle 79">
                <a:extLst>
                  <a:ext uri="{FF2B5EF4-FFF2-40B4-BE49-F238E27FC236}">
                    <a16:creationId xmlns:a16="http://schemas.microsoft.com/office/drawing/2014/main" id="{49AAF8E9-29E4-4AA5-AC9E-1C42BEDC1547}"/>
                  </a:ext>
                </a:extLst>
              </p:cNvPr>
              <p:cNvSpPr>
                <a:spLocks noChangeArrowheads="1"/>
              </p:cNvSpPr>
              <p:nvPr/>
            </p:nvSpPr>
            <p:spPr bwMode="auto">
              <a:xfrm>
                <a:off x="5684" y="1494"/>
                <a:ext cx="130" cy="36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grpSp>
        <p:sp>
          <p:nvSpPr>
            <p:cNvPr id="150541" name="Rectangle 80">
              <a:extLst>
                <a:ext uri="{FF2B5EF4-FFF2-40B4-BE49-F238E27FC236}">
                  <a16:creationId xmlns:a16="http://schemas.microsoft.com/office/drawing/2014/main" id="{FE40642B-CFD2-481E-8546-4BC1E8A3FDA4}"/>
                </a:ext>
              </a:extLst>
            </p:cNvPr>
            <p:cNvSpPr>
              <a:spLocks noChangeArrowheads="1"/>
            </p:cNvSpPr>
            <p:nvPr/>
          </p:nvSpPr>
          <p:spPr bwMode="auto">
            <a:xfrm>
              <a:off x="7104063" y="3382963"/>
              <a:ext cx="600075" cy="1068387"/>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0542" name="Rectangle 81">
              <a:extLst>
                <a:ext uri="{FF2B5EF4-FFF2-40B4-BE49-F238E27FC236}">
                  <a16:creationId xmlns:a16="http://schemas.microsoft.com/office/drawing/2014/main" id="{0B69A4A6-6CA3-472B-9C05-C3A8A3A03090}"/>
                </a:ext>
              </a:extLst>
            </p:cNvPr>
            <p:cNvSpPr>
              <a:spLocks noChangeArrowheads="1"/>
            </p:cNvSpPr>
            <p:nvPr/>
          </p:nvSpPr>
          <p:spPr bwMode="auto">
            <a:xfrm>
              <a:off x="5803900" y="4273550"/>
              <a:ext cx="600075" cy="1068388"/>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0543" name="Line 82">
              <a:extLst>
                <a:ext uri="{FF2B5EF4-FFF2-40B4-BE49-F238E27FC236}">
                  <a16:creationId xmlns:a16="http://schemas.microsoft.com/office/drawing/2014/main" id="{E65C95B7-2CC7-42C5-86AD-EFF991BEFF71}"/>
                </a:ext>
              </a:extLst>
            </p:cNvPr>
            <p:cNvSpPr>
              <a:spLocks noChangeShapeType="1"/>
            </p:cNvSpPr>
            <p:nvPr/>
          </p:nvSpPr>
          <p:spPr bwMode="auto">
            <a:xfrm>
              <a:off x="5403850" y="3025775"/>
              <a:ext cx="40005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4" name="Line 83">
              <a:extLst>
                <a:ext uri="{FF2B5EF4-FFF2-40B4-BE49-F238E27FC236}">
                  <a16:creationId xmlns:a16="http://schemas.microsoft.com/office/drawing/2014/main" id="{155B7B9E-DFC2-4EE6-9721-25EB07CBBBF9}"/>
                </a:ext>
              </a:extLst>
            </p:cNvPr>
            <p:cNvSpPr>
              <a:spLocks noChangeShapeType="1"/>
            </p:cNvSpPr>
            <p:nvPr/>
          </p:nvSpPr>
          <p:spPr bwMode="auto">
            <a:xfrm>
              <a:off x="5403850" y="4451350"/>
              <a:ext cx="40005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5" name="Line 84">
              <a:extLst>
                <a:ext uri="{FF2B5EF4-FFF2-40B4-BE49-F238E27FC236}">
                  <a16:creationId xmlns:a16="http://schemas.microsoft.com/office/drawing/2014/main" id="{4E0AC542-81C6-4B30-AFB6-F153429FFB52}"/>
                </a:ext>
              </a:extLst>
            </p:cNvPr>
            <p:cNvSpPr>
              <a:spLocks noChangeShapeType="1"/>
            </p:cNvSpPr>
            <p:nvPr/>
          </p:nvSpPr>
          <p:spPr bwMode="auto">
            <a:xfrm>
              <a:off x="5403850" y="5162550"/>
              <a:ext cx="40005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6" name="Line 85">
              <a:extLst>
                <a:ext uri="{FF2B5EF4-FFF2-40B4-BE49-F238E27FC236}">
                  <a16:creationId xmlns:a16="http://schemas.microsoft.com/office/drawing/2014/main" id="{B9E596A7-78A0-42FA-8733-7D30F03914CA}"/>
                </a:ext>
              </a:extLst>
            </p:cNvPr>
            <p:cNvSpPr>
              <a:spLocks noChangeShapeType="1"/>
            </p:cNvSpPr>
            <p:nvPr/>
          </p:nvSpPr>
          <p:spPr bwMode="auto">
            <a:xfrm>
              <a:off x="6503988" y="3025775"/>
              <a:ext cx="20002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7" name="Line 86">
              <a:extLst>
                <a:ext uri="{FF2B5EF4-FFF2-40B4-BE49-F238E27FC236}">
                  <a16:creationId xmlns:a16="http://schemas.microsoft.com/office/drawing/2014/main" id="{1DF878D5-6E86-42AE-AD0A-6399C7679180}"/>
                </a:ext>
              </a:extLst>
            </p:cNvPr>
            <p:cNvSpPr>
              <a:spLocks noChangeShapeType="1"/>
            </p:cNvSpPr>
            <p:nvPr/>
          </p:nvSpPr>
          <p:spPr bwMode="auto">
            <a:xfrm>
              <a:off x="6704013" y="3025775"/>
              <a:ext cx="0" cy="712788"/>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8" name="Line 87">
              <a:extLst>
                <a:ext uri="{FF2B5EF4-FFF2-40B4-BE49-F238E27FC236}">
                  <a16:creationId xmlns:a16="http://schemas.microsoft.com/office/drawing/2014/main" id="{AA4BC378-CC56-4784-BADF-C017686B1581}"/>
                </a:ext>
              </a:extLst>
            </p:cNvPr>
            <p:cNvSpPr>
              <a:spLocks noChangeShapeType="1"/>
            </p:cNvSpPr>
            <p:nvPr/>
          </p:nvSpPr>
          <p:spPr bwMode="auto">
            <a:xfrm>
              <a:off x="6704013" y="3738563"/>
              <a:ext cx="40005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49" name="Line 88">
              <a:extLst>
                <a:ext uri="{FF2B5EF4-FFF2-40B4-BE49-F238E27FC236}">
                  <a16:creationId xmlns:a16="http://schemas.microsoft.com/office/drawing/2014/main" id="{1936DA8F-70E4-4D6E-BD44-104D2AAD5971}"/>
                </a:ext>
              </a:extLst>
            </p:cNvPr>
            <p:cNvSpPr>
              <a:spLocks noChangeShapeType="1"/>
            </p:cNvSpPr>
            <p:nvPr/>
          </p:nvSpPr>
          <p:spPr bwMode="auto">
            <a:xfrm>
              <a:off x="6704013" y="4094163"/>
              <a:ext cx="40005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0" name="Line 89">
              <a:extLst>
                <a:ext uri="{FF2B5EF4-FFF2-40B4-BE49-F238E27FC236}">
                  <a16:creationId xmlns:a16="http://schemas.microsoft.com/office/drawing/2014/main" id="{2D44D3A8-0480-4DF8-8F4B-4E2F97F7911D}"/>
                </a:ext>
              </a:extLst>
            </p:cNvPr>
            <p:cNvSpPr>
              <a:spLocks noChangeShapeType="1"/>
            </p:cNvSpPr>
            <p:nvPr/>
          </p:nvSpPr>
          <p:spPr bwMode="auto">
            <a:xfrm>
              <a:off x="6704013" y="4094163"/>
              <a:ext cx="0" cy="712787"/>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1" name="Line 90">
              <a:extLst>
                <a:ext uri="{FF2B5EF4-FFF2-40B4-BE49-F238E27FC236}">
                  <a16:creationId xmlns:a16="http://schemas.microsoft.com/office/drawing/2014/main" id="{2F5730A2-0ADB-4822-9AA0-987B620EA143}"/>
                </a:ext>
              </a:extLst>
            </p:cNvPr>
            <p:cNvSpPr>
              <a:spLocks noChangeShapeType="1"/>
            </p:cNvSpPr>
            <p:nvPr/>
          </p:nvSpPr>
          <p:spPr bwMode="auto">
            <a:xfrm flipH="1">
              <a:off x="6403975" y="4806950"/>
              <a:ext cx="300038"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2" name="Text Box 91">
              <a:extLst>
                <a:ext uri="{FF2B5EF4-FFF2-40B4-BE49-F238E27FC236}">
                  <a16:creationId xmlns:a16="http://schemas.microsoft.com/office/drawing/2014/main" id="{F69A94D6-2DDC-415E-864D-B58E6C6621E3}"/>
                </a:ext>
              </a:extLst>
            </p:cNvPr>
            <p:cNvSpPr txBox="1">
              <a:spLocks noChangeArrowheads="1"/>
            </p:cNvSpPr>
            <p:nvPr/>
          </p:nvSpPr>
          <p:spPr bwMode="auto">
            <a:xfrm>
              <a:off x="5903913" y="2774950"/>
              <a:ext cx="5000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solidFill>
                    <a:srgbClr val="000000"/>
                  </a:solidFill>
                </a:rPr>
                <a:t>-1</a:t>
              </a:r>
            </a:p>
          </p:txBody>
        </p:sp>
        <p:sp>
          <p:nvSpPr>
            <p:cNvPr id="150553" name="Text Box 92">
              <a:extLst>
                <a:ext uri="{FF2B5EF4-FFF2-40B4-BE49-F238E27FC236}">
                  <a16:creationId xmlns:a16="http://schemas.microsoft.com/office/drawing/2014/main" id="{6DCE1024-CB27-4FD7-8F15-E48E47B23E03}"/>
                </a:ext>
              </a:extLst>
            </p:cNvPr>
            <p:cNvSpPr txBox="1">
              <a:spLocks noChangeArrowheads="1"/>
            </p:cNvSpPr>
            <p:nvPr/>
          </p:nvSpPr>
          <p:spPr bwMode="auto">
            <a:xfrm>
              <a:off x="7127875" y="3649663"/>
              <a:ext cx="5000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a:solidFill>
                    <a:srgbClr val="000000"/>
                  </a:solidFill>
                </a:rPr>
                <a:t>&amp;</a:t>
              </a:r>
            </a:p>
          </p:txBody>
        </p:sp>
        <p:sp>
          <p:nvSpPr>
            <p:cNvPr id="150554" name="Text Box 93">
              <a:extLst>
                <a:ext uri="{FF2B5EF4-FFF2-40B4-BE49-F238E27FC236}">
                  <a16:creationId xmlns:a16="http://schemas.microsoft.com/office/drawing/2014/main" id="{E7EB0B15-8EBE-4666-82C4-B3341DF95503}"/>
                </a:ext>
              </a:extLst>
            </p:cNvPr>
            <p:cNvSpPr txBox="1">
              <a:spLocks noChangeArrowheads="1"/>
            </p:cNvSpPr>
            <p:nvPr/>
          </p:nvSpPr>
          <p:spPr bwMode="auto">
            <a:xfrm>
              <a:off x="5781675" y="4622800"/>
              <a:ext cx="70008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a:solidFill>
                    <a:srgbClr val="000000"/>
                  </a:solidFill>
                </a:rPr>
                <a:t>&gt;=1</a:t>
              </a:r>
            </a:p>
          </p:txBody>
        </p:sp>
        <p:sp>
          <p:nvSpPr>
            <p:cNvPr id="150555" name="Text Box 94">
              <a:extLst>
                <a:ext uri="{FF2B5EF4-FFF2-40B4-BE49-F238E27FC236}">
                  <a16:creationId xmlns:a16="http://schemas.microsoft.com/office/drawing/2014/main" id="{CF7FE02E-C1D6-40D8-998E-82A309736D56}"/>
                </a:ext>
              </a:extLst>
            </p:cNvPr>
            <p:cNvSpPr txBox="1">
              <a:spLocks noChangeArrowheads="1"/>
            </p:cNvSpPr>
            <p:nvPr/>
          </p:nvSpPr>
          <p:spPr bwMode="auto">
            <a:xfrm>
              <a:off x="5003800" y="2774950"/>
              <a:ext cx="5000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X0</a:t>
              </a:r>
              <a:endParaRPr lang="en-US" altLang="en-US" sz="1800" b="0">
                <a:solidFill>
                  <a:srgbClr val="000000"/>
                </a:solidFill>
              </a:endParaRPr>
            </a:p>
          </p:txBody>
        </p:sp>
        <p:sp>
          <p:nvSpPr>
            <p:cNvPr id="150556" name="Text Box 95">
              <a:extLst>
                <a:ext uri="{FF2B5EF4-FFF2-40B4-BE49-F238E27FC236}">
                  <a16:creationId xmlns:a16="http://schemas.microsoft.com/office/drawing/2014/main" id="{349C93DD-EC68-4E96-8A15-B4885CC9E538}"/>
                </a:ext>
              </a:extLst>
            </p:cNvPr>
            <p:cNvSpPr txBox="1">
              <a:spLocks noChangeArrowheads="1"/>
            </p:cNvSpPr>
            <p:nvPr/>
          </p:nvSpPr>
          <p:spPr bwMode="auto">
            <a:xfrm>
              <a:off x="5003800" y="4184650"/>
              <a:ext cx="5000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X1</a:t>
              </a:r>
              <a:endParaRPr lang="en-US" altLang="en-US" sz="1800" b="0">
                <a:solidFill>
                  <a:srgbClr val="000000"/>
                </a:solidFill>
              </a:endParaRPr>
            </a:p>
          </p:txBody>
        </p:sp>
        <p:sp>
          <p:nvSpPr>
            <p:cNvPr id="150557" name="Text Box 96">
              <a:extLst>
                <a:ext uri="{FF2B5EF4-FFF2-40B4-BE49-F238E27FC236}">
                  <a16:creationId xmlns:a16="http://schemas.microsoft.com/office/drawing/2014/main" id="{49EED8D8-4DF2-4E0C-A043-70F9F4337BE4}"/>
                </a:ext>
              </a:extLst>
            </p:cNvPr>
            <p:cNvSpPr txBox="1">
              <a:spLocks noChangeArrowheads="1"/>
            </p:cNvSpPr>
            <p:nvPr/>
          </p:nvSpPr>
          <p:spPr bwMode="auto">
            <a:xfrm>
              <a:off x="5003800" y="4911725"/>
              <a:ext cx="5000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X2</a:t>
              </a:r>
              <a:endParaRPr lang="en-US" altLang="en-US" sz="1800" b="0">
                <a:solidFill>
                  <a:srgbClr val="000000"/>
                </a:solidFill>
              </a:endParaRPr>
            </a:p>
          </p:txBody>
        </p:sp>
        <p:sp>
          <p:nvSpPr>
            <p:cNvPr id="150558" name="Line 97">
              <a:extLst>
                <a:ext uri="{FF2B5EF4-FFF2-40B4-BE49-F238E27FC236}">
                  <a16:creationId xmlns:a16="http://schemas.microsoft.com/office/drawing/2014/main" id="{39446F73-DFD3-4788-843C-007789958E08}"/>
                </a:ext>
              </a:extLst>
            </p:cNvPr>
            <p:cNvSpPr>
              <a:spLocks noChangeShapeType="1"/>
            </p:cNvSpPr>
            <p:nvPr/>
          </p:nvSpPr>
          <p:spPr bwMode="auto">
            <a:xfrm>
              <a:off x="7704138" y="3916363"/>
              <a:ext cx="40005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0559" name="Text Box 98">
              <a:extLst>
                <a:ext uri="{FF2B5EF4-FFF2-40B4-BE49-F238E27FC236}">
                  <a16:creationId xmlns:a16="http://schemas.microsoft.com/office/drawing/2014/main" id="{7E139142-34A8-4873-8051-7B21D5413418}"/>
                </a:ext>
              </a:extLst>
            </p:cNvPr>
            <p:cNvSpPr txBox="1">
              <a:spLocks noChangeArrowheads="1"/>
            </p:cNvSpPr>
            <p:nvPr/>
          </p:nvSpPr>
          <p:spPr bwMode="auto">
            <a:xfrm>
              <a:off x="8104188" y="3649663"/>
              <a:ext cx="5000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Y0</a:t>
              </a:r>
            </a:p>
          </p:txBody>
        </p:sp>
        <p:sp>
          <p:nvSpPr>
            <p:cNvPr id="150560" name="Text Box 99">
              <a:extLst>
                <a:ext uri="{FF2B5EF4-FFF2-40B4-BE49-F238E27FC236}">
                  <a16:creationId xmlns:a16="http://schemas.microsoft.com/office/drawing/2014/main" id="{1F6AF3F7-D9BC-4728-A980-9BBDB16E0436}"/>
                </a:ext>
              </a:extLst>
            </p:cNvPr>
            <p:cNvSpPr txBox="1">
              <a:spLocks noChangeArrowheads="1"/>
            </p:cNvSpPr>
            <p:nvPr/>
          </p:nvSpPr>
          <p:spPr bwMode="auto">
            <a:xfrm>
              <a:off x="5056189" y="5603063"/>
              <a:ext cx="3095621" cy="836612"/>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dirty="0">
                  <a:solidFill>
                    <a:srgbClr val="000000"/>
                  </a:solidFill>
                </a:rPr>
                <a:t>FBD Performance Method</a:t>
              </a:r>
              <a:endParaRPr lang="en-US" altLang="en-US" sz="2400" b="0" dirty="0">
                <a:solidFill>
                  <a:srgbClr val="000000"/>
                </a:solidFill>
              </a:endParaRPr>
            </a:p>
          </p:txBody>
        </p:sp>
      </p:grpSp>
      <p:sp>
        <p:nvSpPr>
          <p:cNvPr id="150533" name="Rectangle 117">
            <a:extLst>
              <a:ext uri="{FF2B5EF4-FFF2-40B4-BE49-F238E27FC236}">
                <a16:creationId xmlns:a16="http://schemas.microsoft.com/office/drawing/2014/main" id="{1D8743DF-1FB3-46D7-A29B-A5272BFA10FD}"/>
              </a:ext>
            </a:extLst>
          </p:cNvPr>
          <p:cNvSpPr>
            <a:spLocks noChangeArrowheads="1"/>
          </p:cNvSpPr>
          <p:nvPr/>
        </p:nvSpPr>
        <p:spPr bwMode="auto">
          <a:xfrm>
            <a:off x="6167438" y="2708275"/>
            <a:ext cx="4105275" cy="3744913"/>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45" name="Title 1">
            <a:extLst>
              <a:ext uri="{FF2B5EF4-FFF2-40B4-BE49-F238E27FC236}">
                <a16:creationId xmlns:a16="http://schemas.microsoft.com/office/drawing/2014/main" id="{C0DB64D1-8A90-4372-ACBA-8AA7CA6307F4}"/>
              </a:ext>
            </a:extLst>
          </p:cNvPr>
          <p:cNvSpPr txBox="1">
            <a:spLocks/>
          </p:cNvSpPr>
          <p:nvPr/>
        </p:nvSpPr>
        <p:spPr>
          <a:xfrm>
            <a:off x="374650" y="879475"/>
            <a:ext cx="3992563"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SFC OR FBD PERFORMANCE</a:t>
            </a:r>
          </a:p>
        </p:txBody>
      </p:sp>
      <p:cxnSp>
        <p:nvCxnSpPr>
          <p:cNvPr id="50" name="Straight Connector 49">
            <a:extLst>
              <a:ext uri="{FF2B5EF4-FFF2-40B4-BE49-F238E27FC236}">
                <a16:creationId xmlns:a16="http://schemas.microsoft.com/office/drawing/2014/main" id="{0C43305F-AE58-4985-8B71-34A140EB4475}"/>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7DAEB58B-5FAA-44A1-BB54-638D9E9C341B}"/>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51" name="Picture 50" descr="A close-up of a logo&#10;&#10;Description automatically generated">
            <a:extLst>
              <a:ext uri="{FF2B5EF4-FFF2-40B4-BE49-F238E27FC236}">
                <a16:creationId xmlns:a16="http://schemas.microsoft.com/office/drawing/2014/main" id="{8DDEF1C8-847E-4626-B240-9D802B0416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52" name="Title 1">
            <a:extLst>
              <a:ext uri="{FF2B5EF4-FFF2-40B4-BE49-F238E27FC236}">
                <a16:creationId xmlns:a16="http://schemas.microsoft.com/office/drawing/2014/main" id="{33CDF76F-99C4-4598-800A-0CC6EF26C56F}"/>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53" name="TextBox 52">
            <a:extLst>
              <a:ext uri="{FF2B5EF4-FFF2-40B4-BE49-F238E27FC236}">
                <a16:creationId xmlns:a16="http://schemas.microsoft.com/office/drawing/2014/main" id="{AC529332-1C26-4A8C-9FED-7DCCBE3B817A}"/>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0300">
                                            <p:txEl>
                                              <p:pRg st="0" end="0"/>
                                            </p:txEl>
                                          </p:spTgt>
                                        </p:tgtEl>
                                        <p:attrNameLst>
                                          <p:attrName>style.visibility</p:attrName>
                                        </p:attrNameLst>
                                      </p:cBhvr>
                                      <p:to>
                                        <p:strVal val="visible"/>
                                      </p:to>
                                    </p:set>
                                    <p:animEffect transition="in" filter="diamond(in)">
                                      <p:cBhvr>
                                        <p:cTn id="7" dur="1000"/>
                                        <p:tgtEl>
                                          <p:spTgt spid="10300">
                                            <p:txEl>
                                              <p:pRg st="0" end="0"/>
                                            </p:txEl>
                                          </p:spTgt>
                                        </p:tgtEl>
                                      </p:cBhvr>
                                    </p:animEffect>
                                  </p:childTnLst>
                                </p:cTn>
                              </p:par>
                            </p:childTnLst>
                          </p:cTn>
                        </p:par>
                        <p:par>
                          <p:cTn id="8" fill="hold" nodeType="afterGroup">
                            <p:stCondLst>
                              <p:cond delay="1000"/>
                            </p:stCondLst>
                            <p:childTnLst>
                              <p:par>
                                <p:cTn id="9" presetID="16" presetClass="entr" presetSubtype="21"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inVertical)">
                                      <p:cBhvr>
                                        <p:cTn id="11" dur="500"/>
                                        <p:tgtEl>
                                          <p:spTgt spid="2"/>
                                        </p:tgtEl>
                                      </p:cBhvr>
                                    </p:animEffect>
                                  </p:childTnLst>
                                </p:cTn>
                              </p:par>
                            </p:childTnLst>
                          </p:cTn>
                        </p:par>
                        <p:par>
                          <p:cTn id="12" fill="hold" nodeType="afterGroup">
                            <p:stCondLst>
                              <p:cond delay="1500"/>
                            </p:stCondLst>
                            <p:childTnLst>
                              <p:par>
                                <p:cTn id="13" presetID="16" presetClass="entr" presetSubtype="21"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2578" name="Rectangle 3">
            <a:extLst>
              <a:ext uri="{FF2B5EF4-FFF2-40B4-BE49-F238E27FC236}">
                <a16:creationId xmlns:a16="http://schemas.microsoft.com/office/drawing/2014/main" id="{7E490A5F-24B8-487B-8803-A12A2AB7C2E2}"/>
              </a:ext>
            </a:extLst>
          </p:cNvPr>
          <p:cNvSpPr>
            <a:spLocks noGrp="1" noChangeArrowheads="1"/>
          </p:cNvSpPr>
          <p:nvPr>
            <p:ph idx="1"/>
          </p:nvPr>
        </p:nvSpPr>
        <p:spPr>
          <a:xfrm>
            <a:off x="2047875" y="2286000"/>
            <a:ext cx="8334375" cy="3960813"/>
          </a:xfrm>
        </p:spPr>
        <p:txBody>
          <a:bodyPr/>
          <a:lstStyle/>
          <a:p>
            <a:pPr eaLnBrk="1" hangingPunct="1">
              <a:lnSpc>
                <a:spcPct val="105000"/>
              </a:lnSpc>
              <a:spcBef>
                <a:spcPts val="600"/>
              </a:spcBef>
              <a:buFontTx/>
              <a:buNone/>
            </a:pPr>
            <a:r>
              <a:rPr lang="en-US" altLang="en-US" sz="2400" dirty="0"/>
              <a:t>	The STL method uses evocative acronyms, similar to computer assembler language.
	Example:					</a:t>
            </a:r>
          </a:p>
          <a:p>
            <a:pPr eaLnBrk="1" hangingPunct="1">
              <a:lnSpc>
                <a:spcPct val="80000"/>
              </a:lnSpc>
              <a:buFontTx/>
              <a:buNone/>
            </a:pPr>
            <a:r>
              <a:rPr lang="en-US" altLang="en-US" sz="2400" dirty="0"/>
              <a:t>		LDI	X0</a:t>
            </a:r>
          </a:p>
          <a:p>
            <a:pPr eaLnBrk="1" hangingPunct="1">
              <a:lnSpc>
                <a:spcPct val="80000"/>
              </a:lnSpc>
              <a:buFontTx/>
              <a:buNone/>
            </a:pPr>
            <a:r>
              <a:rPr lang="en-US" altLang="en-US" sz="2400" dirty="0"/>
              <a:t>		LD	X1</a:t>
            </a:r>
          </a:p>
          <a:p>
            <a:pPr eaLnBrk="1" hangingPunct="1">
              <a:lnSpc>
                <a:spcPct val="80000"/>
              </a:lnSpc>
              <a:buFontTx/>
              <a:buNone/>
            </a:pPr>
            <a:r>
              <a:rPr lang="en-US" altLang="en-US" sz="2400" dirty="0"/>
              <a:t>		OR	X2</a:t>
            </a:r>
          </a:p>
          <a:p>
            <a:pPr eaLnBrk="1" hangingPunct="1">
              <a:lnSpc>
                <a:spcPct val="80000"/>
              </a:lnSpc>
              <a:buFontTx/>
              <a:buNone/>
            </a:pPr>
            <a:r>
              <a:rPr lang="en-US" altLang="en-US" sz="2400" dirty="0"/>
              <a:t>		ANB</a:t>
            </a:r>
          </a:p>
          <a:p>
            <a:pPr eaLnBrk="1" hangingPunct="1">
              <a:lnSpc>
                <a:spcPct val="80000"/>
              </a:lnSpc>
              <a:buFontTx/>
              <a:buNone/>
            </a:pPr>
            <a:r>
              <a:rPr lang="en-US" altLang="en-US" sz="2400" dirty="0"/>
              <a:t>		OUT	Y0</a:t>
            </a:r>
          </a:p>
        </p:txBody>
      </p:sp>
      <p:sp>
        <p:nvSpPr>
          <p:cNvPr id="3" name="Slide Number Placeholder 2">
            <a:extLst>
              <a:ext uri="{FF2B5EF4-FFF2-40B4-BE49-F238E27FC236}">
                <a16:creationId xmlns:a16="http://schemas.microsoft.com/office/drawing/2014/main" id="{634AB66D-81E0-4B30-A317-86FB0BE757FC}"/>
              </a:ext>
            </a:extLst>
          </p:cNvPr>
          <p:cNvSpPr>
            <a:spLocks noGrp="1"/>
          </p:cNvSpPr>
          <p:nvPr>
            <p:ph type="sldNum" sz="quarter" idx="12"/>
          </p:nvPr>
        </p:nvSpPr>
        <p:spPr>
          <a:xfrm>
            <a:off x="8599012" y="6468515"/>
            <a:ext cx="2743200" cy="365125"/>
          </a:xfrm>
        </p:spPr>
        <p:txBody>
          <a:bodyPr/>
          <a:lstStyle/>
          <a:p>
            <a:fld id="{463DAC6F-37B0-497B-9F88-A4FC17849BDA}" type="slidenum">
              <a:rPr lang="en-US" altLang="en-US" smtClean="0"/>
              <a:pPr/>
              <a:t>25</a:t>
            </a:fld>
            <a:endParaRPr lang="en-US" altLang="en-US"/>
          </a:p>
        </p:txBody>
      </p:sp>
      <p:grpSp>
        <p:nvGrpSpPr>
          <p:cNvPr id="152579" name="Group 1">
            <a:extLst>
              <a:ext uri="{FF2B5EF4-FFF2-40B4-BE49-F238E27FC236}">
                <a16:creationId xmlns:a16="http://schemas.microsoft.com/office/drawing/2014/main" id="{10BEAF29-3EF6-421D-8CB9-53E43994C71B}"/>
              </a:ext>
            </a:extLst>
          </p:cNvPr>
          <p:cNvGrpSpPr>
            <a:grpSpLocks/>
          </p:cNvGrpSpPr>
          <p:nvPr/>
        </p:nvGrpSpPr>
        <p:grpSpPr bwMode="auto">
          <a:xfrm>
            <a:off x="5229225" y="3594100"/>
            <a:ext cx="4784725" cy="2643188"/>
            <a:chOff x="3707904" y="2580259"/>
            <a:chExt cx="4784725" cy="2642637"/>
          </a:xfrm>
        </p:grpSpPr>
        <p:sp>
          <p:nvSpPr>
            <p:cNvPr id="152587" name="Text Box 27">
              <a:extLst>
                <a:ext uri="{FF2B5EF4-FFF2-40B4-BE49-F238E27FC236}">
                  <a16:creationId xmlns:a16="http://schemas.microsoft.com/office/drawing/2014/main" id="{9545C875-6CFD-40A4-9E81-C6610CF227A9}"/>
                </a:ext>
              </a:extLst>
            </p:cNvPr>
            <p:cNvSpPr txBox="1">
              <a:spLocks noChangeArrowheads="1"/>
            </p:cNvSpPr>
            <p:nvPr/>
          </p:nvSpPr>
          <p:spPr bwMode="auto">
            <a:xfrm>
              <a:off x="5436096" y="4376758"/>
              <a:ext cx="1039812" cy="84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X2</a:t>
              </a:r>
            </a:p>
          </p:txBody>
        </p:sp>
        <p:grpSp>
          <p:nvGrpSpPr>
            <p:cNvPr id="152588" name="Group 2">
              <a:extLst>
                <a:ext uri="{FF2B5EF4-FFF2-40B4-BE49-F238E27FC236}">
                  <a16:creationId xmlns:a16="http://schemas.microsoft.com/office/drawing/2014/main" id="{18868AE7-A57F-4FBA-92A5-AA2CBB6AA80C}"/>
                </a:ext>
              </a:extLst>
            </p:cNvPr>
            <p:cNvGrpSpPr>
              <a:grpSpLocks/>
            </p:cNvGrpSpPr>
            <p:nvPr/>
          </p:nvGrpSpPr>
          <p:grpSpPr bwMode="auto">
            <a:xfrm>
              <a:off x="3707904" y="2580259"/>
              <a:ext cx="4784725" cy="1766888"/>
              <a:chOff x="3746230" y="3510416"/>
              <a:chExt cx="4785265" cy="1765853"/>
            </a:xfrm>
          </p:grpSpPr>
          <p:sp>
            <p:nvSpPr>
              <p:cNvPr id="152589" name="Line 5">
                <a:extLst>
                  <a:ext uri="{FF2B5EF4-FFF2-40B4-BE49-F238E27FC236}">
                    <a16:creationId xmlns:a16="http://schemas.microsoft.com/office/drawing/2014/main" id="{7E7BC8FE-7524-45E6-91EA-54BDCE023370}"/>
                  </a:ext>
                </a:extLst>
              </p:cNvPr>
              <p:cNvSpPr>
                <a:spLocks noChangeShapeType="1"/>
              </p:cNvSpPr>
              <p:nvPr/>
            </p:nvSpPr>
            <p:spPr bwMode="auto">
              <a:xfrm>
                <a:off x="3746230" y="3677347"/>
                <a:ext cx="0" cy="128517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90" name="Line 6">
                <a:extLst>
                  <a:ext uri="{FF2B5EF4-FFF2-40B4-BE49-F238E27FC236}">
                    <a16:creationId xmlns:a16="http://schemas.microsoft.com/office/drawing/2014/main" id="{2861DF18-0B5F-4E1B-85F4-1F6EC4AC8F7C}"/>
                  </a:ext>
                </a:extLst>
              </p:cNvPr>
              <p:cNvSpPr>
                <a:spLocks noChangeShapeType="1"/>
              </p:cNvSpPr>
              <p:nvPr/>
            </p:nvSpPr>
            <p:spPr bwMode="auto">
              <a:xfrm>
                <a:off x="3746230" y="4258590"/>
                <a:ext cx="62479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52591" name="Group 7">
                <a:extLst>
                  <a:ext uri="{FF2B5EF4-FFF2-40B4-BE49-F238E27FC236}">
                    <a16:creationId xmlns:a16="http://schemas.microsoft.com/office/drawing/2014/main" id="{E6B80E92-88A9-42C1-A9F4-4D8D7E0D7FAB}"/>
                  </a:ext>
                </a:extLst>
              </p:cNvPr>
              <p:cNvGrpSpPr>
                <a:grpSpLocks/>
              </p:cNvGrpSpPr>
              <p:nvPr/>
            </p:nvGrpSpPr>
            <p:grpSpPr bwMode="auto">
              <a:xfrm>
                <a:off x="4371025" y="4039367"/>
                <a:ext cx="206886" cy="438446"/>
                <a:chOff x="5554" y="9684"/>
                <a:chExt cx="130" cy="270"/>
              </a:xfrm>
            </p:grpSpPr>
            <p:sp>
              <p:nvSpPr>
                <p:cNvPr id="152611" name="Line 8">
                  <a:extLst>
                    <a:ext uri="{FF2B5EF4-FFF2-40B4-BE49-F238E27FC236}">
                      <a16:creationId xmlns:a16="http://schemas.microsoft.com/office/drawing/2014/main" id="{601D9781-2278-4938-927E-20BFC93A5A40}"/>
                    </a:ext>
                  </a:extLst>
                </p:cNvPr>
                <p:cNvSpPr>
                  <a:spLocks noChangeShapeType="1"/>
                </p:cNvSpPr>
                <p:nvPr/>
              </p:nvSpPr>
              <p:spPr bwMode="auto">
                <a:xfrm>
                  <a:off x="555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12" name="Line 9">
                  <a:extLst>
                    <a:ext uri="{FF2B5EF4-FFF2-40B4-BE49-F238E27FC236}">
                      <a16:creationId xmlns:a16="http://schemas.microsoft.com/office/drawing/2014/main" id="{AAD35DDC-CA9E-4993-9D8D-DDA228593AF2}"/>
                    </a:ext>
                  </a:extLst>
                </p:cNvPr>
                <p:cNvSpPr>
                  <a:spLocks noChangeShapeType="1"/>
                </p:cNvSpPr>
                <p:nvPr/>
              </p:nvSpPr>
              <p:spPr bwMode="auto">
                <a:xfrm>
                  <a:off x="568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2592" name="Group 10">
                <a:extLst>
                  <a:ext uri="{FF2B5EF4-FFF2-40B4-BE49-F238E27FC236}">
                    <a16:creationId xmlns:a16="http://schemas.microsoft.com/office/drawing/2014/main" id="{7EA2F9EE-0164-4DCE-94F4-C3DC4F0017AE}"/>
                  </a:ext>
                </a:extLst>
              </p:cNvPr>
              <p:cNvGrpSpPr>
                <a:grpSpLocks/>
              </p:cNvGrpSpPr>
              <p:nvPr/>
            </p:nvGrpSpPr>
            <p:grpSpPr bwMode="auto">
              <a:xfrm>
                <a:off x="5618545" y="4039367"/>
                <a:ext cx="208954" cy="438446"/>
                <a:chOff x="5554" y="9684"/>
                <a:chExt cx="130" cy="270"/>
              </a:xfrm>
            </p:grpSpPr>
            <p:sp>
              <p:nvSpPr>
                <p:cNvPr id="152609" name="Line 11">
                  <a:extLst>
                    <a:ext uri="{FF2B5EF4-FFF2-40B4-BE49-F238E27FC236}">
                      <a16:creationId xmlns:a16="http://schemas.microsoft.com/office/drawing/2014/main" id="{3997A0A5-E2CA-4B6B-B38E-90A671A14CB4}"/>
                    </a:ext>
                  </a:extLst>
                </p:cNvPr>
                <p:cNvSpPr>
                  <a:spLocks noChangeShapeType="1"/>
                </p:cNvSpPr>
                <p:nvPr/>
              </p:nvSpPr>
              <p:spPr bwMode="auto">
                <a:xfrm>
                  <a:off x="555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10" name="Line 12">
                  <a:extLst>
                    <a:ext uri="{FF2B5EF4-FFF2-40B4-BE49-F238E27FC236}">
                      <a16:creationId xmlns:a16="http://schemas.microsoft.com/office/drawing/2014/main" id="{DF88A493-162C-449E-981D-32A9B7467690}"/>
                    </a:ext>
                  </a:extLst>
                </p:cNvPr>
                <p:cNvSpPr>
                  <a:spLocks noChangeShapeType="1"/>
                </p:cNvSpPr>
                <p:nvPr/>
              </p:nvSpPr>
              <p:spPr bwMode="auto">
                <a:xfrm>
                  <a:off x="568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2593" name="Group 13">
                <a:extLst>
                  <a:ext uri="{FF2B5EF4-FFF2-40B4-BE49-F238E27FC236}">
                    <a16:creationId xmlns:a16="http://schemas.microsoft.com/office/drawing/2014/main" id="{75838950-2471-4B0C-ADE0-47E80B2D0C2F}"/>
                  </a:ext>
                </a:extLst>
              </p:cNvPr>
              <p:cNvGrpSpPr>
                <a:grpSpLocks/>
              </p:cNvGrpSpPr>
              <p:nvPr/>
            </p:nvGrpSpPr>
            <p:grpSpPr bwMode="auto">
              <a:xfrm>
                <a:off x="5618545" y="4839834"/>
                <a:ext cx="208954" cy="436435"/>
                <a:chOff x="5554" y="9684"/>
                <a:chExt cx="130" cy="270"/>
              </a:xfrm>
            </p:grpSpPr>
            <p:sp>
              <p:nvSpPr>
                <p:cNvPr id="152607" name="Line 14">
                  <a:extLst>
                    <a:ext uri="{FF2B5EF4-FFF2-40B4-BE49-F238E27FC236}">
                      <a16:creationId xmlns:a16="http://schemas.microsoft.com/office/drawing/2014/main" id="{F3168121-1333-42C2-8834-7FAD08BB521E}"/>
                    </a:ext>
                  </a:extLst>
                </p:cNvPr>
                <p:cNvSpPr>
                  <a:spLocks noChangeShapeType="1"/>
                </p:cNvSpPr>
                <p:nvPr/>
              </p:nvSpPr>
              <p:spPr bwMode="auto">
                <a:xfrm>
                  <a:off x="555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08" name="Line 15">
                  <a:extLst>
                    <a:ext uri="{FF2B5EF4-FFF2-40B4-BE49-F238E27FC236}">
                      <a16:creationId xmlns:a16="http://schemas.microsoft.com/office/drawing/2014/main" id="{983456CD-BA6A-43AB-98B5-73F471B6C0DA}"/>
                    </a:ext>
                  </a:extLst>
                </p:cNvPr>
                <p:cNvSpPr>
                  <a:spLocks noChangeShapeType="1"/>
                </p:cNvSpPr>
                <p:nvPr/>
              </p:nvSpPr>
              <p:spPr bwMode="auto">
                <a:xfrm>
                  <a:off x="5684" y="9684"/>
                  <a:ext cx="0" cy="27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2594" name="Oval 16">
                <a:extLst>
                  <a:ext uri="{FF2B5EF4-FFF2-40B4-BE49-F238E27FC236}">
                    <a16:creationId xmlns:a16="http://schemas.microsoft.com/office/drawing/2014/main" id="{E9CBE4A9-12BC-4AA3-8053-78D50F55E195}"/>
                  </a:ext>
                </a:extLst>
              </p:cNvPr>
              <p:cNvSpPr>
                <a:spLocks noChangeArrowheads="1"/>
              </p:cNvSpPr>
              <p:nvPr/>
            </p:nvSpPr>
            <p:spPr bwMode="auto">
              <a:xfrm>
                <a:off x="7075020" y="3920705"/>
                <a:ext cx="622726" cy="629513"/>
              </a:xfrm>
              <a:prstGeom prst="ellipse">
                <a:avLst/>
              </a:prstGeom>
              <a:solidFill>
                <a:schemeClr val="accent1"/>
              </a:solidFill>
              <a:ln>
                <a:noFill/>
              </a:ln>
              <a:extLst>
                <a:ext uri="{91240B29-F687-4F45-9708-019B960494DF}">
                  <a14:hiddenLine xmlns:a14="http://schemas.microsoft.com/office/drawing/2010/main" w="38100">
                    <a:solidFill>
                      <a:srgbClr val="000000"/>
                    </a:solidFill>
                    <a:round/>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52595" name="Line 17">
                <a:extLst>
                  <a:ext uri="{FF2B5EF4-FFF2-40B4-BE49-F238E27FC236}">
                    <a16:creationId xmlns:a16="http://schemas.microsoft.com/office/drawing/2014/main" id="{894AD553-E679-4017-8A88-FECDFEFD2D11}"/>
                  </a:ext>
                </a:extLst>
              </p:cNvPr>
              <p:cNvSpPr>
                <a:spLocks noChangeShapeType="1"/>
              </p:cNvSpPr>
              <p:nvPr/>
            </p:nvSpPr>
            <p:spPr bwMode="auto">
              <a:xfrm>
                <a:off x="8531495" y="3677347"/>
                <a:ext cx="0" cy="128517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96" name="Line 18">
                <a:extLst>
                  <a:ext uri="{FF2B5EF4-FFF2-40B4-BE49-F238E27FC236}">
                    <a16:creationId xmlns:a16="http://schemas.microsoft.com/office/drawing/2014/main" id="{807CEE9D-FB0F-4526-A309-6E3AF7B1AA66}"/>
                  </a:ext>
                </a:extLst>
              </p:cNvPr>
              <p:cNvSpPr>
                <a:spLocks noChangeShapeType="1"/>
              </p:cNvSpPr>
              <p:nvPr/>
            </p:nvSpPr>
            <p:spPr bwMode="auto">
              <a:xfrm>
                <a:off x="4577911" y="4258590"/>
                <a:ext cx="104063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97" name="Line 19">
                <a:extLst>
                  <a:ext uri="{FF2B5EF4-FFF2-40B4-BE49-F238E27FC236}">
                    <a16:creationId xmlns:a16="http://schemas.microsoft.com/office/drawing/2014/main" id="{A4929E6B-B099-4593-848E-331026041E84}"/>
                  </a:ext>
                </a:extLst>
              </p:cNvPr>
              <p:cNvSpPr>
                <a:spLocks noChangeShapeType="1"/>
              </p:cNvSpPr>
              <p:nvPr/>
            </p:nvSpPr>
            <p:spPr bwMode="auto">
              <a:xfrm>
                <a:off x="5827500" y="4258590"/>
                <a:ext cx="1247520"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98" name="Line 20">
                <a:extLst>
                  <a:ext uri="{FF2B5EF4-FFF2-40B4-BE49-F238E27FC236}">
                    <a16:creationId xmlns:a16="http://schemas.microsoft.com/office/drawing/2014/main" id="{0CF2017D-123B-4F09-8959-214B2B46CD2F}"/>
                  </a:ext>
                </a:extLst>
              </p:cNvPr>
              <p:cNvSpPr>
                <a:spLocks noChangeShapeType="1"/>
              </p:cNvSpPr>
              <p:nvPr/>
            </p:nvSpPr>
            <p:spPr bwMode="auto">
              <a:xfrm>
                <a:off x="7697746" y="4258590"/>
                <a:ext cx="833749"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599" name="Line 21">
                <a:extLst>
                  <a:ext uri="{FF2B5EF4-FFF2-40B4-BE49-F238E27FC236}">
                    <a16:creationId xmlns:a16="http://schemas.microsoft.com/office/drawing/2014/main" id="{4DDF6ACC-58CE-429E-A1AA-1F2F24EA9E2D}"/>
                  </a:ext>
                </a:extLst>
              </p:cNvPr>
              <p:cNvSpPr>
                <a:spLocks noChangeShapeType="1"/>
              </p:cNvSpPr>
              <p:nvPr/>
            </p:nvSpPr>
            <p:spPr bwMode="auto">
              <a:xfrm>
                <a:off x="4993751" y="4258590"/>
                <a:ext cx="0" cy="77432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00" name="Line 22">
                <a:extLst>
                  <a:ext uri="{FF2B5EF4-FFF2-40B4-BE49-F238E27FC236}">
                    <a16:creationId xmlns:a16="http://schemas.microsoft.com/office/drawing/2014/main" id="{8F582F8B-9192-4FD1-B5EC-9338E4FFF3BD}"/>
                  </a:ext>
                </a:extLst>
              </p:cNvPr>
              <p:cNvSpPr>
                <a:spLocks noChangeShapeType="1"/>
              </p:cNvSpPr>
              <p:nvPr/>
            </p:nvSpPr>
            <p:spPr bwMode="auto">
              <a:xfrm>
                <a:off x="6450225" y="4258590"/>
                <a:ext cx="0" cy="77432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01" name="Line 23">
                <a:extLst>
                  <a:ext uri="{FF2B5EF4-FFF2-40B4-BE49-F238E27FC236}">
                    <a16:creationId xmlns:a16="http://schemas.microsoft.com/office/drawing/2014/main" id="{69A86C0E-7E25-4090-9E20-1D1FC2A88B64}"/>
                  </a:ext>
                </a:extLst>
              </p:cNvPr>
              <p:cNvSpPr>
                <a:spLocks noChangeShapeType="1"/>
              </p:cNvSpPr>
              <p:nvPr/>
            </p:nvSpPr>
            <p:spPr bwMode="auto">
              <a:xfrm>
                <a:off x="4993751" y="5032911"/>
                <a:ext cx="624795"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02" name="Line 24">
                <a:extLst>
                  <a:ext uri="{FF2B5EF4-FFF2-40B4-BE49-F238E27FC236}">
                    <a16:creationId xmlns:a16="http://schemas.microsoft.com/office/drawing/2014/main" id="{01A97D5F-D2F1-42BC-AF8D-0741A17472EF}"/>
                  </a:ext>
                </a:extLst>
              </p:cNvPr>
              <p:cNvSpPr>
                <a:spLocks noChangeShapeType="1"/>
              </p:cNvSpPr>
              <p:nvPr/>
            </p:nvSpPr>
            <p:spPr bwMode="auto">
              <a:xfrm>
                <a:off x="5827500" y="5032911"/>
                <a:ext cx="622726" cy="0"/>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2603" name="Text Box 25">
                <a:extLst>
                  <a:ext uri="{FF2B5EF4-FFF2-40B4-BE49-F238E27FC236}">
                    <a16:creationId xmlns:a16="http://schemas.microsoft.com/office/drawing/2014/main" id="{7BAF17F8-CFFF-498F-95F9-218B15CDA8B1}"/>
                  </a:ext>
                </a:extLst>
              </p:cNvPr>
              <p:cNvSpPr txBox="1">
                <a:spLocks noChangeArrowheads="1"/>
              </p:cNvSpPr>
              <p:nvPr/>
            </p:nvSpPr>
            <p:spPr bwMode="auto">
              <a:xfrm>
                <a:off x="4209654" y="3606955"/>
                <a:ext cx="1038566" cy="8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X0</a:t>
                </a:r>
              </a:p>
            </p:txBody>
          </p:sp>
          <p:sp>
            <p:nvSpPr>
              <p:cNvPr id="152604" name="Text Box 26">
                <a:extLst>
                  <a:ext uri="{FF2B5EF4-FFF2-40B4-BE49-F238E27FC236}">
                    <a16:creationId xmlns:a16="http://schemas.microsoft.com/office/drawing/2014/main" id="{9DCD3AC7-2815-4CC7-95DC-604CE0F9A9FB}"/>
                  </a:ext>
                </a:extLst>
              </p:cNvPr>
              <p:cNvSpPr txBox="1">
                <a:spLocks noChangeArrowheads="1"/>
              </p:cNvSpPr>
              <p:nvPr/>
            </p:nvSpPr>
            <p:spPr bwMode="auto">
              <a:xfrm>
                <a:off x="5434417" y="3606955"/>
                <a:ext cx="1038566" cy="8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X1</a:t>
                </a:r>
              </a:p>
            </p:txBody>
          </p:sp>
          <p:sp>
            <p:nvSpPr>
              <p:cNvPr id="152605" name="Text Box 28">
                <a:extLst>
                  <a:ext uri="{FF2B5EF4-FFF2-40B4-BE49-F238E27FC236}">
                    <a16:creationId xmlns:a16="http://schemas.microsoft.com/office/drawing/2014/main" id="{962AAFF9-F722-4858-A571-EF78907662B2}"/>
                  </a:ext>
                </a:extLst>
              </p:cNvPr>
              <p:cNvSpPr txBox="1">
                <a:spLocks noChangeArrowheads="1"/>
              </p:cNvSpPr>
              <p:nvPr/>
            </p:nvSpPr>
            <p:spPr bwMode="auto">
              <a:xfrm>
                <a:off x="7116397" y="3510416"/>
                <a:ext cx="1040635" cy="848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1800">
                    <a:solidFill>
                      <a:srgbClr val="000000"/>
                    </a:solidFill>
                  </a:rPr>
                  <a:t>Y0</a:t>
                </a:r>
              </a:p>
            </p:txBody>
          </p:sp>
          <p:sp>
            <p:nvSpPr>
              <p:cNvPr id="152606" name="Line 29">
                <a:extLst>
                  <a:ext uri="{FF2B5EF4-FFF2-40B4-BE49-F238E27FC236}">
                    <a16:creationId xmlns:a16="http://schemas.microsoft.com/office/drawing/2014/main" id="{E555DDD8-D489-4DAE-97DD-3F4862554E1F}"/>
                  </a:ext>
                </a:extLst>
              </p:cNvPr>
              <p:cNvSpPr>
                <a:spLocks noChangeShapeType="1"/>
              </p:cNvSpPr>
              <p:nvPr/>
            </p:nvSpPr>
            <p:spPr bwMode="auto">
              <a:xfrm flipV="1">
                <a:off x="4164139" y="4039367"/>
                <a:ext cx="620657" cy="364031"/>
              </a:xfrm>
              <a:prstGeom prst="line">
                <a:avLst/>
              </a:prstGeom>
              <a:noFill/>
              <a:ln w="3810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52580" name="Rectangle 30">
            <a:extLst>
              <a:ext uri="{FF2B5EF4-FFF2-40B4-BE49-F238E27FC236}">
                <a16:creationId xmlns:a16="http://schemas.microsoft.com/office/drawing/2014/main" id="{1FA395D9-5796-49CF-B90E-52CF8737C493}"/>
              </a:ext>
            </a:extLst>
          </p:cNvPr>
          <p:cNvSpPr>
            <a:spLocks noChangeArrowheads="1"/>
          </p:cNvSpPr>
          <p:nvPr/>
        </p:nvSpPr>
        <p:spPr bwMode="auto">
          <a:xfrm>
            <a:off x="4800600" y="2286000"/>
            <a:ext cx="5724525" cy="2463800"/>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36" name="Title 1">
            <a:extLst>
              <a:ext uri="{FF2B5EF4-FFF2-40B4-BE49-F238E27FC236}">
                <a16:creationId xmlns:a16="http://schemas.microsoft.com/office/drawing/2014/main" id="{97E833CA-79FA-467B-858E-DB5BB0FCE8FC}"/>
              </a:ext>
            </a:extLst>
          </p:cNvPr>
          <p:cNvSpPr txBox="1">
            <a:spLocks/>
          </p:cNvSpPr>
          <p:nvPr/>
        </p:nvSpPr>
        <p:spPr>
          <a:xfrm>
            <a:off x="263525" y="1004888"/>
            <a:ext cx="4125913" cy="487362"/>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STL PERFORMANCE METHOD</a:t>
            </a:r>
          </a:p>
        </p:txBody>
      </p:sp>
      <p:cxnSp>
        <p:nvCxnSpPr>
          <p:cNvPr id="41" name="Straight Connector 40">
            <a:extLst>
              <a:ext uri="{FF2B5EF4-FFF2-40B4-BE49-F238E27FC236}">
                <a16:creationId xmlns:a16="http://schemas.microsoft.com/office/drawing/2014/main" id="{FA51917C-B12F-4687-95E6-ABA5A712260B}"/>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87F4C64-F216-4D55-8EB8-40DA7BD709EF}"/>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39" name="Picture 38" descr="A close-up of a logo&#10;&#10;Description automatically generated">
            <a:extLst>
              <a:ext uri="{FF2B5EF4-FFF2-40B4-BE49-F238E27FC236}">
                <a16:creationId xmlns:a16="http://schemas.microsoft.com/office/drawing/2014/main" id="{514EE2C7-9E6C-455F-968B-B809E291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42" name="Title 1">
            <a:extLst>
              <a:ext uri="{FF2B5EF4-FFF2-40B4-BE49-F238E27FC236}">
                <a16:creationId xmlns:a16="http://schemas.microsoft.com/office/drawing/2014/main" id="{3E284965-5C1B-4D2B-96B9-DBA367E9F665}"/>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43" name="TextBox 42">
            <a:extLst>
              <a:ext uri="{FF2B5EF4-FFF2-40B4-BE49-F238E27FC236}">
                <a16:creationId xmlns:a16="http://schemas.microsoft.com/office/drawing/2014/main" id="{A0E3A447-8F82-4059-B501-CCACFAC5DF42}"/>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54626" name="Rectangle 3">
            <a:extLst>
              <a:ext uri="{FF2B5EF4-FFF2-40B4-BE49-F238E27FC236}">
                <a16:creationId xmlns:a16="http://schemas.microsoft.com/office/drawing/2014/main" id="{A65900C0-D237-4572-AEEC-871C74CACA40}"/>
              </a:ext>
            </a:extLst>
          </p:cNvPr>
          <p:cNvSpPr>
            <a:spLocks noGrp="1" noChangeArrowheads="1"/>
          </p:cNvSpPr>
          <p:nvPr>
            <p:ph idx="1"/>
          </p:nvPr>
        </p:nvSpPr>
        <p:spPr>
          <a:xfrm>
            <a:off x="1487488" y="1728788"/>
            <a:ext cx="9217023" cy="2209800"/>
          </a:xfrm>
        </p:spPr>
        <p:txBody>
          <a:bodyPr/>
          <a:lstStyle/>
          <a:p>
            <a:pPr eaLnBrk="1" hangingPunct="1">
              <a:lnSpc>
                <a:spcPct val="80000"/>
              </a:lnSpc>
              <a:buFontTx/>
              <a:buNone/>
            </a:pPr>
            <a:r>
              <a:rPr lang="en-US" altLang="en-US" sz="2400" dirty="0"/>
              <a:t>	</a:t>
            </a:r>
            <a:r>
              <a:rPr lang="en-US" altLang="en-US" sz="2400" dirty="0">
                <a:solidFill>
                  <a:schemeClr val="accent4"/>
                </a:solidFill>
              </a:rPr>
              <a:t>Through the examples, we see that the three methods of representation belong to the three different fields.</a:t>
            </a:r>
            <a:r>
              <a:rPr lang="en-US" altLang="en-US" sz="2400" dirty="0"/>
              <a:t> </a:t>
            </a:r>
          </a:p>
          <a:p>
            <a:pPr eaLnBrk="1" hangingPunct="1">
              <a:lnSpc>
                <a:spcPct val="80000"/>
              </a:lnSpc>
            </a:pPr>
            <a:r>
              <a:rPr lang="en-US" altLang="en-US" sz="2400" dirty="0"/>
              <a:t>The Industrial Power industry often uses the LAD method.
The Electronics industry often uses the SFC or FBD method.
Informatics often uses the STL method.</a:t>
            </a:r>
          </a:p>
        </p:txBody>
      </p:sp>
      <p:sp>
        <p:nvSpPr>
          <p:cNvPr id="3" name="Slide Number Placeholder 2">
            <a:extLst>
              <a:ext uri="{FF2B5EF4-FFF2-40B4-BE49-F238E27FC236}">
                <a16:creationId xmlns:a16="http://schemas.microsoft.com/office/drawing/2014/main" id="{8E29F590-9A12-4336-BF50-76F034E4DE6E}"/>
              </a:ext>
            </a:extLst>
          </p:cNvPr>
          <p:cNvSpPr>
            <a:spLocks noGrp="1"/>
          </p:cNvSpPr>
          <p:nvPr>
            <p:ph type="sldNum" sz="quarter" idx="12"/>
          </p:nvPr>
        </p:nvSpPr>
        <p:spPr>
          <a:xfrm>
            <a:off x="8686800" y="6441375"/>
            <a:ext cx="2743200" cy="365125"/>
          </a:xfrm>
        </p:spPr>
        <p:txBody>
          <a:bodyPr/>
          <a:lstStyle/>
          <a:p>
            <a:fld id="{463DAC6F-37B0-497B-9F88-A4FC17849BDA}" type="slidenum">
              <a:rPr lang="en-US" altLang="en-US" smtClean="0"/>
              <a:pPr/>
              <a:t>26</a:t>
            </a:fld>
            <a:endParaRPr lang="en-US" altLang="en-US"/>
          </a:p>
        </p:txBody>
      </p:sp>
      <p:sp>
        <p:nvSpPr>
          <p:cNvPr id="10" name="Title 1">
            <a:extLst>
              <a:ext uri="{FF2B5EF4-FFF2-40B4-BE49-F238E27FC236}">
                <a16:creationId xmlns:a16="http://schemas.microsoft.com/office/drawing/2014/main" id="{3EC1B50C-82A6-4060-A36C-D773E2C9CD01}"/>
              </a:ext>
            </a:extLst>
          </p:cNvPr>
          <p:cNvSpPr txBox="1">
            <a:spLocks/>
          </p:cNvSpPr>
          <p:nvPr/>
        </p:nvSpPr>
        <p:spPr>
          <a:xfrm>
            <a:off x="334962" y="765175"/>
            <a:ext cx="4680917"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PLC PROGRAMMING LANGUAGE</a:t>
            </a:r>
          </a:p>
        </p:txBody>
      </p:sp>
      <p:pic>
        <p:nvPicPr>
          <p:cNvPr id="154628" name="Picture 10" descr="Ghim trên TÀI LIỆU HAY">
            <a:extLst>
              <a:ext uri="{FF2B5EF4-FFF2-40B4-BE49-F238E27FC236}">
                <a16:creationId xmlns:a16="http://schemas.microsoft.com/office/drawing/2014/main" id="{4AE87832-9918-4A7F-8575-8A8BAC691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25" y="4152900"/>
            <a:ext cx="3876675"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29" name="Picture 12" descr="An Overview of Sequential Function Chart (SFC) Programming - Technical  Articles">
            <a:extLst>
              <a:ext uri="{FF2B5EF4-FFF2-40B4-BE49-F238E27FC236}">
                <a16:creationId xmlns:a16="http://schemas.microsoft.com/office/drawing/2014/main" id="{AB096832-0754-4A3A-86CC-EF061432C5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188" y="4005263"/>
            <a:ext cx="41052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a:extLst>
              <a:ext uri="{FF2B5EF4-FFF2-40B4-BE49-F238E27FC236}">
                <a16:creationId xmlns:a16="http://schemas.microsoft.com/office/drawing/2014/main" id="{A35CEAEA-19AC-479C-8927-49868A0CA518}"/>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up of a logo&#10;&#10;Description automatically generated">
            <a:extLst>
              <a:ext uri="{FF2B5EF4-FFF2-40B4-BE49-F238E27FC236}">
                <a16:creationId xmlns:a16="http://schemas.microsoft.com/office/drawing/2014/main" id="{81C93493-9516-45C2-95FE-4AC039D817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1" name="Title 1">
            <a:extLst>
              <a:ext uri="{FF2B5EF4-FFF2-40B4-BE49-F238E27FC236}">
                <a16:creationId xmlns:a16="http://schemas.microsoft.com/office/drawing/2014/main" id="{BFBDFA0D-A891-4618-A46F-FDDD709CFB98}"/>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2" name="TextBox 11">
            <a:extLst>
              <a:ext uri="{FF2B5EF4-FFF2-40B4-BE49-F238E27FC236}">
                <a16:creationId xmlns:a16="http://schemas.microsoft.com/office/drawing/2014/main" id="{EDFE87CA-B8CC-46AD-AB13-47E52D5BF294}"/>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3" name="Straight Connector 12">
            <a:extLst>
              <a:ext uri="{FF2B5EF4-FFF2-40B4-BE49-F238E27FC236}">
                <a16:creationId xmlns:a16="http://schemas.microsoft.com/office/drawing/2014/main" id="{D4274198-DCF7-4F2C-B901-41430D6C03EC}"/>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6674" name="Picture 21" descr="C:\Users\nbcha\Downloads\TheAutomationBlog-S7-1200-10Fi.png">
            <a:extLst>
              <a:ext uri="{FF2B5EF4-FFF2-40B4-BE49-F238E27FC236}">
                <a16:creationId xmlns:a16="http://schemas.microsoft.com/office/drawing/2014/main" id="{CD30ED73-E153-4564-B46C-E7EF1D129A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8313" y="2143125"/>
            <a:ext cx="3810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Text Box 4">
            <a:extLst>
              <a:ext uri="{FF2B5EF4-FFF2-40B4-BE49-F238E27FC236}">
                <a16:creationId xmlns:a16="http://schemas.microsoft.com/office/drawing/2014/main" id="{D9B0B578-47D0-4327-BF67-D1F39C80BEF6}"/>
              </a:ext>
            </a:extLst>
          </p:cNvPr>
          <p:cNvSpPr txBox="1">
            <a:spLocks noChangeArrowheads="1"/>
          </p:cNvSpPr>
          <p:nvPr/>
        </p:nvSpPr>
        <p:spPr bwMode="auto">
          <a:xfrm>
            <a:off x="1516063" y="3191062"/>
            <a:ext cx="21621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Working mode indicator light</a:t>
            </a:r>
          </a:p>
        </p:txBody>
      </p:sp>
      <p:sp>
        <p:nvSpPr>
          <p:cNvPr id="17413" name="Text Box 5">
            <a:extLst>
              <a:ext uri="{FF2B5EF4-FFF2-40B4-BE49-F238E27FC236}">
                <a16:creationId xmlns:a16="http://schemas.microsoft.com/office/drawing/2014/main" id="{9DC61B4F-6017-4D51-A19B-059F92090FB7}"/>
              </a:ext>
            </a:extLst>
          </p:cNvPr>
          <p:cNvSpPr txBox="1">
            <a:spLocks noChangeArrowheads="1"/>
          </p:cNvSpPr>
          <p:nvPr/>
        </p:nvSpPr>
        <p:spPr bwMode="auto">
          <a:xfrm>
            <a:off x="8472488" y="3571875"/>
            <a:ext cx="2232024"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Input signal indicator light</a:t>
            </a:r>
          </a:p>
        </p:txBody>
      </p:sp>
      <p:sp>
        <p:nvSpPr>
          <p:cNvPr id="17414" name="Text Box 6">
            <a:extLst>
              <a:ext uri="{FF2B5EF4-FFF2-40B4-BE49-F238E27FC236}">
                <a16:creationId xmlns:a16="http://schemas.microsoft.com/office/drawing/2014/main" id="{6E8B2324-0BE4-4C48-9C63-DE5C45480F57}"/>
              </a:ext>
            </a:extLst>
          </p:cNvPr>
          <p:cNvSpPr txBox="1">
            <a:spLocks noChangeArrowheads="1"/>
          </p:cNvSpPr>
          <p:nvPr/>
        </p:nvSpPr>
        <p:spPr bwMode="auto">
          <a:xfrm>
            <a:off x="5349875" y="5665788"/>
            <a:ext cx="21621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Output signal indicator light</a:t>
            </a:r>
          </a:p>
        </p:txBody>
      </p:sp>
      <p:sp>
        <p:nvSpPr>
          <p:cNvPr id="17415" name="Text Box 7">
            <a:extLst>
              <a:ext uri="{FF2B5EF4-FFF2-40B4-BE49-F238E27FC236}">
                <a16:creationId xmlns:a16="http://schemas.microsoft.com/office/drawing/2014/main" id="{F4B231EB-D82C-4E3E-96CD-21447BE99A28}"/>
              </a:ext>
            </a:extLst>
          </p:cNvPr>
          <p:cNvSpPr txBox="1">
            <a:spLocks noChangeArrowheads="1"/>
          </p:cNvSpPr>
          <p:nvPr/>
        </p:nvSpPr>
        <p:spPr bwMode="auto">
          <a:xfrm>
            <a:off x="1847850" y="5588000"/>
            <a:ext cx="3311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Communication Portal</a:t>
            </a:r>
          </a:p>
        </p:txBody>
      </p:sp>
      <p:sp>
        <p:nvSpPr>
          <p:cNvPr id="17416" name="Text Box 8">
            <a:extLst>
              <a:ext uri="{FF2B5EF4-FFF2-40B4-BE49-F238E27FC236}">
                <a16:creationId xmlns:a16="http://schemas.microsoft.com/office/drawing/2014/main" id="{F9D2AF08-E3E8-4E09-81B0-8983F573F4E0}"/>
              </a:ext>
            </a:extLst>
          </p:cNvPr>
          <p:cNvSpPr txBox="1">
            <a:spLocks noChangeArrowheads="1"/>
          </p:cNvSpPr>
          <p:nvPr/>
        </p:nvSpPr>
        <p:spPr bwMode="auto">
          <a:xfrm>
            <a:off x="8472488" y="4799013"/>
            <a:ext cx="2103437"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Output wiring ports</a:t>
            </a:r>
          </a:p>
        </p:txBody>
      </p:sp>
      <p:sp>
        <p:nvSpPr>
          <p:cNvPr id="17417" name="Text Box 9">
            <a:extLst>
              <a:ext uri="{FF2B5EF4-FFF2-40B4-BE49-F238E27FC236}">
                <a16:creationId xmlns:a16="http://schemas.microsoft.com/office/drawing/2014/main" id="{CD79EFF2-0562-4F6F-AA35-09D9BE297548}"/>
              </a:ext>
            </a:extLst>
          </p:cNvPr>
          <p:cNvSpPr txBox="1">
            <a:spLocks noChangeArrowheads="1"/>
          </p:cNvSpPr>
          <p:nvPr/>
        </p:nvSpPr>
        <p:spPr bwMode="auto">
          <a:xfrm>
            <a:off x="8472488" y="1341438"/>
            <a:ext cx="2592064"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Communication of Input Modules</a:t>
            </a:r>
          </a:p>
        </p:txBody>
      </p:sp>
      <p:sp>
        <p:nvSpPr>
          <p:cNvPr id="17418" name="Line 10">
            <a:extLst>
              <a:ext uri="{FF2B5EF4-FFF2-40B4-BE49-F238E27FC236}">
                <a16:creationId xmlns:a16="http://schemas.microsoft.com/office/drawing/2014/main" id="{ED539157-9AC7-42F1-BE67-B026B61AC1B9}"/>
              </a:ext>
            </a:extLst>
          </p:cNvPr>
          <p:cNvSpPr>
            <a:spLocks noChangeShapeType="1"/>
          </p:cNvSpPr>
          <p:nvPr/>
        </p:nvSpPr>
        <p:spPr bwMode="auto">
          <a:xfrm flipH="1" flipV="1">
            <a:off x="7032625" y="3360738"/>
            <a:ext cx="1331913" cy="644525"/>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19" name="Line 11">
            <a:extLst>
              <a:ext uri="{FF2B5EF4-FFF2-40B4-BE49-F238E27FC236}">
                <a16:creationId xmlns:a16="http://schemas.microsoft.com/office/drawing/2014/main" id="{3B6AB2D3-696A-4BED-8AD4-840E1119444B}"/>
              </a:ext>
            </a:extLst>
          </p:cNvPr>
          <p:cNvSpPr>
            <a:spLocks noChangeShapeType="1"/>
          </p:cNvSpPr>
          <p:nvPr/>
        </p:nvSpPr>
        <p:spPr bwMode="auto">
          <a:xfrm flipV="1">
            <a:off x="3575050" y="3282950"/>
            <a:ext cx="1728788" cy="288925"/>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0" name="Line 12">
            <a:extLst>
              <a:ext uri="{FF2B5EF4-FFF2-40B4-BE49-F238E27FC236}">
                <a16:creationId xmlns:a16="http://schemas.microsoft.com/office/drawing/2014/main" id="{78551BA0-B9EB-43A6-9E8C-573536DB2FC0}"/>
              </a:ext>
            </a:extLst>
          </p:cNvPr>
          <p:cNvSpPr>
            <a:spLocks noChangeShapeType="1"/>
          </p:cNvSpPr>
          <p:nvPr/>
        </p:nvSpPr>
        <p:spPr bwMode="auto">
          <a:xfrm flipV="1">
            <a:off x="6527800" y="3860800"/>
            <a:ext cx="0" cy="1871663"/>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1" name="Line 13">
            <a:extLst>
              <a:ext uri="{FF2B5EF4-FFF2-40B4-BE49-F238E27FC236}">
                <a16:creationId xmlns:a16="http://schemas.microsoft.com/office/drawing/2014/main" id="{1F445EAE-8ADB-4359-B457-E687FBC641A4}"/>
              </a:ext>
            </a:extLst>
          </p:cNvPr>
          <p:cNvSpPr>
            <a:spLocks noChangeShapeType="1"/>
          </p:cNvSpPr>
          <p:nvPr/>
        </p:nvSpPr>
        <p:spPr bwMode="auto">
          <a:xfrm flipV="1">
            <a:off x="3719513" y="4435475"/>
            <a:ext cx="1655762" cy="1223963"/>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7422" name="Line 14">
            <a:extLst>
              <a:ext uri="{FF2B5EF4-FFF2-40B4-BE49-F238E27FC236}">
                <a16:creationId xmlns:a16="http://schemas.microsoft.com/office/drawing/2014/main" id="{686AFEB3-6DB4-420E-97A2-A240C0BF84D3}"/>
              </a:ext>
            </a:extLst>
          </p:cNvPr>
          <p:cNvSpPr>
            <a:spLocks noChangeShapeType="1"/>
          </p:cNvSpPr>
          <p:nvPr/>
        </p:nvSpPr>
        <p:spPr bwMode="auto">
          <a:xfrm flipH="1">
            <a:off x="6888163" y="1771650"/>
            <a:ext cx="1584325" cy="720725"/>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6686" name="Line 15">
            <a:extLst>
              <a:ext uri="{FF2B5EF4-FFF2-40B4-BE49-F238E27FC236}">
                <a16:creationId xmlns:a16="http://schemas.microsoft.com/office/drawing/2014/main" id="{CB5FC14F-3DD9-494B-B809-0B6046D4FAC7}"/>
              </a:ext>
            </a:extLst>
          </p:cNvPr>
          <p:cNvSpPr>
            <a:spLocks noChangeShapeType="1"/>
          </p:cNvSpPr>
          <p:nvPr/>
        </p:nvSpPr>
        <p:spPr bwMode="auto">
          <a:xfrm flipH="1" flipV="1">
            <a:off x="7392988" y="4219575"/>
            <a:ext cx="1944687" cy="7921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en-US"/>
          </a:p>
        </p:txBody>
      </p:sp>
      <p:sp>
        <p:nvSpPr>
          <p:cNvPr id="17424" name="Line 16">
            <a:extLst>
              <a:ext uri="{FF2B5EF4-FFF2-40B4-BE49-F238E27FC236}">
                <a16:creationId xmlns:a16="http://schemas.microsoft.com/office/drawing/2014/main" id="{9139288E-C131-4DEB-8B99-C37702910044}"/>
              </a:ext>
            </a:extLst>
          </p:cNvPr>
          <p:cNvSpPr>
            <a:spLocks noChangeShapeType="1"/>
          </p:cNvSpPr>
          <p:nvPr/>
        </p:nvSpPr>
        <p:spPr bwMode="auto">
          <a:xfrm>
            <a:off x="6888163" y="4471988"/>
            <a:ext cx="1800225" cy="468312"/>
          </a:xfrm>
          <a:prstGeom prst="line">
            <a:avLst/>
          </a:prstGeom>
          <a:noFill/>
          <a:ln w="38100">
            <a:solidFill>
              <a:srgbClr val="ED8843"/>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22" name="Title 1">
            <a:extLst>
              <a:ext uri="{FF2B5EF4-FFF2-40B4-BE49-F238E27FC236}">
                <a16:creationId xmlns:a16="http://schemas.microsoft.com/office/drawing/2014/main" id="{22C2B9C7-253A-4924-AB73-9A3B303B63BC}"/>
              </a:ext>
            </a:extLst>
          </p:cNvPr>
          <p:cNvSpPr txBox="1">
            <a:spLocks/>
          </p:cNvSpPr>
          <p:nvPr/>
        </p:nvSpPr>
        <p:spPr>
          <a:xfrm>
            <a:off x="346074" y="766763"/>
            <a:ext cx="5677917" cy="487362"/>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S7-1200 PROGRAMMABLE CONTROL UNIT</a:t>
            </a:r>
          </a:p>
        </p:txBody>
      </p:sp>
      <p:sp>
        <p:nvSpPr>
          <p:cNvPr id="25" name="Text Box 9">
            <a:extLst>
              <a:ext uri="{FF2B5EF4-FFF2-40B4-BE49-F238E27FC236}">
                <a16:creationId xmlns:a16="http://schemas.microsoft.com/office/drawing/2014/main" id="{53C2CABE-A5C6-40C8-85B2-D42F065A433C}"/>
              </a:ext>
            </a:extLst>
          </p:cNvPr>
          <p:cNvSpPr txBox="1">
            <a:spLocks noChangeArrowheads="1"/>
          </p:cNvSpPr>
          <p:nvPr/>
        </p:nvSpPr>
        <p:spPr bwMode="auto">
          <a:xfrm>
            <a:off x="8472487" y="2708275"/>
            <a:ext cx="2103437"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Memory Card</a:t>
            </a:r>
          </a:p>
        </p:txBody>
      </p:sp>
      <p:sp>
        <p:nvSpPr>
          <p:cNvPr id="26" name="Line 14">
            <a:extLst>
              <a:ext uri="{FF2B5EF4-FFF2-40B4-BE49-F238E27FC236}">
                <a16:creationId xmlns:a16="http://schemas.microsoft.com/office/drawing/2014/main" id="{F3833BCD-2856-42AD-9463-C0731FEF7F0B}"/>
              </a:ext>
            </a:extLst>
          </p:cNvPr>
          <p:cNvSpPr>
            <a:spLocks noChangeShapeType="1"/>
          </p:cNvSpPr>
          <p:nvPr/>
        </p:nvSpPr>
        <p:spPr bwMode="auto">
          <a:xfrm flipH="1" flipV="1">
            <a:off x="7104063" y="2924175"/>
            <a:ext cx="1439862" cy="0"/>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7" name="Text Box 4">
            <a:extLst>
              <a:ext uri="{FF2B5EF4-FFF2-40B4-BE49-F238E27FC236}">
                <a16:creationId xmlns:a16="http://schemas.microsoft.com/office/drawing/2014/main" id="{31356147-0C51-453B-8941-CF275E6C1AA0}"/>
              </a:ext>
            </a:extLst>
          </p:cNvPr>
          <p:cNvSpPr txBox="1">
            <a:spLocks noChangeArrowheads="1"/>
          </p:cNvSpPr>
          <p:nvPr/>
        </p:nvSpPr>
        <p:spPr bwMode="auto">
          <a:xfrm>
            <a:off x="1523957" y="1190626"/>
            <a:ext cx="21621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buFontTx/>
              <a:buNone/>
            </a:pPr>
            <a:r>
              <a:rPr lang="en-US" altLang="en-US" sz="2400" dirty="0">
                <a:solidFill>
                  <a:srgbClr val="000000"/>
                </a:solidFill>
              </a:rPr>
              <a:t>Power supply</a:t>
            </a:r>
          </a:p>
        </p:txBody>
      </p:sp>
      <p:sp>
        <p:nvSpPr>
          <p:cNvPr id="28" name="Line 11">
            <a:extLst>
              <a:ext uri="{FF2B5EF4-FFF2-40B4-BE49-F238E27FC236}">
                <a16:creationId xmlns:a16="http://schemas.microsoft.com/office/drawing/2014/main" id="{1C199B9C-9B5B-48FC-9051-5B96B9085C2D}"/>
              </a:ext>
            </a:extLst>
          </p:cNvPr>
          <p:cNvSpPr>
            <a:spLocks noChangeShapeType="1"/>
          </p:cNvSpPr>
          <p:nvPr/>
        </p:nvSpPr>
        <p:spPr bwMode="auto">
          <a:xfrm>
            <a:off x="3162300" y="1624013"/>
            <a:ext cx="2212975" cy="1084262"/>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 name="Slide Number Placeholder 2">
            <a:extLst>
              <a:ext uri="{FF2B5EF4-FFF2-40B4-BE49-F238E27FC236}">
                <a16:creationId xmlns:a16="http://schemas.microsoft.com/office/drawing/2014/main" id="{CB2930F4-2F54-4DF9-8FFB-EE9EEDCDDC11}"/>
              </a:ext>
            </a:extLst>
          </p:cNvPr>
          <p:cNvSpPr>
            <a:spLocks noGrp="1"/>
          </p:cNvSpPr>
          <p:nvPr>
            <p:ph type="sldNum" sz="quarter" idx="12"/>
          </p:nvPr>
        </p:nvSpPr>
        <p:spPr>
          <a:xfrm>
            <a:off x="8686800" y="6450378"/>
            <a:ext cx="2743200" cy="365125"/>
          </a:xfrm>
        </p:spPr>
        <p:txBody>
          <a:bodyPr/>
          <a:lstStyle/>
          <a:p>
            <a:fld id="{463DAC6F-37B0-497B-9F88-A4FC17849BDA}" type="slidenum">
              <a:rPr lang="en-US" altLang="en-US" smtClean="0"/>
              <a:pPr/>
              <a:t>27</a:t>
            </a:fld>
            <a:endParaRPr lang="en-US" altLang="en-US"/>
          </a:p>
        </p:txBody>
      </p:sp>
      <p:cxnSp>
        <p:nvCxnSpPr>
          <p:cNvPr id="23" name="Straight Connector 22">
            <a:extLst>
              <a:ext uri="{FF2B5EF4-FFF2-40B4-BE49-F238E27FC236}">
                <a16:creationId xmlns:a16="http://schemas.microsoft.com/office/drawing/2014/main" id="{DDCC86F2-6161-4ADA-9D78-6FDCE9F5128A}"/>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4" name="Picture 23" descr="A close-up of a logo&#10;&#10;Description automatically generated">
            <a:extLst>
              <a:ext uri="{FF2B5EF4-FFF2-40B4-BE49-F238E27FC236}">
                <a16:creationId xmlns:a16="http://schemas.microsoft.com/office/drawing/2014/main" id="{11E76DA1-00BB-4B15-883F-BF372CA948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29" name="Title 1">
            <a:extLst>
              <a:ext uri="{FF2B5EF4-FFF2-40B4-BE49-F238E27FC236}">
                <a16:creationId xmlns:a16="http://schemas.microsoft.com/office/drawing/2014/main" id="{834373D8-9712-4A6F-89C5-286259E6ED06}"/>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30" name="TextBox 29">
            <a:extLst>
              <a:ext uri="{FF2B5EF4-FFF2-40B4-BE49-F238E27FC236}">
                <a16:creationId xmlns:a16="http://schemas.microsoft.com/office/drawing/2014/main" id="{8F689555-9467-442C-96EB-EC91A2D1D35B}"/>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31" name="Straight Connector 30">
            <a:extLst>
              <a:ext uri="{FF2B5EF4-FFF2-40B4-BE49-F238E27FC236}">
                <a16:creationId xmlns:a16="http://schemas.microsoft.com/office/drawing/2014/main" id="{7A411E12-9651-44E5-BC7A-91B235E102DA}"/>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3"/>
                                        </p:tgtEl>
                                        <p:attrNameLst>
                                          <p:attrName>style.visibility</p:attrName>
                                        </p:attrNameLst>
                                      </p:cBhvr>
                                      <p:to>
                                        <p:strVal val="visible"/>
                                      </p:to>
                                    </p:set>
                                    <p:anim calcmode="lin" valueType="num">
                                      <p:cBhvr additive="base">
                                        <p:cTn id="7" dur="2000" fill="hold"/>
                                        <p:tgtEl>
                                          <p:spTgt spid="17413"/>
                                        </p:tgtEl>
                                        <p:attrNameLst>
                                          <p:attrName>ppt_x</p:attrName>
                                        </p:attrNameLst>
                                      </p:cBhvr>
                                      <p:tavLst>
                                        <p:tav tm="0">
                                          <p:val>
                                            <p:strVal val="#ppt_x"/>
                                          </p:val>
                                        </p:tav>
                                        <p:tav tm="100000">
                                          <p:val>
                                            <p:strVal val="#ppt_x"/>
                                          </p:val>
                                        </p:tav>
                                      </p:tavLst>
                                    </p:anim>
                                    <p:anim calcmode="lin" valueType="num">
                                      <p:cBhvr additive="base">
                                        <p:cTn id="8" dur="2000" fill="hold"/>
                                        <p:tgtEl>
                                          <p:spTgt spid="1741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418"/>
                                        </p:tgtEl>
                                        <p:attrNameLst>
                                          <p:attrName>style.visibility</p:attrName>
                                        </p:attrNameLst>
                                      </p:cBhvr>
                                      <p:to>
                                        <p:strVal val="visible"/>
                                      </p:to>
                                    </p:set>
                                    <p:anim calcmode="lin" valueType="num">
                                      <p:cBhvr additive="base">
                                        <p:cTn id="11" dur="2000" fill="hold"/>
                                        <p:tgtEl>
                                          <p:spTgt spid="17418"/>
                                        </p:tgtEl>
                                        <p:attrNameLst>
                                          <p:attrName>ppt_x</p:attrName>
                                        </p:attrNameLst>
                                      </p:cBhvr>
                                      <p:tavLst>
                                        <p:tav tm="0">
                                          <p:val>
                                            <p:strVal val="#ppt_x"/>
                                          </p:val>
                                        </p:tav>
                                        <p:tav tm="100000">
                                          <p:val>
                                            <p:strVal val="#ppt_x"/>
                                          </p:val>
                                        </p:tav>
                                      </p:tavLst>
                                    </p:anim>
                                    <p:anim calcmode="lin" valueType="num">
                                      <p:cBhvr additive="base">
                                        <p:cTn id="12" dur="2000" fill="hold"/>
                                        <p:tgtEl>
                                          <p:spTgt spid="17418"/>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7419"/>
                                        </p:tgtEl>
                                        <p:attrNameLst>
                                          <p:attrName>style.visibility</p:attrName>
                                        </p:attrNameLst>
                                      </p:cBhvr>
                                      <p:to>
                                        <p:strVal val="visible"/>
                                      </p:to>
                                    </p:set>
                                    <p:anim calcmode="lin" valueType="num">
                                      <p:cBhvr additive="base">
                                        <p:cTn id="17" dur="2000" fill="hold"/>
                                        <p:tgtEl>
                                          <p:spTgt spid="17419"/>
                                        </p:tgtEl>
                                        <p:attrNameLst>
                                          <p:attrName>ppt_x</p:attrName>
                                        </p:attrNameLst>
                                      </p:cBhvr>
                                      <p:tavLst>
                                        <p:tav tm="0">
                                          <p:val>
                                            <p:strVal val="#ppt_x"/>
                                          </p:val>
                                        </p:tav>
                                        <p:tav tm="100000">
                                          <p:val>
                                            <p:strVal val="#ppt_x"/>
                                          </p:val>
                                        </p:tav>
                                      </p:tavLst>
                                    </p:anim>
                                    <p:anim calcmode="lin" valueType="num">
                                      <p:cBhvr additive="base">
                                        <p:cTn id="18" dur="2000" fill="hold"/>
                                        <p:tgtEl>
                                          <p:spTgt spid="17419"/>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412"/>
                                        </p:tgtEl>
                                        <p:attrNameLst>
                                          <p:attrName>style.visibility</p:attrName>
                                        </p:attrNameLst>
                                      </p:cBhvr>
                                      <p:to>
                                        <p:strVal val="visible"/>
                                      </p:to>
                                    </p:set>
                                    <p:anim calcmode="lin" valueType="num">
                                      <p:cBhvr additive="base">
                                        <p:cTn id="21" dur="2000" fill="hold"/>
                                        <p:tgtEl>
                                          <p:spTgt spid="17412"/>
                                        </p:tgtEl>
                                        <p:attrNameLst>
                                          <p:attrName>ppt_x</p:attrName>
                                        </p:attrNameLst>
                                      </p:cBhvr>
                                      <p:tavLst>
                                        <p:tav tm="0">
                                          <p:val>
                                            <p:strVal val="#ppt_x"/>
                                          </p:val>
                                        </p:tav>
                                        <p:tav tm="100000">
                                          <p:val>
                                            <p:strVal val="#ppt_x"/>
                                          </p:val>
                                        </p:tav>
                                      </p:tavLst>
                                    </p:anim>
                                    <p:anim calcmode="lin" valueType="num">
                                      <p:cBhvr additive="base">
                                        <p:cTn id="22" dur="2000" fill="hold"/>
                                        <p:tgtEl>
                                          <p:spTgt spid="17412"/>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7414"/>
                                        </p:tgtEl>
                                        <p:attrNameLst>
                                          <p:attrName>style.visibility</p:attrName>
                                        </p:attrNameLst>
                                      </p:cBhvr>
                                      <p:to>
                                        <p:strVal val="visible"/>
                                      </p:to>
                                    </p:set>
                                    <p:anim calcmode="lin" valueType="num">
                                      <p:cBhvr additive="base">
                                        <p:cTn id="27" dur="2000" fill="hold"/>
                                        <p:tgtEl>
                                          <p:spTgt spid="17414"/>
                                        </p:tgtEl>
                                        <p:attrNameLst>
                                          <p:attrName>ppt_x</p:attrName>
                                        </p:attrNameLst>
                                      </p:cBhvr>
                                      <p:tavLst>
                                        <p:tav tm="0">
                                          <p:val>
                                            <p:strVal val="#ppt_x"/>
                                          </p:val>
                                        </p:tav>
                                        <p:tav tm="100000">
                                          <p:val>
                                            <p:strVal val="#ppt_x"/>
                                          </p:val>
                                        </p:tav>
                                      </p:tavLst>
                                    </p:anim>
                                    <p:anim calcmode="lin" valueType="num">
                                      <p:cBhvr additive="base">
                                        <p:cTn id="28" dur="2000" fill="hold"/>
                                        <p:tgtEl>
                                          <p:spTgt spid="1741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7420"/>
                                        </p:tgtEl>
                                        <p:attrNameLst>
                                          <p:attrName>style.visibility</p:attrName>
                                        </p:attrNameLst>
                                      </p:cBhvr>
                                      <p:to>
                                        <p:strVal val="visible"/>
                                      </p:to>
                                    </p:set>
                                    <p:anim calcmode="lin" valueType="num">
                                      <p:cBhvr additive="base">
                                        <p:cTn id="31" dur="2000" fill="hold"/>
                                        <p:tgtEl>
                                          <p:spTgt spid="17420"/>
                                        </p:tgtEl>
                                        <p:attrNameLst>
                                          <p:attrName>ppt_x</p:attrName>
                                        </p:attrNameLst>
                                      </p:cBhvr>
                                      <p:tavLst>
                                        <p:tav tm="0">
                                          <p:val>
                                            <p:strVal val="#ppt_x"/>
                                          </p:val>
                                        </p:tav>
                                        <p:tav tm="100000">
                                          <p:val>
                                            <p:strVal val="#ppt_x"/>
                                          </p:val>
                                        </p:tav>
                                      </p:tavLst>
                                    </p:anim>
                                    <p:anim calcmode="lin" valueType="num">
                                      <p:cBhvr additive="base">
                                        <p:cTn id="32" dur="2000" fill="hold"/>
                                        <p:tgtEl>
                                          <p:spTgt spid="17420"/>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7415"/>
                                        </p:tgtEl>
                                        <p:attrNameLst>
                                          <p:attrName>style.visibility</p:attrName>
                                        </p:attrNameLst>
                                      </p:cBhvr>
                                      <p:to>
                                        <p:strVal val="visible"/>
                                      </p:to>
                                    </p:set>
                                    <p:anim calcmode="lin" valueType="num">
                                      <p:cBhvr additive="base">
                                        <p:cTn id="37" dur="2000" fill="hold"/>
                                        <p:tgtEl>
                                          <p:spTgt spid="17415"/>
                                        </p:tgtEl>
                                        <p:attrNameLst>
                                          <p:attrName>ppt_x</p:attrName>
                                        </p:attrNameLst>
                                      </p:cBhvr>
                                      <p:tavLst>
                                        <p:tav tm="0">
                                          <p:val>
                                            <p:strVal val="#ppt_x"/>
                                          </p:val>
                                        </p:tav>
                                        <p:tav tm="100000">
                                          <p:val>
                                            <p:strVal val="#ppt_x"/>
                                          </p:val>
                                        </p:tav>
                                      </p:tavLst>
                                    </p:anim>
                                    <p:anim calcmode="lin" valueType="num">
                                      <p:cBhvr additive="base">
                                        <p:cTn id="38" dur="2000" fill="hold"/>
                                        <p:tgtEl>
                                          <p:spTgt spid="17415"/>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7421"/>
                                        </p:tgtEl>
                                        <p:attrNameLst>
                                          <p:attrName>style.visibility</p:attrName>
                                        </p:attrNameLst>
                                      </p:cBhvr>
                                      <p:to>
                                        <p:strVal val="visible"/>
                                      </p:to>
                                    </p:set>
                                    <p:anim calcmode="lin" valueType="num">
                                      <p:cBhvr additive="base">
                                        <p:cTn id="41" dur="2000" fill="hold"/>
                                        <p:tgtEl>
                                          <p:spTgt spid="17421"/>
                                        </p:tgtEl>
                                        <p:attrNameLst>
                                          <p:attrName>ppt_x</p:attrName>
                                        </p:attrNameLst>
                                      </p:cBhvr>
                                      <p:tavLst>
                                        <p:tav tm="0">
                                          <p:val>
                                            <p:strVal val="#ppt_x"/>
                                          </p:val>
                                        </p:tav>
                                        <p:tav tm="100000">
                                          <p:val>
                                            <p:strVal val="#ppt_x"/>
                                          </p:val>
                                        </p:tav>
                                      </p:tavLst>
                                    </p:anim>
                                    <p:anim calcmode="lin" valueType="num">
                                      <p:cBhvr additive="base">
                                        <p:cTn id="42" dur="2000" fill="hold"/>
                                        <p:tgtEl>
                                          <p:spTgt spid="17421"/>
                                        </p:tgtEl>
                                        <p:attrNameLst>
                                          <p:attrName>ppt_y</p:attrName>
                                        </p:attrNameLst>
                                      </p:cBhvr>
                                      <p:tavLst>
                                        <p:tav tm="0">
                                          <p:val>
                                            <p:strVal val="1+#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nodeType="clickEffect">
                                  <p:stCondLst>
                                    <p:cond delay="0"/>
                                  </p:stCondLst>
                                  <p:childTnLst>
                                    <p:set>
                                      <p:cBhvr>
                                        <p:cTn id="46" dur="1" fill="hold">
                                          <p:stCondLst>
                                            <p:cond delay="0"/>
                                          </p:stCondLst>
                                        </p:cTn>
                                        <p:tgtEl>
                                          <p:spTgt spid="17422"/>
                                        </p:tgtEl>
                                        <p:attrNameLst>
                                          <p:attrName>style.visibility</p:attrName>
                                        </p:attrNameLst>
                                      </p:cBhvr>
                                      <p:to>
                                        <p:strVal val="visible"/>
                                      </p:to>
                                    </p:set>
                                    <p:anim calcmode="lin" valueType="num">
                                      <p:cBhvr additive="base">
                                        <p:cTn id="47" dur="2000" fill="hold"/>
                                        <p:tgtEl>
                                          <p:spTgt spid="17422"/>
                                        </p:tgtEl>
                                        <p:attrNameLst>
                                          <p:attrName>ppt_x</p:attrName>
                                        </p:attrNameLst>
                                      </p:cBhvr>
                                      <p:tavLst>
                                        <p:tav tm="0">
                                          <p:val>
                                            <p:strVal val="#ppt_x"/>
                                          </p:val>
                                        </p:tav>
                                        <p:tav tm="100000">
                                          <p:val>
                                            <p:strVal val="#ppt_x"/>
                                          </p:val>
                                        </p:tav>
                                      </p:tavLst>
                                    </p:anim>
                                    <p:anim calcmode="lin" valueType="num">
                                      <p:cBhvr additive="base">
                                        <p:cTn id="48" dur="2000" fill="hold"/>
                                        <p:tgtEl>
                                          <p:spTgt spid="1742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7417"/>
                                        </p:tgtEl>
                                        <p:attrNameLst>
                                          <p:attrName>style.visibility</p:attrName>
                                        </p:attrNameLst>
                                      </p:cBhvr>
                                      <p:to>
                                        <p:strVal val="visible"/>
                                      </p:to>
                                    </p:set>
                                    <p:anim calcmode="lin" valueType="num">
                                      <p:cBhvr additive="base">
                                        <p:cTn id="51" dur="2000" fill="hold"/>
                                        <p:tgtEl>
                                          <p:spTgt spid="17417"/>
                                        </p:tgtEl>
                                        <p:attrNameLst>
                                          <p:attrName>ppt_x</p:attrName>
                                        </p:attrNameLst>
                                      </p:cBhvr>
                                      <p:tavLst>
                                        <p:tav tm="0">
                                          <p:val>
                                            <p:strVal val="#ppt_x"/>
                                          </p:val>
                                        </p:tav>
                                        <p:tav tm="100000">
                                          <p:val>
                                            <p:strVal val="#ppt_x"/>
                                          </p:val>
                                        </p:tav>
                                      </p:tavLst>
                                    </p:anim>
                                    <p:anim calcmode="lin" valueType="num">
                                      <p:cBhvr additive="base">
                                        <p:cTn id="52" dur="2000" fill="hold"/>
                                        <p:tgtEl>
                                          <p:spTgt spid="17417"/>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17424"/>
                                        </p:tgtEl>
                                        <p:attrNameLst>
                                          <p:attrName>style.visibility</p:attrName>
                                        </p:attrNameLst>
                                      </p:cBhvr>
                                      <p:to>
                                        <p:strVal val="visible"/>
                                      </p:to>
                                    </p:set>
                                    <p:anim calcmode="lin" valueType="num">
                                      <p:cBhvr additive="base">
                                        <p:cTn id="57" dur="2000" fill="hold"/>
                                        <p:tgtEl>
                                          <p:spTgt spid="17424"/>
                                        </p:tgtEl>
                                        <p:attrNameLst>
                                          <p:attrName>ppt_x</p:attrName>
                                        </p:attrNameLst>
                                      </p:cBhvr>
                                      <p:tavLst>
                                        <p:tav tm="0">
                                          <p:val>
                                            <p:strVal val="#ppt_x"/>
                                          </p:val>
                                        </p:tav>
                                        <p:tav tm="100000">
                                          <p:val>
                                            <p:strVal val="#ppt_x"/>
                                          </p:val>
                                        </p:tav>
                                      </p:tavLst>
                                    </p:anim>
                                    <p:anim calcmode="lin" valueType="num">
                                      <p:cBhvr additive="base">
                                        <p:cTn id="58" dur="2000" fill="hold"/>
                                        <p:tgtEl>
                                          <p:spTgt spid="1742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7416"/>
                                        </p:tgtEl>
                                        <p:attrNameLst>
                                          <p:attrName>style.visibility</p:attrName>
                                        </p:attrNameLst>
                                      </p:cBhvr>
                                      <p:to>
                                        <p:strVal val="visible"/>
                                      </p:to>
                                    </p:set>
                                    <p:anim calcmode="lin" valueType="num">
                                      <p:cBhvr additive="base">
                                        <p:cTn id="61" dur="2000" fill="hold"/>
                                        <p:tgtEl>
                                          <p:spTgt spid="17416"/>
                                        </p:tgtEl>
                                        <p:attrNameLst>
                                          <p:attrName>ppt_x</p:attrName>
                                        </p:attrNameLst>
                                      </p:cBhvr>
                                      <p:tavLst>
                                        <p:tav tm="0">
                                          <p:val>
                                            <p:strVal val="#ppt_x"/>
                                          </p:val>
                                        </p:tav>
                                        <p:tav tm="100000">
                                          <p:val>
                                            <p:strVal val="#ppt_x"/>
                                          </p:val>
                                        </p:tav>
                                      </p:tavLst>
                                    </p:anim>
                                    <p:anim calcmode="lin" valueType="num">
                                      <p:cBhvr additive="base">
                                        <p:cTn id="62" dur="2000" fill="hold"/>
                                        <p:tgtEl>
                                          <p:spTgt spid="17416"/>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additive="base">
                                        <p:cTn id="67" dur="2000" fill="hold"/>
                                        <p:tgtEl>
                                          <p:spTgt spid="26"/>
                                        </p:tgtEl>
                                        <p:attrNameLst>
                                          <p:attrName>ppt_x</p:attrName>
                                        </p:attrNameLst>
                                      </p:cBhvr>
                                      <p:tavLst>
                                        <p:tav tm="0">
                                          <p:val>
                                            <p:strVal val="#ppt_x"/>
                                          </p:val>
                                        </p:tav>
                                        <p:tav tm="100000">
                                          <p:val>
                                            <p:strVal val="#ppt_x"/>
                                          </p:val>
                                        </p:tav>
                                      </p:tavLst>
                                    </p:anim>
                                    <p:anim calcmode="lin" valueType="num">
                                      <p:cBhvr additive="base">
                                        <p:cTn id="68" dur="2000" fill="hold"/>
                                        <p:tgtEl>
                                          <p:spTgt spid="2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 calcmode="lin" valueType="num">
                                      <p:cBhvr additive="base">
                                        <p:cTn id="71" dur="2000" fill="hold"/>
                                        <p:tgtEl>
                                          <p:spTgt spid="25"/>
                                        </p:tgtEl>
                                        <p:attrNameLst>
                                          <p:attrName>ppt_x</p:attrName>
                                        </p:attrNameLst>
                                      </p:cBhvr>
                                      <p:tavLst>
                                        <p:tav tm="0">
                                          <p:val>
                                            <p:strVal val="#ppt_x"/>
                                          </p:val>
                                        </p:tav>
                                        <p:tav tm="100000">
                                          <p:val>
                                            <p:strVal val="#ppt_x"/>
                                          </p:val>
                                        </p:tav>
                                      </p:tavLst>
                                    </p:anim>
                                    <p:anim calcmode="lin" valueType="num">
                                      <p:cBhvr additive="base">
                                        <p:cTn id="72" dur="20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4"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 calcmode="lin" valueType="num">
                                      <p:cBhvr additive="base">
                                        <p:cTn id="77" dur="2000" fill="hold"/>
                                        <p:tgtEl>
                                          <p:spTgt spid="28"/>
                                        </p:tgtEl>
                                        <p:attrNameLst>
                                          <p:attrName>ppt_x</p:attrName>
                                        </p:attrNameLst>
                                      </p:cBhvr>
                                      <p:tavLst>
                                        <p:tav tm="0">
                                          <p:val>
                                            <p:strVal val="#ppt_x"/>
                                          </p:val>
                                        </p:tav>
                                        <p:tav tm="100000">
                                          <p:val>
                                            <p:strVal val="#ppt_x"/>
                                          </p:val>
                                        </p:tav>
                                      </p:tavLst>
                                    </p:anim>
                                    <p:anim calcmode="lin" valueType="num">
                                      <p:cBhvr additive="base">
                                        <p:cTn id="78" dur="2000" fill="hold"/>
                                        <p:tgtEl>
                                          <p:spTgt spid="28"/>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 calcmode="lin" valueType="num">
                                      <p:cBhvr additive="base">
                                        <p:cTn id="81" dur="2000" fill="hold"/>
                                        <p:tgtEl>
                                          <p:spTgt spid="27"/>
                                        </p:tgtEl>
                                        <p:attrNameLst>
                                          <p:attrName>ppt_x</p:attrName>
                                        </p:attrNameLst>
                                      </p:cBhvr>
                                      <p:tavLst>
                                        <p:tav tm="0">
                                          <p:val>
                                            <p:strVal val="#ppt_x"/>
                                          </p:val>
                                        </p:tav>
                                        <p:tav tm="100000">
                                          <p:val>
                                            <p:strVal val="#ppt_x"/>
                                          </p:val>
                                        </p:tav>
                                      </p:tavLst>
                                    </p:anim>
                                    <p:anim calcmode="lin" valueType="num">
                                      <p:cBhvr additive="base">
                                        <p:cTn id="82" dur="2000" fill="hold"/>
                                        <p:tgtEl>
                                          <p:spTgt spid="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p:bldP spid="17413" grpId="0"/>
      <p:bldP spid="17414" grpId="0"/>
      <p:bldP spid="17415" grpId="0"/>
      <p:bldP spid="17416" grpId="0"/>
      <p:bldP spid="17417" grpId="0"/>
      <p:bldP spid="25" grpId="0"/>
      <p:bldP spid="27"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8722" name="Picture 21" descr="C:\Users\nbcha\Downloads\TheAutomationBlog-S7-1200-10Fi.png">
            <a:extLst>
              <a:ext uri="{FF2B5EF4-FFF2-40B4-BE49-F238E27FC236}">
                <a16:creationId xmlns:a16="http://schemas.microsoft.com/office/drawing/2014/main" id="{15C07526-E3EB-4B9C-9920-7DC3E4C332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869"/>
          <a:stretch>
            <a:fillRect/>
          </a:stretch>
        </p:blipFill>
        <p:spPr bwMode="auto">
          <a:xfrm>
            <a:off x="7666567" y="2739962"/>
            <a:ext cx="4190072" cy="2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3" name="Line 15">
            <a:extLst>
              <a:ext uri="{FF2B5EF4-FFF2-40B4-BE49-F238E27FC236}">
                <a16:creationId xmlns:a16="http://schemas.microsoft.com/office/drawing/2014/main" id="{3B58CCB9-D6B9-46AE-88B7-7C48432FB823}"/>
              </a:ext>
            </a:extLst>
          </p:cNvPr>
          <p:cNvSpPr>
            <a:spLocks noChangeShapeType="1"/>
          </p:cNvSpPr>
          <p:nvPr/>
        </p:nvSpPr>
        <p:spPr bwMode="auto">
          <a:xfrm flipH="1" flipV="1">
            <a:off x="7392988" y="4219575"/>
            <a:ext cx="1944687" cy="7921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en-US"/>
          </a:p>
        </p:txBody>
      </p:sp>
      <p:sp>
        <p:nvSpPr>
          <p:cNvPr id="22" name="Title 1">
            <a:extLst>
              <a:ext uri="{FF2B5EF4-FFF2-40B4-BE49-F238E27FC236}">
                <a16:creationId xmlns:a16="http://schemas.microsoft.com/office/drawing/2014/main" id="{1AFC58F5-9FBE-4911-8E2F-8E1B66D9F470}"/>
              </a:ext>
            </a:extLst>
          </p:cNvPr>
          <p:cNvSpPr txBox="1">
            <a:spLocks/>
          </p:cNvSpPr>
          <p:nvPr/>
        </p:nvSpPr>
        <p:spPr>
          <a:xfrm>
            <a:off x="334963" y="831850"/>
            <a:ext cx="5608637"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S7-1200 PROGRAMMABLE CONTROL UNIT</a:t>
            </a:r>
          </a:p>
        </p:txBody>
      </p:sp>
      <p:sp>
        <p:nvSpPr>
          <p:cNvPr id="158725" name="Rectangle 4">
            <a:extLst>
              <a:ext uri="{FF2B5EF4-FFF2-40B4-BE49-F238E27FC236}">
                <a16:creationId xmlns:a16="http://schemas.microsoft.com/office/drawing/2014/main" id="{98A413D0-0886-4D1E-B385-B0E99DC0D0A0}"/>
              </a:ext>
            </a:extLst>
          </p:cNvPr>
          <p:cNvSpPr>
            <a:spLocks noChangeArrowheads="1"/>
          </p:cNvSpPr>
          <p:nvPr/>
        </p:nvSpPr>
        <p:spPr bwMode="auto">
          <a:xfrm>
            <a:off x="355261" y="2692213"/>
            <a:ext cx="7037727"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GB" altLang="en-US" sz="2000" b="0" dirty="0">
                <a:solidFill>
                  <a:srgbClr val="FFFFFF"/>
                </a:solidFill>
                <a:cs typeface="Times New Roman" panose="02020603050405020304" pitchFamily="18" charset="0"/>
              </a:rPr>
              <a:t>	</a:t>
            </a:r>
            <a:r>
              <a:rPr lang="en-US" altLang="en-US" sz="2000" b="0" dirty="0">
                <a:solidFill>
                  <a:srgbClr val="000000"/>
                </a:solidFill>
                <a:cs typeface="Times New Roman" panose="02020603050405020304" pitchFamily="18" charset="0"/>
              </a:rPr>
              <a:t>- 03 Compact controllers with classification in different versions like wide-range AC or DC control;
	- 02 Analog circuits and expansion numbers control the module directly on the CPU, reducing the product cost;
	- 13 different digital and analog signal modules;
	- 02 RS232/RS485 communication modules for communication through PTP connection;
	- Adding 04 Ethernet ports;
	- Stable PS 1207 power module, 115/230 VAC current and 24 VDC voltage</a:t>
            </a:r>
          </a:p>
        </p:txBody>
      </p:sp>
      <p:sp>
        <p:nvSpPr>
          <p:cNvPr id="158726" name="Rectangle 5">
            <a:extLst>
              <a:ext uri="{FF2B5EF4-FFF2-40B4-BE49-F238E27FC236}">
                <a16:creationId xmlns:a16="http://schemas.microsoft.com/office/drawing/2014/main" id="{B4F2BB3A-A279-42E4-B690-DD3F181D0A97}"/>
              </a:ext>
            </a:extLst>
          </p:cNvPr>
          <p:cNvSpPr>
            <a:spLocks noChangeArrowheads="1"/>
          </p:cNvSpPr>
          <p:nvPr/>
        </p:nvSpPr>
        <p:spPr bwMode="auto">
          <a:xfrm>
            <a:off x="1524000" y="1642535"/>
            <a:ext cx="4572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vi-VN" altLang="en-US" sz="2400" dirty="0">
                <a:solidFill>
                  <a:srgbClr val="000000"/>
                </a:solidFill>
                <a:cs typeface="Times New Roman" panose="02020603050405020304" pitchFamily="18" charset="0"/>
              </a:rPr>
              <a:t>COMPONENTS 
PLC S7-1200 INCLUDES:</a:t>
            </a:r>
            <a:endParaRPr lang="en-US" altLang="en-US" sz="2400" dirty="0">
              <a:solidFill>
                <a:srgbClr val="FFFFFF"/>
              </a:solidFill>
              <a:cs typeface="Times New Roman" panose="02020603050405020304" pitchFamily="18" charset="0"/>
            </a:endParaRPr>
          </a:p>
        </p:txBody>
      </p:sp>
      <p:sp>
        <p:nvSpPr>
          <p:cNvPr id="3" name="Slide Number Placeholder 2">
            <a:extLst>
              <a:ext uri="{FF2B5EF4-FFF2-40B4-BE49-F238E27FC236}">
                <a16:creationId xmlns:a16="http://schemas.microsoft.com/office/drawing/2014/main" id="{FC6631E6-B459-4EEC-8C7A-67214B0CF41C}"/>
              </a:ext>
            </a:extLst>
          </p:cNvPr>
          <p:cNvSpPr>
            <a:spLocks noGrp="1"/>
          </p:cNvSpPr>
          <p:nvPr>
            <p:ph type="sldNum" sz="quarter" idx="12"/>
          </p:nvPr>
        </p:nvSpPr>
        <p:spPr>
          <a:xfrm>
            <a:off x="8686800" y="6484938"/>
            <a:ext cx="2743200" cy="365125"/>
          </a:xfrm>
        </p:spPr>
        <p:txBody>
          <a:bodyPr/>
          <a:lstStyle/>
          <a:p>
            <a:fld id="{463DAC6F-37B0-497B-9F88-A4FC17849BDA}" type="slidenum">
              <a:rPr lang="en-US" altLang="en-US" smtClean="0"/>
              <a:pPr/>
              <a:t>28</a:t>
            </a:fld>
            <a:endParaRPr lang="en-US" altLang="en-US"/>
          </a:p>
        </p:txBody>
      </p:sp>
      <p:cxnSp>
        <p:nvCxnSpPr>
          <p:cNvPr id="9" name="Straight Connector 8">
            <a:extLst>
              <a:ext uri="{FF2B5EF4-FFF2-40B4-BE49-F238E27FC236}">
                <a16:creationId xmlns:a16="http://schemas.microsoft.com/office/drawing/2014/main" id="{23C9214D-EE8F-452B-B23C-AA6BAC02839E}"/>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A close-up of a logo&#10;&#10;Description automatically generated">
            <a:extLst>
              <a:ext uri="{FF2B5EF4-FFF2-40B4-BE49-F238E27FC236}">
                <a16:creationId xmlns:a16="http://schemas.microsoft.com/office/drawing/2014/main" id="{041DDEBF-F9A8-4006-A67C-EA797E2A36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1" name="Title 1">
            <a:extLst>
              <a:ext uri="{FF2B5EF4-FFF2-40B4-BE49-F238E27FC236}">
                <a16:creationId xmlns:a16="http://schemas.microsoft.com/office/drawing/2014/main" id="{FDDCCB49-5239-4658-9D99-C904BB944BB2}"/>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2" name="TextBox 11">
            <a:extLst>
              <a:ext uri="{FF2B5EF4-FFF2-40B4-BE49-F238E27FC236}">
                <a16:creationId xmlns:a16="http://schemas.microsoft.com/office/drawing/2014/main" id="{7D07DC8B-2980-4DE6-AA95-2ACCC4DC0781}"/>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3" name="Straight Connector 12">
            <a:extLst>
              <a:ext uri="{FF2B5EF4-FFF2-40B4-BE49-F238E27FC236}">
                <a16:creationId xmlns:a16="http://schemas.microsoft.com/office/drawing/2014/main" id="{25FEA849-7F86-4ED1-A63B-1237CA9F61BD}"/>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770" name="Line 15">
            <a:extLst>
              <a:ext uri="{FF2B5EF4-FFF2-40B4-BE49-F238E27FC236}">
                <a16:creationId xmlns:a16="http://schemas.microsoft.com/office/drawing/2014/main" id="{C6D0A0D3-6D9D-4289-AE13-9B53F0734E6D}"/>
              </a:ext>
            </a:extLst>
          </p:cNvPr>
          <p:cNvSpPr>
            <a:spLocks noChangeShapeType="1"/>
          </p:cNvSpPr>
          <p:nvPr/>
        </p:nvSpPr>
        <p:spPr bwMode="auto">
          <a:xfrm flipH="1" flipV="1">
            <a:off x="7392988" y="4219575"/>
            <a:ext cx="1944687" cy="7921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en-US"/>
          </a:p>
        </p:txBody>
      </p:sp>
      <p:sp>
        <p:nvSpPr>
          <p:cNvPr id="22" name="Title 1">
            <a:extLst>
              <a:ext uri="{FF2B5EF4-FFF2-40B4-BE49-F238E27FC236}">
                <a16:creationId xmlns:a16="http://schemas.microsoft.com/office/drawing/2014/main" id="{4C909A7E-5BB9-4206-85D6-A261F67BF9B3}"/>
              </a:ext>
            </a:extLst>
          </p:cNvPr>
          <p:cNvSpPr txBox="1">
            <a:spLocks/>
          </p:cNvSpPr>
          <p:nvPr/>
        </p:nvSpPr>
        <p:spPr>
          <a:xfrm>
            <a:off x="263525" y="720725"/>
            <a:ext cx="5832475"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S7-1200 PROGRAMMABLE CONTROL UNIT</a:t>
            </a:r>
          </a:p>
        </p:txBody>
      </p:sp>
      <p:sp>
        <p:nvSpPr>
          <p:cNvPr id="160772" name="Rectangle 5">
            <a:extLst>
              <a:ext uri="{FF2B5EF4-FFF2-40B4-BE49-F238E27FC236}">
                <a16:creationId xmlns:a16="http://schemas.microsoft.com/office/drawing/2014/main" id="{0926B293-58C1-4F41-A411-4DF6A1287C3C}"/>
              </a:ext>
            </a:extLst>
          </p:cNvPr>
          <p:cNvSpPr>
            <a:spLocks noChangeArrowheads="1"/>
          </p:cNvSpPr>
          <p:nvPr/>
        </p:nvSpPr>
        <p:spPr bwMode="auto">
          <a:xfrm>
            <a:off x="5103923" y="1194128"/>
            <a:ext cx="679653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vi-VN" altLang="en-US" sz="2400" dirty="0">
                <a:solidFill>
                  <a:srgbClr val="000000"/>
                </a:solidFill>
                <a:cs typeface="Times New Roman" panose="02020603050405020304" pitchFamily="18" charset="0"/>
              </a:rPr>
              <a:t>COMPONENTS 
PLC S7-1200 INCLUDES:</a:t>
            </a:r>
            <a:endParaRPr lang="en-US" altLang="en-US" sz="2400" dirty="0">
              <a:solidFill>
                <a:srgbClr val="FFFFFF"/>
              </a:solidFill>
              <a:cs typeface="Times New Roman" panose="02020603050405020304" pitchFamily="18" charset="0"/>
            </a:endParaRPr>
          </a:p>
        </p:txBody>
      </p:sp>
      <p:pic>
        <p:nvPicPr>
          <p:cNvPr id="160773" name="Picture 2" descr="HELP! Wiring 1214C DC/DC/DC CPU - Siemens - Forums.MrPLC.com">
            <a:extLst>
              <a:ext uri="{FF2B5EF4-FFF2-40B4-BE49-F238E27FC236}">
                <a16:creationId xmlns:a16="http://schemas.microsoft.com/office/drawing/2014/main" id="{90612595-114E-4740-A55B-95D505EF2E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560" y="2070100"/>
            <a:ext cx="7642225" cy="429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010C68EA-38EA-4F38-B1FF-8321E1045027}"/>
              </a:ext>
            </a:extLst>
          </p:cNvPr>
          <p:cNvSpPr>
            <a:spLocks noGrp="1"/>
          </p:cNvSpPr>
          <p:nvPr>
            <p:ph type="sldNum" sz="quarter" idx="12"/>
          </p:nvPr>
        </p:nvSpPr>
        <p:spPr>
          <a:xfrm>
            <a:off x="8686800" y="6484938"/>
            <a:ext cx="2743200" cy="365125"/>
          </a:xfrm>
        </p:spPr>
        <p:txBody>
          <a:bodyPr/>
          <a:lstStyle/>
          <a:p>
            <a:fld id="{463DAC6F-37B0-497B-9F88-A4FC17849BDA}" type="slidenum">
              <a:rPr lang="en-US" altLang="en-US" smtClean="0"/>
              <a:pPr/>
              <a:t>29</a:t>
            </a:fld>
            <a:endParaRPr lang="en-US" altLang="en-US"/>
          </a:p>
        </p:txBody>
      </p:sp>
      <p:cxnSp>
        <p:nvCxnSpPr>
          <p:cNvPr id="8" name="Straight Connector 7">
            <a:extLst>
              <a:ext uri="{FF2B5EF4-FFF2-40B4-BE49-F238E27FC236}">
                <a16:creationId xmlns:a16="http://schemas.microsoft.com/office/drawing/2014/main" id="{8DC84E9C-5E95-4916-A49F-376CA45B5F60}"/>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9" name="Picture 8" descr="A close-up of a logo&#10;&#10;Description automatically generated">
            <a:extLst>
              <a:ext uri="{FF2B5EF4-FFF2-40B4-BE49-F238E27FC236}">
                <a16:creationId xmlns:a16="http://schemas.microsoft.com/office/drawing/2014/main" id="{615DE69E-2372-44B5-8ACE-623AFBBA62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0" name="Title 1">
            <a:extLst>
              <a:ext uri="{FF2B5EF4-FFF2-40B4-BE49-F238E27FC236}">
                <a16:creationId xmlns:a16="http://schemas.microsoft.com/office/drawing/2014/main" id="{98346CD7-A4BB-49C1-9366-68EB2E5DEEB8}"/>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1" name="TextBox 10">
            <a:extLst>
              <a:ext uri="{FF2B5EF4-FFF2-40B4-BE49-F238E27FC236}">
                <a16:creationId xmlns:a16="http://schemas.microsoft.com/office/drawing/2014/main" id="{158F2383-ED99-471E-8A3E-0D6248EA4823}"/>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2" name="Straight Connector 11">
            <a:extLst>
              <a:ext uri="{FF2B5EF4-FFF2-40B4-BE49-F238E27FC236}">
                <a16:creationId xmlns:a16="http://schemas.microsoft.com/office/drawing/2014/main" id="{E41DEB0A-DB64-438F-AF8A-48ABA6499651}"/>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A0B98531-D5FE-4114-BB4F-8F10C765D978}"/>
              </a:ext>
            </a:extLst>
          </p:cNvPr>
          <p:cNvSpPr>
            <a:spLocks noGrp="1" noChangeArrowheads="1"/>
          </p:cNvSpPr>
          <p:nvPr>
            <p:ph idx="1"/>
          </p:nvPr>
        </p:nvSpPr>
        <p:spPr>
          <a:xfrm>
            <a:off x="1199456" y="1484784"/>
            <a:ext cx="9631288" cy="4946650"/>
          </a:xfrm>
        </p:spPr>
        <p:txBody>
          <a:bodyPr/>
          <a:lstStyle/>
          <a:p>
            <a:pPr algn="just" eaLnBrk="1" hangingPunct="1">
              <a:lnSpc>
                <a:spcPct val="114000"/>
              </a:lnSpc>
              <a:spcBef>
                <a:spcPts val="600"/>
              </a:spcBef>
            </a:pPr>
            <a:r>
              <a:rPr lang="en-US" altLang="en-US" sz="2400" b="1" dirty="0">
                <a:latin typeface="Times New Roman" panose="02020603050405020304" pitchFamily="18" charset="0"/>
                <a:cs typeface="Times New Roman" panose="02020603050405020304" pitchFamily="18" charset="0"/>
              </a:rPr>
              <a:t>SF (red light): </a:t>
            </a:r>
            <a:r>
              <a:rPr lang="en-US" altLang="en-US" sz="2400" dirty="0">
                <a:latin typeface="Times New Roman" panose="02020603050405020304" pitchFamily="18" charset="0"/>
                <a:cs typeface="Times New Roman" panose="02020603050405020304" pitchFamily="18" charset="0"/>
              </a:rPr>
              <a:t>An SF red light indicates a system failure.
</a:t>
            </a:r>
            <a:r>
              <a:rPr lang="en-US" altLang="en-US" sz="2400" b="1" dirty="0">
                <a:latin typeface="Times New Roman" panose="02020603050405020304" pitchFamily="18" charset="0"/>
                <a:cs typeface="Times New Roman" panose="02020603050405020304" pitchFamily="18" charset="0"/>
              </a:rPr>
              <a:t>RUN (green light): </a:t>
            </a:r>
            <a:r>
              <a:rPr lang="en-US" altLang="en-US" sz="2400" dirty="0">
                <a:latin typeface="Times New Roman" panose="02020603050405020304" pitchFamily="18" charset="0"/>
                <a:cs typeface="Times New Roman" panose="02020603050405020304" pitchFamily="18" charset="0"/>
              </a:rPr>
              <a:t>The RUN green light indicates that the PLC is in working mode and performs the feeding program into the machine.
</a:t>
            </a:r>
            <a:r>
              <a:rPr lang="en-US" altLang="en-US" sz="2400" b="1" dirty="0">
                <a:latin typeface="Times New Roman" panose="02020603050405020304" pitchFamily="18" charset="0"/>
                <a:cs typeface="Times New Roman" panose="02020603050405020304" pitchFamily="18" charset="0"/>
              </a:rPr>
              <a:t>STOP(yellow light): </a:t>
            </a:r>
            <a:r>
              <a:rPr lang="en-US" altLang="en-US" sz="2400" dirty="0">
                <a:latin typeface="Times New Roman" panose="02020603050405020304" pitchFamily="18" charset="0"/>
                <a:cs typeface="Times New Roman" panose="02020603050405020304" pitchFamily="18" charset="0"/>
              </a:rPr>
              <a:t>The STOP yellow light indicates the PLC is in stop mode.
</a:t>
            </a:r>
            <a:r>
              <a:rPr lang="en-US" altLang="en-US" sz="2400" b="1" dirty="0" err="1">
                <a:latin typeface="Times New Roman" panose="02020603050405020304" pitchFamily="18" charset="0"/>
                <a:cs typeface="Times New Roman" panose="02020603050405020304" pitchFamily="18" charset="0"/>
              </a:rPr>
              <a:t>Ix.x</a:t>
            </a:r>
            <a:r>
              <a:rPr lang="en-US" altLang="en-US" sz="2400" b="1" dirty="0">
                <a:latin typeface="Times New Roman" panose="02020603050405020304" pitchFamily="18" charset="0"/>
                <a:cs typeface="Times New Roman" panose="02020603050405020304" pitchFamily="18" charset="0"/>
              </a:rPr>
              <a:t> (green light): </a:t>
            </a:r>
            <a:r>
              <a:rPr lang="en-US" altLang="en-US" sz="2400" dirty="0">
                <a:latin typeface="Times New Roman" panose="02020603050405020304" pitchFamily="18" charset="0"/>
                <a:cs typeface="Times New Roman" panose="02020603050405020304" pitchFamily="18" charset="0"/>
              </a:rPr>
              <a:t>The green light at the entrance gate indicates the instantaneous status of port </a:t>
            </a:r>
            <a:r>
              <a:rPr lang="en-US" altLang="en-US" sz="2400" dirty="0" err="1">
                <a:latin typeface="Times New Roman" panose="02020603050405020304" pitchFamily="18" charset="0"/>
                <a:cs typeface="Times New Roman" panose="02020603050405020304" pitchFamily="18" charset="0"/>
              </a:rPr>
              <a:t>Ix.x</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x.x</a:t>
            </a:r>
            <a:r>
              <a:rPr lang="en-US" altLang="en-US" sz="2400" dirty="0">
                <a:latin typeface="Times New Roman" panose="02020603050405020304" pitchFamily="18" charset="0"/>
                <a:cs typeface="Times New Roman" panose="02020603050405020304" pitchFamily="18" charset="0"/>
              </a:rPr>
              <a:t> = 0.0 to 1.5). This light signals the status of the signal according to the logical value of the gate.
</a:t>
            </a:r>
            <a:r>
              <a:rPr lang="en-US" altLang="en-US" sz="2400" b="1" dirty="0" err="1">
                <a:latin typeface="Times New Roman" panose="02020603050405020304" pitchFamily="18" charset="0"/>
                <a:cs typeface="Times New Roman" panose="02020603050405020304" pitchFamily="18" charset="0"/>
              </a:rPr>
              <a:t>Qy.y</a:t>
            </a:r>
            <a:r>
              <a:rPr lang="en-US" altLang="en-US" sz="2400" b="1" dirty="0">
                <a:latin typeface="Times New Roman" panose="02020603050405020304" pitchFamily="18" charset="0"/>
                <a:cs typeface="Times New Roman" panose="02020603050405020304" pitchFamily="18" charset="0"/>
              </a:rPr>
              <a:t> (green light): </a:t>
            </a:r>
            <a:r>
              <a:rPr lang="en-US" altLang="en-US" sz="2400" dirty="0">
                <a:latin typeface="Times New Roman" panose="02020603050405020304" pitchFamily="18" charset="0"/>
                <a:cs typeface="Times New Roman" panose="02020603050405020304" pitchFamily="18" charset="0"/>
              </a:rPr>
              <a:t>The green light at the output gate signals the instantaneous status of the </a:t>
            </a:r>
            <a:r>
              <a:rPr lang="en-US" altLang="en-US" sz="2400" dirty="0" err="1">
                <a:latin typeface="Times New Roman" panose="02020603050405020304" pitchFamily="18" charset="0"/>
                <a:cs typeface="Times New Roman" panose="02020603050405020304" pitchFamily="18" charset="0"/>
              </a:rPr>
              <a:t>Qy.y</a:t>
            </a:r>
            <a:r>
              <a:rPr lang="en-US" altLang="en-US" sz="2400" dirty="0">
                <a:latin typeface="Times New Roman" panose="02020603050405020304" pitchFamily="18" charset="0"/>
                <a:cs typeface="Times New Roman" panose="02020603050405020304" pitchFamily="18" charset="0"/>
              </a:rPr>
              <a:t> gate (</a:t>
            </a:r>
            <a:r>
              <a:rPr lang="en-US" altLang="en-US" sz="2400" dirty="0" err="1">
                <a:latin typeface="Times New Roman" panose="02020603050405020304" pitchFamily="18" charset="0"/>
                <a:cs typeface="Times New Roman" panose="02020603050405020304" pitchFamily="18" charset="0"/>
              </a:rPr>
              <a:t>y.y</a:t>
            </a:r>
            <a:r>
              <a:rPr lang="en-US" altLang="en-US" sz="2400" dirty="0">
                <a:latin typeface="Times New Roman" panose="02020603050405020304" pitchFamily="18" charset="0"/>
                <a:cs typeface="Times New Roman" panose="02020603050405020304" pitchFamily="18" charset="0"/>
              </a:rPr>
              <a:t> = 0.0 to 1.1). This light signals the status of the signal according to the logical value of the gate.</a:t>
            </a:r>
          </a:p>
        </p:txBody>
      </p:sp>
      <p:sp>
        <p:nvSpPr>
          <p:cNvPr id="3" name="Slide Number Placeholder 2">
            <a:extLst>
              <a:ext uri="{FF2B5EF4-FFF2-40B4-BE49-F238E27FC236}">
                <a16:creationId xmlns:a16="http://schemas.microsoft.com/office/drawing/2014/main" id="{1CC7AD26-D750-4904-9BB9-7A0488781B12}"/>
              </a:ext>
            </a:extLst>
          </p:cNvPr>
          <p:cNvSpPr>
            <a:spLocks noGrp="1"/>
          </p:cNvSpPr>
          <p:nvPr>
            <p:ph type="sldNum" sz="quarter" idx="12"/>
          </p:nvPr>
        </p:nvSpPr>
        <p:spPr>
          <a:xfrm>
            <a:off x="8686800" y="6480804"/>
            <a:ext cx="2743200" cy="365125"/>
          </a:xfrm>
        </p:spPr>
        <p:txBody>
          <a:bodyPr/>
          <a:lstStyle/>
          <a:p>
            <a:fld id="{463DAC6F-37B0-497B-9F88-A4FC17849BDA}" type="slidenum">
              <a:rPr lang="en-US" altLang="en-US" smtClean="0"/>
              <a:pPr/>
              <a:t>30</a:t>
            </a:fld>
            <a:endParaRPr lang="en-US" altLang="en-US"/>
          </a:p>
        </p:txBody>
      </p:sp>
      <p:sp>
        <p:nvSpPr>
          <p:cNvPr id="9" name="Title 1">
            <a:extLst>
              <a:ext uri="{FF2B5EF4-FFF2-40B4-BE49-F238E27FC236}">
                <a16:creationId xmlns:a16="http://schemas.microsoft.com/office/drawing/2014/main" id="{5DEA6AF4-DB29-4E78-95C2-C0C6FDE0647E}"/>
              </a:ext>
            </a:extLst>
          </p:cNvPr>
          <p:cNvSpPr txBox="1">
            <a:spLocks/>
          </p:cNvSpPr>
          <p:nvPr/>
        </p:nvSpPr>
        <p:spPr>
          <a:xfrm>
            <a:off x="334962" y="765175"/>
            <a:ext cx="7633245"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DESCRIPTION OF THE INDICATOR LIGHTS ON THE S7-1200</a:t>
            </a:r>
          </a:p>
        </p:txBody>
      </p:sp>
      <p:cxnSp>
        <p:nvCxnSpPr>
          <p:cNvPr id="6" name="Straight Connector 5">
            <a:extLst>
              <a:ext uri="{FF2B5EF4-FFF2-40B4-BE49-F238E27FC236}">
                <a16:creationId xmlns:a16="http://schemas.microsoft.com/office/drawing/2014/main" id="{2DF5D7FF-6A8A-4401-932D-BD4059C3DF31}"/>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close-up of a logo&#10;&#10;Description automatically generated">
            <a:extLst>
              <a:ext uri="{FF2B5EF4-FFF2-40B4-BE49-F238E27FC236}">
                <a16:creationId xmlns:a16="http://schemas.microsoft.com/office/drawing/2014/main" id="{85FAAE88-5A27-4E22-9410-6722EE0FA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8" name="Title 1">
            <a:extLst>
              <a:ext uri="{FF2B5EF4-FFF2-40B4-BE49-F238E27FC236}">
                <a16:creationId xmlns:a16="http://schemas.microsoft.com/office/drawing/2014/main" id="{631A041A-B62F-4748-813F-91890284CFA2}"/>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0" name="TextBox 9">
            <a:extLst>
              <a:ext uri="{FF2B5EF4-FFF2-40B4-BE49-F238E27FC236}">
                <a16:creationId xmlns:a16="http://schemas.microsoft.com/office/drawing/2014/main" id="{394FD819-D6FB-4116-A511-89B9E69C05C6}"/>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1" name="Straight Connector 10">
            <a:extLst>
              <a:ext uri="{FF2B5EF4-FFF2-40B4-BE49-F238E27FC236}">
                <a16:creationId xmlns:a16="http://schemas.microsoft.com/office/drawing/2014/main" id="{A16917F1-B5D8-4BFB-A0D5-A8A6ACE56231}"/>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10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554B98A2-CFF2-4248-98F1-AF46D2573006}"/>
              </a:ext>
            </a:extLst>
          </p:cNvPr>
          <p:cNvSpPr txBox="1">
            <a:spLocks/>
          </p:cNvSpPr>
          <p:nvPr/>
        </p:nvSpPr>
        <p:spPr>
          <a:xfrm>
            <a:off x="119062" y="765175"/>
            <a:ext cx="4896817"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COMMUNICATION PORTAL S7-1200</a:t>
            </a:r>
          </a:p>
        </p:txBody>
      </p:sp>
      <p:sp>
        <p:nvSpPr>
          <p:cNvPr id="164867" name="Rectangle 2">
            <a:extLst>
              <a:ext uri="{FF2B5EF4-FFF2-40B4-BE49-F238E27FC236}">
                <a16:creationId xmlns:a16="http://schemas.microsoft.com/office/drawing/2014/main" id="{B31B477C-A1B4-4D68-811E-3BB485C46BEA}"/>
              </a:ext>
            </a:extLst>
          </p:cNvPr>
          <p:cNvSpPr>
            <a:spLocks noChangeArrowheads="1"/>
          </p:cNvSpPr>
          <p:nvPr/>
        </p:nvSpPr>
        <p:spPr bwMode="auto">
          <a:xfrm>
            <a:off x="1200150" y="1484313"/>
            <a:ext cx="891857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solidFill>
                  <a:srgbClr val="000000"/>
                </a:solidFill>
                <a:cs typeface="Times New Roman" panose="02020603050405020304" pitchFamily="18" charset="0"/>
              </a:rPr>
              <a:t>Communicate</a:t>
            </a:r>
            <a:br>
              <a:rPr lang="en-US" altLang="en-US" sz="2400" b="0" dirty="0">
                <a:solidFill>
                  <a:srgbClr val="000000"/>
                </a:solidFill>
                <a:cs typeface="Times New Roman" panose="02020603050405020304" pitchFamily="18" charset="0"/>
              </a:rPr>
            </a:br>
            <a:r>
              <a:rPr lang="en-US" altLang="en-US" sz="2400" b="0" dirty="0">
                <a:solidFill>
                  <a:srgbClr val="000000"/>
                </a:solidFill>
                <a:cs typeface="Times New Roman" panose="02020603050405020304" pitchFamily="18" charset="0"/>
              </a:rPr>
              <a:t>The S7-1200 supports Profibus connection and PTP (point to point) connection.
PROFINET communicates with:
	- Programmable Devices</a:t>
            </a:r>
            <a:br>
              <a:rPr lang="en-US" altLang="en-US" sz="2400" b="0" dirty="0">
                <a:solidFill>
                  <a:srgbClr val="000000"/>
                </a:solidFill>
                <a:cs typeface="Times New Roman" panose="02020603050405020304" pitchFamily="18" charset="0"/>
              </a:rPr>
            </a:br>
            <a:r>
              <a:rPr lang="en-US" altLang="en-US" sz="2400" b="0" dirty="0">
                <a:solidFill>
                  <a:srgbClr val="000000"/>
                </a:solidFill>
                <a:cs typeface="Times New Roman" panose="02020603050405020304" pitchFamily="18" charset="0"/>
              </a:rPr>
              <a:t>	- HMI Equipment</a:t>
            </a:r>
            <a:br>
              <a:rPr lang="en-US" altLang="en-US" sz="2400" b="0" dirty="0">
                <a:solidFill>
                  <a:srgbClr val="000000"/>
                </a:solidFill>
                <a:cs typeface="Times New Roman" panose="02020603050405020304" pitchFamily="18" charset="0"/>
              </a:rPr>
            </a:br>
            <a:r>
              <a:rPr lang="en-US" altLang="en-US" sz="2400" b="0" dirty="0">
                <a:solidFill>
                  <a:srgbClr val="000000"/>
                </a:solidFill>
                <a:cs typeface="Times New Roman" panose="02020603050405020304" pitchFamily="18" charset="0"/>
              </a:rPr>
              <a:t>	- Other SIMATIC controllers</a:t>
            </a:r>
            <a:br>
              <a:rPr lang="en-US" altLang="en-US" sz="2400" b="0" dirty="0">
                <a:solidFill>
                  <a:srgbClr val="000000"/>
                </a:solidFill>
                <a:cs typeface="Times New Roman" panose="02020603050405020304" pitchFamily="18" charset="0"/>
              </a:rPr>
            </a:br>
            <a:r>
              <a:rPr lang="en-US" altLang="en-US" sz="2400" b="0" dirty="0">
                <a:solidFill>
                  <a:srgbClr val="000000"/>
                </a:solidFill>
                <a:cs typeface="Times New Roman" panose="02020603050405020304" pitchFamily="18" charset="0"/>
              </a:rPr>
              <a:t>Supports connection protocols:</a:t>
            </a:r>
            <a:br>
              <a:rPr lang="en-US" altLang="en-US" sz="2400" b="0" dirty="0">
                <a:solidFill>
                  <a:srgbClr val="000000"/>
                </a:solidFill>
                <a:cs typeface="Times New Roman" panose="02020603050405020304" pitchFamily="18" charset="0"/>
              </a:rPr>
            </a:br>
            <a:r>
              <a:rPr lang="en-US" altLang="en-US" sz="2400" b="0" dirty="0">
                <a:solidFill>
                  <a:srgbClr val="000000"/>
                </a:solidFill>
                <a:cs typeface="Times New Roman" panose="02020603050405020304" pitchFamily="18" charset="0"/>
              </a:rPr>
              <a:t>	- TCP/IP</a:t>
            </a:r>
            <a:br>
              <a:rPr lang="en-US" altLang="en-US" sz="2400" b="0" dirty="0">
                <a:solidFill>
                  <a:srgbClr val="000000"/>
                </a:solidFill>
                <a:cs typeface="Times New Roman" panose="02020603050405020304" pitchFamily="18" charset="0"/>
              </a:rPr>
            </a:br>
            <a:r>
              <a:rPr lang="en-US" altLang="en-US" sz="2400" b="0" dirty="0">
                <a:solidFill>
                  <a:srgbClr val="000000"/>
                </a:solidFill>
                <a:cs typeface="Times New Roman" panose="02020603050405020304" pitchFamily="18" charset="0"/>
              </a:rPr>
              <a:t>	- SIO-on-TCP</a:t>
            </a:r>
            <a:br>
              <a:rPr lang="en-US" altLang="en-US" sz="2400" b="0" dirty="0">
                <a:solidFill>
                  <a:srgbClr val="000000"/>
                </a:solidFill>
                <a:cs typeface="Times New Roman" panose="02020603050405020304" pitchFamily="18" charset="0"/>
              </a:rPr>
            </a:br>
            <a:r>
              <a:rPr lang="en-US" altLang="en-US" sz="2400" b="0" dirty="0">
                <a:solidFill>
                  <a:srgbClr val="000000"/>
                </a:solidFill>
                <a:cs typeface="Times New Roman" panose="02020603050405020304" pitchFamily="18" charset="0"/>
              </a:rPr>
              <a:t>	- Communication with S7</a:t>
            </a:r>
            <a:endParaRPr lang="en-US" altLang="en-US" sz="2400" b="0" dirty="0">
              <a:solidFill>
                <a:srgbClr val="FFFFFF"/>
              </a:solidFill>
              <a:cs typeface="Times New Roman" panose="02020603050405020304" pitchFamily="18" charset="0"/>
            </a:endParaRPr>
          </a:p>
        </p:txBody>
      </p:sp>
      <p:pic>
        <p:nvPicPr>
          <p:cNvPr id="164868" name="Picture 9" descr="GIỚI THIỆU PLC S7-1200, HỖ TRỢ CHUẨN ETHERNET VÀ TCP/IP">
            <a:extLst>
              <a:ext uri="{FF2B5EF4-FFF2-40B4-BE49-F238E27FC236}">
                <a16:creationId xmlns:a16="http://schemas.microsoft.com/office/drawing/2014/main" id="{CD08B9F6-BD0D-4D46-BCB3-83ABD3595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2023" y="2636912"/>
            <a:ext cx="5561081" cy="3234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D1F3F07F-63E7-4F70-BC9F-C737D995F1DB}"/>
              </a:ext>
            </a:extLst>
          </p:cNvPr>
          <p:cNvSpPr>
            <a:spLocks noGrp="1"/>
          </p:cNvSpPr>
          <p:nvPr>
            <p:ph type="sldNum" sz="quarter" idx="12"/>
          </p:nvPr>
        </p:nvSpPr>
        <p:spPr>
          <a:xfrm>
            <a:off x="8686800" y="6466343"/>
            <a:ext cx="2743200" cy="365125"/>
          </a:xfrm>
        </p:spPr>
        <p:txBody>
          <a:bodyPr/>
          <a:lstStyle/>
          <a:p>
            <a:fld id="{463DAC6F-37B0-497B-9F88-A4FC17849BDA}" type="slidenum">
              <a:rPr lang="en-US" altLang="en-US" smtClean="0"/>
              <a:pPr/>
              <a:t>31</a:t>
            </a:fld>
            <a:endParaRPr lang="en-US" altLang="en-US"/>
          </a:p>
        </p:txBody>
      </p:sp>
      <p:cxnSp>
        <p:nvCxnSpPr>
          <p:cNvPr id="7" name="Straight Connector 6">
            <a:extLst>
              <a:ext uri="{FF2B5EF4-FFF2-40B4-BE49-F238E27FC236}">
                <a16:creationId xmlns:a16="http://schemas.microsoft.com/office/drawing/2014/main" id="{F1591AE3-0155-4778-B204-F30879903791}"/>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close-up of a logo&#10;&#10;Description automatically generated">
            <a:extLst>
              <a:ext uri="{FF2B5EF4-FFF2-40B4-BE49-F238E27FC236}">
                <a16:creationId xmlns:a16="http://schemas.microsoft.com/office/drawing/2014/main" id="{60652539-E862-41B4-9AA4-FA407EAEF6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9" name="Title 1">
            <a:extLst>
              <a:ext uri="{FF2B5EF4-FFF2-40B4-BE49-F238E27FC236}">
                <a16:creationId xmlns:a16="http://schemas.microsoft.com/office/drawing/2014/main" id="{016F3F59-01C5-4A51-83EE-6997E82C4AB6}"/>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0" name="TextBox 9">
            <a:extLst>
              <a:ext uri="{FF2B5EF4-FFF2-40B4-BE49-F238E27FC236}">
                <a16:creationId xmlns:a16="http://schemas.microsoft.com/office/drawing/2014/main" id="{B0CEF21B-6D30-4328-86BF-1436B1A103D0}"/>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1" name="Straight Connector 10">
            <a:extLst>
              <a:ext uri="{FF2B5EF4-FFF2-40B4-BE49-F238E27FC236}">
                <a16:creationId xmlns:a16="http://schemas.microsoft.com/office/drawing/2014/main" id="{ACC7635C-0E47-4239-A3F9-19ABC54A8503}"/>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42180D9F-5FEC-408B-9C19-7766C087E14B}"/>
              </a:ext>
            </a:extLst>
          </p:cNvPr>
          <p:cNvSpPr txBox="1">
            <a:spLocks/>
          </p:cNvSpPr>
          <p:nvPr/>
        </p:nvSpPr>
        <p:spPr>
          <a:xfrm>
            <a:off x="334963" y="781050"/>
            <a:ext cx="4752925"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COMMUNICATION PORTAL S7-1200</a:t>
            </a:r>
          </a:p>
        </p:txBody>
      </p:sp>
      <p:sp>
        <p:nvSpPr>
          <p:cNvPr id="166915" name="Rectangle 2">
            <a:extLst>
              <a:ext uri="{FF2B5EF4-FFF2-40B4-BE49-F238E27FC236}">
                <a16:creationId xmlns:a16="http://schemas.microsoft.com/office/drawing/2014/main" id="{B44D14BA-04D2-4A8D-920E-20F83C281B7E}"/>
              </a:ext>
            </a:extLst>
          </p:cNvPr>
          <p:cNvSpPr>
            <a:spLocks noChangeArrowheads="1"/>
          </p:cNvSpPr>
          <p:nvPr/>
        </p:nvSpPr>
        <p:spPr bwMode="auto">
          <a:xfrm>
            <a:off x="479376" y="1772816"/>
            <a:ext cx="6480720"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solidFill>
                  <a:srgbClr val="000000"/>
                </a:solidFill>
                <a:cs typeface="Times New Roman" panose="02020603050405020304" pitchFamily="18" charset="0"/>
              </a:rPr>
              <a:t>Signal Board of PLC S7-1200
	Signal board – a type of module that expands in/out signals with a small number of signals, helping to save costs for applications that require small signal number expansion.
	Includes boards:
     	- 1 12-bit analog output port (+- 10VDC, 0-20mA);
     	- 2 input signal ports;
	- 2 signal output ports, 0.5A.</a:t>
            </a:r>
            <a:endParaRPr lang="en-US" altLang="en-US" sz="2400" b="0" dirty="0">
              <a:solidFill>
                <a:srgbClr val="FFFFFF"/>
              </a:solidFill>
              <a:cs typeface="Times New Roman" panose="02020603050405020304" pitchFamily="18" charset="0"/>
            </a:endParaRPr>
          </a:p>
        </p:txBody>
      </p:sp>
      <p:pic>
        <p:nvPicPr>
          <p:cNvPr id="166916" name="Picture 8" descr="Cấu Trúc Bên Trong Và Các Module Mở Rộng Của PLC S7 1200">
            <a:extLst>
              <a:ext uri="{FF2B5EF4-FFF2-40B4-BE49-F238E27FC236}">
                <a16:creationId xmlns:a16="http://schemas.microsoft.com/office/drawing/2014/main" id="{7DF1ECC7-F683-484F-BBDB-25D5512637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112" y="1880828"/>
            <a:ext cx="4925297" cy="3564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568EE107-2786-4F70-B26D-6FE8756B05BD}"/>
              </a:ext>
            </a:extLst>
          </p:cNvPr>
          <p:cNvSpPr>
            <a:spLocks noGrp="1"/>
          </p:cNvSpPr>
          <p:nvPr>
            <p:ph type="sldNum" sz="quarter" idx="12"/>
          </p:nvPr>
        </p:nvSpPr>
        <p:spPr>
          <a:xfrm>
            <a:off x="8686800" y="6492875"/>
            <a:ext cx="2743200" cy="365125"/>
          </a:xfrm>
        </p:spPr>
        <p:txBody>
          <a:bodyPr/>
          <a:lstStyle/>
          <a:p>
            <a:fld id="{463DAC6F-37B0-497B-9F88-A4FC17849BDA}" type="slidenum">
              <a:rPr lang="en-US" altLang="en-US" smtClean="0"/>
              <a:pPr/>
              <a:t>32</a:t>
            </a:fld>
            <a:endParaRPr lang="en-US" altLang="en-US" dirty="0"/>
          </a:p>
        </p:txBody>
      </p:sp>
      <p:cxnSp>
        <p:nvCxnSpPr>
          <p:cNvPr id="7" name="Straight Connector 6">
            <a:extLst>
              <a:ext uri="{FF2B5EF4-FFF2-40B4-BE49-F238E27FC236}">
                <a16:creationId xmlns:a16="http://schemas.microsoft.com/office/drawing/2014/main" id="{2E717266-542E-41DF-814D-4FE11C111C0D}"/>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close-up of a logo&#10;&#10;Description automatically generated">
            <a:extLst>
              <a:ext uri="{FF2B5EF4-FFF2-40B4-BE49-F238E27FC236}">
                <a16:creationId xmlns:a16="http://schemas.microsoft.com/office/drawing/2014/main" id="{263ED644-64D2-4D3A-A263-0FA02C790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9" name="Title 1">
            <a:extLst>
              <a:ext uri="{FF2B5EF4-FFF2-40B4-BE49-F238E27FC236}">
                <a16:creationId xmlns:a16="http://schemas.microsoft.com/office/drawing/2014/main" id="{F3EF4DA0-7EA9-4F2D-93EA-7F61291D6273}"/>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0" name="TextBox 9">
            <a:extLst>
              <a:ext uri="{FF2B5EF4-FFF2-40B4-BE49-F238E27FC236}">
                <a16:creationId xmlns:a16="http://schemas.microsoft.com/office/drawing/2014/main" id="{33ADC181-42AE-49AA-9A6C-6602506F205B}"/>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1" name="Straight Connector 10">
            <a:extLst>
              <a:ext uri="{FF2B5EF4-FFF2-40B4-BE49-F238E27FC236}">
                <a16:creationId xmlns:a16="http://schemas.microsoft.com/office/drawing/2014/main" id="{D74FF9D5-D6A5-46A8-B9B3-C45E4801EE30}"/>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31D5EC50-C7CF-4D98-AC58-89D59206D45C}"/>
              </a:ext>
            </a:extLst>
          </p:cNvPr>
          <p:cNvSpPr txBox="1">
            <a:spLocks/>
          </p:cNvSpPr>
          <p:nvPr/>
        </p:nvSpPr>
        <p:spPr>
          <a:xfrm>
            <a:off x="192088" y="765175"/>
            <a:ext cx="4823792"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COMMUNICATION PORTAL S7-1200</a:t>
            </a:r>
          </a:p>
        </p:txBody>
      </p:sp>
      <p:sp>
        <p:nvSpPr>
          <p:cNvPr id="168963" name="Rectangle 2">
            <a:extLst>
              <a:ext uri="{FF2B5EF4-FFF2-40B4-BE49-F238E27FC236}">
                <a16:creationId xmlns:a16="http://schemas.microsoft.com/office/drawing/2014/main" id="{AA524C2D-6DDF-41CA-BC4F-5F69FBFC709E}"/>
              </a:ext>
            </a:extLst>
          </p:cNvPr>
          <p:cNvSpPr>
            <a:spLocks noChangeArrowheads="1"/>
          </p:cNvSpPr>
          <p:nvPr/>
        </p:nvSpPr>
        <p:spPr bwMode="auto">
          <a:xfrm>
            <a:off x="497736" y="2060848"/>
            <a:ext cx="561657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b="0" dirty="0">
                <a:solidFill>
                  <a:srgbClr val="000000"/>
                </a:solidFill>
                <a:cs typeface="Times New Roman" panose="02020603050405020304" pitchFamily="18" charset="0"/>
              </a:rPr>
              <a:t>The S7-1200 has the following types of expansion modules:
	- Communication module (CP).
	- Signal board (SB)
	- Signal Module (SM)</a:t>
            </a:r>
            <a:endParaRPr lang="en-US" altLang="en-US" sz="2400" b="0" dirty="0">
              <a:solidFill>
                <a:srgbClr val="FFFFFF"/>
              </a:solidFill>
              <a:cs typeface="Times New Roman" panose="02020603050405020304" pitchFamily="18" charset="0"/>
            </a:endParaRPr>
          </a:p>
        </p:txBody>
      </p:sp>
      <p:pic>
        <p:nvPicPr>
          <p:cNvPr id="168964" name="Picture 2" descr="Giới thiệu PLC S7-1200, Hỗ trợ chuẩn Ethernet và TCP/IP">
            <a:extLst>
              <a:ext uri="{FF2B5EF4-FFF2-40B4-BE49-F238E27FC236}">
                <a16:creationId xmlns:a16="http://schemas.microsoft.com/office/drawing/2014/main" id="{B3538E59-B9A2-4A4A-8DFE-284ECFD3A6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085" y="1752600"/>
            <a:ext cx="48768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4B8509A8-7AA4-4462-A396-48860250795B}"/>
              </a:ext>
            </a:extLst>
          </p:cNvPr>
          <p:cNvSpPr>
            <a:spLocks noGrp="1"/>
          </p:cNvSpPr>
          <p:nvPr>
            <p:ph type="sldNum" sz="quarter" idx="12"/>
          </p:nvPr>
        </p:nvSpPr>
        <p:spPr>
          <a:xfrm>
            <a:off x="8616280" y="6473405"/>
            <a:ext cx="2743200" cy="365125"/>
          </a:xfrm>
        </p:spPr>
        <p:txBody>
          <a:bodyPr/>
          <a:lstStyle/>
          <a:p>
            <a:fld id="{463DAC6F-37B0-497B-9F88-A4FC17849BDA}" type="slidenum">
              <a:rPr lang="en-US" altLang="en-US" smtClean="0"/>
              <a:pPr/>
              <a:t>33</a:t>
            </a:fld>
            <a:endParaRPr lang="en-US" altLang="en-US"/>
          </a:p>
        </p:txBody>
      </p:sp>
      <p:cxnSp>
        <p:nvCxnSpPr>
          <p:cNvPr id="7" name="Straight Connector 6">
            <a:extLst>
              <a:ext uri="{FF2B5EF4-FFF2-40B4-BE49-F238E27FC236}">
                <a16:creationId xmlns:a16="http://schemas.microsoft.com/office/drawing/2014/main" id="{64512593-29CD-4302-925A-B8E1B564A59C}"/>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close-up of a logo&#10;&#10;Description automatically generated">
            <a:extLst>
              <a:ext uri="{FF2B5EF4-FFF2-40B4-BE49-F238E27FC236}">
                <a16:creationId xmlns:a16="http://schemas.microsoft.com/office/drawing/2014/main" id="{9E7DBC8C-C241-4D43-A305-AAEB0C8FE7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9" name="Title 1">
            <a:extLst>
              <a:ext uri="{FF2B5EF4-FFF2-40B4-BE49-F238E27FC236}">
                <a16:creationId xmlns:a16="http://schemas.microsoft.com/office/drawing/2014/main" id="{78FFA5AE-8839-44E9-A173-2E8605AB17D5}"/>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0" name="TextBox 9">
            <a:extLst>
              <a:ext uri="{FF2B5EF4-FFF2-40B4-BE49-F238E27FC236}">
                <a16:creationId xmlns:a16="http://schemas.microsoft.com/office/drawing/2014/main" id="{47E8FB06-C674-493B-A263-5F7AFB7590FF}"/>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1" name="Straight Connector 10">
            <a:extLst>
              <a:ext uri="{FF2B5EF4-FFF2-40B4-BE49-F238E27FC236}">
                <a16:creationId xmlns:a16="http://schemas.microsoft.com/office/drawing/2014/main" id="{E680776E-9A27-471E-AB4F-426135F19BA8}"/>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AutoShape 17">
            <a:extLst>
              <a:ext uri="{FF2B5EF4-FFF2-40B4-BE49-F238E27FC236}">
                <a16:creationId xmlns:a16="http://schemas.microsoft.com/office/drawing/2014/main" id="{CDB1019B-22E4-480A-BA6F-EC4421F0791E}"/>
              </a:ext>
            </a:extLst>
          </p:cNvPr>
          <p:cNvSpPr>
            <a:spLocks noChangeArrowheads="1"/>
          </p:cNvSpPr>
          <p:nvPr/>
        </p:nvSpPr>
        <p:spPr bwMode="auto">
          <a:xfrm>
            <a:off x="4727575" y="2565400"/>
            <a:ext cx="576263" cy="288925"/>
          </a:xfrm>
          <a:prstGeom prst="leftRightArrow">
            <a:avLst>
              <a:gd name="adj1" fmla="val 50000"/>
              <a:gd name="adj2" fmla="val 39890"/>
            </a:avLst>
          </a:prstGeom>
          <a:noFill/>
          <a:ln w="571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11" name="AutoShape 18">
            <a:extLst>
              <a:ext uri="{FF2B5EF4-FFF2-40B4-BE49-F238E27FC236}">
                <a16:creationId xmlns:a16="http://schemas.microsoft.com/office/drawing/2014/main" id="{71902A7E-5566-4A36-9B2E-693622F47BEB}"/>
              </a:ext>
            </a:extLst>
          </p:cNvPr>
          <p:cNvSpPr>
            <a:spLocks noChangeArrowheads="1"/>
          </p:cNvSpPr>
          <p:nvPr/>
        </p:nvSpPr>
        <p:spPr bwMode="auto">
          <a:xfrm>
            <a:off x="4727575" y="3429000"/>
            <a:ext cx="576263" cy="288925"/>
          </a:xfrm>
          <a:prstGeom prst="leftRightArrow">
            <a:avLst>
              <a:gd name="adj1" fmla="val 50000"/>
              <a:gd name="adj2" fmla="val 39890"/>
            </a:avLst>
          </a:prstGeom>
          <a:noFill/>
          <a:ln w="571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12" name="AutoShape 19">
            <a:extLst>
              <a:ext uri="{FF2B5EF4-FFF2-40B4-BE49-F238E27FC236}">
                <a16:creationId xmlns:a16="http://schemas.microsoft.com/office/drawing/2014/main" id="{44412908-7FFE-4B64-955C-0E100A9CE285}"/>
              </a:ext>
            </a:extLst>
          </p:cNvPr>
          <p:cNvSpPr>
            <a:spLocks noChangeArrowheads="1"/>
          </p:cNvSpPr>
          <p:nvPr/>
        </p:nvSpPr>
        <p:spPr bwMode="auto">
          <a:xfrm>
            <a:off x="4727575" y="4149725"/>
            <a:ext cx="576263" cy="288925"/>
          </a:xfrm>
          <a:prstGeom prst="leftRightArrow">
            <a:avLst>
              <a:gd name="adj1" fmla="val 50000"/>
              <a:gd name="adj2" fmla="val 39890"/>
            </a:avLst>
          </a:prstGeom>
          <a:noFill/>
          <a:ln w="571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13" name="AutoShape 20">
            <a:extLst>
              <a:ext uri="{FF2B5EF4-FFF2-40B4-BE49-F238E27FC236}">
                <a16:creationId xmlns:a16="http://schemas.microsoft.com/office/drawing/2014/main" id="{35693605-1E37-49E9-8A2D-4EB826201327}"/>
              </a:ext>
            </a:extLst>
          </p:cNvPr>
          <p:cNvSpPr>
            <a:spLocks noChangeArrowheads="1"/>
          </p:cNvSpPr>
          <p:nvPr/>
        </p:nvSpPr>
        <p:spPr bwMode="auto">
          <a:xfrm>
            <a:off x="7607300" y="2636838"/>
            <a:ext cx="576263" cy="288925"/>
          </a:xfrm>
          <a:prstGeom prst="leftRightArrow">
            <a:avLst>
              <a:gd name="adj1" fmla="val 50000"/>
              <a:gd name="adj2" fmla="val 39890"/>
            </a:avLst>
          </a:prstGeom>
          <a:noFill/>
          <a:ln w="571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14" name="AutoShape 21">
            <a:extLst>
              <a:ext uri="{FF2B5EF4-FFF2-40B4-BE49-F238E27FC236}">
                <a16:creationId xmlns:a16="http://schemas.microsoft.com/office/drawing/2014/main" id="{87263517-A304-44B7-9E5E-6DA7E4C79C91}"/>
              </a:ext>
            </a:extLst>
          </p:cNvPr>
          <p:cNvSpPr>
            <a:spLocks noChangeArrowheads="1"/>
          </p:cNvSpPr>
          <p:nvPr/>
        </p:nvSpPr>
        <p:spPr bwMode="auto">
          <a:xfrm>
            <a:off x="7607300" y="3429000"/>
            <a:ext cx="576263" cy="288925"/>
          </a:xfrm>
          <a:prstGeom prst="leftRightArrow">
            <a:avLst>
              <a:gd name="adj1" fmla="val 50000"/>
              <a:gd name="adj2" fmla="val 39890"/>
            </a:avLst>
          </a:prstGeom>
          <a:noFill/>
          <a:ln w="571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15" name="AutoShape 22">
            <a:extLst>
              <a:ext uri="{FF2B5EF4-FFF2-40B4-BE49-F238E27FC236}">
                <a16:creationId xmlns:a16="http://schemas.microsoft.com/office/drawing/2014/main" id="{FD988ACA-4C31-4091-81B8-098A04EDE2EC}"/>
              </a:ext>
            </a:extLst>
          </p:cNvPr>
          <p:cNvSpPr>
            <a:spLocks noChangeArrowheads="1"/>
          </p:cNvSpPr>
          <p:nvPr/>
        </p:nvSpPr>
        <p:spPr bwMode="auto">
          <a:xfrm>
            <a:off x="7607300" y="4221163"/>
            <a:ext cx="576263" cy="288925"/>
          </a:xfrm>
          <a:prstGeom prst="leftRightArrow">
            <a:avLst>
              <a:gd name="adj1" fmla="val 50000"/>
              <a:gd name="adj2" fmla="val 39890"/>
            </a:avLst>
          </a:prstGeom>
          <a:noFill/>
          <a:ln w="571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grpSp>
        <p:nvGrpSpPr>
          <p:cNvPr id="171016" name="Group 6">
            <a:extLst>
              <a:ext uri="{FF2B5EF4-FFF2-40B4-BE49-F238E27FC236}">
                <a16:creationId xmlns:a16="http://schemas.microsoft.com/office/drawing/2014/main" id="{F984B931-366D-4FAF-8628-DCDE2D1ECD29}"/>
              </a:ext>
            </a:extLst>
          </p:cNvPr>
          <p:cNvGrpSpPr>
            <a:grpSpLocks/>
          </p:cNvGrpSpPr>
          <p:nvPr/>
        </p:nvGrpSpPr>
        <p:grpSpPr bwMode="auto">
          <a:xfrm>
            <a:off x="5345113" y="2055813"/>
            <a:ext cx="2159000" cy="4187825"/>
            <a:chOff x="3851275" y="1844675"/>
            <a:chExt cx="2160588" cy="4189413"/>
          </a:xfrm>
        </p:grpSpPr>
        <p:sp>
          <p:nvSpPr>
            <p:cNvPr id="171045" name="AutoShape 4">
              <a:extLst>
                <a:ext uri="{FF2B5EF4-FFF2-40B4-BE49-F238E27FC236}">
                  <a16:creationId xmlns:a16="http://schemas.microsoft.com/office/drawing/2014/main" id="{559087DD-AB07-42FC-84E5-460FD8247522}"/>
                </a:ext>
              </a:extLst>
            </p:cNvPr>
            <p:cNvSpPr>
              <a:spLocks noChangeArrowheads="1"/>
            </p:cNvSpPr>
            <p:nvPr/>
          </p:nvSpPr>
          <p:spPr bwMode="auto">
            <a:xfrm>
              <a:off x="3851275" y="1844675"/>
              <a:ext cx="2160588" cy="3529013"/>
            </a:xfrm>
            <a:prstGeom prst="can">
              <a:avLst>
                <a:gd name="adj" fmla="val 40834"/>
              </a:avLst>
            </a:prstGeom>
            <a:noFill/>
            <a:ln w="50800">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46" name="Oval 5">
              <a:extLst>
                <a:ext uri="{FF2B5EF4-FFF2-40B4-BE49-F238E27FC236}">
                  <a16:creationId xmlns:a16="http://schemas.microsoft.com/office/drawing/2014/main" id="{02A17832-50DB-49C7-86E5-1D16AA0805E2}"/>
                </a:ext>
              </a:extLst>
            </p:cNvPr>
            <p:cNvSpPr>
              <a:spLocks noChangeArrowheads="1"/>
            </p:cNvSpPr>
            <p:nvPr/>
          </p:nvSpPr>
          <p:spPr bwMode="auto">
            <a:xfrm>
              <a:off x="3922713" y="2924175"/>
              <a:ext cx="2087563" cy="719138"/>
            </a:xfrm>
            <a:prstGeom prst="ellipse">
              <a:avLst/>
            </a:prstGeom>
            <a:noFill/>
            <a:ln w="5715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47" name="Oval 6">
              <a:extLst>
                <a:ext uri="{FF2B5EF4-FFF2-40B4-BE49-F238E27FC236}">
                  <a16:creationId xmlns:a16="http://schemas.microsoft.com/office/drawing/2014/main" id="{8F9BF692-68FB-4448-A59D-7872D262E271}"/>
                </a:ext>
              </a:extLst>
            </p:cNvPr>
            <p:cNvSpPr>
              <a:spLocks noChangeArrowheads="1"/>
            </p:cNvSpPr>
            <p:nvPr/>
          </p:nvSpPr>
          <p:spPr bwMode="auto">
            <a:xfrm>
              <a:off x="3924300" y="3789363"/>
              <a:ext cx="2087563" cy="719138"/>
            </a:xfrm>
            <a:prstGeom prst="ellipse">
              <a:avLst/>
            </a:prstGeom>
            <a:noFill/>
            <a:ln w="5715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48" name="Text Box 7">
              <a:extLst>
                <a:ext uri="{FF2B5EF4-FFF2-40B4-BE49-F238E27FC236}">
                  <a16:creationId xmlns:a16="http://schemas.microsoft.com/office/drawing/2014/main" id="{AA3B497D-DAFC-4573-9049-2235A26CF059}"/>
                </a:ext>
              </a:extLst>
            </p:cNvPr>
            <p:cNvSpPr txBox="1">
              <a:spLocks noChangeArrowheads="1"/>
            </p:cNvSpPr>
            <p:nvPr/>
          </p:nvSpPr>
          <p:spPr bwMode="auto">
            <a:xfrm>
              <a:off x="3903663" y="2852738"/>
              <a:ext cx="2087563" cy="37306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Program</a:t>
              </a:r>
            </a:p>
          </p:txBody>
        </p:sp>
        <p:sp>
          <p:nvSpPr>
            <p:cNvPr id="171049" name="Text Box 8">
              <a:extLst>
                <a:ext uri="{FF2B5EF4-FFF2-40B4-BE49-F238E27FC236}">
                  <a16:creationId xmlns:a16="http://schemas.microsoft.com/office/drawing/2014/main" id="{EE4ABF09-C5AC-4517-8697-84D22DCC8DFE}"/>
                </a:ext>
              </a:extLst>
            </p:cNvPr>
            <p:cNvSpPr txBox="1">
              <a:spLocks noChangeArrowheads="1"/>
            </p:cNvSpPr>
            <p:nvPr/>
          </p:nvSpPr>
          <p:spPr bwMode="auto">
            <a:xfrm>
              <a:off x="3903663" y="3768725"/>
              <a:ext cx="2087563" cy="37306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Parameter</a:t>
              </a:r>
            </a:p>
          </p:txBody>
        </p:sp>
        <p:sp>
          <p:nvSpPr>
            <p:cNvPr id="171050" name="Text Box 9">
              <a:extLst>
                <a:ext uri="{FF2B5EF4-FFF2-40B4-BE49-F238E27FC236}">
                  <a16:creationId xmlns:a16="http://schemas.microsoft.com/office/drawing/2014/main" id="{CC4C1EFE-7B85-441D-9D03-F39C96A7BEB1}"/>
                </a:ext>
              </a:extLst>
            </p:cNvPr>
            <p:cNvSpPr txBox="1">
              <a:spLocks noChangeArrowheads="1"/>
            </p:cNvSpPr>
            <p:nvPr/>
          </p:nvSpPr>
          <p:spPr bwMode="auto">
            <a:xfrm>
              <a:off x="3995738" y="4570413"/>
              <a:ext cx="1944688" cy="376238"/>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Object</a:t>
              </a:r>
            </a:p>
          </p:txBody>
        </p:sp>
        <p:sp>
          <p:nvSpPr>
            <p:cNvPr id="171051" name="Text Box 23">
              <a:extLst>
                <a:ext uri="{FF2B5EF4-FFF2-40B4-BE49-F238E27FC236}">
                  <a16:creationId xmlns:a16="http://schemas.microsoft.com/office/drawing/2014/main" id="{FF52612F-2E1E-4432-9F84-6E61659297AB}"/>
                </a:ext>
              </a:extLst>
            </p:cNvPr>
            <p:cNvSpPr txBox="1">
              <a:spLocks noChangeArrowheads="1"/>
            </p:cNvSpPr>
            <p:nvPr/>
          </p:nvSpPr>
          <p:spPr bwMode="auto">
            <a:xfrm>
              <a:off x="4211638" y="5661025"/>
              <a:ext cx="158432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50000"/>
                </a:spcBef>
                <a:buFontTx/>
                <a:buNone/>
              </a:pPr>
              <a:r>
                <a:rPr lang="en-US" altLang="en-US" sz="2300">
                  <a:solidFill>
                    <a:srgbClr val="000000"/>
                  </a:solidFill>
                </a:rPr>
                <a:t>EEPROM</a:t>
              </a:r>
            </a:p>
          </p:txBody>
        </p:sp>
      </p:grpSp>
      <p:grpSp>
        <p:nvGrpSpPr>
          <p:cNvPr id="171017" name="Group 7">
            <a:extLst>
              <a:ext uri="{FF2B5EF4-FFF2-40B4-BE49-F238E27FC236}">
                <a16:creationId xmlns:a16="http://schemas.microsoft.com/office/drawing/2014/main" id="{8D0359A1-A169-4F82-A3B8-BF91581EB839}"/>
              </a:ext>
            </a:extLst>
          </p:cNvPr>
          <p:cNvGrpSpPr>
            <a:grpSpLocks/>
          </p:cNvGrpSpPr>
          <p:nvPr/>
        </p:nvGrpSpPr>
        <p:grpSpPr bwMode="auto">
          <a:xfrm>
            <a:off x="8086724" y="2049463"/>
            <a:ext cx="3648075" cy="4499614"/>
            <a:chOff x="6516687" y="1844675"/>
            <a:chExt cx="3757736" cy="4499614"/>
          </a:xfrm>
        </p:grpSpPr>
        <p:sp>
          <p:nvSpPr>
            <p:cNvPr id="171038" name="AutoShape 11">
              <a:extLst>
                <a:ext uri="{FF2B5EF4-FFF2-40B4-BE49-F238E27FC236}">
                  <a16:creationId xmlns:a16="http://schemas.microsoft.com/office/drawing/2014/main" id="{7B94D534-4744-47AB-92C4-C30645699C7D}"/>
                </a:ext>
              </a:extLst>
            </p:cNvPr>
            <p:cNvSpPr>
              <a:spLocks noChangeArrowheads="1"/>
            </p:cNvSpPr>
            <p:nvPr/>
          </p:nvSpPr>
          <p:spPr bwMode="auto">
            <a:xfrm>
              <a:off x="6732588" y="1844675"/>
              <a:ext cx="2160587" cy="3529013"/>
            </a:xfrm>
            <a:prstGeom prst="can">
              <a:avLst>
                <a:gd name="adj" fmla="val 40834"/>
              </a:avLst>
            </a:prstGeom>
            <a:noFill/>
            <a:ln w="50800">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39" name="Oval 12">
              <a:extLst>
                <a:ext uri="{FF2B5EF4-FFF2-40B4-BE49-F238E27FC236}">
                  <a16:creationId xmlns:a16="http://schemas.microsoft.com/office/drawing/2014/main" id="{0684C738-3DC4-4DA7-9FDD-4A4998D94525}"/>
                </a:ext>
              </a:extLst>
            </p:cNvPr>
            <p:cNvSpPr>
              <a:spLocks noChangeArrowheads="1"/>
            </p:cNvSpPr>
            <p:nvPr/>
          </p:nvSpPr>
          <p:spPr bwMode="auto">
            <a:xfrm>
              <a:off x="6804025" y="2924175"/>
              <a:ext cx="2087562" cy="719138"/>
            </a:xfrm>
            <a:prstGeom prst="ellipse">
              <a:avLst/>
            </a:prstGeom>
            <a:noFill/>
            <a:ln w="5715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40" name="Oval 13">
              <a:extLst>
                <a:ext uri="{FF2B5EF4-FFF2-40B4-BE49-F238E27FC236}">
                  <a16:creationId xmlns:a16="http://schemas.microsoft.com/office/drawing/2014/main" id="{F5A402BB-BE8E-4274-9043-2EA8A9D05279}"/>
                </a:ext>
              </a:extLst>
            </p:cNvPr>
            <p:cNvSpPr>
              <a:spLocks noChangeArrowheads="1"/>
            </p:cNvSpPr>
            <p:nvPr/>
          </p:nvSpPr>
          <p:spPr bwMode="auto">
            <a:xfrm>
              <a:off x="6805613" y="3789363"/>
              <a:ext cx="2087562" cy="719138"/>
            </a:xfrm>
            <a:prstGeom prst="ellipse">
              <a:avLst/>
            </a:prstGeom>
            <a:noFill/>
            <a:ln w="5715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41" name="Text Box 14">
              <a:extLst>
                <a:ext uri="{FF2B5EF4-FFF2-40B4-BE49-F238E27FC236}">
                  <a16:creationId xmlns:a16="http://schemas.microsoft.com/office/drawing/2014/main" id="{690F1ADF-9D9D-46ED-BADD-A043F2633776}"/>
                </a:ext>
              </a:extLst>
            </p:cNvPr>
            <p:cNvSpPr txBox="1">
              <a:spLocks noChangeArrowheads="1"/>
            </p:cNvSpPr>
            <p:nvPr/>
          </p:nvSpPr>
          <p:spPr bwMode="auto">
            <a:xfrm>
              <a:off x="6784975" y="2852738"/>
              <a:ext cx="2087562" cy="37306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Program</a:t>
              </a:r>
            </a:p>
          </p:txBody>
        </p:sp>
        <p:sp>
          <p:nvSpPr>
            <p:cNvPr id="171042" name="Text Box 15">
              <a:extLst>
                <a:ext uri="{FF2B5EF4-FFF2-40B4-BE49-F238E27FC236}">
                  <a16:creationId xmlns:a16="http://schemas.microsoft.com/office/drawing/2014/main" id="{C768DFAE-6671-414E-AEE3-90CF02DFEAA7}"/>
                </a:ext>
              </a:extLst>
            </p:cNvPr>
            <p:cNvSpPr txBox="1">
              <a:spLocks noChangeArrowheads="1"/>
            </p:cNvSpPr>
            <p:nvPr/>
          </p:nvSpPr>
          <p:spPr bwMode="auto">
            <a:xfrm>
              <a:off x="6784975" y="3768725"/>
              <a:ext cx="2087562" cy="37306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Parameter</a:t>
              </a:r>
            </a:p>
          </p:txBody>
        </p:sp>
        <p:sp>
          <p:nvSpPr>
            <p:cNvPr id="171043" name="Text Box 16">
              <a:extLst>
                <a:ext uri="{FF2B5EF4-FFF2-40B4-BE49-F238E27FC236}">
                  <a16:creationId xmlns:a16="http://schemas.microsoft.com/office/drawing/2014/main" id="{380BE62A-5FE2-49C3-9098-6F9CCD78A195}"/>
                </a:ext>
              </a:extLst>
            </p:cNvPr>
            <p:cNvSpPr txBox="1">
              <a:spLocks noChangeArrowheads="1"/>
            </p:cNvSpPr>
            <p:nvPr/>
          </p:nvSpPr>
          <p:spPr bwMode="auto">
            <a:xfrm>
              <a:off x="6877050" y="4570413"/>
              <a:ext cx="1944687" cy="376238"/>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Object</a:t>
              </a:r>
            </a:p>
          </p:txBody>
        </p:sp>
        <p:sp>
          <p:nvSpPr>
            <p:cNvPr id="171044" name="Text Box 24">
              <a:extLst>
                <a:ext uri="{FF2B5EF4-FFF2-40B4-BE49-F238E27FC236}">
                  <a16:creationId xmlns:a16="http://schemas.microsoft.com/office/drawing/2014/main" id="{2503D9DD-3BBD-46D7-B1A5-79CCF71B8642}"/>
                </a:ext>
              </a:extLst>
            </p:cNvPr>
            <p:cNvSpPr txBox="1">
              <a:spLocks noChangeArrowheads="1"/>
            </p:cNvSpPr>
            <p:nvPr/>
          </p:nvSpPr>
          <p:spPr bwMode="auto">
            <a:xfrm>
              <a:off x="6516687" y="5661025"/>
              <a:ext cx="3757736"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50000"/>
                </a:spcBef>
                <a:buFontTx/>
                <a:buNone/>
              </a:pPr>
              <a:r>
                <a:rPr lang="en-US" altLang="en-US" sz="2400" dirty="0">
                  <a:solidFill>
                    <a:srgbClr val="000000"/>
                  </a:solidFill>
                </a:rPr>
                <a:t>External memory domains</a:t>
              </a:r>
            </a:p>
          </p:txBody>
        </p:sp>
      </p:grpSp>
      <p:grpSp>
        <p:nvGrpSpPr>
          <p:cNvPr id="171018" name="Group 5">
            <a:extLst>
              <a:ext uri="{FF2B5EF4-FFF2-40B4-BE49-F238E27FC236}">
                <a16:creationId xmlns:a16="http://schemas.microsoft.com/office/drawing/2014/main" id="{2FBEFE89-EF9C-4092-9C10-64721D996694}"/>
              </a:ext>
            </a:extLst>
          </p:cNvPr>
          <p:cNvGrpSpPr>
            <a:grpSpLocks/>
          </p:cNvGrpSpPr>
          <p:nvPr/>
        </p:nvGrpSpPr>
        <p:grpSpPr bwMode="auto">
          <a:xfrm>
            <a:off x="552279" y="1557338"/>
            <a:ext cx="3959396" cy="4537075"/>
            <a:chOff x="-1020971" y="1412875"/>
            <a:chExt cx="4153109" cy="4968875"/>
          </a:xfrm>
        </p:grpSpPr>
        <p:sp>
          <p:nvSpPr>
            <p:cNvPr id="171021" name="AutoShape 26">
              <a:extLst>
                <a:ext uri="{FF2B5EF4-FFF2-40B4-BE49-F238E27FC236}">
                  <a16:creationId xmlns:a16="http://schemas.microsoft.com/office/drawing/2014/main" id="{7501DB80-F4E2-4185-91B1-D69ED0414424}"/>
                </a:ext>
              </a:extLst>
            </p:cNvPr>
            <p:cNvSpPr>
              <a:spLocks noChangeArrowheads="1"/>
            </p:cNvSpPr>
            <p:nvPr/>
          </p:nvSpPr>
          <p:spPr bwMode="auto">
            <a:xfrm>
              <a:off x="971550" y="1844675"/>
              <a:ext cx="2160588" cy="4321175"/>
            </a:xfrm>
            <a:prstGeom prst="can">
              <a:avLst>
                <a:gd name="adj" fmla="val 50000"/>
              </a:avLst>
            </a:prstGeom>
            <a:noFill/>
            <a:ln w="50800">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22" name="Oval 27">
              <a:extLst>
                <a:ext uri="{FF2B5EF4-FFF2-40B4-BE49-F238E27FC236}">
                  <a16:creationId xmlns:a16="http://schemas.microsoft.com/office/drawing/2014/main" id="{89A02887-4F71-469E-9A63-9862E8F89607}"/>
                </a:ext>
              </a:extLst>
            </p:cNvPr>
            <p:cNvSpPr>
              <a:spLocks noChangeArrowheads="1"/>
            </p:cNvSpPr>
            <p:nvPr/>
          </p:nvSpPr>
          <p:spPr bwMode="auto">
            <a:xfrm>
              <a:off x="1001713" y="3017838"/>
              <a:ext cx="2087563" cy="719138"/>
            </a:xfrm>
            <a:prstGeom prst="ellipse">
              <a:avLst/>
            </a:prstGeom>
            <a:noFill/>
            <a:ln w="5715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23" name="Oval 28">
              <a:extLst>
                <a:ext uri="{FF2B5EF4-FFF2-40B4-BE49-F238E27FC236}">
                  <a16:creationId xmlns:a16="http://schemas.microsoft.com/office/drawing/2014/main" id="{FCD918F3-0CBD-4891-9291-323CC40DE006}"/>
                </a:ext>
              </a:extLst>
            </p:cNvPr>
            <p:cNvSpPr>
              <a:spLocks noChangeArrowheads="1"/>
            </p:cNvSpPr>
            <p:nvPr/>
          </p:nvSpPr>
          <p:spPr bwMode="auto">
            <a:xfrm>
              <a:off x="1003300" y="3810000"/>
              <a:ext cx="2087563" cy="719138"/>
            </a:xfrm>
            <a:prstGeom prst="ellipse">
              <a:avLst/>
            </a:prstGeom>
            <a:noFill/>
            <a:ln w="5715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24" name="Oval 29">
              <a:extLst>
                <a:ext uri="{FF2B5EF4-FFF2-40B4-BE49-F238E27FC236}">
                  <a16:creationId xmlns:a16="http://schemas.microsoft.com/office/drawing/2014/main" id="{91C0FF8A-624A-445F-A137-6F33EA2FAE10}"/>
                </a:ext>
              </a:extLst>
            </p:cNvPr>
            <p:cNvSpPr>
              <a:spLocks noChangeArrowheads="1"/>
            </p:cNvSpPr>
            <p:nvPr/>
          </p:nvSpPr>
          <p:spPr bwMode="auto">
            <a:xfrm>
              <a:off x="1003300" y="4652963"/>
              <a:ext cx="2087563" cy="719138"/>
            </a:xfrm>
            <a:prstGeom prst="ellipse">
              <a:avLst/>
            </a:prstGeom>
            <a:noFill/>
            <a:ln w="5715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71025" name="Text Box 30">
              <a:extLst>
                <a:ext uri="{FF2B5EF4-FFF2-40B4-BE49-F238E27FC236}">
                  <a16:creationId xmlns:a16="http://schemas.microsoft.com/office/drawing/2014/main" id="{6A9260B3-3482-41EE-8717-647D0F84875D}"/>
                </a:ext>
              </a:extLst>
            </p:cNvPr>
            <p:cNvSpPr txBox="1">
              <a:spLocks noChangeArrowheads="1"/>
            </p:cNvSpPr>
            <p:nvPr/>
          </p:nvSpPr>
          <p:spPr bwMode="auto">
            <a:xfrm>
              <a:off x="1023938" y="2986088"/>
              <a:ext cx="2087563" cy="41122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Program</a:t>
              </a:r>
            </a:p>
          </p:txBody>
        </p:sp>
        <p:sp>
          <p:nvSpPr>
            <p:cNvPr id="171026" name="Text Box 31">
              <a:extLst>
                <a:ext uri="{FF2B5EF4-FFF2-40B4-BE49-F238E27FC236}">
                  <a16:creationId xmlns:a16="http://schemas.microsoft.com/office/drawing/2014/main" id="{9EFC61D1-B299-4B58-904E-573AE0F8A767}"/>
                </a:ext>
              </a:extLst>
            </p:cNvPr>
            <p:cNvSpPr txBox="1">
              <a:spLocks noChangeArrowheads="1"/>
            </p:cNvSpPr>
            <p:nvPr/>
          </p:nvSpPr>
          <p:spPr bwMode="auto">
            <a:xfrm>
              <a:off x="1023938" y="3789363"/>
              <a:ext cx="2087563" cy="41122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Parameter</a:t>
              </a:r>
            </a:p>
          </p:txBody>
        </p:sp>
        <p:sp>
          <p:nvSpPr>
            <p:cNvPr id="171027" name="Text Box 32">
              <a:extLst>
                <a:ext uri="{FF2B5EF4-FFF2-40B4-BE49-F238E27FC236}">
                  <a16:creationId xmlns:a16="http://schemas.microsoft.com/office/drawing/2014/main" id="{2F0391B4-622C-462D-8DAF-A1D48EBCE41A}"/>
                </a:ext>
              </a:extLst>
            </p:cNvPr>
            <p:cNvSpPr txBox="1">
              <a:spLocks noChangeArrowheads="1"/>
            </p:cNvSpPr>
            <p:nvPr/>
          </p:nvSpPr>
          <p:spPr bwMode="auto">
            <a:xfrm>
              <a:off x="1003300" y="4632325"/>
              <a:ext cx="2087563" cy="41122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Data</a:t>
              </a:r>
            </a:p>
          </p:txBody>
        </p:sp>
        <p:sp>
          <p:nvSpPr>
            <p:cNvPr id="171028" name="Text Box 33">
              <a:extLst>
                <a:ext uri="{FF2B5EF4-FFF2-40B4-BE49-F238E27FC236}">
                  <a16:creationId xmlns:a16="http://schemas.microsoft.com/office/drawing/2014/main" id="{2183B393-7CD6-484C-9946-8F54702C3208}"/>
                </a:ext>
              </a:extLst>
            </p:cNvPr>
            <p:cNvSpPr txBox="1">
              <a:spLocks noChangeArrowheads="1"/>
            </p:cNvSpPr>
            <p:nvPr/>
          </p:nvSpPr>
          <p:spPr bwMode="auto">
            <a:xfrm>
              <a:off x="1116013" y="5434013"/>
              <a:ext cx="1944688" cy="411223"/>
            </a:xfrm>
            <a:prstGeom prst="rect">
              <a:avLst/>
            </a:prstGeom>
            <a:solidFill>
              <a:srgbClr val="6D6D6D"/>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2300" dirty="0">
                  <a:solidFill>
                    <a:srgbClr val="FFFFFF"/>
                  </a:solidFill>
                </a:rPr>
                <a:t>Object</a:t>
              </a:r>
            </a:p>
          </p:txBody>
        </p:sp>
        <p:sp>
          <p:nvSpPr>
            <p:cNvPr id="171029" name="Line 34">
              <a:extLst>
                <a:ext uri="{FF2B5EF4-FFF2-40B4-BE49-F238E27FC236}">
                  <a16:creationId xmlns:a16="http://schemas.microsoft.com/office/drawing/2014/main" id="{5F84D9DF-FA15-43D7-8172-9B27CE58661C}"/>
                </a:ext>
              </a:extLst>
            </p:cNvPr>
            <p:cNvSpPr>
              <a:spLocks noChangeShapeType="1"/>
            </p:cNvSpPr>
            <p:nvPr/>
          </p:nvSpPr>
          <p:spPr bwMode="auto">
            <a:xfrm flipV="1">
              <a:off x="2052638" y="1412875"/>
              <a:ext cx="0" cy="936625"/>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0" name="Line 35">
              <a:extLst>
                <a:ext uri="{FF2B5EF4-FFF2-40B4-BE49-F238E27FC236}">
                  <a16:creationId xmlns:a16="http://schemas.microsoft.com/office/drawing/2014/main" id="{1E5782C1-D574-436E-BC2B-208388A92BCA}"/>
                </a:ext>
              </a:extLst>
            </p:cNvPr>
            <p:cNvSpPr>
              <a:spLocks noChangeShapeType="1"/>
            </p:cNvSpPr>
            <p:nvPr/>
          </p:nvSpPr>
          <p:spPr bwMode="auto">
            <a:xfrm>
              <a:off x="1979613" y="6165850"/>
              <a:ext cx="0" cy="215900"/>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1" name="Line 36">
              <a:extLst>
                <a:ext uri="{FF2B5EF4-FFF2-40B4-BE49-F238E27FC236}">
                  <a16:creationId xmlns:a16="http://schemas.microsoft.com/office/drawing/2014/main" id="{8C922613-BC1C-44F1-A52F-39121232AAC9}"/>
                </a:ext>
              </a:extLst>
            </p:cNvPr>
            <p:cNvSpPr>
              <a:spLocks noChangeShapeType="1"/>
            </p:cNvSpPr>
            <p:nvPr/>
          </p:nvSpPr>
          <p:spPr bwMode="auto">
            <a:xfrm>
              <a:off x="395288" y="3789363"/>
              <a:ext cx="433388" cy="0"/>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2" name="Line 37">
              <a:extLst>
                <a:ext uri="{FF2B5EF4-FFF2-40B4-BE49-F238E27FC236}">
                  <a16:creationId xmlns:a16="http://schemas.microsoft.com/office/drawing/2014/main" id="{A6711DCF-7A9B-4C01-83BF-FEB615265590}"/>
                </a:ext>
              </a:extLst>
            </p:cNvPr>
            <p:cNvSpPr>
              <a:spLocks noChangeShapeType="1"/>
            </p:cNvSpPr>
            <p:nvPr/>
          </p:nvSpPr>
          <p:spPr bwMode="auto">
            <a:xfrm>
              <a:off x="612775" y="1412875"/>
              <a:ext cx="0" cy="2376488"/>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3" name="Line 38">
              <a:extLst>
                <a:ext uri="{FF2B5EF4-FFF2-40B4-BE49-F238E27FC236}">
                  <a16:creationId xmlns:a16="http://schemas.microsoft.com/office/drawing/2014/main" id="{CF21313C-9E6E-4E26-89EF-CFE498FA732F}"/>
                </a:ext>
              </a:extLst>
            </p:cNvPr>
            <p:cNvSpPr>
              <a:spLocks noChangeShapeType="1"/>
            </p:cNvSpPr>
            <p:nvPr/>
          </p:nvSpPr>
          <p:spPr bwMode="auto">
            <a:xfrm>
              <a:off x="395288" y="3933825"/>
              <a:ext cx="433388" cy="0"/>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4" name="Line 39">
              <a:extLst>
                <a:ext uri="{FF2B5EF4-FFF2-40B4-BE49-F238E27FC236}">
                  <a16:creationId xmlns:a16="http://schemas.microsoft.com/office/drawing/2014/main" id="{CDCA87BE-E8DF-41D6-96A5-31F84291D9B0}"/>
                </a:ext>
              </a:extLst>
            </p:cNvPr>
            <p:cNvSpPr>
              <a:spLocks noChangeShapeType="1"/>
            </p:cNvSpPr>
            <p:nvPr/>
          </p:nvSpPr>
          <p:spPr bwMode="auto">
            <a:xfrm>
              <a:off x="612775" y="1412875"/>
              <a:ext cx="1439863" cy="0"/>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5" name="Line 40">
              <a:extLst>
                <a:ext uri="{FF2B5EF4-FFF2-40B4-BE49-F238E27FC236}">
                  <a16:creationId xmlns:a16="http://schemas.microsoft.com/office/drawing/2014/main" id="{DF595394-C010-47AA-8C12-7EDBC9FF8608}"/>
                </a:ext>
              </a:extLst>
            </p:cNvPr>
            <p:cNvSpPr>
              <a:spLocks noChangeShapeType="1"/>
            </p:cNvSpPr>
            <p:nvPr/>
          </p:nvSpPr>
          <p:spPr bwMode="auto">
            <a:xfrm>
              <a:off x="612775" y="6381750"/>
              <a:ext cx="1366838" cy="0"/>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6" name="Line 41">
              <a:extLst>
                <a:ext uri="{FF2B5EF4-FFF2-40B4-BE49-F238E27FC236}">
                  <a16:creationId xmlns:a16="http://schemas.microsoft.com/office/drawing/2014/main" id="{3ABF444A-DAB7-469D-9FE5-D1512CDFB372}"/>
                </a:ext>
              </a:extLst>
            </p:cNvPr>
            <p:cNvSpPr>
              <a:spLocks noChangeShapeType="1"/>
            </p:cNvSpPr>
            <p:nvPr/>
          </p:nvSpPr>
          <p:spPr bwMode="auto">
            <a:xfrm>
              <a:off x="612775" y="3933825"/>
              <a:ext cx="0" cy="2447925"/>
            </a:xfrm>
            <a:prstGeom prst="line">
              <a:avLst/>
            </a:prstGeom>
            <a:noFill/>
            <a:ln w="57150">
              <a:solidFill>
                <a:srgbClr val="ED8843"/>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1037" name="Text Box 42">
              <a:extLst>
                <a:ext uri="{FF2B5EF4-FFF2-40B4-BE49-F238E27FC236}">
                  <a16:creationId xmlns:a16="http://schemas.microsoft.com/office/drawing/2014/main" id="{EBAE03C8-2536-49EE-A7FF-E6FB396451F1}"/>
                </a:ext>
              </a:extLst>
            </p:cNvPr>
            <p:cNvSpPr txBox="1">
              <a:spLocks noChangeArrowheads="1"/>
            </p:cNvSpPr>
            <p:nvPr/>
          </p:nvSpPr>
          <p:spPr bwMode="auto">
            <a:xfrm>
              <a:off x="-1020971" y="3198878"/>
              <a:ext cx="2044091" cy="411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wrap="square">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50000"/>
                </a:spcBef>
                <a:buFontTx/>
                <a:buNone/>
              </a:pPr>
              <a:r>
                <a:rPr lang="en-US" altLang="en-US" sz="2300" dirty="0">
                  <a:solidFill>
                    <a:srgbClr val="000000"/>
                  </a:solidFill>
                </a:rPr>
                <a:t>Capacitor</a:t>
              </a:r>
            </a:p>
          </p:txBody>
        </p:sp>
      </p:grpSp>
      <p:sp>
        <p:nvSpPr>
          <p:cNvPr id="47" name="Title 1">
            <a:extLst>
              <a:ext uri="{FF2B5EF4-FFF2-40B4-BE49-F238E27FC236}">
                <a16:creationId xmlns:a16="http://schemas.microsoft.com/office/drawing/2014/main" id="{37BA1AA0-861A-48BC-8A97-3A6C4DBF28A9}"/>
              </a:ext>
            </a:extLst>
          </p:cNvPr>
          <p:cNvSpPr txBox="1">
            <a:spLocks/>
          </p:cNvSpPr>
          <p:nvPr/>
        </p:nvSpPr>
        <p:spPr>
          <a:xfrm>
            <a:off x="295274" y="779463"/>
            <a:ext cx="4148293" cy="487362"/>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S7-1200 MEMORY STRUCTURE</a:t>
            </a:r>
          </a:p>
        </p:txBody>
      </p:sp>
      <p:sp>
        <p:nvSpPr>
          <p:cNvPr id="3" name="Slide Number Placeholder 2">
            <a:extLst>
              <a:ext uri="{FF2B5EF4-FFF2-40B4-BE49-F238E27FC236}">
                <a16:creationId xmlns:a16="http://schemas.microsoft.com/office/drawing/2014/main" id="{D69030B5-8C73-4C95-A37D-78BA8C803171}"/>
              </a:ext>
            </a:extLst>
          </p:cNvPr>
          <p:cNvSpPr>
            <a:spLocks noGrp="1"/>
          </p:cNvSpPr>
          <p:nvPr>
            <p:ph type="sldNum" sz="quarter" idx="12"/>
          </p:nvPr>
        </p:nvSpPr>
        <p:spPr>
          <a:xfrm>
            <a:off x="8616280" y="6475413"/>
            <a:ext cx="2743200" cy="365125"/>
          </a:xfrm>
        </p:spPr>
        <p:txBody>
          <a:bodyPr/>
          <a:lstStyle/>
          <a:p>
            <a:fld id="{463DAC6F-37B0-497B-9F88-A4FC17849BDA}" type="slidenum">
              <a:rPr lang="en-US" altLang="en-US" smtClean="0"/>
              <a:pPr/>
              <a:t>34</a:t>
            </a:fld>
            <a:endParaRPr lang="en-US" altLang="en-US"/>
          </a:p>
        </p:txBody>
      </p:sp>
      <p:cxnSp>
        <p:nvCxnSpPr>
          <p:cNvPr id="45" name="Straight Connector 44">
            <a:extLst>
              <a:ext uri="{FF2B5EF4-FFF2-40B4-BE49-F238E27FC236}">
                <a16:creationId xmlns:a16="http://schemas.microsoft.com/office/drawing/2014/main" id="{8F9180E0-60DC-41BD-8809-FA7B41CACE54}"/>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46" name="Picture 45" descr="A close-up of a logo&#10;&#10;Description automatically generated">
            <a:extLst>
              <a:ext uri="{FF2B5EF4-FFF2-40B4-BE49-F238E27FC236}">
                <a16:creationId xmlns:a16="http://schemas.microsoft.com/office/drawing/2014/main" id="{41EDE301-449B-429A-8AA8-E63C8F82BB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48" name="Title 1">
            <a:extLst>
              <a:ext uri="{FF2B5EF4-FFF2-40B4-BE49-F238E27FC236}">
                <a16:creationId xmlns:a16="http://schemas.microsoft.com/office/drawing/2014/main" id="{99CE3529-8912-4FAA-9877-52482C107BE0}"/>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49" name="TextBox 48">
            <a:extLst>
              <a:ext uri="{FF2B5EF4-FFF2-40B4-BE49-F238E27FC236}">
                <a16:creationId xmlns:a16="http://schemas.microsoft.com/office/drawing/2014/main" id="{87A7FF53-2237-4472-8C6D-858CB7DA7B13}"/>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50" name="Straight Connector 49">
            <a:extLst>
              <a:ext uri="{FF2B5EF4-FFF2-40B4-BE49-F238E27FC236}">
                <a16:creationId xmlns:a16="http://schemas.microsoft.com/office/drawing/2014/main" id="{E808795B-9387-4B65-B6A1-6E481543E352}"/>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B00592E-BCCF-4D1A-AB66-9DBEB42A9B2C}"/>
              </a:ext>
            </a:extLst>
          </p:cNvPr>
          <p:cNvSpPr>
            <a:spLocks noGrp="1" noChangeArrowheads="1"/>
          </p:cNvSpPr>
          <p:nvPr>
            <p:ph type="subTitle" idx="1"/>
          </p:nvPr>
        </p:nvSpPr>
        <p:spPr>
          <a:xfrm>
            <a:off x="1970881" y="1404938"/>
            <a:ext cx="8250237" cy="4752975"/>
          </a:xfrm>
        </p:spPr>
        <p:txBody>
          <a:bodyPr/>
          <a:lstStyle/>
          <a:p>
            <a:pPr marL="342900" indent="-342900" algn="just" eaLnBrk="1" hangingPunct="1">
              <a:lnSpc>
                <a:spcPct val="110000"/>
              </a:lnSpc>
              <a:spcBef>
                <a:spcPts val="600"/>
              </a:spcBef>
              <a:buFont typeface="Arial" panose="020B0604020202020204" pitchFamily="34" charset="0"/>
              <a:buChar char="•"/>
              <a:defRPr/>
            </a:pPr>
            <a:r>
              <a:rPr lang="en-US" altLang="en-US" sz="2400" b="1" dirty="0">
                <a:latin typeface="Times New Roman" panose="02020603050405020304" pitchFamily="18" charset="0"/>
                <a:cs typeface="Times New Roman" panose="02020603050405020304" pitchFamily="18" charset="0"/>
              </a:rPr>
              <a:t>Program Region</a:t>
            </a:r>
            <a:r>
              <a:rPr lang="en-US" altLang="en-US" sz="2400" dirty="0">
                <a:latin typeface="Times New Roman" panose="02020603050405020304" pitchFamily="18" charset="0"/>
                <a:cs typeface="Times New Roman" panose="02020603050405020304" pitchFamily="18" charset="0"/>
              </a:rPr>
              <a:t>: This is the memory domain used to store program commands. Read/write area.
</a:t>
            </a:r>
            <a:r>
              <a:rPr lang="en-US" altLang="en-US" sz="2400" b="1" dirty="0">
                <a:latin typeface="Times New Roman" panose="02020603050405020304" pitchFamily="18" charset="0"/>
                <a:cs typeface="Times New Roman" panose="02020603050405020304" pitchFamily="18" charset="0"/>
              </a:rPr>
              <a:t>Parameter area: </a:t>
            </a:r>
            <a:r>
              <a:rPr lang="en-US" altLang="en-US" sz="2400" dirty="0">
                <a:latin typeface="Times New Roman" panose="02020603050405020304" pitchFamily="18" charset="0"/>
                <a:cs typeface="Times New Roman" panose="02020603050405020304" pitchFamily="18" charset="0"/>
              </a:rPr>
              <a:t>It is the domain that stores parameters such as keywords, temporary addresses, etc. Read/write area.
</a:t>
            </a:r>
            <a:r>
              <a:rPr lang="en-US" altLang="en-US" sz="2400" b="1" dirty="0">
                <a:latin typeface="Times New Roman" panose="02020603050405020304" pitchFamily="18" charset="0"/>
                <a:cs typeface="Times New Roman" panose="02020603050405020304" pitchFamily="18" charset="0"/>
              </a:rPr>
              <a:t>Data region: </a:t>
            </a:r>
            <a:r>
              <a:rPr lang="en-US" altLang="en-US" sz="2400" dirty="0">
                <a:latin typeface="Times New Roman" panose="02020603050405020304" pitchFamily="18" charset="0"/>
                <a:cs typeface="Times New Roman" panose="02020603050405020304" pitchFamily="18" charset="0"/>
              </a:rPr>
              <a:t>Stores data such as the results of calculations, constants defined in the program, media buffers, etc. Read/write zone.
</a:t>
            </a:r>
            <a:r>
              <a:rPr lang="en-US" altLang="en-US" sz="2400" b="1" dirty="0">
                <a:latin typeface="Times New Roman" panose="02020603050405020304" pitchFamily="18" charset="0"/>
                <a:cs typeface="Times New Roman" panose="02020603050405020304" pitchFamily="18" charset="0"/>
              </a:rPr>
              <a:t>Object Area: </a:t>
            </a:r>
            <a:r>
              <a:rPr lang="en-US" altLang="en-US" sz="2400" dirty="0">
                <a:latin typeface="Times New Roman" panose="02020603050405020304" pitchFamily="18" charset="0"/>
                <a:cs typeface="Times New Roman" panose="02020603050405020304" pitchFamily="18" charset="0"/>
              </a:rPr>
              <a:t>Timer, counter, high-speed counter, analog I/O ports. Read/write area. 
The last two memory areas are important, which are detailed in the following section.</a:t>
            </a:r>
          </a:p>
        </p:txBody>
      </p:sp>
      <p:sp>
        <p:nvSpPr>
          <p:cNvPr id="3" name="Slide Number Placeholder 2">
            <a:extLst>
              <a:ext uri="{FF2B5EF4-FFF2-40B4-BE49-F238E27FC236}">
                <a16:creationId xmlns:a16="http://schemas.microsoft.com/office/drawing/2014/main" id="{88D60603-3C83-4258-8CD7-7B727EE535BE}"/>
              </a:ext>
            </a:extLst>
          </p:cNvPr>
          <p:cNvSpPr>
            <a:spLocks noGrp="1"/>
          </p:cNvSpPr>
          <p:nvPr>
            <p:ph type="sldNum" sz="quarter" idx="12"/>
          </p:nvPr>
        </p:nvSpPr>
        <p:spPr>
          <a:xfrm>
            <a:off x="8686800" y="6461125"/>
            <a:ext cx="2743200" cy="365125"/>
          </a:xfrm>
        </p:spPr>
        <p:txBody>
          <a:bodyPr/>
          <a:lstStyle/>
          <a:p>
            <a:fld id="{C0F2E6AA-6632-4CDB-8340-A97DF37D0A28}" type="slidenum">
              <a:rPr lang="en-US" altLang="en-US" smtClean="0"/>
              <a:pPr/>
              <a:t>35</a:t>
            </a:fld>
            <a:endParaRPr lang="en-US" altLang="en-US"/>
          </a:p>
        </p:txBody>
      </p:sp>
      <p:sp>
        <p:nvSpPr>
          <p:cNvPr id="9" name="Title 1">
            <a:extLst>
              <a:ext uri="{FF2B5EF4-FFF2-40B4-BE49-F238E27FC236}">
                <a16:creationId xmlns:a16="http://schemas.microsoft.com/office/drawing/2014/main" id="{019C71A8-4A5D-417E-B776-20BA475A626A}"/>
              </a:ext>
            </a:extLst>
          </p:cNvPr>
          <p:cNvSpPr txBox="1">
            <a:spLocks/>
          </p:cNvSpPr>
          <p:nvPr/>
        </p:nvSpPr>
        <p:spPr>
          <a:xfrm>
            <a:off x="434975" y="919163"/>
            <a:ext cx="3500785" cy="487362"/>
          </a:xfrm>
          <a:prstGeom prst="rect">
            <a:avLst/>
          </a:prstGeom>
        </p:spPr>
        <p:txBody>
          <a:bodyPr anchor="ct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r" eaLnBrk="1" hangingPunct="1">
              <a:defRPr/>
            </a:pPr>
            <a:r>
              <a:rPr lang="en-US" altLang="en-US" sz="2000" dirty="0">
                <a:solidFill>
                  <a:schemeClr val="accent5">
                    <a:lumMod val="50000"/>
                  </a:schemeClr>
                </a:solidFill>
                <a:effectLst>
                  <a:outerShdw blurRad="38100" dist="38100" dir="2700000" algn="tl">
                    <a:srgbClr val="C0C0C0"/>
                  </a:outerShdw>
                </a:effectLst>
                <a:cs typeface="Times New Roman" pitchFamily="18" charset="0"/>
              </a:rPr>
              <a:t>DIVIDING MEMORIES</a:t>
            </a:r>
            <a:r>
              <a:rPr lang="en-US" altLang="en-US" sz="2000" dirty="0">
                <a:solidFill>
                  <a:schemeClr val="accent4"/>
                </a:solidFill>
                <a:effectLst>
                  <a:outerShdw blurRad="38100" dist="38100" dir="2700000" algn="tl">
                    <a:srgbClr val="C0C0C0"/>
                  </a:outerShdw>
                </a:effectLst>
                <a:cs typeface="Times New Roman" pitchFamily="18" charset="0"/>
              </a:rPr>
              <a:t>:</a:t>
            </a:r>
          </a:p>
        </p:txBody>
      </p:sp>
      <p:cxnSp>
        <p:nvCxnSpPr>
          <p:cNvPr id="13" name="Straight Connector 12">
            <a:extLst>
              <a:ext uri="{FF2B5EF4-FFF2-40B4-BE49-F238E27FC236}">
                <a16:creationId xmlns:a16="http://schemas.microsoft.com/office/drawing/2014/main" id="{DDC172E4-7039-4DA8-9361-944C0EC36B28}"/>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B8308A-1210-4574-9634-D6D93F8ED002}"/>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Description automatically generated">
            <a:extLst>
              <a:ext uri="{FF2B5EF4-FFF2-40B4-BE49-F238E27FC236}">
                <a16:creationId xmlns:a16="http://schemas.microsoft.com/office/drawing/2014/main" id="{9CD1DE77-8D86-4C7A-9B78-4E34B77CF8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 name="Title 1">
            <a:extLst>
              <a:ext uri="{FF2B5EF4-FFF2-40B4-BE49-F238E27FC236}">
                <a16:creationId xmlns:a16="http://schemas.microsoft.com/office/drawing/2014/main" id="{F5EBB7C6-357B-4239-84A6-151F93D09180}"/>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5" name="TextBox 14">
            <a:extLst>
              <a:ext uri="{FF2B5EF4-FFF2-40B4-BE49-F238E27FC236}">
                <a16:creationId xmlns:a16="http://schemas.microsoft.com/office/drawing/2014/main" id="{3FE7D91A-B51B-475E-A3A7-317C1F27ACD4}"/>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4578">
                                            <p:txEl>
                                              <p:pRg st="0" end="0"/>
                                            </p:txEl>
                                          </p:spTgt>
                                        </p:tgtEl>
                                        <p:attrNameLst>
                                          <p:attrName>style.visibility</p:attrName>
                                        </p:attrNameLst>
                                      </p:cBhvr>
                                      <p:to>
                                        <p:strVal val="visible"/>
                                      </p:to>
                                    </p:set>
                                    <p:animEffect transition="in" filter="box(in)">
                                      <p:cBhvr>
                                        <p:cTn id="7" dur="2000"/>
                                        <p:tgtEl>
                                          <p:spTgt spid="2457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F0F3D2A-3131-4C0D-9AB9-53472D89F48B}"/>
              </a:ext>
            </a:extLst>
          </p:cNvPr>
          <p:cNvSpPr>
            <a:spLocks noGrp="1" noChangeArrowheads="1"/>
          </p:cNvSpPr>
          <p:nvPr>
            <p:ph type="subTitle" idx="1"/>
          </p:nvPr>
        </p:nvSpPr>
        <p:spPr>
          <a:xfrm>
            <a:off x="1970088" y="1125538"/>
            <a:ext cx="9166225" cy="5216525"/>
          </a:xfrm>
        </p:spPr>
        <p:txBody>
          <a:bodyPr/>
          <a:lstStyle/>
          <a:p>
            <a:pPr marL="457200" indent="-457200" algn="just" eaLnBrk="1" hangingPunct="1">
              <a:spcBef>
                <a:spcPts val="600"/>
              </a:spcBef>
              <a:buFontTx/>
              <a:buChar char="•"/>
            </a:pPr>
            <a:r>
              <a:rPr lang="en-US" altLang="en-US" sz="2300" dirty="0">
                <a:latin typeface="Times New Roman" panose="02020603050405020304" pitchFamily="18" charset="0"/>
                <a:cs typeface="Times New Roman" panose="02020603050405020304" pitchFamily="18" charset="0"/>
              </a:rPr>
              <a:t>A data region is a dynamic memory region. 
Accessed bit-by-bit, byte-byte, single word or double word. 
Used as a data storage domain for algorithms, communication functions, tabling, shift functions, record rotating, address pointers. 
Data area are divided into small memory domains with different uses. They are denoted as follows:</a:t>
            </a:r>
          </a:p>
          <a:p>
            <a:pPr marL="457200" indent="-457200" algn="just" eaLnBrk="1" hangingPunct="1">
              <a:spcBef>
                <a:spcPts val="600"/>
              </a:spcBef>
              <a:buFontTx/>
              <a:buChar char="•"/>
            </a:pPr>
            <a:r>
              <a:rPr lang="en-US" altLang="en-US" sz="2300" dirty="0">
                <a:latin typeface="Times New Roman" panose="02020603050405020304" pitchFamily="18" charset="0"/>
                <a:cs typeface="Times New Roman" panose="02020603050405020304" pitchFamily="18" charset="0"/>
              </a:rPr>
              <a:t>+ V	: Variable memory.</a:t>
            </a:r>
          </a:p>
          <a:p>
            <a:pPr marL="457200" indent="-457200" algn="just" eaLnBrk="1" hangingPunct="1">
              <a:spcBef>
                <a:spcPts val="600"/>
              </a:spcBef>
            </a:pPr>
            <a:r>
              <a:rPr lang="en-US" altLang="en-US" sz="2300" dirty="0">
                <a:latin typeface="Times New Roman" panose="02020603050405020304" pitchFamily="18" charset="0"/>
                <a:cs typeface="Times New Roman" panose="02020603050405020304" pitchFamily="18" charset="0"/>
              </a:rPr>
              <a:t>	+ I		: Input image register.</a:t>
            </a:r>
          </a:p>
          <a:p>
            <a:pPr marL="457200" indent="-457200" algn="just" eaLnBrk="1" hangingPunct="1">
              <a:spcBef>
                <a:spcPts val="600"/>
              </a:spcBef>
            </a:pPr>
            <a:r>
              <a:rPr lang="en-US" altLang="en-US" sz="2300" dirty="0">
                <a:latin typeface="Times New Roman" panose="02020603050405020304" pitchFamily="18" charset="0"/>
                <a:cs typeface="Times New Roman" panose="02020603050405020304" pitchFamily="18" charset="0"/>
              </a:rPr>
              <a:t>	+ O		: Output image register</a:t>
            </a:r>
          </a:p>
          <a:p>
            <a:pPr marL="457200" indent="-457200" algn="just" eaLnBrk="1" hangingPunct="1">
              <a:spcBef>
                <a:spcPts val="600"/>
              </a:spcBef>
            </a:pPr>
            <a:r>
              <a:rPr lang="en-US" altLang="en-US" sz="2300" dirty="0">
                <a:latin typeface="Times New Roman" panose="02020603050405020304" pitchFamily="18" charset="0"/>
                <a:cs typeface="Times New Roman" panose="02020603050405020304" pitchFamily="18" charset="0"/>
              </a:rPr>
              <a:t>	+ M	: Internal memory bits.</a:t>
            </a:r>
          </a:p>
          <a:p>
            <a:pPr marL="457200" indent="-457200" algn="just" eaLnBrk="1" hangingPunct="1">
              <a:spcBef>
                <a:spcPts val="600"/>
              </a:spcBef>
            </a:pPr>
            <a:r>
              <a:rPr lang="en-US" altLang="en-US" sz="2300" dirty="0">
                <a:latin typeface="Times New Roman" panose="02020603050405020304" pitchFamily="18" charset="0"/>
                <a:cs typeface="Times New Roman" panose="02020603050405020304" pitchFamily="18" charset="0"/>
              </a:rPr>
              <a:t>	+ SM	: Special memory bits. </a:t>
            </a:r>
          </a:p>
        </p:txBody>
      </p:sp>
      <p:sp>
        <p:nvSpPr>
          <p:cNvPr id="3" name="Slide Number Placeholder 2">
            <a:extLst>
              <a:ext uri="{FF2B5EF4-FFF2-40B4-BE49-F238E27FC236}">
                <a16:creationId xmlns:a16="http://schemas.microsoft.com/office/drawing/2014/main" id="{F90001DC-8E65-4235-9530-85A0B035C1BD}"/>
              </a:ext>
            </a:extLst>
          </p:cNvPr>
          <p:cNvSpPr>
            <a:spLocks noGrp="1"/>
          </p:cNvSpPr>
          <p:nvPr>
            <p:ph type="sldNum" sz="quarter" idx="12"/>
          </p:nvPr>
        </p:nvSpPr>
        <p:spPr>
          <a:xfrm>
            <a:off x="8616280" y="6475413"/>
            <a:ext cx="2743200" cy="365125"/>
          </a:xfrm>
        </p:spPr>
        <p:txBody>
          <a:bodyPr/>
          <a:lstStyle/>
          <a:p>
            <a:fld id="{C0F2E6AA-6632-4CDB-8340-A97DF37D0A28}" type="slidenum">
              <a:rPr lang="en-US" altLang="en-US" smtClean="0"/>
              <a:pPr/>
              <a:t>36</a:t>
            </a:fld>
            <a:endParaRPr lang="en-US" altLang="en-US"/>
          </a:p>
        </p:txBody>
      </p:sp>
      <p:sp>
        <p:nvSpPr>
          <p:cNvPr id="9" name="Title 1">
            <a:extLst>
              <a:ext uri="{FF2B5EF4-FFF2-40B4-BE49-F238E27FC236}">
                <a16:creationId xmlns:a16="http://schemas.microsoft.com/office/drawing/2014/main" id="{0D9E2590-02CF-4660-875D-C15D38D480A6}"/>
              </a:ext>
            </a:extLst>
          </p:cNvPr>
          <p:cNvSpPr txBox="1">
            <a:spLocks/>
          </p:cNvSpPr>
          <p:nvPr/>
        </p:nvSpPr>
        <p:spPr>
          <a:xfrm>
            <a:off x="334963" y="809625"/>
            <a:ext cx="2111375" cy="487363"/>
          </a:xfrm>
          <a:prstGeom prst="rect">
            <a:avLst/>
          </a:prstGeom>
        </p:spPr>
        <p:txBody>
          <a:bodyPr anchor="ctr"/>
          <a:lstStyle>
            <a:lvl1pPr>
              <a:defRPr sz="3200">
                <a:solidFill>
                  <a:schemeClr val="tx1"/>
                </a:solidFill>
                <a:latin typeface="Times New Roman" pitchFamily="18" charset="0"/>
              </a:defRPr>
            </a:lvl1pPr>
            <a:lvl2pPr>
              <a:defRPr sz="2800">
                <a:solidFill>
                  <a:schemeClr val="tx1"/>
                </a:solidFill>
                <a:latin typeface="Times New Roman" pitchFamily="18" charset="0"/>
              </a:defRPr>
            </a:lvl2pPr>
            <a:lvl3pPr>
              <a:defRPr sz="2400">
                <a:solidFill>
                  <a:schemeClr val="tx1"/>
                </a:solidFill>
                <a:latin typeface="Times New Roman" pitchFamily="18"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eaLnBrk="0" hangingPunct="0">
              <a:defRPr sz="2000">
                <a:solidFill>
                  <a:schemeClr val="tx1"/>
                </a:solidFill>
                <a:latin typeface="Times New Roman" pitchFamily="18" charset="0"/>
              </a:defRPr>
            </a:lvl6pPr>
            <a:lvl7pPr eaLnBrk="0" hangingPunct="0">
              <a:defRPr sz="2000">
                <a:solidFill>
                  <a:schemeClr val="tx1"/>
                </a:solidFill>
                <a:latin typeface="Times New Roman" pitchFamily="18" charset="0"/>
              </a:defRPr>
            </a:lvl7pPr>
            <a:lvl8pPr eaLnBrk="0" hangingPunct="0">
              <a:defRPr sz="2000">
                <a:solidFill>
                  <a:schemeClr val="tx1"/>
                </a:solidFill>
                <a:latin typeface="Times New Roman" pitchFamily="18" charset="0"/>
              </a:defRPr>
            </a:lvl8pPr>
            <a:lvl9pPr eaLnBrk="0" hangingPunct="0">
              <a:defRPr sz="2000">
                <a:solidFill>
                  <a:schemeClr val="tx1"/>
                </a:solidFill>
                <a:latin typeface="Times New Roman" pitchFamily="18" charset="0"/>
              </a:defRPr>
            </a:lvl9pPr>
          </a:lstStyle>
          <a:p>
            <a:pPr algn="r" eaLnBrk="1" hangingPunct="1">
              <a:defRPr/>
            </a:pPr>
            <a:r>
              <a:rPr lang="en-US" altLang="en-US" sz="2000" dirty="0">
                <a:solidFill>
                  <a:schemeClr val="accent5">
                    <a:lumMod val="50000"/>
                  </a:schemeClr>
                </a:solidFill>
                <a:effectLst>
                  <a:outerShdw blurRad="38100" dist="38100" dir="2700000" algn="tl">
                    <a:srgbClr val="C0C0C0"/>
                  </a:outerShdw>
                </a:effectLst>
                <a:cs typeface="Times New Roman" pitchFamily="18" charset="0"/>
              </a:rPr>
              <a:t>DATA AREA:</a:t>
            </a:r>
          </a:p>
        </p:txBody>
      </p:sp>
      <p:cxnSp>
        <p:nvCxnSpPr>
          <p:cNvPr id="13" name="Straight Connector 12">
            <a:extLst>
              <a:ext uri="{FF2B5EF4-FFF2-40B4-BE49-F238E27FC236}">
                <a16:creationId xmlns:a16="http://schemas.microsoft.com/office/drawing/2014/main" id="{C229FDB5-CA39-4AE1-84DE-35AA6AE5F205}"/>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50C4DFA-17FA-49BE-9B59-8723A3A6E209}"/>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Description automatically generated">
            <a:extLst>
              <a:ext uri="{FF2B5EF4-FFF2-40B4-BE49-F238E27FC236}">
                <a16:creationId xmlns:a16="http://schemas.microsoft.com/office/drawing/2014/main" id="{B7160955-8366-45F6-80EE-B00F5DE73A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 name="Title 1">
            <a:extLst>
              <a:ext uri="{FF2B5EF4-FFF2-40B4-BE49-F238E27FC236}">
                <a16:creationId xmlns:a16="http://schemas.microsoft.com/office/drawing/2014/main" id="{5C48A0F7-8CE5-4E82-93E7-5BB9EA48F3E8}"/>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5" name="TextBox 14">
            <a:extLst>
              <a:ext uri="{FF2B5EF4-FFF2-40B4-BE49-F238E27FC236}">
                <a16:creationId xmlns:a16="http://schemas.microsoft.com/office/drawing/2014/main" id="{47F6C02E-2835-4418-BB3F-563EFDCB3A53}"/>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animEffect transition="in" filter="box(in)">
                                      <p:cBhvr>
                                        <p:cTn id="7" dur="2000"/>
                                        <p:tgtEl>
                                          <p:spTgt spid="256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5602">
                                            <p:txEl>
                                              <p:pRg st="1" end="1"/>
                                            </p:txEl>
                                          </p:spTgt>
                                        </p:tgtEl>
                                        <p:attrNameLst>
                                          <p:attrName>style.visibility</p:attrName>
                                        </p:attrNameLst>
                                      </p:cBhvr>
                                      <p:to>
                                        <p:strVal val="visible"/>
                                      </p:to>
                                    </p:set>
                                    <p:animEffect transition="in" filter="box(in)">
                                      <p:cBhvr>
                                        <p:cTn id="12" dur="2000"/>
                                        <p:tgtEl>
                                          <p:spTgt spid="2560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25602">
                                            <p:txEl>
                                              <p:pRg st="2" end="2"/>
                                            </p:txEl>
                                          </p:spTgt>
                                        </p:tgtEl>
                                        <p:attrNameLst>
                                          <p:attrName>style.visibility</p:attrName>
                                        </p:attrNameLst>
                                      </p:cBhvr>
                                      <p:to>
                                        <p:strVal val="visible"/>
                                      </p:to>
                                    </p:set>
                                    <p:animEffect transition="in" filter="box(in)">
                                      <p:cBhvr>
                                        <p:cTn id="17" dur="2000"/>
                                        <p:tgtEl>
                                          <p:spTgt spid="25602">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25602">
                                            <p:txEl>
                                              <p:pRg st="3" end="3"/>
                                            </p:txEl>
                                          </p:spTgt>
                                        </p:tgtEl>
                                        <p:attrNameLst>
                                          <p:attrName>style.visibility</p:attrName>
                                        </p:attrNameLst>
                                      </p:cBhvr>
                                      <p:to>
                                        <p:strVal val="visible"/>
                                      </p:to>
                                    </p:set>
                                    <p:animEffect transition="in" filter="box(in)">
                                      <p:cBhvr>
                                        <p:cTn id="22" dur="2000"/>
                                        <p:tgtEl>
                                          <p:spTgt spid="25602">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25602">
                                            <p:txEl>
                                              <p:pRg st="4" end="4"/>
                                            </p:txEl>
                                          </p:spTgt>
                                        </p:tgtEl>
                                        <p:attrNameLst>
                                          <p:attrName>style.visibility</p:attrName>
                                        </p:attrNameLst>
                                      </p:cBhvr>
                                      <p:to>
                                        <p:strVal val="visible"/>
                                      </p:to>
                                    </p:set>
                                    <p:animEffect transition="in" filter="box(in)">
                                      <p:cBhvr>
                                        <p:cTn id="27" dur="2000"/>
                                        <p:tgtEl>
                                          <p:spTgt spid="25602">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25602">
                                            <p:txEl>
                                              <p:pRg st="5" end="5"/>
                                            </p:txEl>
                                          </p:spTgt>
                                        </p:tgtEl>
                                        <p:attrNameLst>
                                          <p:attrName>style.visibility</p:attrName>
                                        </p:attrNameLst>
                                      </p:cBhvr>
                                      <p:to>
                                        <p:strVal val="visible"/>
                                      </p:to>
                                    </p:set>
                                    <p:animEffect transition="in" filter="box(in)">
                                      <p:cBhvr>
                                        <p:cTn id="32" dur="2000"/>
                                        <p:tgtEl>
                                          <p:spTgt spid="2560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 name="Title 1">
            <a:extLst>
              <a:ext uri="{FF2B5EF4-FFF2-40B4-BE49-F238E27FC236}">
                <a16:creationId xmlns:a16="http://schemas.microsoft.com/office/drawing/2014/main" id="{65F61681-E554-479A-8EFC-C11199D0152F}"/>
              </a:ext>
            </a:extLst>
          </p:cNvPr>
          <p:cNvSpPr txBox="1">
            <a:spLocks/>
          </p:cNvSpPr>
          <p:nvPr/>
        </p:nvSpPr>
        <p:spPr>
          <a:xfrm>
            <a:off x="263525" y="839788"/>
            <a:ext cx="4630738" cy="487362"/>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CPU OBJECT PARTITIONING</a:t>
            </a:r>
          </a:p>
        </p:txBody>
      </p:sp>
      <p:pic>
        <p:nvPicPr>
          <p:cNvPr id="177155" name="Picture 62" descr="GIỚI THIỆU BỘ LẬP TRÌNH PLC S7 -1200 SIEMENS - NASAKA VIỆT NAM">
            <a:extLst>
              <a:ext uri="{FF2B5EF4-FFF2-40B4-BE49-F238E27FC236}">
                <a16:creationId xmlns:a16="http://schemas.microsoft.com/office/drawing/2014/main" id="{32C47734-0E0D-4D96-BAEF-CB524133B0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6250" y="747713"/>
            <a:ext cx="5780088" cy="564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7156" name="Rectangle 5">
            <a:extLst>
              <a:ext uri="{FF2B5EF4-FFF2-40B4-BE49-F238E27FC236}">
                <a16:creationId xmlns:a16="http://schemas.microsoft.com/office/drawing/2014/main" id="{B09AC044-5ED7-4B46-9670-32F6AD8AE47C}"/>
              </a:ext>
            </a:extLst>
          </p:cNvPr>
          <p:cNvSpPr>
            <a:spLocks noChangeArrowheads="1"/>
          </p:cNvSpPr>
          <p:nvPr/>
        </p:nvSpPr>
        <p:spPr bwMode="auto">
          <a:xfrm>
            <a:off x="1071563" y="1563688"/>
            <a:ext cx="3471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GB" altLang="en-US" sz="2400" dirty="0">
                <a:solidFill>
                  <a:srgbClr val="000000"/>
                </a:solidFill>
                <a:cs typeface="Times New Roman" panose="02020603050405020304" pitchFamily="18" charset="0"/>
              </a:rPr>
              <a:t> CPU S7-1200</a:t>
            </a:r>
            <a:endParaRPr lang="en-US" altLang="en-US" sz="2400" dirty="0">
              <a:solidFill>
                <a:srgbClr val="FFFFFF"/>
              </a:solidFill>
              <a:cs typeface="Times New Roman" panose="02020603050405020304" pitchFamily="18" charset="0"/>
            </a:endParaRPr>
          </a:p>
        </p:txBody>
      </p:sp>
      <p:cxnSp>
        <p:nvCxnSpPr>
          <p:cNvPr id="10" name="Straight Connector 9">
            <a:extLst>
              <a:ext uri="{FF2B5EF4-FFF2-40B4-BE49-F238E27FC236}">
                <a16:creationId xmlns:a16="http://schemas.microsoft.com/office/drawing/2014/main" id="{0B8D40EC-81AB-4142-9EB7-2EFC9D0FFE1E}"/>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pic>
        <p:nvPicPr>
          <p:cNvPr id="177162" name="Picture 11" descr="Bộ điều khiển PLC S7-1200 | ADVANCE CAD">
            <a:extLst>
              <a:ext uri="{FF2B5EF4-FFF2-40B4-BE49-F238E27FC236}">
                <a16:creationId xmlns:a16="http://schemas.microsoft.com/office/drawing/2014/main" id="{EAD84D9D-9E6D-4099-AE99-28775BAAA2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563" y="2451100"/>
            <a:ext cx="46609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A18A7A7A-07C5-4FDD-8ED8-E43109CBFC83}"/>
              </a:ext>
            </a:extLst>
          </p:cNvPr>
          <p:cNvSpPr>
            <a:spLocks noGrp="1"/>
          </p:cNvSpPr>
          <p:nvPr>
            <p:ph type="sldNum" sz="quarter" idx="12"/>
          </p:nvPr>
        </p:nvSpPr>
        <p:spPr>
          <a:xfrm>
            <a:off x="8611212" y="6492875"/>
            <a:ext cx="2743200" cy="365125"/>
          </a:xfrm>
        </p:spPr>
        <p:txBody>
          <a:bodyPr/>
          <a:lstStyle/>
          <a:p>
            <a:fld id="{C0F2E6AA-6632-4CDB-8340-A97DF37D0A28}" type="slidenum">
              <a:rPr lang="en-US" altLang="en-US" smtClean="0"/>
              <a:pPr/>
              <a:t>37</a:t>
            </a:fld>
            <a:endParaRPr lang="en-US" altLang="en-US"/>
          </a:p>
        </p:txBody>
      </p:sp>
      <p:cxnSp>
        <p:nvCxnSpPr>
          <p:cNvPr id="12" name="Straight Connector 11">
            <a:extLst>
              <a:ext uri="{FF2B5EF4-FFF2-40B4-BE49-F238E27FC236}">
                <a16:creationId xmlns:a16="http://schemas.microsoft.com/office/drawing/2014/main" id="{72993B07-37FB-4A3B-8EFF-8E1DF01A04C2}"/>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3" name="Picture 12" descr="A close-up of a logo&#10;&#10;Description automatically generated">
            <a:extLst>
              <a:ext uri="{FF2B5EF4-FFF2-40B4-BE49-F238E27FC236}">
                <a16:creationId xmlns:a16="http://schemas.microsoft.com/office/drawing/2014/main" id="{D161D1D8-450E-4ED8-B34A-BE97C5AD08F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 name="Title 1">
            <a:extLst>
              <a:ext uri="{FF2B5EF4-FFF2-40B4-BE49-F238E27FC236}">
                <a16:creationId xmlns:a16="http://schemas.microsoft.com/office/drawing/2014/main" id="{B90FBF0C-AB4E-4463-8691-18909D2AE1F7}"/>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5" name="TextBox 14">
            <a:extLst>
              <a:ext uri="{FF2B5EF4-FFF2-40B4-BE49-F238E27FC236}">
                <a16:creationId xmlns:a16="http://schemas.microsoft.com/office/drawing/2014/main" id="{9A157CD0-5D61-49FF-A54D-9CC2B34C6462}"/>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3" name="Rectangle 3">
            <a:extLst>
              <a:ext uri="{FF2B5EF4-FFF2-40B4-BE49-F238E27FC236}">
                <a16:creationId xmlns:a16="http://schemas.microsoft.com/office/drawing/2014/main" id="{BE11A225-EF1D-4A50-B6C4-E1A65F4CB0B4}"/>
              </a:ext>
            </a:extLst>
          </p:cNvPr>
          <p:cNvSpPr>
            <a:spLocks noGrp="1" noChangeArrowheads="1"/>
          </p:cNvSpPr>
          <p:nvPr>
            <p:ph type="subTitle" idx="1"/>
          </p:nvPr>
        </p:nvSpPr>
        <p:spPr>
          <a:xfrm>
            <a:off x="1847850" y="1730375"/>
            <a:ext cx="9288710" cy="4633913"/>
          </a:xfrm>
        </p:spPr>
        <p:txBody>
          <a:bodyPr/>
          <a:lstStyle/>
          <a:p>
            <a:pPr marL="342900" indent="-342900" algn="just" eaLnBrk="1" hangingPunct="1">
              <a:lnSpc>
                <a:spcPct val="120000"/>
              </a:lnSpc>
              <a:spcBef>
                <a:spcPts val="600"/>
              </a:spcBef>
              <a:buFontTx/>
              <a:buChar char="•"/>
            </a:pPr>
            <a:r>
              <a:rPr lang="en-US" altLang="en-US" sz="2400" dirty="0">
                <a:latin typeface="Times New Roman" panose="02020603050405020304" pitchFamily="18" charset="0"/>
                <a:cs typeface="Times New Roman" panose="02020603050405020304" pitchFamily="18" charset="0"/>
              </a:rPr>
              <a:t>The I/O port of the PLC can be expanded by adding to it the expansion modules towards the right side of the CPU, forming a chain.
The address of the position of the module is determined by the input/exit type and of the module in the chain hook including the module of the same type.
For example, an output module cannot be assigned the address of an input module, just as an analog module cannot be addressed as a number module, and vice versa.
Digital or similar modules all occupy space in the buffer corresponding to the number of inputs/outputs of the module.</a:t>
            </a:r>
          </a:p>
        </p:txBody>
      </p:sp>
      <p:sp>
        <p:nvSpPr>
          <p:cNvPr id="3" name="Slide Number Placeholder 2">
            <a:extLst>
              <a:ext uri="{FF2B5EF4-FFF2-40B4-BE49-F238E27FC236}">
                <a16:creationId xmlns:a16="http://schemas.microsoft.com/office/drawing/2014/main" id="{7475F722-F026-4B9A-90CB-4AC08961729A}"/>
              </a:ext>
            </a:extLst>
          </p:cNvPr>
          <p:cNvSpPr>
            <a:spLocks noGrp="1"/>
          </p:cNvSpPr>
          <p:nvPr>
            <p:ph type="sldNum" sz="quarter" idx="12"/>
          </p:nvPr>
        </p:nvSpPr>
        <p:spPr>
          <a:xfrm>
            <a:off x="8616280" y="6484938"/>
            <a:ext cx="2743200" cy="365125"/>
          </a:xfrm>
        </p:spPr>
        <p:txBody>
          <a:bodyPr/>
          <a:lstStyle/>
          <a:p>
            <a:fld id="{C0F2E6AA-6632-4CDB-8340-A97DF37D0A28}" type="slidenum">
              <a:rPr lang="en-US" altLang="en-US" smtClean="0"/>
              <a:pPr/>
              <a:t>38</a:t>
            </a:fld>
            <a:endParaRPr lang="en-US" altLang="en-US"/>
          </a:p>
        </p:txBody>
      </p:sp>
      <p:sp>
        <p:nvSpPr>
          <p:cNvPr id="9" name="Title 1">
            <a:extLst>
              <a:ext uri="{FF2B5EF4-FFF2-40B4-BE49-F238E27FC236}">
                <a16:creationId xmlns:a16="http://schemas.microsoft.com/office/drawing/2014/main" id="{708200FA-37CD-497E-8C0C-EECE289085C8}"/>
              </a:ext>
            </a:extLst>
          </p:cNvPr>
          <p:cNvSpPr txBox="1">
            <a:spLocks/>
          </p:cNvSpPr>
          <p:nvPr/>
        </p:nvSpPr>
        <p:spPr>
          <a:xfrm>
            <a:off x="263524" y="992188"/>
            <a:ext cx="4608339" cy="487362"/>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EXPANDING THE CPU IN AND OUT</a:t>
            </a:r>
          </a:p>
        </p:txBody>
      </p:sp>
      <p:cxnSp>
        <p:nvCxnSpPr>
          <p:cNvPr id="12" name="Straight Connector 11">
            <a:extLst>
              <a:ext uri="{FF2B5EF4-FFF2-40B4-BE49-F238E27FC236}">
                <a16:creationId xmlns:a16="http://schemas.microsoft.com/office/drawing/2014/main" id="{F0A5C7B5-CB18-4D0E-A5FE-DBFA532B8833}"/>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5ACC117-3E7E-4DA9-9B73-B6D48054EF12}"/>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3" name="Picture 12" descr="A close-up of a logo&#10;&#10;Description automatically generated">
            <a:extLst>
              <a:ext uri="{FF2B5EF4-FFF2-40B4-BE49-F238E27FC236}">
                <a16:creationId xmlns:a16="http://schemas.microsoft.com/office/drawing/2014/main" id="{FC3B5AF8-6E8B-469D-916D-41E53C27FF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 name="Title 1">
            <a:extLst>
              <a:ext uri="{FF2B5EF4-FFF2-40B4-BE49-F238E27FC236}">
                <a16:creationId xmlns:a16="http://schemas.microsoft.com/office/drawing/2014/main" id="{843BA088-54C9-43DF-8C25-F0FD37189269}"/>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5" name="TextBox 14">
            <a:extLst>
              <a:ext uri="{FF2B5EF4-FFF2-40B4-BE49-F238E27FC236}">
                <a16:creationId xmlns:a16="http://schemas.microsoft.com/office/drawing/2014/main" id="{47486BF3-07E2-46FF-8875-44ED75B51420}"/>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ox(in)">
                                      <p:cBhvr>
                                        <p:cTn id="7" dur="3000"/>
                                        <p:tgtEl>
                                          <p:spTgt spid="358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F4B87871-9B62-4324-829F-A6721C614F1B}"/>
              </a:ext>
            </a:extLst>
          </p:cNvPr>
          <p:cNvGrpSpPr>
            <a:grpSpLocks/>
          </p:cNvGrpSpPr>
          <p:nvPr/>
        </p:nvGrpSpPr>
        <p:grpSpPr bwMode="auto">
          <a:xfrm>
            <a:off x="2606675" y="1381125"/>
            <a:ext cx="1806575" cy="5030788"/>
            <a:chOff x="522" y="882"/>
            <a:chExt cx="1043" cy="3143"/>
          </a:xfrm>
        </p:grpSpPr>
        <p:grpSp>
          <p:nvGrpSpPr>
            <p:cNvPr id="181271" name="Group 4">
              <a:extLst>
                <a:ext uri="{FF2B5EF4-FFF2-40B4-BE49-F238E27FC236}">
                  <a16:creationId xmlns:a16="http://schemas.microsoft.com/office/drawing/2014/main" id="{A7F7E2E0-5CEF-445E-8321-961D87449706}"/>
                </a:ext>
              </a:extLst>
            </p:cNvPr>
            <p:cNvGrpSpPr>
              <a:grpSpLocks/>
            </p:cNvGrpSpPr>
            <p:nvPr/>
          </p:nvGrpSpPr>
          <p:grpSpPr bwMode="auto">
            <a:xfrm>
              <a:off x="522" y="1186"/>
              <a:ext cx="1043" cy="2839"/>
              <a:chOff x="204" y="790"/>
              <a:chExt cx="907" cy="2691"/>
            </a:xfrm>
          </p:grpSpPr>
          <p:sp>
            <p:nvSpPr>
              <p:cNvPr id="181274" name="Text Box 5">
                <a:extLst>
                  <a:ext uri="{FF2B5EF4-FFF2-40B4-BE49-F238E27FC236}">
                    <a16:creationId xmlns:a16="http://schemas.microsoft.com/office/drawing/2014/main" id="{40D4C0B4-A225-4C31-9321-6AD4C140E190}"/>
                  </a:ext>
                </a:extLst>
              </p:cNvPr>
              <p:cNvSpPr txBox="1">
                <a:spLocks noChangeArrowheads="1"/>
              </p:cNvSpPr>
              <p:nvPr/>
            </p:nvSpPr>
            <p:spPr bwMode="auto">
              <a:xfrm>
                <a:off x="204" y="790"/>
                <a:ext cx="907" cy="2691"/>
              </a:xfrm>
              <a:prstGeom prst="rect">
                <a:avLst/>
              </a:prstGeom>
              <a:noFill/>
              <a:ln w="12700" algn="ctr">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50000"/>
                  </a:spcBef>
                  <a:buFontTx/>
                  <a:buNone/>
                </a:pPr>
                <a:r>
                  <a:rPr lang="en-US" altLang="en-US" sz="1900">
                    <a:solidFill>
                      <a:srgbClr val="000000"/>
                    </a:solidFill>
                  </a:rPr>
                  <a:t>I0.0</a:t>
                </a:r>
              </a:p>
              <a:p>
                <a:pPr eaLnBrk="1" hangingPunct="1">
                  <a:lnSpc>
                    <a:spcPct val="80000"/>
                  </a:lnSpc>
                  <a:spcBef>
                    <a:spcPct val="50000"/>
                  </a:spcBef>
                  <a:buFontTx/>
                  <a:buNone/>
                </a:pPr>
                <a:r>
                  <a:rPr lang="en-US" altLang="en-US" sz="1900">
                    <a:solidFill>
                      <a:srgbClr val="000000"/>
                    </a:solidFill>
                  </a:rPr>
                  <a:t>I0.1</a:t>
                </a:r>
              </a:p>
              <a:p>
                <a:pPr eaLnBrk="1" hangingPunct="1">
                  <a:lnSpc>
                    <a:spcPct val="80000"/>
                  </a:lnSpc>
                  <a:spcBef>
                    <a:spcPct val="50000"/>
                  </a:spcBef>
                  <a:buFontTx/>
                  <a:buNone/>
                </a:pPr>
                <a:r>
                  <a:rPr lang="en-US" altLang="en-US" sz="1900">
                    <a:solidFill>
                      <a:srgbClr val="000000"/>
                    </a:solidFill>
                  </a:rPr>
                  <a:t>I0.2</a:t>
                </a:r>
              </a:p>
              <a:p>
                <a:pPr eaLnBrk="1" hangingPunct="1">
                  <a:lnSpc>
                    <a:spcPct val="80000"/>
                  </a:lnSpc>
                  <a:spcBef>
                    <a:spcPct val="50000"/>
                  </a:spcBef>
                  <a:buFontTx/>
                  <a:buNone/>
                </a:pPr>
                <a:r>
                  <a:rPr lang="en-US" altLang="en-US" sz="1900">
                    <a:solidFill>
                      <a:srgbClr val="000000"/>
                    </a:solidFill>
                  </a:rPr>
                  <a:t>I0.3</a:t>
                </a:r>
              </a:p>
              <a:p>
                <a:pPr eaLnBrk="1" hangingPunct="1">
                  <a:lnSpc>
                    <a:spcPct val="80000"/>
                  </a:lnSpc>
                  <a:spcBef>
                    <a:spcPct val="50000"/>
                  </a:spcBef>
                  <a:buFontTx/>
                  <a:buNone/>
                </a:pPr>
                <a:r>
                  <a:rPr lang="en-US" altLang="en-US" sz="1900">
                    <a:solidFill>
                      <a:srgbClr val="000000"/>
                    </a:solidFill>
                  </a:rPr>
                  <a:t>I0.4</a:t>
                </a:r>
              </a:p>
              <a:p>
                <a:pPr eaLnBrk="1" hangingPunct="1">
                  <a:lnSpc>
                    <a:spcPct val="80000"/>
                  </a:lnSpc>
                  <a:spcBef>
                    <a:spcPct val="50000"/>
                  </a:spcBef>
                  <a:buFontTx/>
                  <a:buNone/>
                </a:pPr>
                <a:r>
                  <a:rPr lang="en-US" altLang="en-US" sz="1900">
                    <a:solidFill>
                      <a:srgbClr val="000000"/>
                    </a:solidFill>
                  </a:rPr>
                  <a:t>I0.5</a:t>
                </a:r>
              </a:p>
              <a:p>
                <a:pPr eaLnBrk="1" hangingPunct="1">
                  <a:lnSpc>
                    <a:spcPct val="80000"/>
                  </a:lnSpc>
                  <a:spcBef>
                    <a:spcPct val="50000"/>
                  </a:spcBef>
                  <a:buFontTx/>
                  <a:buNone/>
                </a:pPr>
                <a:r>
                  <a:rPr lang="en-US" altLang="en-US" sz="1900">
                    <a:solidFill>
                      <a:srgbClr val="000000"/>
                    </a:solidFill>
                  </a:rPr>
                  <a:t>I0.6</a:t>
                </a:r>
              </a:p>
              <a:p>
                <a:pPr eaLnBrk="1" hangingPunct="1">
                  <a:lnSpc>
                    <a:spcPct val="80000"/>
                  </a:lnSpc>
                  <a:spcBef>
                    <a:spcPct val="50000"/>
                  </a:spcBef>
                  <a:buFontTx/>
                  <a:buNone/>
                </a:pPr>
                <a:r>
                  <a:rPr lang="en-US" altLang="en-US" sz="1900">
                    <a:solidFill>
                      <a:srgbClr val="000000"/>
                    </a:solidFill>
                  </a:rPr>
                  <a:t>I0.7</a:t>
                </a:r>
              </a:p>
              <a:p>
                <a:pPr eaLnBrk="1" hangingPunct="1">
                  <a:lnSpc>
                    <a:spcPct val="80000"/>
                  </a:lnSpc>
                  <a:spcBef>
                    <a:spcPct val="50000"/>
                  </a:spcBef>
                  <a:buFontTx/>
                  <a:buNone/>
                </a:pPr>
                <a:r>
                  <a:rPr lang="en-US" altLang="en-US" sz="1900">
                    <a:solidFill>
                      <a:srgbClr val="000000"/>
                    </a:solidFill>
                  </a:rPr>
                  <a:t>I1.0</a:t>
                </a:r>
              </a:p>
              <a:p>
                <a:pPr eaLnBrk="1" hangingPunct="1">
                  <a:lnSpc>
                    <a:spcPct val="80000"/>
                  </a:lnSpc>
                  <a:spcBef>
                    <a:spcPct val="50000"/>
                  </a:spcBef>
                  <a:buFontTx/>
                  <a:buNone/>
                </a:pPr>
                <a:r>
                  <a:rPr lang="en-US" altLang="en-US" sz="1900">
                    <a:solidFill>
                      <a:srgbClr val="000000"/>
                    </a:solidFill>
                  </a:rPr>
                  <a:t>I1.1</a:t>
                </a:r>
              </a:p>
              <a:p>
                <a:pPr eaLnBrk="1" hangingPunct="1">
                  <a:lnSpc>
                    <a:spcPct val="80000"/>
                  </a:lnSpc>
                  <a:spcBef>
                    <a:spcPct val="50000"/>
                  </a:spcBef>
                  <a:buFontTx/>
                  <a:buNone/>
                </a:pPr>
                <a:endParaRPr lang="en-US" altLang="en-US" sz="1900">
                  <a:solidFill>
                    <a:srgbClr val="000000"/>
                  </a:solidFill>
                </a:endParaRPr>
              </a:p>
              <a:p>
                <a:pPr eaLnBrk="1" hangingPunct="1">
                  <a:lnSpc>
                    <a:spcPct val="80000"/>
                  </a:lnSpc>
                  <a:spcBef>
                    <a:spcPct val="50000"/>
                  </a:spcBef>
                  <a:buFontTx/>
                  <a:buNone/>
                </a:pPr>
                <a:r>
                  <a:rPr lang="en-US" altLang="en-US" sz="1900">
                    <a:solidFill>
                      <a:srgbClr val="000000"/>
                    </a:solidFill>
                  </a:rPr>
                  <a:t>I1.5</a:t>
                </a:r>
              </a:p>
            </p:txBody>
          </p:sp>
          <p:sp>
            <p:nvSpPr>
              <p:cNvPr id="181275" name="Text Box 6">
                <a:extLst>
                  <a:ext uri="{FF2B5EF4-FFF2-40B4-BE49-F238E27FC236}">
                    <a16:creationId xmlns:a16="http://schemas.microsoft.com/office/drawing/2014/main" id="{6A6F44E2-E39A-488F-98BA-32C7D6D86676}"/>
                  </a:ext>
                </a:extLst>
              </p:cNvPr>
              <p:cNvSpPr txBox="1">
                <a:spLocks noChangeArrowheads="1"/>
              </p:cNvSpPr>
              <p:nvPr/>
            </p:nvSpPr>
            <p:spPr bwMode="auto">
              <a:xfrm>
                <a:off x="657" y="811"/>
                <a:ext cx="453" cy="2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50000"/>
                  </a:spcBef>
                  <a:buFontTx/>
                  <a:buNone/>
                </a:pPr>
                <a:r>
                  <a:rPr lang="en-US" altLang="en-US" sz="1900">
                    <a:solidFill>
                      <a:srgbClr val="000000"/>
                    </a:solidFill>
                  </a:rPr>
                  <a:t>Q0.0</a:t>
                </a:r>
              </a:p>
              <a:p>
                <a:pPr eaLnBrk="1" hangingPunct="1">
                  <a:lnSpc>
                    <a:spcPct val="80000"/>
                  </a:lnSpc>
                  <a:spcBef>
                    <a:spcPct val="50000"/>
                  </a:spcBef>
                  <a:buFontTx/>
                  <a:buNone/>
                </a:pPr>
                <a:r>
                  <a:rPr lang="en-US" altLang="en-US" sz="1900">
                    <a:solidFill>
                      <a:srgbClr val="000000"/>
                    </a:solidFill>
                  </a:rPr>
                  <a:t>Q0.1</a:t>
                </a:r>
              </a:p>
              <a:p>
                <a:pPr eaLnBrk="1" hangingPunct="1">
                  <a:lnSpc>
                    <a:spcPct val="80000"/>
                  </a:lnSpc>
                  <a:spcBef>
                    <a:spcPct val="50000"/>
                  </a:spcBef>
                  <a:buFontTx/>
                  <a:buNone/>
                </a:pPr>
                <a:r>
                  <a:rPr lang="en-US" altLang="en-US" sz="1900">
                    <a:solidFill>
                      <a:srgbClr val="000000"/>
                    </a:solidFill>
                  </a:rPr>
                  <a:t>Q0.2</a:t>
                </a:r>
              </a:p>
              <a:p>
                <a:pPr eaLnBrk="1" hangingPunct="1">
                  <a:lnSpc>
                    <a:spcPct val="80000"/>
                  </a:lnSpc>
                  <a:spcBef>
                    <a:spcPct val="50000"/>
                  </a:spcBef>
                  <a:buFontTx/>
                  <a:buNone/>
                </a:pPr>
                <a:r>
                  <a:rPr lang="en-US" altLang="en-US" sz="1900">
                    <a:solidFill>
                      <a:srgbClr val="000000"/>
                    </a:solidFill>
                  </a:rPr>
                  <a:t>Q0.3</a:t>
                </a:r>
              </a:p>
              <a:p>
                <a:pPr eaLnBrk="1" hangingPunct="1">
                  <a:lnSpc>
                    <a:spcPct val="80000"/>
                  </a:lnSpc>
                  <a:spcBef>
                    <a:spcPct val="50000"/>
                  </a:spcBef>
                  <a:buFontTx/>
                  <a:buNone/>
                </a:pPr>
                <a:r>
                  <a:rPr lang="en-US" altLang="en-US" sz="1900">
                    <a:solidFill>
                      <a:srgbClr val="000000"/>
                    </a:solidFill>
                  </a:rPr>
                  <a:t>Q0.4</a:t>
                </a:r>
              </a:p>
              <a:p>
                <a:pPr eaLnBrk="1" hangingPunct="1">
                  <a:lnSpc>
                    <a:spcPct val="80000"/>
                  </a:lnSpc>
                  <a:spcBef>
                    <a:spcPct val="50000"/>
                  </a:spcBef>
                  <a:buFontTx/>
                  <a:buNone/>
                </a:pPr>
                <a:r>
                  <a:rPr lang="en-US" altLang="en-US" sz="1900">
                    <a:solidFill>
                      <a:srgbClr val="000000"/>
                    </a:solidFill>
                  </a:rPr>
                  <a:t>Q0.5</a:t>
                </a:r>
              </a:p>
              <a:p>
                <a:pPr eaLnBrk="1" hangingPunct="1">
                  <a:lnSpc>
                    <a:spcPct val="80000"/>
                  </a:lnSpc>
                  <a:spcBef>
                    <a:spcPct val="50000"/>
                  </a:spcBef>
                  <a:buFontTx/>
                  <a:buNone/>
                </a:pPr>
                <a:r>
                  <a:rPr lang="en-US" altLang="en-US" sz="1900">
                    <a:solidFill>
                      <a:srgbClr val="000000"/>
                    </a:solidFill>
                  </a:rPr>
                  <a:t>Q0.6</a:t>
                </a:r>
              </a:p>
              <a:p>
                <a:pPr eaLnBrk="1" hangingPunct="1">
                  <a:lnSpc>
                    <a:spcPct val="80000"/>
                  </a:lnSpc>
                  <a:spcBef>
                    <a:spcPct val="50000"/>
                  </a:spcBef>
                  <a:buFontTx/>
                  <a:buNone/>
                </a:pPr>
                <a:r>
                  <a:rPr lang="en-US" altLang="en-US" sz="1900">
                    <a:solidFill>
                      <a:srgbClr val="000000"/>
                    </a:solidFill>
                  </a:rPr>
                  <a:t>Q0.7</a:t>
                </a:r>
              </a:p>
              <a:p>
                <a:pPr eaLnBrk="1" hangingPunct="1">
                  <a:lnSpc>
                    <a:spcPct val="80000"/>
                  </a:lnSpc>
                  <a:spcBef>
                    <a:spcPct val="50000"/>
                  </a:spcBef>
                  <a:buFontTx/>
                  <a:buNone/>
                </a:pPr>
                <a:r>
                  <a:rPr lang="en-US" altLang="en-US" sz="1900">
                    <a:solidFill>
                      <a:srgbClr val="000000"/>
                    </a:solidFill>
                  </a:rPr>
                  <a:t>Q1.0</a:t>
                </a:r>
              </a:p>
              <a:p>
                <a:pPr eaLnBrk="1" hangingPunct="1">
                  <a:lnSpc>
                    <a:spcPct val="80000"/>
                  </a:lnSpc>
                  <a:spcBef>
                    <a:spcPct val="50000"/>
                  </a:spcBef>
                  <a:buFontTx/>
                  <a:buNone/>
                </a:pPr>
                <a:r>
                  <a:rPr lang="en-US" altLang="en-US" sz="1900">
                    <a:solidFill>
                      <a:srgbClr val="000000"/>
                    </a:solidFill>
                  </a:rPr>
                  <a:t>Q1.1</a:t>
                </a:r>
              </a:p>
              <a:p>
                <a:pPr eaLnBrk="1" hangingPunct="1">
                  <a:lnSpc>
                    <a:spcPct val="80000"/>
                  </a:lnSpc>
                  <a:spcBef>
                    <a:spcPct val="50000"/>
                  </a:spcBef>
                  <a:buFontTx/>
                  <a:buNone/>
                </a:pPr>
                <a:endParaRPr lang="en-US" altLang="en-US" sz="1900">
                  <a:solidFill>
                    <a:srgbClr val="000000"/>
                  </a:solidFill>
                </a:endParaRPr>
              </a:p>
            </p:txBody>
          </p:sp>
        </p:grpSp>
        <p:sp>
          <p:nvSpPr>
            <p:cNvPr id="181272" name="Text Box 7">
              <a:extLst>
                <a:ext uri="{FF2B5EF4-FFF2-40B4-BE49-F238E27FC236}">
                  <a16:creationId xmlns:a16="http://schemas.microsoft.com/office/drawing/2014/main" id="{EEE1B7AD-0B7B-4DD3-821F-1DE2346C4826}"/>
                </a:ext>
              </a:extLst>
            </p:cNvPr>
            <p:cNvSpPr txBox="1">
              <a:spLocks noChangeArrowheads="1"/>
            </p:cNvSpPr>
            <p:nvPr/>
          </p:nvSpPr>
          <p:spPr bwMode="auto">
            <a:xfrm>
              <a:off x="576" y="3702"/>
              <a:ext cx="263"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vert="eaVert">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80000"/>
                </a:lnSpc>
                <a:spcBef>
                  <a:spcPct val="50000"/>
                </a:spcBef>
                <a:buFontTx/>
                <a:buNone/>
              </a:pPr>
              <a:r>
                <a:rPr lang="en-US" altLang="en-US" sz="1900">
                  <a:solidFill>
                    <a:srgbClr val="000000"/>
                  </a:solidFill>
                </a:rPr>
                <a:t>…</a:t>
              </a:r>
            </a:p>
          </p:txBody>
        </p:sp>
        <p:sp>
          <p:nvSpPr>
            <p:cNvPr id="181273" name="Text Box 8">
              <a:extLst>
                <a:ext uri="{FF2B5EF4-FFF2-40B4-BE49-F238E27FC236}">
                  <a16:creationId xmlns:a16="http://schemas.microsoft.com/office/drawing/2014/main" id="{D8BC45A3-D15F-4F87-8279-275047185633}"/>
                </a:ext>
              </a:extLst>
            </p:cNvPr>
            <p:cNvSpPr txBox="1">
              <a:spLocks noChangeArrowheads="1"/>
            </p:cNvSpPr>
            <p:nvPr/>
          </p:nvSpPr>
          <p:spPr bwMode="auto">
            <a:xfrm>
              <a:off x="612" y="882"/>
              <a:ext cx="771"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CPU</a:t>
              </a:r>
            </a:p>
          </p:txBody>
        </p:sp>
      </p:grpSp>
      <p:grpSp>
        <p:nvGrpSpPr>
          <p:cNvPr id="4" name="Group 9">
            <a:extLst>
              <a:ext uri="{FF2B5EF4-FFF2-40B4-BE49-F238E27FC236}">
                <a16:creationId xmlns:a16="http://schemas.microsoft.com/office/drawing/2014/main" id="{74A7D1AC-7982-49E0-AF0B-9E97EB122C41}"/>
              </a:ext>
            </a:extLst>
          </p:cNvPr>
          <p:cNvGrpSpPr>
            <a:grpSpLocks/>
          </p:cNvGrpSpPr>
          <p:nvPr/>
        </p:nvGrpSpPr>
        <p:grpSpPr bwMode="auto">
          <a:xfrm>
            <a:off x="4186238" y="993775"/>
            <a:ext cx="1966912" cy="5421313"/>
            <a:chOff x="1332" y="634"/>
            <a:chExt cx="1137" cy="3387"/>
          </a:xfrm>
        </p:grpSpPr>
        <p:sp>
          <p:nvSpPr>
            <p:cNvPr id="181269" name="Text Box 10">
              <a:extLst>
                <a:ext uri="{FF2B5EF4-FFF2-40B4-BE49-F238E27FC236}">
                  <a16:creationId xmlns:a16="http://schemas.microsoft.com/office/drawing/2014/main" id="{66A36B20-217D-4992-9226-1D26B6B0F679}"/>
                </a:ext>
              </a:extLst>
            </p:cNvPr>
            <p:cNvSpPr txBox="1">
              <a:spLocks noChangeArrowheads="1"/>
            </p:cNvSpPr>
            <p:nvPr/>
          </p:nvSpPr>
          <p:spPr bwMode="auto">
            <a:xfrm>
              <a:off x="1498" y="1182"/>
              <a:ext cx="771" cy="2839"/>
            </a:xfrm>
            <a:prstGeom prst="rect">
              <a:avLst/>
            </a:prstGeom>
            <a:noFill/>
            <a:ln w="12700" algn="ctr">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I2.0</a:t>
              </a:r>
            </a:p>
            <a:p>
              <a:pPr algn="ctr" eaLnBrk="1" hangingPunct="1">
                <a:lnSpc>
                  <a:spcPct val="80000"/>
                </a:lnSpc>
                <a:spcBef>
                  <a:spcPct val="50000"/>
                </a:spcBef>
                <a:buFontTx/>
                <a:buNone/>
              </a:pPr>
              <a:r>
                <a:rPr lang="en-US" altLang="en-US" sz="1900">
                  <a:solidFill>
                    <a:srgbClr val="000000"/>
                  </a:solidFill>
                </a:rPr>
                <a:t>I2.1</a:t>
              </a:r>
            </a:p>
            <a:p>
              <a:pPr algn="ctr" eaLnBrk="1" hangingPunct="1">
                <a:lnSpc>
                  <a:spcPct val="80000"/>
                </a:lnSpc>
                <a:spcBef>
                  <a:spcPct val="50000"/>
                </a:spcBef>
                <a:buFontTx/>
                <a:buNone/>
              </a:pPr>
              <a:r>
                <a:rPr lang="en-US" altLang="en-US" sz="1900">
                  <a:solidFill>
                    <a:srgbClr val="000000"/>
                  </a:solidFill>
                </a:rPr>
                <a:t>I2.2</a:t>
              </a:r>
            </a:p>
            <a:p>
              <a:pPr algn="ctr" eaLnBrk="1" hangingPunct="1">
                <a:lnSpc>
                  <a:spcPct val="80000"/>
                </a:lnSpc>
                <a:spcBef>
                  <a:spcPct val="50000"/>
                </a:spcBef>
                <a:buFontTx/>
                <a:buNone/>
              </a:pPr>
              <a:r>
                <a:rPr lang="en-US" altLang="en-US" sz="1900">
                  <a:solidFill>
                    <a:srgbClr val="000000"/>
                  </a:solidFill>
                </a:rPr>
                <a:t>I2.3</a:t>
              </a: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r>
                <a:rPr lang="en-US" altLang="en-US" sz="1900">
                  <a:solidFill>
                    <a:srgbClr val="000000"/>
                  </a:solidFill>
                </a:rPr>
                <a:t>Q2.0</a:t>
              </a:r>
            </a:p>
            <a:p>
              <a:pPr algn="ctr" eaLnBrk="1" hangingPunct="1">
                <a:lnSpc>
                  <a:spcPct val="80000"/>
                </a:lnSpc>
                <a:spcBef>
                  <a:spcPct val="50000"/>
                </a:spcBef>
                <a:buFontTx/>
                <a:buNone/>
              </a:pPr>
              <a:r>
                <a:rPr lang="en-US" altLang="en-US" sz="1900">
                  <a:solidFill>
                    <a:srgbClr val="000000"/>
                  </a:solidFill>
                </a:rPr>
                <a:t>Q2.1</a:t>
              </a:r>
            </a:p>
            <a:p>
              <a:pPr algn="ctr" eaLnBrk="1" hangingPunct="1">
                <a:lnSpc>
                  <a:spcPct val="80000"/>
                </a:lnSpc>
                <a:spcBef>
                  <a:spcPct val="50000"/>
                </a:spcBef>
                <a:buFontTx/>
                <a:buNone/>
              </a:pPr>
              <a:r>
                <a:rPr lang="en-US" altLang="en-US" sz="1900">
                  <a:solidFill>
                    <a:srgbClr val="000000"/>
                  </a:solidFill>
                </a:rPr>
                <a:t>Q2.2</a:t>
              </a:r>
            </a:p>
            <a:p>
              <a:pPr algn="ctr" eaLnBrk="1" hangingPunct="1">
                <a:lnSpc>
                  <a:spcPct val="80000"/>
                </a:lnSpc>
                <a:spcBef>
                  <a:spcPct val="50000"/>
                </a:spcBef>
                <a:buFontTx/>
                <a:buNone/>
              </a:pPr>
              <a:r>
                <a:rPr lang="en-US" altLang="en-US" sz="1900">
                  <a:solidFill>
                    <a:srgbClr val="000000"/>
                  </a:solidFill>
                </a:rPr>
                <a:t>Q2.3</a:t>
              </a:r>
            </a:p>
          </p:txBody>
        </p:sp>
        <p:sp>
          <p:nvSpPr>
            <p:cNvPr id="181270" name="Text Box 11">
              <a:extLst>
                <a:ext uri="{FF2B5EF4-FFF2-40B4-BE49-F238E27FC236}">
                  <a16:creationId xmlns:a16="http://schemas.microsoft.com/office/drawing/2014/main" id="{BCFC4BC3-8D06-464E-9F35-E0E0C7565C0E}"/>
                </a:ext>
              </a:extLst>
            </p:cNvPr>
            <p:cNvSpPr txBox="1">
              <a:spLocks noChangeArrowheads="1"/>
            </p:cNvSpPr>
            <p:nvPr/>
          </p:nvSpPr>
          <p:spPr bwMode="auto">
            <a:xfrm>
              <a:off x="1332" y="634"/>
              <a:ext cx="1137"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Module 0</a:t>
              </a:r>
            </a:p>
            <a:p>
              <a:pPr algn="ctr" eaLnBrk="1" hangingPunct="1">
                <a:lnSpc>
                  <a:spcPct val="80000"/>
                </a:lnSpc>
                <a:spcBef>
                  <a:spcPct val="50000"/>
                </a:spcBef>
                <a:buFontTx/>
                <a:buNone/>
              </a:pPr>
              <a:r>
                <a:rPr lang="en-US" altLang="en-US" sz="1900">
                  <a:solidFill>
                    <a:srgbClr val="000000"/>
                  </a:solidFill>
                </a:rPr>
                <a:t>4vào/4ra</a:t>
              </a:r>
            </a:p>
          </p:txBody>
        </p:sp>
      </p:grpSp>
      <p:grpSp>
        <p:nvGrpSpPr>
          <p:cNvPr id="5" name="Group 12">
            <a:extLst>
              <a:ext uri="{FF2B5EF4-FFF2-40B4-BE49-F238E27FC236}">
                <a16:creationId xmlns:a16="http://schemas.microsoft.com/office/drawing/2014/main" id="{4A427D28-66BF-4617-B234-67C4CAA0AA5F}"/>
              </a:ext>
            </a:extLst>
          </p:cNvPr>
          <p:cNvGrpSpPr>
            <a:grpSpLocks/>
          </p:cNvGrpSpPr>
          <p:nvPr/>
        </p:nvGrpSpPr>
        <p:grpSpPr bwMode="auto">
          <a:xfrm>
            <a:off x="5861050" y="976313"/>
            <a:ext cx="1516063" cy="5441950"/>
            <a:chOff x="2181" y="603"/>
            <a:chExt cx="876" cy="3409"/>
          </a:xfrm>
        </p:grpSpPr>
        <p:sp>
          <p:nvSpPr>
            <p:cNvPr id="181267" name="Text Box 13">
              <a:extLst>
                <a:ext uri="{FF2B5EF4-FFF2-40B4-BE49-F238E27FC236}">
                  <a16:creationId xmlns:a16="http://schemas.microsoft.com/office/drawing/2014/main" id="{F2F65AB3-57B7-4267-8252-8D75141A7C94}"/>
                </a:ext>
              </a:extLst>
            </p:cNvPr>
            <p:cNvSpPr txBox="1">
              <a:spLocks noChangeArrowheads="1"/>
            </p:cNvSpPr>
            <p:nvPr/>
          </p:nvSpPr>
          <p:spPr bwMode="auto">
            <a:xfrm>
              <a:off x="2181" y="1165"/>
              <a:ext cx="771" cy="2847"/>
            </a:xfrm>
            <a:prstGeom prst="rect">
              <a:avLst/>
            </a:prstGeom>
            <a:noFill/>
            <a:ln w="12700" algn="ctr">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I3.0</a:t>
              </a:r>
            </a:p>
            <a:p>
              <a:pPr algn="ctr" eaLnBrk="1" hangingPunct="1">
                <a:lnSpc>
                  <a:spcPct val="80000"/>
                </a:lnSpc>
                <a:spcBef>
                  <a:spcPct val="50000"/>
                </a:spcBef>
                <a:buFontTx/>
                <a:buNone/>
              </a:pPr>
              <a:r>
                <a:rPr lang="en-US" altLang="en-US" sz="1900">
                  <a:solidFill>
                    <a:srgbClr val="000000"/>
                  </a:solidFill>
                </a:rPr>
                <a:t>I3.1</a:t>
              </a:r>
            </a:p>
            <a:p>
              <a:pPr algn="ctr" eaLnBrk="1" hangingPunct="1">
                <a:lnSpc>
                  <a:spcPct val="80000"/>
                </a:lnSpc>
                <a:spcBef>
                  <a:spcPct val="50000"/>
                </a:spcBef>
                <a:buFontTx/>
                <a:buNone/>
              </a:pPr>
              <a:r>
                <a:rPr lang="en-US" altLang="en-US" sz="1900">
                  <a:solidFill>
                    <a:srgbClr val="000000"/>
                  </a:solidFill>
                </a:rPr>
                <a:t>I3.2</a:t>
              </a:r>
            </a:p>
            <a:p>
              <a:pPr algn="ctr" eaLnBrk="1" hangingPunct="1">
                <a:lnSpc>
                  <a:spcPct val="80000"/>
                </a:lnSpc>
                <a:spcBef>
                  <a:spcPct val="50000"/>
                </a:spcBef>
                <a:buFontTx/>
                <a:buNone/>
              </a:pPr>
              <a:r>
                <a:rPr lang="en-US" altLang="en-US" sz="1900">
                  <a:solidFill>
                    <a:srgbClr val="000000"/>
                  </a:solidFill>
                </a:rPr>
                <a:t>I3.3</a:t>
              </a:r>
            </a:p>
            <a:p>
              <a:pPr algn="ctr" eaLnBrk="1" hangingPunct="1">
                <a:lnSpc>
                  <a:spcPct val="80000"/>
                </a:lnSpc>
                <a:spcBef>
                  <a:spcPct val="50000"/>
                </a:spcBef>
                <a:buFontTx/>
                <a:buNone/>
              </a:pPr>
              <a:r>
                <a:rPr lang="en-US" altLang="en-US" sz="1900">
                  <a:solidFill>
                    <a:srgbClr val="000000"/>
                  </a:solidFill>
                </a:rPr>
                <a:t>I3.4</a:t>
              </a:r>
            </a:p>
            <a:p>
              <a:pPr algn="ctr" eaLnBrk="1" hangingPunct="1">
                <a:lnSpc>
                  <a:spcPct val="80000"/>
                </a:lnSpc>
                <a:spcBef>
                  <a:spcPct val="50000"/>
                </a:spcBef>
                <a:buFontTx/>
                <a:buNone/>
              </a:pPr>
              <a:r>
                <a:rPr lang="en-US" altLang="en-US" sz="1900">
                  <a:solidFill>
                    <a:srgbClr val="000000"/>
                  </a:solidFill>
                </a:rPr>
                <a:t>I3.5</a:t>
              </a:r>
            </a:p>
            <a:p>
              <a:pPr algn="ctr" eaLnBrk="1" hangingPunct="1">
                <a:lnSpc>
                  <a:spcPct val="80000"/>
                </a:lnSpc>
                <a:spcBef>
                  <a:spcPct val="50000"/>
                </a:spcBef>
                <a:buFontTx/>
                <a:buNone/>
              </a:pPr>
              <a:r>
                <a:rPr lang="en-US" altLang="en-US" sz="1900">
                  <a:solidFill>
                    <a:srgbClr val="000000"/>
                  </a:solidFill>
                </a:rPr>
                <a:t>I3.6</a:t>
              </a:r>
            </a:p>
            <a:p>
              <a:pPr algn="ctr" eaLnBrk="1" hangingPunct="1">
                <a:lnSpc>
                  <a:spcPct val="80000"/>
                </a:lnSpc>
                <a:spcBef>
                  <a:spcPct val="50000"/>
                </a:spcBef>
                <a:buFontTx/>
                <a:buNone/>
              </a:pPr>
              <a:r>
                <a:rPr lang="en-US" altLang="en-US" sz="1900">
                  <a:solidFill>
                    <a:srgbClr val="000000"/>
                  </a:solidFill>
                </a:rPr>
                <a:t>I3.7</a:t>
              </a: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p:txBody>
        </p:sp>
        <p:sp>
          <p:nvSpPr>
            <p:cNvPr id="181268" name="Text Box 14">
              <a:extLst>
                <a:ext uri="{FF2B5EF4-FFF2-40B4-BE49-F238E27FC236}">
                  <a16:creationId xmlns:a16="http://schemas.microsoft.com/office/drawing/2014/main" id="{2415898F-1FDB-4D69-9B95-7084795B6AAC}"/>
                </a:ext>
              </a:extLst>
            </p:cNvPr>
            <p:cNvSpPr txBox="1">
              <a:spLocks noChangeArrowheads="1"/>
            </p:cNvSpPr>
            <p:nvPr/>
          </p:nvSpPr>
          <p:spPr bwMode="auto">
            <a:xfrm>
              <a:off x="2194" y="603"/>
              <a:ext cx="86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Module 1</a:t>
              </a:r>
            </a:p>
            <a:p>
              <a:pPr algn="ctr" eaLnBrk="1" hangingPunct="1">
                <a:lnSpc>
                  <a:spcPct val="80000"/>
                </a:lnSpc>
                <a:spcBef>
                  <a:spcPct val="50000"/>
                </a:spcBef>
                <a:buFontTx/>
                <a:buNone/>
              </a:pPr>
              <a:r>
                <a:rPr lang="en-US" altLang="en-US" sz="1900">
                  <a:solidFill>
                    <a:srgbClr val="000000"/>
                  </a:solidFill>
                </a:rPr>
                <a:t>8 vào</a:t>
              </a:r>
            </a:p>
          </p:txBody>
        </p:sp>
      </p:grpSp>
      <p:sp>
        <p:nvSpPr>
          <p:cNvPr id="181253" name="Text Box 16">
            <a:extLst>
              <a:ext uri="{FF2B5EF4-FFF2-40B4-BE49-F238E27FC236}">
                <a16:creationId xmlns:a16="http://schemas.microsoft.com/office/drawing/2014/main" id="{AA1DEC22-58B6-476D-B949-9FA1928C1D55}"/>
              </a:ext>
            </a:extLst>
          </p:cNvPr>
          <p:cNvSpPr txBox="1">
            <a:spLocks noChangeArrowheads="1"/>
          </p:cNvSpPr>
          <p:nvPr/>
        </p:nvSpPr>
        <p:spPr bwMode="auto">
          <a:xfrm>
            <a:off x="7272338" y="1835150"/>
            <a:ext cx="1333500" cy="4506913"/>
          </a:xfrm>
          <a:prstGeom prst="rect">
            <a:avLst/>
          </a:prstGeom>
          <a:noFill/>
          <a:ln w="12700" algn="ctr">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AIW0</a:t>
            </a:r>
          </a:p>
          <a:p>
            <a:pPr algn="ctr" eaLnBrk="1" hangingPunct="1">
              <a:lnSpc>
                <a:spcPct val="80000"/>
              </a:lnSpc>
              <a:spcBef>
                <a:spcPct val="50000"/>
              </a:spcBef>
              <a:buFontTx/>
              <a:buNone/>
            </a:pPr>
            <a:r>
              <a:rPr lang="en-US" altLang="en-US" sz="1900">
                <a:solidFill>
                  <a:srgbClr val="000000"/>
                </a:solidFill>
              </a:rPr>
              <a:t>AIW2</a:t>
            </a:r>
          </a:p>
          <a:p>
            <a:pPr algn="ctr" eaLnBrk="1" hangingPunct="1">
              <a:lnSpc>
                <a:spcPct val="80000"/>
              </a:lnSpc>
              <a:spcBef>
                <a:spcPct val="50000"/>
              </a:spcBef>
              <a:buFontTx/>
              <a:buNone/>
            </a:pPr>
            <a:r>
              <a:rPr lang="en-US" altLang="en-US" sz="1900">
                <a:solidFill>
                  <a:srgbClr val="000000"/>
                </a:solidFill>
              </a:rPr>
              <a:t>AIW4</a:t>
            </a: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r>
              <a:rPr lang="en-US" altLang="en-US" sz="1900">
                <a:solidFill>
                  <a:srgbClr val="000000"/>
                </a:solidFill>
              </a:rPr>
              <a:t>AQW0</a:t>
            </a: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r>
              <a:rPr lang="en-US" altLang="en-US" sz="1900">
                <a:solidFill>
                  <a:srgbClr val="000000"/>
                </a:solidFill>
              </a:rPr>
              <a:t>       </a:t>
            </a:r>
          </a:p>
          <a:p>
            <a:pPr algn="ctr" eaLnBrk="1" hangingPunct="1">
              <a:lnSpc>
                <a:spcPct val="80000"/>
              </a:lnSpc>
              <a:spcBef>
                <a:spcPct val="50000"/>
              </a:spcBef>
              <a:buFontTx/>
              <a:buNone/>
            </a:pPr>
            <a:endParaRPr lang="en-US" altLang="en-US" sz="1900">
              <a:solidFill>
                <a:srgbClr val="000000"/>
              </a:solidFill>
            </a:endParaRPr>
          </a:p>
        </p:txBody>
      </p:sp>
      <p:sp>
        <p:nvSpPr>
          <p:cNvPr id="181254" name="Text Box 17">
            <a:extLst>
              <a:ext uri="{FF2B5EF4-FFF2-40B4-BE49-F238E27FC236}">
                <a16:creationId xmlns:a16="http://schemas.microsoft.com/office/drawing/2014/main" id="{B53CA9A2-1055-4D5A-87A5-00C621D1EB0E}"/>
              </a:ext>
            </a:extLst>
          </p:cNvPr>
          <p:cNvSpPr txBox="1">
            <a:spLocks noChangeArrowheads="1"/>
          </p:cNvSpPr>
          <p:nvPr/>
        </p:nvSpPr>
        <p:spPr bwMode="auto">
          <a:xfrm>
            <a:off x="7272338" y="989013"/>
            <a:ext cx="1333500"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Module 2</a:t>
            </a:r>
          </a:p>
          <a:p>
            <a:pPr algn="ctr" eaLnBrk="1" hangingPunct="1">
              <a:lnSpc>
                <a:spcPct val="80000"/>
              </a:lnSpc>
              <a:spcBef>
                <a:spcPct val="50000"/>
              </a:spcBef>
              <a:buFontTx/>
              <a:buNone/>
            </a:pPr>
            <a:r>
              <a:rPr lang="en-US" altLang="en-US" sz="1900">
                <a:solidFill>
                  <a:srgbClr val="000000"/>
                </a:solidFill>
              </a:rPr>
              <a:t>3vào/ 1ra</a:t>
            </a:r>
          </a:p>
        </p:txBody>
      </p:sp>
      <p:grpSp>
        <p:nvGrpSpPr>
          <p:cNvPr id="7" name="Group 18">
            <a:extLst>
              <a:ext uri="{FF2B5EF4-FFF2-40B4-BE49-F238E27FC236}">
                <a16:creationId xmlns:a16="http://schemas.microsoft.com/office/drawing/2014/main" id="{A24431C7-E21E-4F06-B52C-AB5BB57AE2DF}"/>
              </a:ext>
            </a:extLst>
          </p:cNvPr>
          <p:cNvGrpSpPr>
            <a:grpSpLocks/>
          </p:cNvGrpSpPr>
          <p:nvPr/>
        </p:nvGrpSpPr>
        <p:grpSpPr bwMode="auto">
          <a:xfrm>
            <a:off x="8686800" y="949325"/>
            <a:ext cx="1484313" cy="5472113"/>
            <a:chOff x="3880" y="613"/>
            <a:chExt cx="858" cy="3419"/>
          </a:xfrm>
        </p:grpSpPr>
        <p:sp>
          <p:nvSpPr>
            <p:cNvPr id="181265" name="Text Box 19">
              <a:extLst>
                <a:ext uri="{FF2B5EF4-FFF2-40B4-BE49-F238E27FC236}">
                  <a16:creationId xmlns:a16="http://schemas.microsoft.com/office/drawing/2014/main" id="{68686028-C22A-457B-8392-EA038FB2B69A}"/>
                </a:ext>
              </a:extLst>
            </p:cNvPr>
            <p:cNvSpPr txBox="1">
              <a:spLocks noChangeArrowheads="1"/>
            </p:cNvSpPr>
            <p:nvPr/>
          </p:nvSpPr>
          <p:spPr bwMode="auto">
            <a:xfrm>
              <a:off x="3880" y="1193"/>
              <a:ext cx="814" cy="2839"/>
            </a:xfrm>
            <a:prstGeom prst="rect">
              <a:avLst/>
            </a:prstGeom>
            <a:noFill/>
            <a:ln w="12700" algn="ctr">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Q3.0</a:t>
              </a:r>
            </a:p>
            <a:p>
              <a:pPr algn="ctr" eaLnBrk="1" hangingPunct="1">
                <a:lnSpc>
                  <a:spcPct val="80000"/>
                </a:lnSpc>
                <a:spcBef>
                  <a:spcPct val="50000"/>
                </a:spcBef>
                <a:buFontTx/>
                <a:buNone/>
              </a:pPr>
              <a:r>
                <a:rPr lang="en-US" altLang="en-US" sz="1900">
                  <a:solidFill>
                    <a:srgbClr val="000000"/>
                  </a:solidFill>
                </a:rPr>
                <a:t>Q3.1</a:t>
              </a:r>
            </a:p>
            <a:p>
              <a:pPr algn="ctr" eaLnBrk="1" hangingPunct="1">
                <a:lnSpc>
                  <a:spcPct val="80000"/>
                </a:lnSpc>
                <a:spcBef>
                  <a:spcPct val="50000"/>
                </a:spcBef>
                <a:buFontTx/>
                <a:buNone/>
              </a:pPr>
              <a:r>
                <a:rPr lang="en-US" altLang="en-US" sz="1900">
                  <a:solidFill>
                    <a:srgbClr val="000000"/>
                  </a:solidFill>
                </a:rPr>
                <a:t>Q3.2</a:t>
              </a:r>
            </a:p>
            <a:p>
              <a:pPr algn="ctr" eaLnBrk="1" hangingPunct="1">
                <a:lnSpc>
                  <a:spcPct val="80000"/>
                </a:lnSpc>
                <a:spcBef>
                  <a:spcPct val="50000"/>
                </a:spcBef>
                <a:buFontTx/>
                <a:buNone/>
              </a:pPr>
              <a:r>
                <a:rPr lang="en-US" altLang="en-US" sz="1900">
                  <a:solidFill>
                    <a:srgbClr val="000000"/>
                  </a:solidFill>
                </a:rPr>
                <a:t>Q3.3</a:t>
              </a:r>
            </a:p>
            <a:p>
              <a:pPr algn="ctr" eaLnBrk="1" hangingPunct="1">
                <a:lnSpc>
                  <a:spcPct val="80000"/>
                </a:lnSpc>
                <a:spcBef>
                  <a:spcPct val="50000"/>
                </a:spcBef>
                <a:buFontTx/>
                <a:buNone/>
              </a:pPr>
              <a:r>
                <a:rPr lang="en-US" altLang="en-US" sz="1900">
                  <a:solidFill>
                    <a:srgbClr val="000000"/>
                  </a:solidFill>
                </a:rPr>
                <a:t>Q3.4</a:t>
              </a:r>
            </a:p>
            <a:p>
              <a:pPr algn="ctr" eaLnBrk="1" hangingPunct="1">
                <a:lnSpc>
                  <a:spcPct val="80000"/>
                </a:lnSpc>
                <a:spcBef>
                  <a:spcPct val="50000"/>
                </a:spcBef>
                <a:buFontTx/>
                <a:buNone/>
              </a:pPr>
              <a:r>
                <a:rPr lang="en-US" altLang="en-US" sz="1900">
                  <a:solidFill>
                    <a:srgbClr val="000000"/>
                  </a:solidFill>
                </a:rPr>
                <a:t>Q3.5</a:t>
              </a:r>
            </a:p>
            <a:p>
              <a:pPr algn="ctr" eaLnBrk="1" hangingPunct="1">
                <a:lnSpc>
                  <a:spcPct val="80000"/>
                </a:lnSpc>
                <a:spcBef>
                  <a:spcPct val="50000"/>
                </a:spcBef>
                <a:buFontTx/>
                <a:buNone/>
              </a:pPr>
              <a:r>
                <a:rPr lang="en-US" altLang="en-US" sz="1900">
                  <a:solidFill>
                    <a:srgbClr val="000000"/>
                  </a:solidFill>
                </a:rPr>
                <a:t>Q3.6</a:t>
              </a:r>
            </a:p>
            <a:p>
              <a:pPr algn="ctr" eaLnBrk="1" hangingPunct="1">
                <a:lnSpc>
                  <a:spcPct val="80000"/>
                </a:lnSpc>
                <a:spcBef>
                  <a:spcPct val="50000"/>
                </a:spcBef>
                <a:buFontTx/>
                <a:buNone/>
              </a:pPr>
              <a:r>
                <a:rPr lang="en-US" altLang="en-US" sz="1900">
                  <a:solidFill>
                    <a:srgbClr val="000000"/>
                  </a:solidFill>
                </a:rPr>
                <a:t>Q3.7</a:t>
              </a: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p:txBody>
        </p:sp>
        <p:sp>
          <p:nvSpPr>
            <p:cNvPr id="181266" name="Text Box 20">
              <a:extLst>
                <a:ext uri="{FF2B5EF4-FFF2-40B4-BE49-F238E27FC236}">
                  <a16:creationId xmlns:a16="http://schemas.microsoft.com/office/drawing/2014/main" id="{39A8DDA7-6DB3-49DD-8491-3500B93B59F1}"/>
                </a:ext>
              </a:extLst>
            </p:cNvPr>
            <p:cNvSpPr txBox="1">
              <a:spLocks noChangeArrowheads="1"/>
            </p:cNvSpPr>
            <p:nvPr/>
          </p:nvSpPr>
          <p:spPr bwMode="auto">
            <a:xfrm>
              <a:off x="3967" y="613"/>
              <a:ext cx="771"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Module 3</a:t>
              </a:r>
            </a:p>
            <a:p>
              <a:pPr algn="ctr" eaLnBrk="1" hangingPunct="1">
                <a:lnSpc>
                  <a:spcPct val="80000"/>
                </a:lnSpc>
                <a:spcBef>
                  <a:spcPct val="50000"/>
                </a:spcBef>
                <a:buFontTx/>
                <a:buNone/>
              </a:pPr>
              <a:r>
                <a:rPr lang="en-US" altLang="en-US" sz="1900">
                  <a:solidFill>
                    <a:srgbClr val="000000"/>
                  </a:solidFill>
                </a:rPr>
                <a:t>8 ra</a:t>
              </a:r>
            </a:p>
          </p:txBody>
        </p:sp>
      </p:grpSp>
      <p:grpSp>
        <p:nvGrpSpPr>
          <p:cNvPr id="8" name="Group 21">
            <a:extLst>
              <a:ext uri="{FF2B5EF4-FFF2-40B4-BE49-F238E27FC236}">
                <a16:creationId xmlns:a16="http://schemas.microsoft.com/office/drawing/2014/main" id="{3D2004CE-442C-43F9-B718-C36D6CFC74A9}"/>
              </a:ext>
            </a:extLst>
          </p:cNvPr>
          <p:cNvGrpSpPr>
            <a:grpSpLocks/>
          </p:cNvGrpSpPr>
          <p:nvPr/>
        </p:nvGrpSpPr>
        <p:grpSpPr bwMode="auto">
          <a:xfrm>
            <a:off x="10102850" y="985838"/>
            <a:ext cx="1404938" cy="5411787"/>
            <a:chOff x="4728" y="579"/>
            <a:chExt cx="812" cy="3381"/>
          </a:xfrm>
        </p:grpSpPr>
        <p:sp>
          <p:nvSpPr>
            <p:cNvPr id="181263" name="Text Box 22">
              <a:extLst>
                <a:ext uri="{FF2B5EF4-FFF2-40B4-BE49-F238E27FC236}">
                  <a16:creationId xmlns:a16="http://schemas.microsoft.com/office/drawing/2014/main" id="{507C6A62-4F11-4663-AC55-5BBA889DF308}"/>
                </a:ext>
              </a:extLst>
            </p:cNvPr>
            <p:cNvSpPr txBox="1">
              <a:spLocks noChangeArrowheads="1"/>
            </p:cNvSpPr>
            <p:nvPr/>
          </p:nvSpPr>
          <p:spPr bwMode="auto">
            <a:xfrm>
              <a:off x="4769" y="1121"/>
              <a:ext cx="771" cy="2839"/>
            </a:xfrm>
            <a:prstGeom prst="rect">
              <a:avLst/>
            </a:prstGeom>
            <a:noFill/>
            <a:ln w="12700" algn="ctr">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AIW8</a:t>
              </a:r>
            </a:p>
            <a:p>
              <a:pPr algn="ctr" eaLnBrk="1" hangingPunct="1">
                <a:lnSpc>
                  <a:spcPct val="80000"/>
                </a:lnSpc>
                <a:spcBef>
                  <a:spcPct val="50000"/>
                </a:spcBef>
                <a:buFontTx/>
                <a:buNone/>
              </a:pPr>
              <a:r>
                <a:rPr lang="en-US" altLang="en-US" sz="1900">
                  <a:solidFill>
                    <a:srgbClr val="000000"/>
                  </a:solidFill>
                </a:rPr>
                <a:t>AIW10</a:t>
              </a:r>
            </a:p>
            <a:p>
              <a:pPr algn="ctr" eaLnBrk="1" hangingPunct="1">
                <a:lnSpc>
                  <a:spcPct val="80000"/>
                </a:lnSpc>
                <a:spcBef>
                  <a:spcPct val="50000"/>
                </a:spcBef>
                <a:buFontTx/>
                <a:buNone/>
              </a:pPr>
              <a:r>
                <a:rPr lang="en-US" altLang="en-US" sz="1900">
                  <a:solidFill>
                    <a:srgbClr val="000000"/>
                  </a:solidFill>
                </a:rPr>
                <a:t>AIW12</a:t>
              </a: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r>
                <a:rPr lang="en-US" altLang="en-US" sz="1900">
                  <a:solidFill>
                    <a:srgbClr val="000000"/>
                  </a:solidFill>
                </a:rPr>
                <a:t>AQW4</a:t>
              </a: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a:solidFill>
                  <a:srgbClr val="000000"/>
                </a:solidFill>
              </a:endParaRPr>
            </a:p>
            <a:p>
              <a:pPr algn="ctr" eaLnBrk="1" hangingPunct="1">
                <a:lnSpc>
                  <a:spcPct val="80000"/>
                </a:lnSpc>
                <a:spcBef>
                  <a:spcPct val="50000"/>
                </a:spcBef>
                <a:buFontTx/>
                <a:buNone/>
              </a:pPr>
              <a:endParaRPr lang="en-US" altLang="en-US" sz="1900" b="0">
                <a:solidFill>
                  <a:srgbClr val="000000"/>
                </a:solidFill>
              </a:endParaRPr>
            </a:p>
            <a:p>
              <a:pPr algn="ctr" eaLnBrk="1" hangingPunct="1">
                <a:lnSpc>
                  <a:spcPct val="80000"/>
                </a:lnSpc>
                <a:spcBef>
                  <a:spcPct val="50000"/>
                </a:spcBef>
                <a:buFontTx/>
                <a:buNone/>
              </a:pPr>
              <a:endParaRPr lang="en-US" altLang="en-US" sz="1900" b="0">
                <a:solidFill>
                  <a:srgbClr val="000000"/>
                </a:solidFill>
              </a:endParaRPr>
            </a:p>
          </p:txBody>
        </p:sp>
        <p:sp>
          <p:nvSpPr>
            <p:cNvPr id="181264" name="Text Box 23">
              <a:extLst>
                <a:ext uri="{FF2B5EF4-FFF2-40B4-BE49-F238E27FC236}">
                  <a16:creationId xmlns:a16="http://schemas.microsoft.com/office/drawing/2014/main" id="{BA1EEF4E-9853-4D11-B68A-71C8A66A0451}"/>
                </a:ext>
              </a:extLst>
            </p:cNvPr>
            <p:cNvSpPr txBox="1">
              <a:spLocks noChangeArrowheads="1"/>
            </p:cNvSpPr>
            <p:nvPr/>
          </p:nvSpPr>
          <p:spPr bwMode="auto">
            <a:xfrm>
              <a:off x="4728" y="579"/>
              <a:ext cx="771"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lgn="ctr">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lnSpc>
                  <a:spcPct val="80000"/>
                </a:lnSpc>
                <a:spcBef>
                  <a:spcPct val="50000"/>
                </a:spcBef>
                <a:buFontTx/>
                <a:buNone/>
              </a:pPr>
              <a:r>
                <a:rPr lang="en-US" altLang="en-US" sz="1900">
                  <a:solidFill>
                    <a:srgbClr val="000000"/>
                  </a:solidFill>
                </a:rPr>
                <a:t>Module 4</a:t>
              </a:r>
            </a:p>
            <a:p>
              <a:pPr algn="ctr" eaLnBrk="1" hangingPunct="1">
                <a:lnSpc>
                  <a:spcPct val="80000"/>
                </a:lnSpc>
                <a:spcBef>
                  <a:spcPct val="50000"/>
                </a:spcBef>
                <a:buFontTx/>
                <a:buNone/>
              </a:pPr>
              <a:r>
                <a:rPr lang="en-US" altLang="en-US" sz="1900">
                  <a:solidFill>
                    <a:srgbClr val="000000"/>
                  </a:solidFill>
                </a:rPr>
                <a:t>3vào/ 1ra</a:t>
              </a:r>
            </a:p>
          </p:txBody>
        </p:sp>
      </p:grpSp>
      <p:sp>
        <p:nvSpPr>
          <p:cNvPr id="29" name="Title 1">
            <a:extLst>
              <a:ext uri="{FF2B5EF4-FFF2-40B4-BE49-F238E27FC236}">
                <a16:creationId xmlns:a16="http://schemas.microsoft.com/office/drawing/2014/main" id="{1DD63EEB-46A9-49D3-8390-E68E48CAE31A}"/>
              </a:ext>
            </a:extLst>
          </p:cNvPr>
          <p:cNvSpPr txBox="1">
            <a:spLocks/>
          </p:cNvSpPr>
          <p:nvPr/>
        </p:nvSpPr>
        <p:spPr>
          <a:xfrm>
            <a:off x="403225" y="714375"/>
            <a:ext cx="4251599"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EXPANDING CPU IN/OUT PORTS</a:t>
            </a:r>
          </a:p>
        </p:txBody>
      </p:sp>
      <p:cxnSp>
        <p:nvCxnSpPr>
          <p:cNvPr id="28" name="Straight Connector 27">
            <a:extLst>
              <a:ext uri="{FF2B5EF4-FFF2-40B4-BE49-F238E27FC236}">
                <a16:creationId xmlns:a16="http://schemas.microsoft.com/office/drawing/2014/main" id="{B9381436-5962-4B11-AE2D-F0DDC7FE17F7}"/>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B12D6597-0913-42F7-B9C4-0E18C515FD40}"/>
              </a:ext>
            </a:extLst>
          </p:cNvPr>
          <p:cNvSpPr>
            <a:spLocks noGrp="1"/>
          </p:cNvSpPr>
          <p:nvPr>
            <p:ph type="sldNum" sz="quarter" idx="12"/>
          </p:nvPr>
        </p:nvSpPr>
        <p:spPr>
          <a:xfrm>
            <a:off x="8605838" y="6468363"/>
            <a:ext cx="2743200" cy="365125"/>
          </a:xfrm>
        </p:spPr>
        <p:txBody>
          <a:bodyPr/>
          <a:lstStyle/>
          <a:p>
            <a:fld id="{C0F2E6AA-6632-4CDB-8340-A97DF37D0A28}" type="slidenum">
              <a:rPr lang="en-US" altLang="en-US" smtClean="0"/>
              <a:pPr/>
              <a:t>39</a:t>
            </a:fld>
            <a:endParaRPr lang="en-US" altLang="en-US"/>
          </a:p>
        </p:txBody>
      </p:sp>
      <p:cxnSp>
        <p:nvCxnSpPr>
          <p:cNvPr id="30" name="Straight Connector 29">
            <a:extLst>
              <a:ext uri="{FF2B5EF4-FFF2-40B4-BE49-F238E27FC236}">
                <a16:creationId xmlns:a16="http://schemas.microsoft.com/office/drawing/2014/main" id="{07EA0132-A0F8-47B0-88D5-4EB6E33000FB}"/>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32" name="Picture 31" descr="A close-up of a logo&#10;&#10;Description automatically generated">
            <a:extLst>
              <a:ext uri="{FF2B5EF4-FFF2-40B4-BE49-F238E27FC236}">
                <a16:creationId xmlns:a16="http://schemas.microsoft.com/office/drawing/2014/main" id="{6D9303E1-8EFB-45F2-AE2C-7AFFFED0D5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33" name="Title 1">
            <a:extLst>
              <a:ext uri="{FF2B5EF4-FFF2-40B4-BE49-F238E27FC236}">
                <a16:creationId xmlns:a16="http://schemas.microsoft.com/office/drawing/2014/main" id="{D05032D6-1A95-4139-B800-C4EB20ABF157}"/>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34" name="TextBox 33">
            <a:extLst>
              <a:ext uri="{FF2B5EF4-FFF2-40B4-BE49-F238E27FC236}">
                <a16:creationId xmlns:a16="http://schemas.microsoft.com/office/drawing/2014/main" id="{77EA12E9-FD99-4069-BA4E-5E40C295B342}"/>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ppt_x"/>
                                          </p:val>
                                        </p:tav>
                                        <p:tav tm="100000">
                                          <p:val>
                                            <p:strVal val="#ppt_x"/>
                                          </p:val>
                                        </p:tav>
                                      </p:tavLst>
                                    </p:anim>
                                    <p:anim calcmode="lin" valueType="num">
                                      <p:cBhvr additive="base">
                                        <p:cTn id="14"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ppt_x"/>
                                          </p:val>
                                        </p:tav>
                                        <p:tav tm="100000">
                                          <p:val>
                                            <p:strVal val="#ppt_x"/>
                                          </p:val>
                                        </p:tav>
                                      </p:tavLst>
                                    </p:anim>
                                    <p:anim calcmode="lin" valueType="num">
                                      <p:cBhvr additive="base">
                                        <p:cTn id="20"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1000" fill="hold"/>
                                        <p:tgtEl>
                                          <p:spTgt spid="7"/>
                                        </p:tgtEl>
                                        <p:attrNameLst>
                                          <p:attrName>ppt_x</p:attrName>
                                        </p:attrNameLst>
                                      </p:cBhvr>
                                      <p:tavLst>
                                        <p:tav tm="0">
                                          <p:val>
                                            <p:strVal val="#ppt_x"/>
                                          </p:val>
                                        </p:tav>
                                        <p:tav tm="100000">
                                          <p:val>
                                            <p:strVal val="#ppt_x"/>
                                          </p:val>
                                        </p:tav>
                                      </p:tavLst>
                                    </p:anim>
                                    <p:anim calcmode="lin" valueType="num">
                                      <p:cBhvr additive="base">
                                        <p:cTn id="26"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2000" fill="hold"/>
                                        <p:tgtEl>
                                          <p:spTgt spid="8"/>
                                        </p:tgtEl>
                                        <p:attrNameLst>
                                          <p:attrName>ppt_x</p:attrName>
                                        </p:attrNameLst>
                                      </p:cBhvr>
                                      <p:tavLst>
                                        <p:tav tm="0">
                                          <p:val>
                                            <p:strVal val="#ppt_x"/>
                                          </p:val>
                                        </p:tav>
                                        <p:tav tm="100000">
                                          <p:val>
                                            <p:strVal val="#ppt_x"/>
                                          </p:val>
                                        </p:tav>
                                      </p:tavLst>
                                    </p:anim>
                                    <p:anim calcmode="lin" valueType="num">
                                      <p:cBhvr additive="base">
                                        <p:cTn id="32" dur="2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Title 1">
            <a:extLst>
              <a:ext uri="{FF2B5EF4-FFF2-40B4-BE49-F238E27FC236}">
                <a16:creationId xmlns:a16="http://schemas.microsoft.com/office/drawing/2014/main" id="{80DCF1E4-5C5D-4867-B65C-7B222ED4E447}"/>
              </a:ext>
            </a:extLst>
          </p:cNvPr>
          <p:cNvSpPr txBox="1">
            <a:spLocks/>
          </p:cNvSpPr>
          <p:nvPr/>
        </p:nvSpPr>
        <p:spPr>
          <a:xfrm>
            <a:off x="263525" y="815975"/>
            <a:ext cx="4536331"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EXPANDING CPU IN/OUT PORTS</a:t>
            </a:r>
          </a:p>
        </p:txBody>
      </p:sp>
      <p:pic>
        <p:nvPicPr>
          <p:cNvPr id="183299" name="Picture 2" descr="Central Processing Unit CPU 1200 | Simatic S7-1200 | Buy now!">
            <a:extLst>
              <a:ext uri="{FF2B5EF4-FFF2-40B4-BE49-F238E27FC236}">
                <a16:creationId xmlns:a16="http://schemas.microsoft.com/office/drawing/2014/main" id="{F2C02899-B920-43CA-A402-F7EA7BAAE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9856" y="3888484"/>
            <a:ext cx="5502275" cy="228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3300" name="Group 5">
            <a:extLst>
              <a:ext uri="{FF2B5EF4-FFF2-40B4-BE49-F238E27FC236}">
                <a16:creationId xmlns:a16="http://schemas.microsoft.com/office/drawing/2014/main" id="{DC0EF69E-FE39-44DB-A063-64E91799A997}"/>
              </a:ext>
            </a:extLst>
          </p:cNvPr>
          <p:cNvGrpSpPr>
            <a:grpSpLocks/>
          </p:cNvGrpSpPr>
          <p:nvPr/>
        </p:nvGrpSpPr>
        <p:grpSpPr bwMode="auto">
          <a:xfrm>
            <a:off x="4799856" y="1238056"/>
            <a:ext cx="5502275" cy="2335213"/>
            <a:chOff x="1733550" y="1303867"/>
            <a:chExt cx="5676899" cy="2676790"/>
          </a:xfrm>
        </p:grpSpPr>
        <p:pic>
          <p:nvPicPr>
            <p:cNvPr id="183306" name="Picture 4" descr="SPS programmieren lernen - Online Grundkurs (Kapitel 5.1) Step7 TIA /  Projekt und Hardware erstellen - YouTube">
              <a:extLst>
                <a:ext uri="{FF2B5EF4-FFF2-40B4-BE49-F238E27FC236}">
                  <a16:creationId xmlns:a16="http://schemas.microsoft.com/office/drawing/2014/main" id="{E5D0CA5B-4638-4893-938B-048FF7A9A7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6173"/>
            <a:stretch>
              <a:fillRect/>
            </a:stretch>
          </p:blipFill>
          <p:spPr bwMode="auto">
            <a:xfrm>
              <a:off x="1733550" y="1303867"/>
              <a:ext cx="5676899" cy="2676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07" name="Rectangle 2">
              <a:extLst>
                <a:ext uri="{FF2B5EF4-FFF2-40B4-BE49-F238E27FC236}">
                  <a16:creationId xmlns:a16="http://schemas.microsoft.com/office/drawing/2014/main" id="{0DE62DB5-D12F-4C23-8234-9BA00BE6B988}"/>
                </a:ext>
              </a:extLst>
            </p:cNvPr>
            <p:cNvSpPr>
              <a:spLocks noChangeArrowheads="1"/>
            </p:cNvSpPr>
            <p:nvPr/>
          </p:nvSpPr>
          <p:spPr bwMode="auto">
            <a:xfrm>
              <a:off x="6341269" y="1412776"/>
              <a:ext cx="967035" cy="1152128"/>
            </a:xfrm>
            <a:prstGeom prst="rect">
              <a:avLst/>
            </a:prstGeom>
            <a:solidFill>
              <a:schemeClr val="bg1"/>
            </a:solidFill>
            <a:ln w="38100" algn="ctr">
              <a:solidFill>
                <a:schemeClr val="bg1"/>
              </a:solidFill>
              <a:round/>
              <a:headEnd/>
              <a:tailEnd/>
            </a:ln>
          </p:spPr>
          <p:txBody>
            <a:bodyPr lIns="90000" tIns="46800" rIns="90000" bIns="46800"/>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GB" altLang="en-US" sz="2400" b="0">
                <a:solidFill>
                  <a:srgbClr val="FFFFFF"/>
                </a:solidFill>
                <a:latin typeface="Arial" panose="020B0604020202020204" pitchFamily="34" charset="0"/>
              </a:endParaRPr>
            </a:p>
          </p:txBody>
        </p:sp>
      </p:grpSp>
      <p:cxnSp>
        <p:nvCxnSpPr>
          <p:cNvPr id="13" name="Straight Connector 12">
            <a:extLst>
              <a:ext uri="{FF2B5EF4-FFF2-40B4-BE49-F238E27FC236}">
                <a16:creationId xmlns:a16="http://schemas.microsoft.com/office/drawing/2014/main" id="{EFD0BA9A-5C8A-4C57-B9DE-15472244D0D4}"/>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82B540E6-55B0-4055-9161-68453CC4D034}"/>
              </a:ext>
            </a:extLst>
          </p:cNvPr>
          <p:cNvSpPr>
            <a:spLocks noGrp="1"/>
          </p:cNvSpPr>
          <p:nvPr>
            <p:ph type="sldNum" sz="quarter" idx="12"/>
          </p:nvPr>
        </p:nvSpPr>
        <p:spPr>
          <a:xfrm>
            <a:off x="8686800" y="6492875"/>
            <a:ext cx="2743200" cy="365125"/>
          </a:xfrm>
        </p:spPr>
        <p:txBody>
          <a:bodyPr/>
          <a:lstStyle/>
          <a:p>
            <a:fld id="{C0F2E6AA-6632-4CDB-8340-A97DF37D0A28}" type="slidenum">
              <a:rPr lang="en-US" altLang="en-US" smtClean="0"/>
              <a:pPr/>
              <a:t>40</a:t>
            </a:fld>
            <a:endParaRPr lang="en-US" altLang="en-US"/>
          </a:p>
        </p:txBody>
      </p:sp>
      <p:cxnSp>
        <p:nvCxnSpPr>
          <p:cNvPr id="14" name="Straight Connector 13">
            <a:extLst>
              <a:ext uri="{FF2B5EF4-FFF2-40B4-BE49-F238E27FC236}">
                <a16:creationId xmlns:a16="http://schemas.microsoft.com/office/drawing/2014/main" id="{F661353E-09D0-47B3-A5E6-B0BB427687FB}"/>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5" name="Picture 14" descr="A close-up of a logo&#10;&#10;Description automatically generated">
            <a:extLst>
              <a:ext uri="{FF2B5EF4-FFF2-40B4-BE49-F238E27FC236}">
                <a16:creationId xmlns:a16="http://schemas.microsoft.com/office/drawing/2014/main" id="{F361B236-95D2-49B3-942C-829F1FB604C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6" name="Title 1">
            <a:extLst>
              <a:ext uri="{FF2B5EF4-FFF2-40B4-BE49-F238E27FC236}">
                <a16:creationId xmlns:a16="http://schemas.microsoft.com/office/drawing/2014/main" id="{E5451039-4545-422E-A072-DF70B9218322}"/>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7" name="TextBox 16">
            <a:extLst>
              <a:ext uri="{FF2B5EF4-FFF2-40B4-BE49-F238E27FC236}">
                <a16:creationId xmlns:a16="http://schemas.microsoft.com/office/drawing/2014/main" id="{59C28D62-750A-4BF0-A60F-789AC4103F40}"/>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9" name="Rectangle 3">
            <a:extLst>
              <a:ext uri="{FF2B5EF4-FFF2-40B4-BE49-F238E27FC236}">
                <a16:creationId xmlns:a16="http://schemas.microsoft.com/office/drawing/2014/main" id="{202D4D5C-01EF-48F1-A5B0-575AA204F3F5}"/>
              </a:ext>
            </a:extLst>
          </p:cNvPr>
          <p:cNvSpPr>
            <a:spLocks noGrp="1" noChangeArrowheads="1"/>
          </p:cNvSpPr>
          <p:nvPr>
            <p:ph idx="1"/>
          </p:nvPr>
        </p:nvSpPr>
        <p:spPr>
          <a:xfrm>
            <a:off x="1558925" y="1484313"/>
            <a:ext cx="9829800" cy="4776787"/>
          </a:xfrm>
        </p:spPr>
        <p:txBody>
          <a:bodyPr/>
          <a:lstStyle/>
          <a:p>
            <a:pPr eaLnBrk="1" hangingPunct="1">
              <a:lnSpc>
                <a:spcPct val="80000"/>
              </a:lnSpc>
              <a:buFontTx/>
              <a:buNone/>
            </a:pPr>
            <a:r>
              <a:rPr lang="en-US" altLang="en-US" sz="2000" dirty="0"/>
              <a:t>	</a:t>
            </a:r>
            <a:r>
              <a:rPr lang="en-US" altLang="en-US" sz="2400" dirty="0"/>
              <a:t>The PLC performs the program in a repeating cycle. Each loop is called a scan loop.</a:t>
            </a:r>
            <a:endParaRPr lang="en-US" altLang="en-US" sz="2000" dirty="0"/>
          </a:p>
        </p:txBody>
      </p:sp>
      <p:sp>
        <p:nvSpPr>
          <p:cNvPr id="4" name="Slide Number Placeholder 3">
            <a:extLst>
              <a:ext uri="{FF2B5EF4-FFF2-40B4-BE49-F238E27FC236}">
                <a16:creationId xmlns:a16="http://schemas.microsoft.com/office/drawing/2014/main" id="{F68596FE-CC0E-4FDB-8684-B974B91AC7F5}"/>
              </a:ext>
            </a:extLst>
          </p:cNvPr>
          <p:cNvSpPr>
            <a:spLocks noGrp="1"/>
          </p:cNvSpPr>
          <p:nvPr>
            <p:ph type="sldNum" sz="quarter" idx="12"/>
          </p:nvPr>
        </p:nvSpPr>
        <p:spPr>
          <a:xfrm>
            <a:off x="8645525" y="6455097"/>
            <a:ext cx="2743200" cy="365125"/>
          </a:xfrm>
        </p:spPr>
        <p:txBody>
          <a:bodyPr/>
          <a:lstStyle/>
          <a:p>
            <a:fld id="{463DAC6F-37B0-497B-9F88-A4FC17849BDA}" type="slidenum">
              <a:rPr lang="en-US" altLang="en-US" smtClean="0"/>
              <a:pPr/>
              <a:t>41</a:t>
            </a:fld>
            <a:endParaRPr lang="en-US" altLang="en-US"/>
          </a:p>
        </p:txBody>
      </p:sp>
      <p:grpSp>
        <p:nvGrpSpPr>
          <p:cNvPr id="2" name="Group 4">
            <a:extLst>
              <a:ext uri="{FF2B5EF4-FFF2-40B4-BE49-F238E27FC236}">
                <a16:creationId xmlns:a16="http://schemas.microsoft.com/office/drawing/2014/main" id="{D7FCC832-D966-43D5-90DD-51BCFE88EB63}"/>
              </a:ext>
            </a:extLst>
          </p:cNvPr>
          <p:cNvGrpSpPr>
            <a:grpSpLocks/>
          </p:cNvGrpSpPr>
          <p:nvPr/>
        </p:nvGrpSpPr>
        <p:grpSpPr bwMode="auto">
          <a:xfrm>
            <a:off x="5186363" y="2897188"/>
            <a:ext cx="1922462" cy="1890712"/>
            <a:chOff x="2307" y="1825"/>
            <a:chExt cx="1211" cy="1191"/>
          </a:xfrm>
        </p:grpSpPr>
        <p:sp>
          <p:nvSpPr>
            <p:cNvPr id="185355" name="Oval 5">
              <a:extLst>
                <a:ext uri="{FF2B5EF4-FFF2-40B4-BE49-F238E27FC236}">
                  <a16:creationId xmlns:a16="http://schemas.microsoft.com/office/drawing/2014/main" id="{8103FEC0-57DF-428C-8E86-7A101AD91FB2}"/>
                </a:ext>
              </a:extLst>
            </p:cNvPr>
            <p:cNvSpPr>
              <a:spLocks noChangeArrowheads="1"/>
            </p:cNvSpPr>
            <p:nvPr/>
          </p:nvSpPr>
          <p:spPr bwMode="auto">
            <a:xfrm>
              <a:off x="2362" y="1879"/>
              <a:ext cx="1101" cy="1092"/>
            </a:xfrm>
            <a:prstGeom prst="ellipse">
              <a:avLst/>
            </a:prstGeom>
            <a:noFill/>
            <a:ln w="38100" algn="ctr">
              <a:solidFill>
                <a:srgbClr val="ED8843"/>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85356" name="Rectangle 6">
              <a:extLst>
                <a:ext uri="{FF2B5EF4-FFF2-40B4-BE49-F238E27FC236}">
                  <a16:creationId xmlns:a16="http://schemas.microsoft.com/office/drawing/2014/main" id="{45BD1F21-C918-48B3-B355-B650E90A0EE4}"/>
                </a:ext>
              </a:extLst>
            </p:cNvPr>
            <p:cNvSpPr>
              <a:spLocks noChangeArrowheads="1"/>
            </p:cNvSpPr>
            <p:nvPr/>
          </p:nvSpPr>
          <p:spPr bwMode="auto">
            <a:xfrm>
              <a:off x="3408" y="2370"/>
              <a:ext cx="110" cy="109"/>
            </a:xfrm>
            <a:prstGeom prst="rect">
              <a:avLst/>
            </a:prstGeom>
            <a:solidFill>
              <a:schemeClr val="accent1"/>
            </a:solidFill>
            <a:ln w="38100" algn="ctr">
              <a:solidFill>
                <a:srgbClr val="ED8843"/>
              </a:solidFill>
              <a:miter lim="800000"/>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85357" name="Rectangle 7">
              <a:extLst>
                <a:ext uri="{FF2B5EF4-FFF2-40B4-BE49-F238E27FC236}">
                  <a16:creationId xmlns:a16="http://schemas.microsoft.com/office/drawing/2014/main" id="{4253CC0E-7281-4B35-AB62-AE20627F5D17}"/>
                </a:ext>
              </a:extLst>
            </p:cNvPr>
            <p:cNvSpPr>
              <a:spLocks noChangeArrowheads="1"/>
            </p:cNvSpPr>
            <p:nvPr/>
          </p:nvSpPr>
          <p:spPr bwMode="auto">
            <a:xfrm>
              <a:off x="2858" y="2907"/>
              <a:ext cx="110" cy="109"/>
            </a:xfrm>
            <a:prstGeom prst="rect">
              <a:avLst/>
            </a:prstGeom>
            <a:solidFill>
              <a:schemeClr val="accent1"/>
            </a:solidFill>
            <a:ln w="38100" algn="ctr">
              <a:solidFill>
                <a:srgbClr val="ED8843"/>
              </a:solidFill>
              <a:miter lim="800000"/>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85358" name="Rectangle 8">
              <a:extLst>
                <a:ext uri="{FF2B5EF4-FFF2-40B4-BE49-F238E27FC236}">
                  <a16:creationId xmlns:a16="http://schemas.microsoft.com/office/drawing/2014/main" id="{AF8753DE-CF3B-41EA-828B-FB1E0C67D801}"/>
                </a:ext>
              </a:extLst>
            </p:cNvPr>
            <p:cNvSpPr>
              <a:spLocks noChangeArrowheads="1"/>
            </p:cNvSpPr>
            <p:nvPr/>
          </p:nvSpPr>
          <p:spPr bwMode="auto">
            <a:xfrm>
              <a:off x="2307" y="2370"/>
              <a:ext cx="110" cy="109"/>
            </a:xfrm>
            <a:prstGeom prst="rect">
              <a:avLst/>
            </a:prstGeom>
            <a:solidFill>
              <a:schemeClr val="accent1"/>
            </a:solidFill>
            <a:ln w="38100" algn="ctr">
              <a:solidFill>
                <a:srgbClr val="ED8843"/>
              </a:solidFill>
              <a:miter lim="800000"/>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85359" name="Rectangle 9">
              <a:extLst>
                <a:ext uri="{FF2B5EF4-FFF2-40B4-BE49-F238E27FC236}">
                  <a16:creationId xmlns:a16="http://schemas.microsoft.com/office/drawing/2014/main" id="{FDF3E8DC-C42B-4102-8B79-2079B61812CB}"/>
                </a:ext>
              </a:extLst>
            </p:cNvPr>
            <p:cNvSpPr>
              <a:spLocks noChangeArrowheads="1"/>
            </p:cNvSpPr>
            <p:nvPr/>
          </p:nvSpPr>
          <p:spPr bwMode="auto">
            <a:xfrm>
              <a:off x="2858" y="1825"/>
              <a:ext cx="110" cy="109"/>
            </a:xfrm>
            <a:prstGeom prst="rect">
              <a:avLst/>
            </a:prstGeom>
            <a:solidFill>
              <a:schemeClr val="accent1"/>
            </a:solidFill>
            <a:ln w="38100" algn="ctr">
              <a:solidFill>
                <a:srgbClr val="ED8843"/>
              </a:solidFill>
              <a:miter lim="800000"/>
              <a:headEnd/>
              <a:tailE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en-US" altLang="en-US" sz="2400" b="0">
                <a:solidFill>
                  <a:srgbClr val="000000"/>
                </a:solidFill>
              </a:endParaRPr>
            </a:p>
          </p:txBody>
        </p:sp>
        <p:sp>
          <p:nvSpPr>
            <p:cNvPr id="185360" name="Line 10">
              <a:extLst>
                <a:ext uri="{FF2B5EF4-FFF2-40B4-BE49-F238E27FC236}">
                  <a16:creationId xmlns:a16="http://schemas.microsoft.com/office/drawing/2014/main" id="{56DC8C74-9EEE-44C6-AF49-CD1762490629}"/>
                </a:ext>
              </a:extLst>
            </p:cNvPr>
            <p:cNvSpPr>
              <a:spLocks noChangeShapeType="1"/>
            </p:cNvSpPr>
            <p:nvPr/>
          </p:nvSpPr>
          <p:spPr bwMode="auto">
            <a:xfrm flipH="1">
              <a:off x="3243" y="2753"/>
              <a:ext cx="220" cy="218"/>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5361" name="Line 11">
              <a:extLst>
                <a:ext uri="{FF2B5EF4-FFF2-40B4-BE49-F238E27FC236}">
                  <a16:creationId xmlns:a16="http://schemas.microsoft.com/office/drawing/2014/main" id="{BD7F2A4E-CA44-40AD-9EE4-8167EA797BCC}"/>
                </a:ext>
              </a:extLst>
            </p:cNvPr>
            <p:cNvSpPr>
              <a:spLocks noChangeShapeType="1"/>
            </p:cNvSpPr>
            <p:nvPr/>
          </p:nvSpPr>
          <p:spPr bwMode="auto">
            <a:xfrm>
              <a:off x="2362" y="2753"/>
              <a:ext cx="220" cy="218"/>
            </a:xfrm>
            <a:prstGeom prst="line">
              <a:avLst/>
            </a:prstGeom>
            <a:noFill/>
            <a:ln w="38100">
              <a:solidFill>
                <a:srgbClr val="ED8843"/>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85362" name="Line 12">
              <a:extLst>
                <a:ext uri="{FF2B5EF4-FFF2-40B4-BE49-F238E27FC236}">
                  <a16:creationId xmlns:a16="http://schemas.microsoft.com/office/drawing/2014/main" id="{5F33A1D8-268A-4DB1-BC2A-49BF73B3729C}"/>
                </a:ext>
              </a:extLst>
            </p:cNvPr>
            <p:cNvSpPr>
              <a:spLocks noChangeShapeType="1"/>
            </p:cNvSpPr>
            <p:nvPr/>
          </p:nvSpPr>
          <p:spPr bwMode="auto">
            <a:xfrm flipV="1">
              <a:off x="2362" y="1879"/>
              <a:ext cx="220" cy="219"/>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5363" name="Line 13">
              <a:extLst>
                <a:ext uri="{FF2B5EF4-FFF2-40B4-BE49-F238E27FC236}">
                  <a16:creationId xmlns:a16="http://schemas.microsoft.com/office/drawing/2014/main" id="{05ACE360-F2D6-4C92-85FB-65E869116DD5}"/>
                </a:ext>
              </a:extLst>
            </p:cNvPr>
            <p:cNvSpPr>
              <a:spLocks noChangeShapeType="1"/>
            </p:cNvSpPr>
            <p:nvPr/>
          </p:nvSpPr>
          <p:spPr bwMode="auto">
            <a:xfrm>
              <a:off x="3243" y="1879"/>
              <a:ext cx="220" cy="219"/>
            </a:xfrm>
            <a:prstGeom prst="line">
              <a:avLst/>
            </a:prstGeom>
            <a:noFill/>
            <a:ln w="38100">
              <a:solidFill>
                <a:srgbClr val="ED884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9950" name="Text Box 14">
            <a:extLst>
              <a:ext uri="{FF2B5EF4-FFF2-40B4-BE49-F238E27FC236}">
                <a16:creationId xmlns:a16="http://schemas.microsoft.com/office/drawing/2014/main" id="{17027E33-A260-40D8-8E97-F4F82C5555A5}"/>
              </a:ext>
            </a:extLst>
          </p:cNvPr>
          <p:cNvSpPr txBox="1">
            <a:spLocks noChangeArrowheads="1"/>
          </p:cNvSpPr>
          <p:nvPr/>
        </p:nvSpPr>
        <p:spPr bwMode="auto">
          <a:xfrm>
            <a:off x="3490640" y="5615782"/>
            <a:ext cx="5399088" cy="527050"/>
          </a:xfrm>
          <a:prstGeom prst="rect">
            <a:avLst/>
          </a:prstGeom>
          <a:solidFill>
            <a:srgbClr val="B3B3B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dirty="0">
                <a:solidFill>
                  <a:srgbClr val="000000"/>
                </a:solidFill>
              </a:rPr>
              <a:t>PLC scan cycle</a:t>
            </a:r>
            <a:endParaRPr lang="en-US" altLang="en-US" sz="2800" b="0" dirty="0">
              <a:solidFill>
                <a:srgbClr val="000000"/>
              </a:solidFill>
            </a:endParaRPr>
          </a:p>
        </p:txBody>
      </p:sp>
      <p:sp>
        <p:nvSpPr>
          <p:cNvPr id="39951" name="Text Box 15">
            <a:extLst>
              <a:ext uri="{FF2B5EF4-FFF2-40B4-BE49-F238E27FC236}">
                <a16:creationId xmlns:a16="http://schemas.microsoft.com/office/drawing/2014/main" id="{756C26C0-B15C-4D1B-8E19-AFB1C248712E}"/>
              </a:ext>
            </a:extLst>
          </p:cNvPr>
          <p:cNvSpPr txBox="1">
            <a:spLocks noChangeArrowheads="1"/>
          </p:cNvSpPr>
          <p:nvPr/>
        </p:nvSpPr>
        <p:spPr bwMode="auto">
          <a:xfrm>
            <a:off x="7196138" y="2636838"/>
            <a:ext cx="3796406"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b="0" dirty="0">
                <a:solidFill>
                  <a:srgbClr val="000000"/>
                </a:solidFill>
              </a:rPr>
              <a:t>1/ Entering the periphery into the virtual cache</a:t>
            </a:r>
          </a:p>
        </p:txBody>
      </p:sp>
      <p:sp>
        <p:nvSpPr>
          <p:cNvPr id="39952" name="Text Box 16">
            <a:extLst>
              <a:ext uri="{FF2B5EF4-FFF2-40B4-BE49-F238E27FC236}">
                <a16:creationId xmlns:a16="http://schemas.microsoft.com/office/drawing/2014/main" id="{CDEA0C43-5C30-479F-8BF4-962943265C2B}"/>
              </a:ext>
            </a:extLst>
          </p:cNvPr>
          <p:cNvSpPr txBox="1">
            <a:spLocks noChangeArrowheads="1"/>
          </p:cNvSpPr>
          <p:nvPr/>
        </p:nvSpPr>
        <p:spPr bwMode="auto">
          <a:xfrm>
            <a:off x="7248525" y="4392613"/>
            <a:ext cx="2962275"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b="0" dirty="0">
                <a:solidFill>
                  <a:srgbClr val="000000"/>
                </a:solidFill>
              </a:rPr>
              <a:t>2/ Implementation of the program</a:t>
            </a:r>
          </a:p>
        </p:txBody>
      </p:sp>
      <p:sp>
        <p:nvSpPr>
          <p:cNvPr id="39953" name="Text Box 17">
            <a:extLst>
              <a:ext uri="{FF2B5EF4-FFF2-40B4-BE49-F238E27FC236}">
                <a16:creationId xmlns:a16="http://schemas.microsoft.com/office/drawing/2014/main" id="{A9971C06-E1AE-4E46-8710-0DF43AC3B7D7}"/>
              </a:ext>
            </a:extLst>
          </p:cNvPr>
          <p:cNvSpPr txBox="1">
            <a:spLocks noChangeArrowheads="1"/>
          </p:cNvSpPr>
          <p:nvPr/>
        </p:nvSpPr>
        <p:spPr bwMode="auto">
          <a:xfrm>
            <a:off x="1960563" y="4392613"/>
            <a:ext cx="2911475" cy="84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b="0" dirty="0">
                <a:solidFill>
                  <a:srgbClr val="000000"/>
                </a:solidFill>
              </a:rPr>
              <a:t>3/ Communication and error self-testing</a:t>
            </a:r>
          </a:p>
        </p:txBody>
      </p:sp>
      <p:sp>
        <p:nvSpPr>
          <p:cNvPr id="39954" name="Text Box 18">
            <a:extLst>
              <a:ext uri="{FF2B5EF4-FFF2-40B4-BE49-F238E27FC236}">
                <a16:creationId xmlns:a16="http://schemas.microsoft.com/office/drawing/2014/main" id="{DFBF95E5-085D-49E4-9221-3584348AC94F}"/>
              </a:ext>
            </a:extLst>
          </p:cNvPr>
          <p:cNvSpPr txBox="1">
            <a:spLocks noChangeArrowheads="1"/>
          </p:cNvSpPr>
          <p:nvPr/>
        </p:nvSpPr>
        <p:spPr bwMode="auto">
          <a:xfrm>
            <a:off x="1960563" y="2636838"/>
            <a:ext cx="3487737"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b="0" dirty="0">
                <a:solidFill>
                  <a:srgbClr val="000000"/>
                </a:solidFill>
              </a:rPr>
              <a:t>4/ Transfer data from the virtual cache to the offsite</a:t>
            </a:r>
          </a:p>
        </p:txBody>
      </p:sp>
      <p:sp>
        <p:nvSpPr>
          <p:cNvPr id="24" name="Title 1">
            <a:extLst>
              <a:ext uri="{FF2B5EF4-FFF2-40B4-BE49-F238E27FC236}">
                <a16:creationId xmlns:a16="http://schemas.microsoft.com/office/drawing/2014/main" id="{8EFA352C-6AAB-4D19-9148-3131BFCC1345}"/>
              </a:ext>
            </a:extLst>
          </p:cNvPr>
          <p:cNvSpPr txBox="1">
            <a:spLocks/>
          </p:cNvSpPr>
          <p:nvPr/>
        </p:nvSpPr>
        <p:spPr>
          <a:xfrm>
            <a:off x="334962" y="803275"/>
            <a:ext cx="4320877"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4"/>
                </a:solidFill>
                <a:effectLst>
                  <a:outerShdw blurRad="38100" dist="38100" dir="2700000" algn="tl">
                    <a:srgbClr val="C0C0C0"/>
                  </a:outerShdw>
                </a:effectLst>
                <a:cs typeface="Times New Roman" panose="02020603050405020304" pitchFamily="18" charset="0"/>
              </a:rPr>
              <a:t>PROGRAM IMPLEMENTATION</a:t>
            </a:r>
          </a:p>
        </p:txBody>
      </p:sp>
      <p:cxnSp>
        <p:nvCxnSpPr>
          <p:cNvPr id="21" name="Straight Connector 20">
            <a:extLst>
              <a:ext uri="{FF2B5EF4-FFF2-40B4-BE49-F238E27FC236}">
                <a16:creationId xmlns:a16="http://schemas.microsoft.com/office/drawing/2014/main" id="{4176494A-83BF-4AB0-86C7-B922D2FEBDB9}"/>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2" name="Picture 21" descr="A close-up of a logo&#10;&#10;Description automatically generated">
            <a:extLst>
              <a:ext uri="{FF2B5EF4-FFF2-40B4-BE49-F238E27FC236}">
                <a16:creationId xmlns:a16="http://schemas.microsoft.com/office/drawing/2014/main" id="{9341F6FF-44F1-48BA-98F2-9F09DDE2D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23" name="Title 1">
            <a:extLst>
              <a:ext uri="{FF2B5EF4-FFF2-40B4-BE49-F238E27FC236}">
                <a16:creationId xmlns:a16="http://schemas.microsoft.com/office/drawing/2014/main" id="{18CDF300-1CE4-4AE2-B588-0F1102F76BD0}"/>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25" name="TextBox 24">
            <a:extLst>
              <a:ext uri="{FF2B5EF4-FFF2-40B4-BE49-F238E27FC236}">
                <a16:creationId xmlns:a16="http://schemas.microsoft.com/office/drawing/2014/main" id="{E2424108-1BEE-4F09-A9EC-3E2032D4325B}"/>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26" name="Straight Connector 25">
            <a:extLst>
              <a:ext uri="{FF2B5EF4-FFF2-40B4-BE49-F238E27FC236}">
                <a16:creationId xmlns:a16="http://schemas.microsoft.com/office/drawing/2014/main" id="{AD6FF50B-355B-42D5-8BD2-D86517292372}"/>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diamond(in)">
                                      <p:cBhvr>
                                        <p:cTn id="7" dur="1000"/>
                                        <p:tgtEl>
                                          <p:spTgt spid="399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1000" fill="hold"/>
                                        <p:tgtEl>
                                          <p:spTgt spid="2"/>
                                        </p:tgtEl>
                                        <p:attrNameLst>
                                          <p:attrName>ppt_x</p:attrName>
                                        </p:attrNameLst>
                                      </p:cBhvr>
                                      <p:tavLst>
                                        <p:tav tm="0">
                                          <p:val>
                                            <p:strVal val="#ppt_x"/>
                                          </p:val>
                                        </p:tav>
                                        <p:tav tm="100000">
                                          <p:val>
                                            <p:strVal val="#ppt_x"/>
                                          </p:val>
                                        </p:tav>
                                      </p:tavLst>
                                    </p:anim>
                                    <p:anim calcmode="lin" valueType="num">
                                      <p:cBhvr additive="base">
                                        <p:cTn id="13"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8" presetClass="entr" presetSubtype="16" fill="hold" grpId="0" nodeType="clickEffect">
                                  <p:stCondLst>
                                    <p:cond delay="0"/>
                                  </p:stCondLst>
                                  <p:childTnLst>
                                    <p:set>
                                      <p:cBhvr>
                                        <p:cTn id="17" dur="1" fill="hold">
                                          <p:stCondLst>
                                            <p:cond delay="0"/>
                                          </p:stCondLst>
                                        </p:cTn>
                                        <p:tgtEl>
                                          <p:spTgt spid="39951"/>
                                        </p:tgtEl>
                                        <p:attrNameLst>
                                          <p:attrName>style.visibility</p:attrName>
                                        </p:attrNameLst>
                                      </p:cBhvr>
                                      <p:to>
                                        <p:strVal val="visible"/>
                                      </p:to>
                                    </p:set>
                                    <p:animEffect transition="in" filter="diamond(in)">
                                      <p:cBhvr>
                                        <p:cTn id="18" dur="2000"/>
                                        <p:tgtEl>
                                          <p:spTgt spid="39951"/>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9952"/>
                                        </p:tgtEl>
                                        <p:attrNameLst>
                                          <p:attrName>style.visibility</p:attrName>
                                        </p:attrNameLst>
                                      </p:cBhvr>
                                      <p:to>
                                        <p:strVal val="visible"/>
                                      </p:to>
                                    </p:set>
                                    <p:anim calcmode="lin" valueType="num">
                                      <p:cBhvr additive="base">
                                        <p:cTn id="23" dur="2000" fill="hold"/>
                                        <p:tgtEl>
                                          <p:spTgt spid="39952"/>
                                        </p:tgtEl>
                                        <p:attrNameLst>
                                          <p:attrName>ppt_x</p:attrName>
                                        </p:attrNameLst>
                                      </p:cBhvr>
                                      <p:tavLst>
                                        <p:tav tm="0">
                                          <p:val>
                                            <p:strVal val="#ppt_x"/>
                                          </p:val>
                                        </p:tav>
                                        <p:tav tm="100000">
                                          <p:val>
                                            <p:strVal val="#ppt_x"/>
                                          </p:val>
                                        </p:tav>
                                      </p:tavLst>
                                    </p:anim>
                                    <p:anim calcmode="lin" valueType="num">
                                      <p:cBhvr additive="base">
                                        <p:cTn id="24" dur="2000" fill="hold"/>
                                        <p:tgtEl>
                                          <p:spTgt spid="39952"/>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9953"/>
                                        </p:tgtEl>
                                        <p:attrNameLst>
                                          <p:attrName>style.visibility</p:attrName>
                                        </p:attrNameLst>
                                      </p:cBhvr>
                                      <p:to>
                                        <p:strVal val="visible"/>
                                      </p:to>
                                    </p:set>
                                    <p:anim calcmode="lin" valueType="num">
                                      <p:cBhvr additive="base">
                                        <p:cTn id="29" dur="2000" fill="hold"/>
                                        <p:tgtEl>
                                          <p:spTgt spid="39953"/>
                                        </p:tgtEl>
                                        <p:attrNameLst>
                                          <p:attrName>ppt_x</p:attrName>
                                        </p:attrNameLst>
                                      </p:cBhvr>
                                      <p:tavLst>
                                        <p:tav tm="0">
                                          <p:val>
                                            <p:strVal val="#ppt_x"/>
                                          </p:val>
                                        </p:tav>
                                        <p:tav tm="100000">
                                          <p:val>
                                            <p:strVal val="#ppt_x"/>
                                          </p:val>
                                        </p:tav>
                                      </p:tavLst>
                                    </p:anim>
                                    <p:anim calcmode="lin" valueType="num">
                                      <p:cBhvr additive="base">
                                        <p:cTn id="30" dur="2000" fill="hold"/>
                                        <p:tgtEl>
                                          <p:spTgt spid="39953"/>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39954"/>
                                        </p:tgtEl>
                                        <p:attrNameLst>
                                          <p:attrName>style.visibility</p:attrName>
                                        </p:attrNameLst>
                                      </p:cBhvr>
                                      <p:to>
                                        <p:strVal val="visible"/>
                                      </p:to>
                                    </p:set>
                                    <p:animEffect transition="in" filter="diamond(in)">
                                      <p:cBhvr>
                                        <p:cTn id="35" dur="2000"/>
                                        <p:tgtEl>
                                          <p:spTgt spid="3995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8" presetClass="entr" presetSubtype="16" fill="hold" grpId="0" nodeType="clickEffect">
                                  <p:stCondLst>
                                    <p:cond delay="0"/>
                                  </p:stCondLst>
                                  <p:childTnLst>
                                    <p:set>
                                      <p:cBhvr>
                                        <p:cTn id="39" dur="1" fill="hold">
                                          <p:stCondLst>
                                            <p:cond delay="0"/>
                                          </p:stCondLst>
                                        </p:cTn>
                                        <p:tgtEl>
                                          <p:spTgt spid="39950"/>
                                        </p:tgtEl>
                                        <p:attrNameLst>
                                          <p:attrName>style.visibility</p:attrName>
                                        </p:attrNameLst>
                                      </p:cBhvr>
                                      <p:to>
                                        <p:strVal val="visible"/>
                                      </p:to>
                                    </p:set>
                                    <p:animEffect transition="in" filter="diamond(in)">
                                      <p:cBhvr>
                                        <p:cTn id="40" dur="2000"/>
                                        <p:tgtEl>
                                          <p:spTgt spid="39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P spid="39950" grpId="0" animBg="1"/>
      <p:bldP spid="39951" grpId="0"/>
      <p:bldP spid="39952" grpId="0"/>
      <p:bldP spid="39953" grpId="0"/>
      <p:bldP spid="39954"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75" name="Text Box 15">
            <a:extLst>
              <a:ext uri="{FF2B5EF4-FFF2-40B4-BE49-F238E27FC236}">
                <a16:creationId xmlns:a16="http://schemas.microsoft.com/office/drawing/2014/main" id="{E617DF48-0336-4A09-B511-762F63E93068}"/>
              </a:ext>
            </a:extLst>
          </p:cNvPr>
          <p:cNvSpPr txBox="1">
            <a:spLocks noChangeArrowheads="1"/>
          </p:cNvSpPr>
          <p:nvPr/>
        </p:nvSpPr>
        <p:spPr bwMode="auto">
          <a:xfrm>
            <a:off x="401095" y="1700808"/>
            <a:ext cx="6408712" cy="3737306"/>
          </a:xfrm>
          <a:prstGeom prst="rect">
            <a:avLst/>
          </a:prstGeom>
          <a:noFill/>
          <a:ln>
            <a:noFill/>
          </a:ln>
        </p:spPr>
        <p:txBody>
          <a:bodyPr wrap="square" lIns="90000" tIns="46800" rIns="90000" bIns="4680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14000"/>
              </a:lnSpc>
              <a:spcBef>
                <a:spcPts val="600"/>
              </a:spcBef>
              <a:buFontTx/>
              <a:buNone/>
              <a:defRPr/>
            </a:pPr>
            <a:r>
              <a:rPr lang="en-US" altLang="en-US" sz="2400" b="0" dirty="0">
                <a:latin typeface="Times New Roman" panose="02020603050405020304" pitchFamily="18" charset="0"/>
              </a:rPr>
              <a:t>Each scan round is started with: 
The stage reads data from the ports into the virtual buffer.
Program implementation stage.
Internal communication and debugging phase.
The scan round ends with the phase of transferring the contents of the virtual buffer to the output ports.</a:t>
            </a:r>
          </a:p>
        </p:txBody>
      </p:sp>
      <p:sp>
        <p:nvSpPr>
          <p:cNvPr id="10" name="Title 1">
            <a:extLst>
              <a:ext uri="{FF2B5EF4-FFF2-40B4-BE49-F238E27FC236}">
                <a16:creationId xmlns:a16="http://schemas.microsoft.com/office/drawing/2014/main" id="{F542DF1B-6705-472F-B4CF-9FE3BE6E08CE}"/>
              </a:ext>
            </a:extLst>
          </p:cNvPr>
          <p:cNvSpPr txBox="1">
            <a:spLocks/>
          </p:cNvSpPr>
          <p:nvPr/>
        </p:nvSpPr>
        <p:spPr>
          <a:xfrm>
            <a:off x="263352" y="1025078"/>
            <a:ext cx="4187825"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PROGRAM IMPLEMENTATION</a:t>
            </a:r>
          </a:p>
        </p:txBody>
      </p:sp>
      <p:grpSp>
        <p:nvGrpSpPr>
          <p:cNvPr id="187396" name="Group 12">
            <a:extLst>
              <a:ext uri="{FF2B5EF4-FFF2-40B4-BE49-F238E27FC236}">
                <a16:creationId xmlns:a16="http://schemas.microsoft.com/office/drawing/2014/main" id="{A1F3CF14-9CFE-41D8-8704-5A0D480915AA}"/>
              </a:ext>
            </a:extLst>
          </p:cNvPr>
          <p:cNvGrpSpPr>
            <a:grpSpLocks/>
          </p:cNvGrpSpPr>
          <p:nvPr/>
        </p:nvGrpSpPr>
        <p:grpSpPr bwMode="auto">
          <a:xfrm>
            <a:off x="6872839" y="1268760"/>
            <a:ext cx="4861961" cy="3737306"/>
            <a:chOff x="179512" y="3149599"/>
            <a:chExt cx="4272136" cy="3106700"/>
          </a:xfrm>
        </p:grpSpPr>
        <p:grpSp>
          <p:nvGrpSpPr>
            <p:cNvPr id="187399" name="Group 13">
              <a:extLst>
                <a:ext uri="{FF2B5EF4-FFF2-40B4-BE49-F238E27FC236}">
                  <a16:creationId xmlns:a16="http://schemas.microsoft.com/office/drawing/2014/main" id="{4F3B2E99-A172-403B-8724-E5E6EBF72AA5}"/>
                </a:ext>
              </a:extLst>
            </p:cNvPr>
            <p:cNvGrpSpPr>
              <a:grpSpLocks/>
            </p:cNvGrpSpPr>
            <p:nvPr/>
          </p:nvGrpSpPr>
          <p:grpSpPr bwMode="auto">
            <a:xfrm>
              <a:off x="179512" y="3149599"/>
              <a:ext cx="4272136" cy="3106700"/>
              <a:chOff x="179512" y="3149599"/>
              <a:chExt cx="4272136" cy="3106700"/>
            </a:xfrm>
          </p:grpSpPr>
          <p:pic>
            <p:nvPicPr>
              <p:cNvPr id="187401" name="Picture 14" descr="CONTROLLER PLC S7-1500 | Công Ty TNHH CTI Supply">
                <a:extLst>
                  <a:ext uri="{FF2B5EF4-FFF2-40B4-BE49-F238E27FC236}">
                    <a16:creationId xmlns:a16="http://schemas.microsoft.com/office/drawing/2014/main" id="{AA70BC5E-472E-4C16-9A91-382E29ECC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642351"/>
                <a:ext cx="1733079" cy="1733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Diagram 16">
                <a:extLst>
                  <a:ext uri="{FF2B5EF4-FFF2-40B4-BE49-F238E27FC236}">
                    <a16:creationId xmlns:a16="http://schemas.microsoft.com/office/drawing/2014/main" id="{FAB6E5BA-C0E2-403F-9306-52A608495876}"/>
                  </a:ext>
                </a:extLst>
              </p:cNvPr>
              <p:cNvGraphicFramePr/>
              <p:nvPr/>
            </p:nvGraphicFramePr>
            <p:xfrm>
              <a:off x="179512" y="3149599"/>
              <a:ext cx="4272136" cy="3106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sp>
          <p:nvSpPr>
            <p:cNvPr id="15" name="Rectangle 14">
              <a:extLst>
                <a:ext uri="{FF2B5EF4-FFF2-40B4-BE49-F238E27FC236}">
                  <a16:creationId xmlns:a16="http://schemas.microsoft.com/office/drawing/2014/main" id="{248FEEF2-6EBE-4390-8D88-972F2C207679}"/>
                </a:ext>
              </a:extLst>
            </p:cNvPr>
            <p:cNvSpPr/>
            <p:nvPr/>
          </p:nvSpPr>
          <p:spPr>
            <a:xfrm>
              <a:off x="1149120" y="4934497"/>
              <a:ext cx="2332918" cy="518861"/>
            </a:xfrm>
            <a:prstGeom prst="rect">
              <a:avLst/>
            </a:prstGeom>
            <a:noFill/>
          </p:spPr>
          <p:txBody>
            <a:bodyPr wrap="none">
              <a:spAutoFit/>
              <a:scene3d>
                <a:camera prst="orthographicFront"/>
                <a:lightRig rig="soft" dir="t">
                  <a:rot lat="0" lon="0" rev="15600000"/>
                </a:lightRig>
              </a:scene3d>
              <a:sp3d extrusionH="57150" prstMaterial="softEdge">
                <a:bevelT w="25400" h="38100"/>
              </a:sp3d>
            </a:bodyPr>
            <a:lstStyle/>
            <a:p>
              <a:pPr algn="ctr">
                <a:defRPr/>
              </a:pPr>
              <a:r>
                <a:rPr lang="en-US" sz="1800" dirty="0">
                  <a:ln/>
                  <a:solidFill>
                    <a:srgbClr val="000000"/>
                  </a:solidFill>
                  <a:latin typeface="SVN-Square" panose="02040603050506020204" pitchFamily="18" charset="0"/>
                </a:rPr>
                <a:t>PLC Scan Cycle</a:t>
              </a:r>
            </a:p>
          </p:txBody>
        </p:sp>
      </p:grpSp>
      <p:sp>
        <p:nvSpPr>
          <p:cNvPr id="3" name="Slide Number Placeholder 2">
            <a:extLst>
              <a:ext uri="{FF2B5EF4-FFF2-40B4-BE49-F238E27FC236}">
                <a16:creationId xmlns:a16="http://schemas.microsoft.com/office/drawing/2014/main" id="{24971DA2-C4B8-41B1-BA15-B7655497B2DD}"/>
              </a:ext>
            </a:extLst>
          </p:cNvPr>
          <p:cNvSpPr>
            <a:spLocks noGrp="1"/>
          </p:cNvSpPr>
          <p:nvPr>
            <p:ph type="sldNum" sz="quarter" idx="12"/>
          </p:nvPr>
        </p:nvSpPr>
        <p:spPr>
          <a:xfrm>
            <a:off x="8686800" y="6484938"/>
            <a:ext cx="2743200" cy="365125"/>
          </a:xfrm>
        </p:spPr>
        <p:txBody>
          <a:bodyPr/>
          <a:lstStyle/>
          <a:p>
            <a:fld id="{463DAC6F-37B0-497B-9F88-A4FC17849BDA}" type="slidenum">
              <a:rPr lang="en-US" altLang="en-US" smtClean="0"/>
              <a:pPr/>
              <a:t>42</a:t>
            </a:fld>
            <a:endParaRPr lang="en-US" altLang="en-US"/>
          </a:p>
        </p:txBody>
      </p:sp>
      <p:cxnSp>
        <p:nvCxnSpPr>
          <p:cNvPr id="12" name="Straight Connector 11">
            <a:extLst>
              <a:ext uri="{FF2B5EF4-FFF2-40B4-BE49-F238E27FC236}">
                <a16:creationId xmlns:a16="http://schemas.microsoft.com/office/drawing/2014/main" id="{3DACFD35-3513-4381-8C1E-2C25C8D786D4}"/>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3" name="Picture 12" descr="A close-up of a logo&#10;&#10;Description automatically generated">
            <a:extLst>
              <a:ext uri="{FF2B5EF4-FFF2-40B4-BE49-F238E27FC236}">
                <a16:creationId xmlns:a16="http://schemas.microsoft.com/office/drawing/2014/main" id="{1DFBF648-ABE8-4E92-9363-CA4C6550B34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4" name="Title 1">
            <a:extLst>
              <a:ext uri="{FF2B5EF4-FFF2-40B4-BE49-F238E27FC236}">
                <a16:creationId xmlns:a16="http://schemas.microsoft.com/office/drawing/2014/main" id="{B91067BD-BCDB-4F3D-BD79-D3B73109FF9D}"/>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6" name="TextBox 15">
            <a:extLst>
              <a:ext uri="{FF2B5EF4-FFF2-40B4-BE49-F238E27FC236}">
                <a16:creationId xmlns:a16="http://schemas.microsoft.com/office/drawing/2014/main" id="{31927369-F4F7-4FC6-B6D2-18AD10F3B2D9}"/>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8" name="Straight Connector 17">
            <a:extLst>
              <a:ext uri="{FF2B5EF4-FFF2-40B4-BE49-F238E27FC236}">
                <a16:creationId xmlns:a16="http://schemas.microsoft.com/office/drawing/2014/main" id="{D3A11747-1055-4AEC-ABDA-7107448DA18E}"/>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409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7" name="Text Box 9">
            <a:extLst>
              <a:ext uri="{FF2B5EF4-FFF2-40B4-BE49-F238E27FC236}">
                <a16:creationId xmlns:a16="http://schemas.microsoft.com/office/drawing/2014/main" id="{502402AE-33BE-4070-AAF7-576CB9C581C8}"/>
              </a:ext>
            </a:extLst>
          </p:cNvPr>
          <p:cNvSpPr txBox="1">
            <a:spLocks noChangeArrowheads="1"/>
          </p:cNvSpPr>
          <p:nvPr/>
        </p:nvSpPr>
        <p:spPr bwMode="auto">
          <a:xfrm>
            <a:off x="551384" y="1626985"/>
            <a:ext cx="5040560" cy="3787833"/>
          </a:xfrm>
          <a:prstGeom prst="rect">
            <a:avLst/>
          </a:prstGeom>
          <a:noFill/>
          <a:ln>
            <a:noFill/>
          </a:ln>
        </p:spPr>
        <p:txBody>
          <a:bodyPr wrap="square" lIns="90000" tIns="46800" rIns="90000" bIns="46800">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342900" indent="-342900" eaLnBrk="1" hangingPunct="1">
              <a:spcBef>
                <a:spcPct val="0"/>
              </a:spcBef>
              <a:defRPr/>
            </a:pPr>
            <a:r>
              <a:rPr lang="en-US" altLang="en-US" sz="2400" b="0" dirty="0">
                <a:solidFill>
                  <a:srgbClr val="000000"/>
                </a:solidFill>
                <a:latin typeface="Times New Roman" panose="02020603050405020304" pitchFamily="18" charset="0"/>
              </a:rPr>
              <a:t>In each scan, the program is executed with the first command and ends at the end command. 	</a:t>
            </a:r>
          </a:p>
          <a:p>
            <a:pPr marL="342900" indent="-342900" eaLnBrk="1" hangingPunct="1">
              <a:spcBef>
                <a:spcPct val="0"/>
              </a:spcBef>
              <a:defRPr/>
            </a:pPr>
            <a:r>
              <a:rPr lang="en-US" altLang="en-US" sz="2400" b="0" dirty="0">
                <a:solidFill>
                  <a:srgbClr val="000000"/>
                </a:solidFill>
                <a:latin typeface="Times New Roman" panose="02020603050405020304" pitchFamily="18" charset="0"/>
              </a:rPr>
              <a:t>
When encountering an entry/exit order, the system will immediately stop all other work, even the interrupt processing program, to execute the command directly with the entry/exit port.</a:t>
            </a:r>
          </a:p>
        </p:txBody>
      </p:sp>
      <p:sp>
        <p:nvSpPr>
          <p:cNvPr id="10" name="Title 1">
            <a:extLst>
              <a:ext uri="{FF2B5EF4-FFF2-40B4-BE49-F238E27FC236}">
                <a16:creationId xmlns:a16="http://schemas.microsoft.com/office/drawing/2014/main" id="{90BBFB55-DE4E-460E-8E92-9BD163FE8764}"/>
              </a:ext>
            </a:extLst>
          </p:cNvPr>
          <p:cNvSpPr txBox="1">
            <a:spLocks/>
          </p:cNvSpPr>
          <p:nvPr/>
        </p:nvSpPr>
        <p:spPr>
          <a:xfrm>
            <a:off x="334962" y="730250"/>
            <a:ext cx="4392885"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5">
                    <a:lumMod val="50000"/>
                  </a:schemeClr>
                </a:solidFill>
                <a:effectLst>
                  <a:outerShdw blurRad="38100" dist="38100" dir="2700000" algn="tl">
                    <a:srgbClr val="C0C0C0"/>
                  </a:outerShdw>
                </a:effectLst>
                <a:cs typeface="Times New Roman" panose="02020603050405020304" pitchFamily="18" charset="0"/>
              </a:rPr>
              <a:t>PROGRAM IMPLEMENTATION</a:t>
            </a:r>
          </a:p>
        </p:txBody>
      </p:sp>
      <p:grpSp>
        <p:nvGrpSpPr>
          <p:cNvPr id="189444" name="Group 4">
            <a:extLst>
              <a:ext uri="{FF2B5EF4-FFF2-40B4-BE49-F238E27FC236}">
                <a16:creationId xmlns:a16="http://schemas.microsoft.com/office/drawing/2014/main" id="{30D9A7E4-4261-497E-AC02-760AD592CCC7}"/>
              </a:ext>
            </a:extLst>
          </p:cNvPr>
          <p:cNvGrpSpPr>
            <a:grpSpLocks/>
          </p:cNvGrpSpPr>
          <p:nvPr/>
        </p:nvGrpSpPr>
        <p:grpSpPr bwMode="auto">
          <a:xfrm>
            <a:off x="5991225" y="1340768"/>
            <a:ext cx="5649391" cy="4248472"/>
            <a:chOff x="196974" y="3642351"/>
            <a:chExt cx="4272136" cy="3106700"/>
          </a:xfrm>
        </p:grpSpPr>
        <p:grpSp>
          <p:nvGrpSpPr>
            <p:cNvPr id="189446" name="Group 2">
              <a:extLst>
                <a:ext uri="{FF2B5EF4-FFF2-40B4-BE49-F238E27FC236}">
                  <a16:creationId xmlns:a16="http://schemas.microsoft.com/office/drawing/2014/main" id="{EBC0B5F4-228F-45BF-85B6-AAB453136F5D}"/>
                </a:ext>
              </a:extLst>
            </p:cNvPr>
            <p:cNvGrpSpPr>
              <a:grpSpLocks/>
            </p:cNvGrpSpPr>
            <p:nvPr/>
          </p:nvGrpSpPr>
          <p:grpSpPr bwMode="auto">
            <a:xfrm>
              <a:off x="196974" y="3642351"/>
              <a:ext cx="4272136" cy="3106700"/>
              <a:chOff x="196974" y="3642351"/>
              <a:chExt cx="4272136" cy="3106700"/>
            </a:xfrm>
          </p:grpSpPr>
          <p:pic>
            <p:nvPicPr>
              <p:cNvPr id="189448" name="Picture 14" descr="CONTROLLER PLC S7-1500 | Công Ty TNHH CTI Supply">
                <a:extLst>
                  <a:ext uri="{FF2B5EF4-FFF2-40B4-BE49-F238E27FC236}">
                    <a16:creationId xmlns:a16="http://schemas.microsoft.com/office/drawing/2014/main" id="{A7507759-FCDB-4B13-AB44-44C5DAEE2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3642351"/>
                <a:ext cx="1733079" cy="1733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Diagram 1">
                <a:extLst>
                  <a:ext uri="{FF2B5EF4-FFF2-40B4-BE49-F238E27FC236}">
                    <a16:creationId xmlns:a16="http://schemas.microsoft.com/office/drawing/2014/main" id="{06A3CDFA-D8AA-41C6-8551-5573183AD539}"/>
                  </a:ext>
                </a:extLst>
              </p:cNvPr>
              <p:cNvGraphicFramePr/>
              <p:nvPr>
                <p:extLst>
                  <p:ext uri="{D42A27DB-BD31-4B8C-83A1-F6EECF244321}">
                    <p14:modId xmlns:p14="http://schemas.microsoft.com/office/powerpoint/2010/main" val="1337900834"/>
                  </p:ext>
                </p:extLst>
              </p:nvPr>
            </p:nvGraphicFramePr>
            <p:xfrm>
              <a:off x="196974" y="3642351"/>
              <a:ext cx="4272136" cy="31067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sp>
          <p:nvSpPr>
            <p:cNvPr id="4" name="Rectangle 3">
              <a:extLst>
                <a:ext uri="{FF2B5EF4-FFF2-40B4-BE49-F238E27FC236}">
                  <a16:creationId xmlns:a16="http://schemas.microsoft.com/office/drawing/2014/main" id="{920A2980-376A-4532-9505-84315742B777}"/>
                </a:ext>
              </a:extLst>
            </p:cNvPr>
            <p:cNvSpPr/>
            <p:nvPr/>
          </p:nvSpPr>
          <p:spPr>
            <a:xfrm>
              <a:off x="1722941" y="5375430"/>
              <a:ext cx="1185250" cy="270074"/>
            </a:xfrm>
            <a:prstGeom prst="rect">
              <a:avLst/>
            </a:prstGeom>
            <a:noFill/>
          </p:spPr>
          <p:txBody>
            <a:bodyPr wrap="none">
              <a:spAutoFit/>
              <a:scene3d>
                <a:camera prst="orthographicFront"/>
                <a:lightRig rig="soft" dir="t">
                  <a:rot lat="0" lon="0" rev="15600000"/>
                </a:lightRig>
              </a:scene3d>
              <a:sp3d extrusionH="57150" prstMaterial="softEdge">
                <a:bevelT w="25400" h="38100"/>
              </a:sp3d>
            </a:bodyPr>
            <a:lstStyle/>
            <a:p>
              <a:pPr algn="ctr">
                <a:defRPr/>
              </a:pPr>
              <a:r>
                <a:rPr lang="en-US" sz="1800" dirty="0">
                  <a:ln/>
                  <a:solidFill>
                    <a:srgbClr val="000000"/>
                  </a:solidFill>
                  <a:latin typeface="SVN-Square" panose="02040603050506020204" pitchFamily="18" charset="0"/>
                </a:rPr>
                <a:t>PLC Scan Cycle</a:t>
              </a:r>
            </a:p>
          </p:txBody>
        </p:sp>
      </p:grpSp>
      <p:sp>
        <p:nvSpPr>
          <p:cNvPr id="5" name="Slide Number Placeholder 4">
            <a:extLst>
              <a:ext uri="{FF2B5EF4-FFF2-40B4-BE49-F238E27FC236}">
                <a16:creationId xmlns:a16="http://schemas.microsoft.com/office/drawing/2014/main" id="{B00190C9-1F8B-4DC4-838D-6DBCB2EE7D83}"/>
              </a:ext>
            </a:extLst>
          </p:cNvPr>
          <p:cNvSpPr>
            <a:spLocks noGrp="1"/>
          </p:cNvSpPr>
          <p:nvPr>
            <p:ph type="sldNum" sz="quarter" idx="12"/>
          </p:nvPr>
        </p:nvSpPr>
        <p:spPr>
          <a:xfrm>
            <a:off x="8803849" y="6521548"/>
            <a:ext cx="2743200" cy="365125"/>
          </a:xfrm>
        </p:spPr>
        <p:txBody>
          <a:bodyPr/>
          <a:lstStyle/>
          <a:p>
            <a:fld id="{463DAC6F-37B0-497B-9F88-A4FC17849BDA}" type="slidenum">
              <a:rPr lang="en-US" altLang="en-US" smtClean="0"/>
              <a:pPr/>
              <a:t>43</a:t>
            </a:fld>
            <a:endParaRPr lang="en-US" altLang="en-US"/>
          </a:p>
        </p:txBody>
      </p:sp>
      <p:cxnSp>
        <p:nvCxnSpPr>
          <p:cNvPr id="11" name="Straight Connector 10">
            <a:extLst>
              <a:ext uri="{FF2B5EF4-FFF2-40B4-BE49-F238E27FC236}">
                <a16:creationId xmlns:a16="http://schemas.microsoft.com/office/drawing/2014/main" id="{4A8C0C38-FAC0-44AB-9072-EA58EE88BB74}"/>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2" name="Picture 11" descr="A close-up of a logo&#10;&#10;Description automatically generated">
            <a:extLst>
              <a:ext uri="{FF2B5EF4-FFF2-40B4-BE49-F238E27FC236}">
                <a16:creationId xmlns:a16="http://schemas.microsoft.com/office/drawing/2014/main" id="{8D2E29BE-8AE9-408A-B785-46F0753000D1}"/>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13" name="Title 1">
            <a:extLst>
              <a:ext uri="{FF2B5EF4-FFF2-40B4-BE49-F238E27FC236}">
                <a16:creationId xmlns:a16="http://schemas.microsoft.com/office/drawing/2014/main" id="{8EB1E8FE-905F-4110-9915-6B9DAF746064}"/>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4" name="TextBox 13">
            <a:extLst>
              <a:ext uri="{FF2B5EF4-FFF2-40B4-BE49-F238E27FC236}">
                <a16:creationId xmlns:a16="http://schemas.microsoft.com/office/drawing/2014/main" id="{5E1CC9B4-ED40-4811-8344-B2A775AD3A38}"/>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5" name="Straight Connector 14">
            <a:extLst>
              <a:ext uri="{FF2B5EF4-FFF2-40B4-BE49-F238E27FC236}">
                <a16:creationId xmlns:a16="http://schemas.microsoft.com/office/drawing/2014/main" id="{EE2BC905-CDB7-4C51-B36E-99C450126E8C}"/>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532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7"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1490" name="Group 4">
            <a:extLst>
              <a:ext uri="{FF2B5EF4-FFF2-40B4-BE49-F238E27FC236}">
                <a16:creationId xmlns:a16="http://schemas.microsoft.com/office/drawing/2014/main" id="{3B14DD77-7126-4C18-A373-C06E68905808}"/>
              </a:ext>
            </a:extLst>
          </p:cNvPr>
          <p:cNvGrpSpPr>
            <a:grpSpLocks/>
          </p:cNvGrpSpPr>
          <p:nvPr/>
        </p:nvGrpSpPr>
        <p:grpSpPr bwMode="auto">
          <a:xfrm>
            <a:off x="2711450" y="-171450"/>
            <a:ext cx="8281988" cy="6321425"/>
            <a:chOff x="588963" y="-143346"/>
            <a:chExt cx="8281936" cy="6321104"/>
          </a:xfrm>
        </p:grpSpPr>
        <p:sp>
          <p:nvSpPr>
            <p:cNvPr id="191496" name="Text Box 19">
              <a:extLst>
                <a:ext uri="{FF2B5EF4-FFF2-40B4-BE49-F238E27FC236}">
                  <a16:creationId xmlns:a16="http://schemas.microsoft.com/office/drawing/2014/main" id="{072D0253-5300-40D5-BF15-49257C739552}"/>
                </a:ext>
              </a:extLst>
            </p:cNvPr>
            <p:cNvSpPr txBox="1">
              <a:spLocks noChangeArrowheads="1"/>
            </p:cNvSpPr>
            <p:nvPr/>
          </p:nvSpPr>
          <p:spPr bwMode="auto">
            <a:xfrm>
              <a:off x="595313" y="4297365"/>
              <a:ext cx="3744913" cy="1866900"/>
            </a:xfrm>
            <a:prstGeom prst="rect">
              <a:avLst/>
            </a:prstGeom>
            <a:noFill/>
            <a:ln w="38100">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dirty="0">
                  <a:solidFill>
                    <a:srgbClr val="575757"/>
                  </a:solidFill>
                </a:rPr>
                <a:t>SBR</a:t>
              </a:r>
              <a:r>
                <a:rPr lang="en-US" altLang="en-US" sz="2400" dirty="0">
                  <a:solidFill>
                    <a:srgbClr val="575757"/>
                  </a:solidFill>
                </a:rPr>
                <a:t> n </a:t>
              </a:r>
            </a:p>
            <a:p>
              <a:pPr eaLnBrk="1" hangingPunct="1">
                <a:spcBef>
                  <a:spcPct val="50000"/>
                </a:spcBef>
                <a:buFontTx/>
                <a:buNone/>
              </a:pPr>
              <a:r>
                <a:rPr lang="en-US" altLang="en-US" sz="2000" dirty="0">
                  <a:solidFill>
                    <a:srgbClr val="575757"/>
                  </a:solidFill>
                </a:rPr>
                <a:t>(Subprogramsn+1)</a:t>
              </a:r>
            </a:p>
            <a:p>
              <a:pPr eaLnBrk="1" hangingPunct="1">
                <a:spcBef>
                  <a:spcPct val="50000"/>
                </a:spcBef>
                <a:buFontTx/>
                <a:buNone/>
              </a:pPr>
              <a:endParaRPr lang="en-US" altLang="en-US" sz="2000" dirty="0">
                <a:solidFill>
                  <a:srgbClr val="575757"/>
                </a:solidFill>
              </a:endParaRPr>
            </a:p>
            <a:p>
              <a:pPr eaLnBrk="1" hangingPunct="1">
                <a:spcBef>
                  <a:spcPct val="50000"/>
                </a:spcBef>
                <a:buFontTx/>
                <a:buNone/>
              </a:pPr>
              <a:r>
                <a:rPr lang="en-US" altLang="en-US" sz="2000" dirty="0">
                  <a:solidFill>
                    <a:srgbClr val="575757"/>
                  </a:solidFill>
                </a:rPr>
                <a:t>RET</a:t>
              </a:r>
            </a:p>
          </p:txBody>
        </p:sp>
        <p:sp>
          <p:nvSpPr>
            <p:cNvPr id="191497" name="Text Box 20">
              <a:extLst>
                <a:ext uri="{FF2B5EF4-FFF2-40B4-BE49-F238E27FC236}">
                  <a16:creationId xmlns:a16="http://schemas.microsoft.com/office/drawing/2014/main" id="{5D31DEE1-ED86-44F2-8872-7EBCA6E9BA02}"/>
                </a:ext>
              </a:extLst>
            </p:cNvPr>
            <p:cNvSpPr txBox="1">
              <a:spLocks noChangeArrowheads="1"/>
            </p:cNvSpPr>
            <p:nvPr/>
          </p:nvSpPr>
          <p:spPr bwMode="auto">
            <a:xfrm>
              <a:off x="809068" y="5219459"/>
              <a:ext cx="41331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a:solidFill>
                    <a:srgbClr val="575757"/>
                  </a:solidFill>
                </a:rPr>
                <a:t>…</a:t>
              </a:r>
            </a:p>
          </p:txBody>
        </p:sp>
        <p:sp>
          <p:nvSpPr>
            <p:cNvPr id="191498" name="Text Box 22">
              <a:extLst>
                <a:ext uri="{FF2B5EF4-FFF2-40B4-BE49-F238E27FC236}">
                  <a16:creationId xmlns:a16="http://schemas.microsoft.com/office/drawing/2014/main" id="{A60D2992-511D-422F-A243-2F6715BB4AA2}"/>
                </a:ext>
              </a:extLst>
            </p:cNvPr>
            <p:cNvSpPr txBox="1">
              <a:spLocks noChangeArrowheads="1"/>
            </p:cNvSpPr>
            <p:nvPr/>
          </p:nvSpPr>
          <p:spPr bwMode="auto">
            <a:xfrm>
              <a:off x="5081588" y="4371183"/>
              <a:ext cx="3671888" cy="1806575"/>
            </a:xfrm>
            <a:prstGeom prst="rect">
              <a:avLst/>
            </a:prstGeom>
            <a:noFill/>
            <a:ln w="38100">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dirty="0">
                  <a:solidFill>
                    <a:srgbClr val="575757"/>
                  </a:solidFill>
                </a:rPr>
                <a:t>INT n </a:t>
              </a:r>
            </a:p>
            <a:p>
              <a:pPr eaLnBrk="1" hangingPunct="1">
                <a:spcBef>
                  <a:spcPct val="50000"/>
                </a:spcBef>
                <a:buFontTx/>
                <a:buNone/>
              </a:pPr>
              <a:r>
                <a:rPr lang="en-US" altLang="en-US" sz="2000" dirty="0">
                  <a:solidFill>
                    <a:srgbClr val="575757"/>
                  </a:solidFill>
                </a:rPr>
                <a:t>(Interrupt Programn+1)</a:t>
              </a:r>
            </a:p>
            <a:p>
              <a:pPr eaLnBrk="1" hangingPunct="1">
                <a:spcBef>
                  <a:spcPct val="50000"/>
                </a:spcBef>
                <a:buFontTx/>
                <a:buNone/>
              </a:pPr>
              <a:endParaRPr lang="en-US" altLang="en-US" sz="2000" dirty="0">
                <a:solidFill>
                  <a:srgbClr val="575757"/>
                </a:solidFill>
              </a:endParaRPr>
            </a:p>
            <a:p>
              <a:pPr eaLnBrk="1" hangingPunct="1">
                <a:spcBef>
                  <a:spcPct val="50000"/>
                </a:spcBef>
                <a:buFontTx/>
                <a:buNone/>
              </a:pPr>
              <a:r>
                <a:rPr lang="en-US" altLang="en-US" sz="2000" dirty="0">
                  <a:solidFill>
                    <a:srgbClr val="575757"/>
                  </a:solidFill>
                </a:rPr>
                <a:t>RETI</a:t>
              </a:r>
            </a:p>
          </p:txBody>
        </p:sp>
        <p:sp>
          <p:nvSpPr>
            <p:cNvPr id="191499" name="Text Box 23">
              <a:extLst>
                <a:ext uri="{FF2B5EF4-FFF2-40B4-BE49-F238E27FC236}">
                  <a16:creationId xmlns:a16="http://schemas.microsoft.com/office/drawing/2014/main" id="{E2DEB97E-F16B-43E6-BE37-5912106B8413}"/>
                </a:ext>
              </a:extLst>
            </p:cNvPr>
            <p:cNvSpPr txBox="1">
              <a:spLocks noChangeArrowheads="1"/>
            </p:cNvSpPr>
            <p:nvPr/>
          </p:nvSpPr>
          <p:spPr bwMode="auto">
            <a:xfrm>
              <a:off x="5292169" y="5230815"/>
              <a:ext cx="41331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a:solidFill>
                    <a:srgbClr val="575757"/>
                  </a:solidFill>
                </a:rPr>
                <a:t>…</a:t>
              </a:r>
            </a:p>
          </p:txBody>
        </p:sp>
        <p:grpSp>
          <p:nvGrpSpPr>
            <p:cNvPr id="191500" name="Group 3">
              <a:extLst>
                <a:ext uri="{FF2B5EF4-FFF2-40B4-BE49-F238E27FC236}">
                  <a16:creationId xmlns:a16="http://schemas.microsoft.com/office/drawing/2014/main" id="{9416EB6C-96D8-408D-9F7F-F738E8857AE0}"/>
                </a:ext>
              </a:extLst>
            </p:cNvPr>
            <p:cNvGrpSpPr>
              <a:grpSpLocks/>
            </p:cNvGrpSpPr>
            <p:nvPr/>
          </p:nvGrpSpPr>
          <p:grpSpPr bwMode="auto">
            <a:xfrm>
              <a:off x="3497661" y="1050390"/>
              <a:ext cx="2348706" cy="956288"/>
              <a:chOff x="3497661" y="1050390"/>
              <a:chExt cx="2348706" cy="956288"/>
            </a:xfrm>
          </p:grpSpPr>
          <p:sp>
            <p:nvSpPr>
              <p:cNvPr id="191518" name="Text Box 4">
                <a:extLst>
                  <a:ext uri="{FF2B5EF4-FFF2-40B4-BE49-F238E27FC236}">
                    <a16:creationId xmlns:a16="http://schemas.microsoft.com/office/drawing/2014/main" id="{7D11D0DE-F329-47E3-AFB9-F9DBEFD3B495}"/>
                  </a:ext>
                </a:extLst>
              </p:cNvPr>
              <p:cNvSpPr txBox="1">
                <a:spLocks noChangeArrowheads="1"/>
              </p:cNvSpPr>
              <p:nvPr/>
            </p:nvSpPr>
            <p:spPr bwMode="auto">
              <a:xfrm>
                <a:off x="3497661" y="1050390"/>
                <a:ext cx="2348706" cy="956288"/>
              </a:xfrm>
              <a:prstGeom prst="rect">
                <a:avLst/>
              </a:prstGeom>
              <a:noFill/>
              <a:ln w="38100">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a:solidFill>
                      <a:srgbClr val="575757"/>
                    </a:solidFill>
                  </a:rPr>
                  <a:t>Main Program</a:t>
                </a:r>
              </a:p>
              <a:p>
                <a:pPr eaLnBrk="1" hangingPunct="1">
                  <a:spcBef>
                    <a:spcPct val="50000"/>
                  </a:spcBef>
                  <a:buFontTx/>
                  <a:buNone/>
                </a:pPr>
                <a:endParaRPr lang="en-US" altLang="en-US" sz="1400">
                  <a:solidFill>
                    <a:srgbClr val="575757"/>
                  </a:solidFill>
                </a:endParaRPr>
              </a:p>
              <a:p>
                <a:pPr eaLnBrk="1" hangingPunct="1">
                  <a:spcBef>
                    <a:spcPct val="50000"/>
                  </a:spcBef>
                  <a:buFontTx/>
                  <a:buNone/>
                </a:pPr>
                <a:r>
                  <a:rPr lang="en-US" altLang="en-US" sz="1400">
                    <a:solidFill>
                      <a:srgbClr val="575757"/>
                    </a:solidFill>
                  </a:rPr>
                  <a:t>END</a:t>
                </a:r>
              </a:p>
            </p:txBody>
          </p:sp>
          <p:sp>
            <p:nvSpPr>
              <p:cNvPr id="191519" name="Text Box 6">
                <a:extLst>
                  <a:ext uri="{FF2B5EF4-FFF2-40B4-BE49-F238E27FC236}">
                    <a16:creationId xmlns:a16="http://schemas.microsoft.com/office/drawing/2014/main" id="{DE9CEB57-5DB4-482A-9B2D-02F6DDB3FC01}"/>
                  </a:ext>
                </a:extLst>
              </p:cNvPr>
              <p:cNvSpPr txBox="1">
                <a:spLocks noChangeArrowheads="1"/>
              </p:cNvSpPr>
              <p:nvPr/>
            </p:nvSpPr>
            <p:spPr bwMode="auto">
              <a:xfrm>
                <a:off x="3672790" y="1299934"/>
                <a:ext cx="41331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a:solidFill>
                      <a:srgbClr val="575757"/>
                    </a:solidFill>
                  </a:rPr>
                  <a:t>…</a:t>
                </a:r>
              </a:p>
            </p:txBody>
          </p:sp>
        </p:grpSp>
        <p:sp>
          <p:nvSpPr>
            <p:cNvPr id="191501" name="Text Box 34">
              <a:extLst>
                <a:ext uri="{FF2B5EF4-FFF2-40B4-BE49-F238E27FC236}">
                  <a16:creationId xmlns:a16="http://schemas.microsoft.com/office/drawing/2014/main" id="{BD7915DB-0BB7-418E-831D-CC4375AFE6D4}"/>
                </a:ext>
              </a:extLst>
            </p:cNvPr>
            <p:cNvSpPr txBox="1">
              <a:spLocks noChangeArrowheads="1"/>
            </p:cNvSpPr>
            <p:nvPr/>
          </p:nvSpPr>
          <p:spPr bwMode="auto">
            <a:xfrm>
              <a:off x="4868068" y="1119925"/>
              <a:ext cx="1152526" cy="525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1400" dirty="0">
                  <a:solidFill>
                    <a:srgbClr val="575757"/>
                  </a:solidFill>
                </a:rPr>
                <a:t>(Perform in one scan)</a:t>
              </a:r>
            </a:p>
          </p:txBody>
        </p:sp>
        <p:sp>
          <p:nvSpPr>
            <p:cNvPr id="191502" name="Text Box 35">
              <a:extLst>
                <a:ext uri="{FF2B5EF4-FFF2-40B4-BE49-F238E27FC236}">
                  <a16:creationId xmlns:a16="http://schemas.microsoft.com/office/drawing/2014/main" id="{F8D7ED96-941F-4DFF-89FF-1739FCB61A3B}"/>
                </a:ext>
              </a:extLst>
            </p:cNvPr>
            <p:cNvSpPr txBox="1">
              <a:spLocks noChangeArrowheads="1"/>
            </p:cNvSpPr>
            <p:nvPr/>
          </p:nvSpPr>
          <p:spPr bwMode="auto">
            <a:xfrm>
              <a:off x="601225" y="2051180"/>
              <a:ext cx="2470271" cy="648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800" dirty="0">
                  <a:solidFill>
                    <a:srgbClr val="575757"/>
                  </a:solidFill>
                </a:rPr>
                <a:t>Perform when called by the main program</a:t>
              </a:r>
            </a:p>
          </p:txBody>
        </p:sp>
        <p:sp>
          <p:nvSpPr>
            <p:cNvPr id="191503" name="Line 36">
              <a:extLst>
                <a:ext uri="{FF2B5EF4-FFF2-40B4-BE49-F238E27FC236}">
                  <a16:creationId xmlns:a16="http://schemas.microsoft.com/office/drawing/2014/main" id="{74B832B9-6E9D-4136-8A47-F3B5BF7F789C}"/>
                </a:ext>
              </a:extLst>
            </p:cNvPr>
            <p:cNvSpPr>
              <a:spLocks noChangeShapeType="1"/>
            </p:cNvSpPr>
            <p:nvPr/>
          </p:nvSpPr>
          <p:spPr bwMode="auto">
            <a:xfrm>
              <a:off x="2555875" y="-143346"/>
              <a:ext cx="360363"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191504" name="Text Box 38">
              <a:extLst>
                <a:ext uri="{FF2B5EF4-FFF2-40B4-BE49-F238E27FC236}">
                  <a16:creationId xmlns:a16="http://schemas.microsoft.com/office/drawing/2014/main" id="{745017DE-06E7-4559-8FF3-58F4E298C398}"/>
                </a:ext>
              </a:extLst>
            </p:cNvPr>
            <p:cNvSpPr txBox="1">
              <a:spLocks noChangeArrowheads="1"/>
            </p:cNvSpPr>
            <p:nvPr/>
          </p:nvSpPr>
          <p:spPr bwMode="auto">
            <a:xfrm>
              <a:off x="6516216" y="2078847"/>
              <a:ext cx="2354683" cy="648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50000"/>
                </a:spcBef>
                <a:buFontTx/>
                <a:buNone/>
              </a:pPr>
              <a:r>
                <a:rPr lang="en-US" altLang="en-US" sz="1800" dirty="0">
                  <a:solidFill>
                    <a:srgbClr val="575757"/>
                  </a:solidFill>
                </a:rPr>
                <a:t>Perform when there is an interrupt signal</a:t>
              </a:r>
            </a:p>
          </p:txBody>
        </p:sp>
        <p:grpSp>
          <p:nvGrpSpPr>
            <p:cNvPr id="191505" name="Group 49">
              <a:extLst>
                <a:ext uri="{FF2B5EF4-FFF2-40B4-BE49-F238E27FC236}">
                  <a16:creationId xmlns:a16="http://schemas.microsoft.com/office/drawing/2014/main" id="{EBF4D8C7-FF97-420A-83E4-03F543EA2733}"/>
                </a:ext>
              </a:extLst>
            </p:cNvPr>
            <p:cNvGrpSpPr>
              <a:grpSpLocks/>
            </p:cNvGrpSpPr>
            <p:nvPr/>
          </p:nvGrpSpPr>
          <p:grpSpPr bwMode="auto">
            <a:xfrm>
              <a:off x="588963" y="2684463"/>
              <a:ext cx="3743325" cy="2184400"/>
              <a:chOff x="371" y="1782"/>
              <a:chExt cx="2358" cy="1376"/>
            </a:xfrm>
          </p:grpSpPr>
          <p:sp>
            <p:nvSpPr>
              <p:cNvPr id="191515" name="Text Box 10">
                <a:extLst>
                  <a:ext uri="{FF2B5EF4-FFF2-40B4-BE49-F238E27FC236}">
                    <a16:creationId xmlns:a16="http://schemas.microsoft.com/office/drawing/2014/main" id="{49BE54A0-A02C-42DE-9173-48FC1B3DFE1E}"/>
                  </a:ext>
                </a:extLst>
              </p:cNvPr>
              <p:cNvSpPr txBox="1">
                <a:spLocks noChangeArrowheads="1"/>
              </p:cNvSpPr>
              <p:nvPr/>
            </p:nvSpPr>
            <p:spPr bwMode="auto">
              <a:xfrm>
                <a:off x="371" y="1782"/>
                <a:ext cx="2358" cy="850"/>
              </a:xfrm>
              <a:prstGeom prst="rect">
                <a:avLst/>
              </a:prstGeom>
              <a:noFill/>
              <a:ln w="38100">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dirty="0">
                    <a:solidFill>
                      <a:srgbClr val="575757"/>
                    </a:solidFill>
                  </a:rPr>
                  <a:t>SBR 0 (Subprograms1)</a:t>
                </a:r>
              </a:p>
              <a:p>
                <a:pPr eaLnBrk="1" hangingPunct="1">
                  <a:spcBef>
                    <a:spcPct val="50000"/>
                  </a:spcBef>
                  <a:buFontTx/>
                  <a:buNone/>
                </a:pPr>
                <a:endParaRPr lang="en-US" altLang="en-US" sz="2000" dirty="0">
                  <a:solidFill>
                    <a:srgbClr val="575757"/>
                  </a:solidFill>
                </a:endParaRPr>
              </a:p>
              <a:p>
                <a:pPr eaLnBrk="1" hangingPunct="1">
                  <a:spcBef>
                    <a:spcPct val="50000"/>
                  </a:spcBef>
                  <a:buFontTx/>
                  <a:buNone/>
                </a:pPr>
                <a:r>
                  <a:rPr lang="en-US" altLang="en-US" sz="2000" dirty="0">
                    <a:solidFill>
                      <a:srgbClr val="575757"/>
                    </a:solidFill>
                  </a:rPr>
                  <a:t>RET</a:t>
                </a:r>
              </a:p>
            </p:txBody>
          </p:sp>
          <p:sp>
            <p:nvSpPr>
              <p:cNvPr id="191516" name="Text Box 11">
                <a:extLst>
                  <a:ext uri="{FF2B5EF4-FFF2-40B4-BE49-F238E27FC236}">
                    <a16:creationId xmlns:a16="http://schemas.microsoft.com/office/drawing/2014/main" id="{07BA2E11-EDFE-49C9-BB59-8AE0E4EB2CCE}"/>
                  </a:ext>
                </a:extLst>
              </p:cNvPr>
              <p:cNvSpPr txBox="1">
                <a:spLocks noChangeArrowheads="1"/>
              </p:cNvSpPr>
              <p:nvPr/>
            </p:nvSpPr>
            <p:spPr bwMode="auto">
              <a:xfrm>
                <a:off x="510" y="2016"/>
                <a:ext cx="2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a:solidFill>
                      <a:srgbClr val="575757"/>
                    </a:solidFill>
                  </a:rPr>
                  <a:t>…</a:t>
                </a:r>
              </a:p>
            </p:txBody>
          </p:sp>
          <p:sp>
            <p:nvSpPr>
              <p:cNvPr id="191517" name="Line 39">
                <a:extLst>
                  <a:ext uri="{FF2B5EF4-FFF2-40B4-BE49-F238E27FC236}">
                    <a16:creationId xmlns:a16="http://schemas.microsoft.com/office/drawing/2014/main" id="{F9CE4B4B-9B37-4562-AD21-E4A2B5A37F4E}"/>
                  </a:ext>
                </a:extLst>
              </p:cNvPr>
              <p:cNvSpPr>
                <a:spLocks noChangeShapeType="1"/>
              </p:cNvSpPr>
              <p:nvPr/>
            </p:nvSpPr>
            <p:spPr bwMode="auto">
              <a:xfrm>
                <a:off x="1610" y="2976"/>
                <a:ext cx="0" cy="182"/>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grpSp>
        <p:grpSp>
          <p:nvGrpSpPr>
            <p:cNvPr id="191506" name="Group 48">
              <a:extLst>
                <a:ext uri="{FF2B5EF4-FFF2-40B4-BE49-F238E27FC236}">
                  <a16:creationId xmlns:a16="http://schemas.microsoft.com/office/drawing/2014/main" id="{BDDA9B8E-56DC-4F57-9506-A6FDC2714C5B}"/>
                </a:ext>
              </a:extLst>
            </p:cNvPr>
            <p:cNvGrpSpPr>
              <a:grpSpLocks/>
            </p:cNvGrpSpPr>
            <p:nvPr/>
          </p:nvGrpSpPr>
          <p:grpSpPr bwMode="auto">
            <a:xfrm>
              <a:off x="4284663" y="2779713"/>
              <a:ext cx="2735263" cy="2736850"/>
              <a:chOff x="2699" y="1842"/>
              <a:chExt cx="1723" cy="1724"/>
            </a:xfrm>
          </p:grpSpPr>
          <p:sp>
            <p:nvSpPr>
              <p:cNvPr id="191511" name="Line 40">
                <a:extLst>
                  <a:ext uri="{FF2B5EF4-FFF2-40B4-BE49-F238E27FC236}">
                    <a16:creationId xmlns:a16="http://schemas.microsoft.com/office/drawing/2014/main" id="{1DBFB7A5-68EF-4EF9-8BA0-EDDBAFCAFD72}"/>
                  </a:ext>
                </a:extLst>
              </p:cNvPr>
              <p:cNvSpPr>
                <a:spLocks noChangeShapeType="1"/>
              </p:cNvSpPr>
              <p:nvPr/>
            </p:nvSpPr>
            <p:spPr bwMode="auto">
              <a:xfrm>
                <a:off x="4422" y="1842"/>
                <a:ext cx="0" cy="318"/>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191512" name="Line 41">
                <a:extLst>
                  <a:ext uri="{FF2B5EF4-FFF2-40B4-BE49-F238E27FC236}">
                    <a16:creationId xmlns:a16="http://schemas.microsoft.com/office/drawing/2014/main" id="{EA010FFB-28C8-4798-9ACE-AE10C22272DF}"/>
                  </a:ext>
                </a:extLst>
              </p:cNvPr>
              <p:cNvSpPr>
                <a:spLocks noChangeShapeType="1"/>
              </p:cNvSpPr>
              <p:nvPr/>
            </p:nvSpPr>
            <p:spPr bwMode="auto">
              <a:xfrm flipH="1">
                <a:off x="2971" y="1842"/>
                <a:ext cx="1451"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191513" name="Line 42">
                <a:extLst>
                  <a:ext uri="{FF2B5EF4-FFF2-40B4-BE49-F238E27FC236}">
                    <a16:creationId xmlns:a16="http://schemas.microsoft.com/office/drawing/2014/main" id="{7BA416E2-440F-48CE-B257-E9048FE3ADA1}"/>
                  </a:ext>
                </a:extLst>
              </p:cNvPr>
              <p:cNvSpPr>
                <a:spLocks noChangeShapeType="1"/>
              </p:cNvSpPr>
              <p:nvPr/>
            </p:nvSpPr>
            <p:spPr bwMode="auto">
              <a:xfrm>
                <a:off x="2971" y="1842"/>
                <a:ext cx="0" cy="1724"/>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sp>
            <p:nvSpPr>
              <p:cNvPr id="191514" name="Line 44">
                <a:extLst>
                  <a:ext uri="{FF2B5EF4-FFF2-40B4-BE49-F238E27FC236}">
                    <a16:creationId xmlns:a16="http://schemas.microsoft.com/office/drawing/2014/main" id="{E326134C-53B3-4555-8ADE-F91D298FF6DE}"/>
                  </a:ext>
                </a:extLst>
              </p:cNvPr>
              <p:cNvSpPr>
                <a:spLocks noChangeShapeType="1"/>
              </p:cNvSpPr>
              <p:nvPr/>
            </p:nvSpPr>
            <p:spPr bwMode="auto">
              <a:xfrm>
                <a:off x="2699" y="3566"/>
                <a:ext cx="272"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lIns="90000" tIns="46800" rIns="90000" bIns="46800"/>
              <a:lstStyle/>
              <a:p>
                <a:endParaRPr lang="en-US"/>
              </a:p>
            </p:txBody>
          </p:sp>
        </p:grpSp>
        <p:grpSp>
          <p:nvGrpSpPr>
            <p:cNvPr id="191507" name="Group 51">
              <a:extLst>
                <a:ext uri="{FF2B5EF4-FFF2-40B4-BE49-F238E27FC236}">
                  <a16:creationId xmlns:a16="http://schemas.microsoft.com/office/drawing/2014/main" id="{0C995B67-62AB-4CAA-9C60-A4DD722A5BCB}"/>
                </a:ext>
              </a:extLst>
            </p:cNvPr>
            <p:cNvGrpSpPr>
              <a:grpSpLocks/>
            </p:cNvGrpSpPr>
            <p:nvPr/>
          </p:nvGrpSpPr>
          <p:grpSpPr bwMode="auto">
            <a:xfrm>
              <a:off x="5099050" y="2744788"/>
              <a:ext cx="3671888" cy="2124075"/>
              <a:chOff x="3212" y="1820"/>
              <a:chExt cx="2313" cy="1338"/>
            </a:xfrm>
          </p:grpSpPr>
          <p:sp>
            <p:nvSpPr>
              <p:cNvPr id="191508" name="Text Box 16">
                <a:extLst>
                  <a:ext uri="{FF2B5EF4-FFF2-40B4-BE49-F238E27FC236}">
                    <a16:creationId xmlns:a16="http://schemas.microsoft.com/office/drawing/2014/main" id="{DE9F9BFB-FC70-4FEA-B372-89200614829D}"/>
                  </a:ext>
                </a:extLst>
              </p:cNvPr>
              <p:cNvSpPr txBox="1">
                <a:spLocks noChangeArrowheads="1"/>
              </p:cNvSpPr>
              <p:nvPr/>
            </p:nvSpPr>
            <p:spPr bwMode="auto">
              <a:xfrm>
                <a:off x="3212" y="1820"/>
                <a:ext cx="2313" cy="850"/>
              </a:xfrm>
              <a:prstGeom prst="rect">
                <a:avLst/>
              </a:prstGeom>
              <a:noFill/>
              <a:ln w="38100">
                <a:solidFill>
                  <a:srgbClr val="ED8843"/>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dirty="0">
                    <a:solidFill>
                      <a:srgbClr val="575757"/>
                    </a:solidFill>
                  </a:rPr>
                  <a:t>INT 0 (Interrupt Program1)</a:t>
                </a:r>
              </a:p>
              <a:p>
                <a:pPr eaLnBrk="1" hangingPunct="1">
                  <a:spcBef>
                    <a:spcPct val="50000"/>
                  </a:spcBef>
                  <a:buFontTx/>
                  <a:buNone/>
                </a:pPr>
                <a:endParaRPr lang="en-US" altLang="en-US" sz="2000" dirty="0">
                  <a:solidFill>
                    <a:srgbClr val="575757"/>
                  </a:solidFill>
                </a:endParaRPr>
              </a:p>
              <a:p>
                <a:pPr eaLnBrk="1" hangingPunct="1">
                  <a:spcBef>
                    <a:spcPct val="50000"/>
                  </a:spcBef>
                  <a:buFontTx/>
                  <a:buNone/>
                </a:pPr>
                <a:r>
                  <a:rPr lang="en-US" altLang="en-US" sz="2000" dirty="0">
                    <a:solidFill>
                      <a:srgbClr val="575757"/>
                    </a:solidFill>
                  </a:rPr>
                  <a:t>RETI</a:t>
                </a:r>
              </a:p>
            </p:txBody>
          </p:sp>
          <p:sp>
            <p:nvSpPr>
              <p:cNvPr id="191509" name="Text Box 17">
                <a:extLst>
                  <a:ext uri="{FF2B5EF4-FFF2-40B4-BE49-F238E27FC236}">
                    <a16:creationId xmlns:a16="http://schemas.microsoft.com/office/drawing/2014/main" id="{64A9D36C-BBE0-4E01-8677-54FE74CC1648}"/>
                  </a:ext>
                </a:extLst>
              </p:cNvPr>
              <p:cNvSpPr txBox="1">
                <a:spLocks noChangeArrowheads="1"/>
              </p:cNvSpPr>
              <p:nvPr/>
            </p:nvSpPr>
            <p:spPr bwMode="auto">
              <a:xfrm>
                <a:off x="3343" y="2063"/>
                <a:ext cx="2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vert="eaVert" lIns="90000" tIns="46800" rIns="90000" bIns="4680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400">
                    <a:solidFill>
                      <a:srgbClr val="575757"/>
                    </a:solidFill>
                  </a:rPr>
                  <a:t>…</a:t>
                </a:r>
              </a:p>
            </p:txBody>
          </p:sp>
          <p:sp>
            <p:nvSpPr>
              <p:cNvPr id="191510" name="Line 45">
                <a:extLst>
                  <a:ext uri="{FF2B5EF4-FFF2-40B4-BE49-F238E27FC236}">
                    <a16:creationId xmlns:a16="http://schemas.microsoft.com/office/drawing/2014/main" id="{916331EA-5A72-40FD-B81F-48D3CD158E2E}"/>
                  </a:ext>
                </a:extLst>
              </p:cNvPr>
              <p:cNvSpPr>
                <a:spLocks noChangeShapeType="1"/>
              </p:cNvSpPr>
              <p:nvPr/>
            </p:nvSpPr>
            <p:spPr bwMode="auto">
              <a:xfrm>
                <a:off x="4377" y="2976"/>
                <a:ext cx="0" cy="182"/>
              </a:xfrm>
              <a:prstGeom prst="line">
                <a:avLst/>
              </a:prstGeom>
              <a:noFill/>
              <a:ln w="38100">
                <a:solidFill>
                  <a:schemeClr val="bg1"/>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lstStyle/>
              <a:p>
                <a:endParaRPr lang="en-US"/>
              </a:p>
            </p:txBody>
          </p:sp>
        </p:grpSp>
      </p:grpSp>
      <p:sp>
        <p:nvSpPr>
          <p:cNvPr id="35" name="Title 1">
            <a:extLst>
              <a:ext uri="{FF2B5EF4-FFF2-40B4-BE49-F238E27FC236}">
                <a16:creationId xmlns:a16="http://schemas.microsoft.com/office/drawing/2014/main" id="{A0ED9583-DE7A-4A5C-8A7D-D963471636A2}"/>
              </a:ext>
            </a:extLst>
          </p:cNvPr>
          <p:cNvSpPr txBox="1">
            <a:spLocks/>
          </p:cNvSpPr>
          <p:nvPr/>
        </p:nvSpPr>
        <p:spPr>
          <a:xfrm>
            <a:off x="190500" y="781050"/>
            <a:ext cx="4745038"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4"/>
                </a:solidFill>
                <a:effectLst>
                  <a:outerShdw blurRad="38100" dist="38100" dir="2700000" algn="tl">
                    <a:srgbClr val="C0C0C0"/>
                  </a:outerShdw>
                </a:effectLst>
                <a:cs typeface="Times New Roman" panose="02020603050405020304" pitchFamily="18" charset="0"/>
              </a:rPr>
              <a:t>S7-1200 PROGRAM STRUCTURE</a:t>
            </a:r>
          </a:p>
        </p:txBody>
      </p:sp>
      <p:cxnSp>
        <p:nvCxnSpPr>
          <p:cNvPr id="33" name="Straight Connector 32">
            <a:extLst>
              <a:ext uri="{FF2B5EF4-FFF2-40B4-BE49-F238E27FC236}">
                <a16:creationId xmlns:a16="http://schemas.microsoft.com/office/drawing/2014/main" id="{036196FB-9F44-4549-A10B-C3EF4960A50E}"/>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8A92CB10-8647-4C7E-AACA-BF15D73EEA21}"/>
              </a:ext>
            </a:extLst>
          </p:cNvPr>
          <p:cNvSpPr>
            <a:spLocks noGrp="1"/>
          </p:cNvSpPr>
          <p:nvPr>
            <p:ph type="sldNum" sz="quarter" idx="12"/>
          </p:nvPr>
        </p:nvSpPr>
        <p:spPr>
          <a:xfrm>
            <a:off x="8686800" y="6454408"/>
            <a:ext cx="2743200" cy="365125"/>
          </a:xfrm>
        </p:spPr>
        <p:txBody>
          <a:bodyPr/>
          <a:lstStyle/>
          <a:p>
            <a:fld id="{C0F2E6AA-6632-4CDB-8340-A97DF37D0A28}" type="slidenum">
              <a:rPr lang="en-US" altLang="en-US" smtClean="0"/>
              <a:pPr/>
              <a:t>44</a:t>
            </a:fld>
            <a:endParaRPr lang="en-US" altLang="en-US"/>
          </a:p>
        </p:txBody>
      </p:sp>
      <p:cxnSp>
        <p:nvCxnSpPr>
          <p:cNvPr id="34" name="Straight Connector 33">
            <a:extLst>
              <a:ext uri="{FF2B5EF4-FFF2-40B4-BE49-F238E27FC236}">
                <a16:creationId xmlns:a16="http://schemas.microsoft.com/office/drawing/2014/main" id="{5B8362D9-3EFC-4F5A-854E-6C77B87D1477}"/>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36" name="Picture 35" descr="A close-up of a logo&#10;&#10;Description automatically generated">
            <a:extLst>
              <a:ext uri="{FF2B5EF4-FFF2-40B4-BE49-F238E27FC236}">
                <a16:creationId xmlns:a16="http://schemas.microsoft.com/office/drawing/2014/main" id="{AB68E2A6-CA19-4F88-ACBC-0E00F01E41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37" name="Title 1">
            <a:extLst>
              <a:ext uri="{FF2B5EF4-FFF2-40B4-BE49-F238E27FC236}">
                <a16:creationId xmlns:a16="http://schemas.microsoft.com/office/drawing/2014/main" id="{823FE15D-4573-467B-900A-23FB926B2790}"/>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38" name="TextBox 37">
            <a:extLst>
              <a:ext uri="{FF2B5EF4-FFF2-40B4-BE49-F238E27FC236}">
                <a16:creationId xmlns:a16="http://schemas.microsoft.com/office/drawing/2014/main" id="{8D6A3359-11E9-438F-B63B-501B26DEE186}"/>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3538" name="Text Box 9">
            <a:extLst>
              <a:ext uri="{FF2B5EF4-FFF2-40B4-BE49-F238E27FC236}">
                <a16:creationId xmlns:a16="http://schemas.microsoft.com/office/drawing/2014/main" id="{9E6B55EE-2F71-4BE3-A479-7A76BBE534BC}"/>
              </a:ext>
            </a:extLst>
          </p:cNvPr>
          <p:cNvSpPr txBox="1">
            <a:spLocks noChangeArrowheads="1"/>
          </p:cNvSpPr>
          <p:nvPr/>
        </p:nvSpPr>
        <p:spPr bwMode="auto">
          <a:xfrm>
            <a:off x="526961" y="1824994"/>
            <a:ext cx="4920967" cy="4425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lnSpc>
                <a:spcPct val="114000"/>
              </a:lnSpc>
              <a:spcBef>
                <a:spcPts val="600"/>
              </a:spcBef>
            </a:pPr>
            <a:r>
              <a:rPr lang="en-US" altLang="en-US" sz="2400" b="0" dirty="0">
                <a:solidFill>
                  <a:srgbClr val="000000"/>
                </a:solidFill>
              </a:rPr>
              <a:t>The main program is locked with the END command.
The subprogram is a part of the program. Finish with the RET command and write after the main program.
The interrupt processing program is a part of the program. Finish with the RETI command and write after the main program.</a:t>
            </a:r>
          </a:p>
        </p:txBody>
      </p:sp>
      <p:pic>
        <p:nvPicPr>
          <p:cNvPr id="193539" name="Picture 9" descr="cấu trúc một chương trình pascal - Em Yêu Tin Học">
            <a:extLst>
              <a:ext uri="{FF2B5EF4-FFF2-40B4-BE49-F238E27FC236}">
                <a16:creationId xmlns:a16="http://schemas.microsoft.com/office/drawing/2014/main" id="{C5FD75B2-0D7A-46ED-AFA9-E31ACD77A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230" b="4024"/>
          <a:stretch>
            <a:fillRect/>
          </a:stretch>
        </p:blipFill>
        <p:spPr bwMode="auto">
          <a:xfrm>
            <a:off x="5591944" y="2348880"/>
            <a:ext cx="6337300" cy="258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a:extLst>
              <a:ext uri="{FF2B5EF4-FFF2-40B4-BE49-F238E27FC236}">
                <a16:creationId xmlns:a16="http://schemas.microsoft.com/office/drawing/2014/main" id="{9E51228A-AE5F-42DB-B09F-E00DEE9D28E0}"/>
              </a:ext>
            </a:extLst>
          </p:cNvPr>
          <p:cNvSpPr txBox="1">
            <a:spLocks/>
          </p:cNvSpPr>
          <p:nvPr/>
        </p:nvSpPr>
        <p:spPr>
          <a:xfrm>
            <a:off x="206375" y="847725"/>
            <a:ext cx="3816350"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chemeClr val="accent4"/>
                </a:solidFill>
                <a:effectLst>
                  <a:outerShdw blurRad="38100" dist="38100" dir="2700000" algn="tl">
                    <a:srgbClr val="C0C0C0"/>
                  </a:outerShdw>
                </a:effectLst>
                <a:cs typeface="Times New Roman" panose="02020603050405020304" pitchFamily="18" charset="0"/>
              </a:rPr>
              <a:t>PROGRAM STRUCTURE</a:t>
            </a:r>
          </a:p>
        </p:txBody>
      </p:sp>
      <p:sp>
        <p:nvSpPr>
          <p:cNvPr id="3" name="Slide Number Placeholder 2">
            <a:extLst>
              <a:ext uri="{FF2B5EF4-FFF2-40B4-BE49-F238E27FC236}">
                <a16:creationId xmlns:a16="http://schemas.microsoft.com/office/drawing/2014/main" id="{B5A3932C-6786-4661-A916-9235885BE66B}"/>
              </a:ext>
            </a:extLst>
          </p:cNvPr>
          <p:cNvSpPr>
            <a:spLocks noGrp="1"/>
          </p:cNvSpPr>
          <p:nvPr>
            <p:ph type="sldNum" sz="quarter" idx="12"/>
          </p:nvPr>
        </p:nvSpPr>
        <p:spPr>
          <a:xfrm>
            <a:off x="8686800" y="6473405"/>
            <a:ext cx="2743200" cy="365125"/>
          </a:xfrm>
        </p:spPr>
        <p:txBody>
          <a:bodyPr/>
          <a:lstStyle/>
          <a:p>
            <a:fld id="{463DAC6F-37B0-497B-9F88-A4FC17849BDA}" type="slidenum">
              <a:rPr lang="en-US" altLang="en-US" smtClean="0"/>
              <a:pPr/>
              <a:t>45</a:t>
            </a:fld>
            <a:endParaRPr lang="en-US" altLang="en-US"/>
          </a:p>
        </p:txBody>
      </p:sp>
      <p:cxnSp>
        <p:nvCxnSpPr>
          <p:cNvPr id="7" name="Straight Connector 6">
            <a:extLst>
              <a:ext uri="{FF2B5EF4-FFF2-40B4-BE49-F238E27FC236}">
                <a16:creationId xmlns:a16="http://schemas.microsoft.com/office/drawing/2014/main" id="{6EFD5662-BBC3-4C2C-9659-20AD68109E03}"/>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close-up of a logo&#10;&#10;Description automatically generated">
            <a:extLst>
              <a:ext uri="{FF2B5EF4-FFF2-40B4-BE49-F238E27FC236}">
                <a16:creationId xmlns:a16="http://schemas.microsoft.com/office/drawing/2014/main" id="{58DC70EC-16A9-4E57-ABEA-FB9D2ABBB8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9" name="Title 1">
            <a:extLst>
              <a:ext uri="{FF2B5EF4-FFF2-40B4-BE49-F238E27FC236}">
                <a16:creationId xmlns:a16="http://schemas.microsoft.com/office/drawing/2014/main" id="{4FC653E8-79EC-40B1-9965-484EB4C03F95}"/>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1" name="TextBox 10">
            <a:extLst>
              <a:ext uri="{FF2B5EF4-FFF2-40B4-BE49-F238E27FC236}">
                <a16:creationId xmlns:a16="http://schemas.microsoft.com/office/drawing/2014/main" id="{83B7DBF4-FCDF-476E-B3D5-FBA652165501}"/>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2" name="Straight Connector 11">
            <a:extLst>
              <a:ext uri="{FF2B5EF4-FFF2-40B4-BE49-F238E27FC236}">
                <a16:creationId xmlns:a16="http://schemas.microsoft.com/office/drawing/2014/main" id="{9E13B5A5-6BFF-4E08-8AA7-EB1D130E2D15}"/>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23" name="Text Box 15">
            <a:extLst>
              <a:ext uri="{FF2B5EF4-FFF2-40B4-BE49-F238E27FC236}">
                <a16:creationId xmlns:a16="http://schemas.microsoft.com/office/drawing/2014/main" id="{97718C4C-E527-4FD7-8569-EBC695894A7E}"/>
              </a:ext>
            </a:extLst>
          </p:cNvPr>
          <p:cNvSpPr txBox="1">
            <a:spLocks noChangeArrowheads="1"/>
          </p:cNvSpPr>
          <p:nvPr/>
        </p:nvSpPr>
        <p:spPr bwMode="auto">
          <a:xfrm>
            <a:off x="623392" y="1484784"/>
            <a:ext cx="5472608" cy="3875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hangingPunct="1">
              <a:lnSpc>
                <a:spcPct val="110000"/>
              </a:lnSpc>
              <a:spcBef>
                <a:spcPts val="600"/>
              </a:spcBef>
            </a:pPr>
            <a:r>
              <a:rPr lang="en-US" altLang="en-US" sz="2400" b="0" dirty="0">
                <a:solidFill>
                  <a:srgbClr val="000000"/>
                </a:solidFill>
              </a:rPr>
              <a:t>The subprograms are grouped into a group after the main program. Then immediately come to the interrupt processing programs.
It is possible to freely confuse subprograms and interrupt processing programs behind the main program.
The software used for the PLC S7-1200 is TIA PORTAL. </a:t>
            </a:r>
          </a:p>
        </p:txBody>
      </p:sp>
      <p:sp>
        <p:nvSpPr>
          <p:cNvPr id="10" name="Title 1">
            <a:extLst>
              <a:ext uri="{FF2B5EF4-FFF2-40B4-BE49-F238E27FC236}">
                <a16:creationId xmlns:a16="http://schemas.microsoft.com/office/drawing/2014/main" id="{95401E50-588C-4EB1-BB47-C3277B0E958A}"/>
              </a:ext>
            </a:extLst>
          </p:cNvPr>
          <p:cNvSpPr txBox="1">
            <a:spLocks/>
          </p:cNvSpPr>
          <p:nvPr/>
        </p:nvSpPr>
        <p:spPr>
          <a:xfrm>
            <a:off x="192088" y="765175"/>
            <a:ext cx="3816350" cy="487363"/>
          </a:xfrm>
          <a:prstGeom prst="rect">
            <a:avLst/>
          </a:prstGeom>
        </p:spPr>
        <p:txBody>
          <a:bodyPr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defRPr/>
            </a:pPr>
            <a:r>
              <a:rPr lang="en-US" altLang="en-US" sz="2000" dirty="0">
                <a:solidFill>
                  <a:srgbClr val="FF5A33"/>
                </a:solidFill>
                <a:effectLst>
                  <a:outerShdw blurRad="38100" dist="38100" dir="2700000" algn="tl">
                    <a:srgbClr val="C0C0C0"/>
                  </a:outerShdw>
                </a:effectLst>
                <a:cs typeface="Times New Roman" panose="02020603050405020304" pitchFamily="18" charset="0"/>
              </a:rPr>
              <a:t>PROGRAM STRUCTURE</a:t>
            </a:r>
          </a:p>
        </p:txBody>
      </p:sp>
      <p:pic>
        <p:nvPicPr>
          <p:cNvPr id="195588" name="Picture 10" descr="Siemens Tia Portal V16 Profesional Plcsim Envio Gratis Link | Mercado Libre">
            <a:extLst>
              <a:ext uri="{FF2B5EF4-FFF2-40B4-BE49-F238E27FC236}">
                <a16:creationId xmlns:a16="http://schemas.microsoft.com/office/drawing/2014/main" id="{3463655A-A115-411A-B521-C4FE32641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1332" y="1855076"/>
            <a:ext cx="5027276" cy="3147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B6668369-07B7-4E18-8469-5E10A54C91D6}"/>
              </a:ext>
            </a:extLst>
          </p:cNvPr>
          <p:cNvSpPr>
            <a:spLocks noGrp="1"/>
          </p:cNvSpPr>
          <p:nvPr>
            <p:ph type="sldNum" sz="quarter" idx="12"/>
          </p:nvPr>
        </p:nvSpPr>
        <p:spPr>
          <a:xfrm>
            <a:off x="8686800" y="6484938"/>
            <a:ext cx="2743200" cy="365125"/>
          </a:xfrm>
        </p:spPr>
        <p:txBody>
          <a:bodyPr/>
          <a:lstStyle/>
          <a:p>
            <a:fld id="{463DAC6F-37B0-497B-9F88-A4FC17849BDA}" type="slidenum">
              <a:rPr lang="en-US" altLang="en-US" smtClean="0"/>
              <a:pPr/>
              <a:t>46</a:t>
            </a:fld>
            <a:endParaRPr lang="en-US" altLang="en-US" dirty="0"/>
          </a:p>
        </p:txBody>
      </p:sp>
      <p:cxnSp>
        <p:nvCxnSpPr>
          <p:cNvPr id="7" name="Straight Connector 6">
            <a:extLst>
              <a:ext uri="{FF2B5EF4-FFF2-40B4-BE49-F238E27FC236}">
                <a16:creationId xmlns:a16="http://schemas.microsoft.com/office/drawing/2014/main" id="{33B760E1-3E69-4133-81A6-23CCDEC6A213}"/>
              </a:ext>
            </a:extLst>
          </p:cNvPr>
          <p:cNvCxnSpPr/>
          <p:nvPr/>
        </p:nvCxnSpPr>
        <p:spPr>
          <a:xfrm>
            <a:off x="551384" y="684666"/>
            <a:ext cx="11277600" cy="0"/>
          </a:xfrm>
          <a:prstGeom prst="line">
            <a:avLst/>
          </a:prstGeom>
          <a:ln w="38100">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close-up of a logo&#10;&#10;Description automatically generated">
            <a:extLst>
              <a:ext uri="{FF2B5EF4-FFF2-40B4-BE49-F238E27FC236}">
                <a16:creationId xmlns:a16="http://schemas.microsoft.com/office/drawing/2014/main" id="{A90DCF5C-0CB4-4984-8D64-0F57DDA28B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585" y="80334"/>
            <a:ext cx="1874564" cy="571614"/>
          </a:xfrm>
          <a:prstGeom prst="rect">
            <a:avLst/>
          </a:prstGeom>
        </p:spPr>
      </p:pic>
      <p:sp>
        <p:nvSpPr>
          <p:cNvPr id="9" name="Title 1">
            <a:extLst>
              <a:ext uri="{FF2B5EF4-FFF2-40B4-BE49-F238E27FC236}">
                <a16:creationId xmlns:a16="http://schemas.microsoft.com/office/drawing/2014/main" id="{36A1102B-1156-43BC-9F3C-6D4E43C641E8}"/>
              </a:ext>
            </a:extLst>
          </p:cNvPr>
          <p:cNvSpPr txBox="1">
            <a:spLocks/>
          </p:cNvSpPr>
          <p:nvPr/>
        </p:nvSpPr>
        <p:spPr>
          <a:xfrm>
            <a:off x="8382000" y="185772"/>
            <a:ext cx="3352800"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a:defRPr/>
            </a:pPr>
            <a:r>
              <a:rPr lang="en-US" sz="2000" dirty="0">
                <a:solidFill>
                  <a:schemeClr val="accent5">
                    <a:lumMod val="50000"/>
                  </a:schemeClr>
                </a:solidFill>
                <a:latin typeface="Times New Roman" panose="02020603050405020304" pitchFamily="18" charset="0"/>
                <a:cs typeface="Times New Roman" panose="02020603050405020304" pitchFamily="18" charset="0"/>
              </a:rPr>
              <a:t>1.2 STRUCTURE A PLC</a:t>
            </a:r>
          </a:p>
        </p:txBody>
      </p:sp>
      <p:sp>
        <p:nvSpPr>
          <p:cNvPr id="11" name="TextBox 10">
            <a:extLst>
              <a:ext uri="{FF2B5EF4-FFF2-40B4-BE49-F238E27FC236}">
                <a16:creationId xmlns:a16="http://schemas.microsoft.com/office/drawing/2014/main" id="{6CDD565C-C291-4A93-B0A6-7390A798D117}"/>
              </a:ext>
            </a:extLst>
          </p:cNvPr>
          <p:cNvSpPr txBox="1"/>
          <p:nvPr/>
        </p:nvSpPr>
        <p:spPr>
          <a:xfrm>
            <a:off x="382585" y="6550223"/>
            <a:ext cx="6098240" cy="307777"/>
          </a:xfrm>
          <a:prstGeom prst="rect">
            <a:avLst/>
          </a:prstGeom>
          <a:noFill/>
        </p:spPr>
        <p:txBody>
          <a:bodyPr wrap="square">
            <a:spAutoFit/>
          </a:bodyPr>
          <a:lstStyle/>
          <a:p>
            <a:pPr>
              <a:defRPr/>
            </a:pPr>
            <a:r>
              <a:rPr lang="en-US" altLang="en-US" sz="1400" dirty="0">
                <a:solidFill>
                  <a:srgbClr val="002060"/>
                </a:solidFill>
                <a:latin typeface="Times New Roman" panose="02020603050405020304" pitchFamily="18" charset="0"/>
                <a:cs typeface="Times New Roman" panose="02020603050405020304" pitchFamily="18" charset="0"/>
              </a:rPr>
              <a:t>INS3150 - PROGRAMMING PLC</a:t>
            </a:r>
          </a:p>
        </p:txBody>
      </p:sp>
      <p:cxnSp>
        <p:nvCxnSpPr>
          <p:cNvPr id="12" name="Straight Connector 11">
            <a:extLst>
              <a:ext uri="{FF2B5EF4-FFF2-40B4-BE49-F238E27FC236}">
                <a16:creationId xmlns:a16="http://schemas.microsoft.com/office/drawing/2014/main" id="{8C79E796-6E16-4B06-8A19-39249B677550}"/>
              </a:ext>
            </a:extLst>
          </p:cNvPr>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43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23"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E8E4D4"/>
        </a:solidFill>
        <a:effectLst/>
      </p:bgPr>
    </p:bg>
    <p:spTree>
      <p:nvGrpSpPr>
        <p:cNvPr id="1" name=""/>
        <p:cNvGrpSpPr/>
        <p:nvPr/>
      </p:nvGrpSpPr>
      <p:grpSpPr>
        <a:xfrm>
          <a:off x="0" y="0"/>
          <a:ext cx="0" cy="0"/>
          <a:chOff x="0" y="0"/>
          <a:chExt cx="0" cy="0"/>
        </a:xfrm>
      </p:grpSpPr>
      <p:pic>
        <p:nvPicPr>
          <p:cNvPr id="197634" name="Picture 1">
            <a:extLst>
              <a:ext uri="{FF2B5EF4-FFF2-40B4-BE49-F238E27FC236}">
                <a16:creationId xmlns:a16="http://schemas.microsoft.com/office/drawing/2014/main" id="{764534CC-0A5C-476F-ADE4-168B79771F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7C9C3AD8-4F93-486C-9A29-FDCF608ACA2D}"/>
              </a:ext>
            </a:extLst>
          </p:cNvPr>
          <p:cNvSpPr>
            <a:spLocks noGrp="1"/>
          </p:cNvSpPr>
          <p:nvPr>
            <p:ph type="sldNum" sz="quarter" idx="12"/>
          </p:nvPr>
        </p:nvSpPr>
        <p:spPr/>
        <p:txBody>
          <a:bodyPr/>
          <a:lstStyle/>
          <a:p>
            <a:fld id="{463DAC6F-37B0-497B-9F88-A4FC17849BDA}" type="slidenum">
              <a:rPr lang="en-US" altLang="en-US" smtClean="0"/>
              <a:pPr/>
              <a:t>47</a:t>
            </a:fld>
            <a:endParaRPr lang="en-US" altLang="en-US"/>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C21AD806-9158-41D8-96DA-42E0D4CACDE2}" vid="{6DAC5F3D-DF68-4589-B4B7-752BCDF78084}"/>
    </a:ext>
  </a:extLst>
</a:theme>
</file>

<file path=ppt/theme/theme2.xml><?xml version="1.0" encoding="utf-8"?>
<a:theme xmlns:a="http://schemas.openxmlformats.org/drawingml/2006/main" name="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2607</TotalTime>
  <Words>2972</Words>
  <Application>Microsoft Office PowerPoint</Application>
  <PresentationFormat>Widescreen</PresentationFormat>
  <Paragraphs>541</Paragraphs>
  <Slides>47</Slides>
  <Notes>34</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47</vt:i4>
      </vt:variant>
    </vt:vector>
  </HeadingPairs>
  <TitlesOfParts>
    <vt:vector size="60" baseType="lpstr">
      <vt:lpstr>Arial</vt:lpstr>
      <vt:lpstr>Calibri</vt:lpstr>
      <vt:lpstr>Calibri Light</vt:lpstr>
      <vt:lpstr>Courier New</vt:lpstr>
      <vt:lpstr>Roboto Lt</vt:lpstr>
      <vt:lpstr>Segoe UI</vt:lpstr>
      <vt:lpstr>SVN-Square</vt:lpstr>
      <vt:lpstr>Times New Roman</vt:lpstr>
      <vt:lpstr>Wingdings</vt:lpstr>
      <vt:lpstr>Theme1</vt:lpstr>
      <vt:lpstr>Default Design</vt:lpstr>
      <vt:lpstr>4_Default Design</vt:lpstr>
      <vt:lpstr>3_Default Design</vt:lpstr>
      <vt:lpstr>PowerPoint Presentation</vt:lpstr>
      <vt:lpstr>PowerPoint Presentation</vt:lpstr>
      <vt:lpstr>PowerPoint Presentation</vt:lpstr>
      <vt:lpstr>PowerPoint Presentation</vt:lpstr>
      <vt:lpstr>MECHANICAL CONTROLS</vt:lpstr>
      <vt:lpstr>PowerPoint Presentation</vt:lpstr>
      <vt:lpstr>PowerPoint Presentation</vt:lpstr>
      <vt:lpstr>PowerPoint Presentation</vt:lpstr>
      <vt:lpstr>PROGRAMMABLE CONTROLS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80b/3 Dong 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dc:title>
  <dc:creator>Nguyen Van Thoai</dc:creator>
  <cp:lastModifiedBy>Pham Yen</cp:lastModifiedBy>
  <cp:revision>300</cp:revision>
  <dcterms:created xsi:type="dcterms:W3CDTF">2004-01-03T21:50:02Z</dcterms:created>
  <dcterms:modified xsi:type="dcterms:W3CDTF">2024-09-20T01:06:57Z</dcterms:modified>
</cp:coreProperties>
</file>