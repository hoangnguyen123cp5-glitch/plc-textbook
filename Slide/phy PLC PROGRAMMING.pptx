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2" r:id="rId2"/>
    <p:sldMasterId id="2147483674" r:id="rId3"/>
  </p:sldMasterIdLst>
  <p:notesMasterIdLst>
    <p:notesMasterId r:id="rId69"/>
  </p:notesMasterIdLst>
  <p:handoutMasterIdLst>
    <p:handoutMasterId r:id="rId70"/>
  </p:handoutMasterIdLst>
  <p:sldIdLst>
    <p:sldId id="256" r:id="rId4"/>
    <p:sldId id="258" r:id="rId5"/>
    <p:sldId id="260" r:id="rId6"/>
    <p:sldId id="261" r:id="rId7"/>
    <p:sldId id="288" r:id="rId8"/>
    <p:sldId id="289" r:id="rId9"/>
    <p:sldId id="290" r:id="rId10"/>
    <p:sldId id="291" r:id="rId11"/>
    <p:sldId id="294" r:id="rId12"/>
    <p:sldId id="295" r:id="rId13"/>
    <p:sldId id="287" r:id="rId14"/>
    <p:sldId id="296" r:id="rId15"/>
    <p:sldId id="297" r:id="rId16"/>
    <p:sldId id="298" r:id="rId17"/>
    <p:sldId id="299" r:id="rId18"/>
    <p:sldId id="300" r:id="rId19"/>
    <p:sldId id="301" r:id="rId20"/>
    <p:sldId id="262" r:id="rId21"/>
    <p:sldId id="305" r:id="rId22"/>
    <p:sldId id="264" r:id="rId23"/>
    <p:sldId id="263" r:id="rId24"/>
    <p:sldId id="265" r:id="rId25"/>
    <p:sldId id="266" r:id="rId26"/>
    <p:sldId id="313" r:id="rId27"/>
    <p:sldId id="267" r:id="rId28"/>
    <p:sldId id="306" r:id="rId29"/>
    <p:sldId id="307" r:id="rId30"/>
    <p:sldId id="315" r:id="rId31"/>
    <p:sldId id="308" r:id="rId32"/>
    <p:sldId id="324" r:id="rId33"/>
    <p:sldId id="323" r:id="rId34"/>
    <p:sldId id="309" r:id="rId35"/>
    <p:sldId id="325" r:id="rId36"/>
    <p:sldId id="271" r:id="rId37"/>
    <p:sldId id="272" r:id="rId38"/>
    <p:sldId id="273" r:id="rId39"/>
    <p:sldId id="314" r:id="rId40"/>
    <p:sldId id="316" r:id="rId41"/>
    <p:sldId id="268" r:id="rId42"/>
    <p:sldId id="269" r:id="rId43"/>
    <p:sldId id="270" r:id="rId44"/>
    <p:sldId id="292" r:id="rId45"/>
    <p:sldId id="312" r:id="rId46"/>
    <p:sldId id="310" r:id="rId47"/>
    <p:sldId id="302" r:id="rId48"/>
    <p:sldId id="311" r:id="rId49"/>
    <p:sldId id="257" r:id="rId50"/>
    <p:sldId id="259" r:id="rId51"/>
    <p:sldId id="277" r:id="rId52"/>
    <p:sldId id="278" r:id="rId53"/>
    <p:sldId id="279" r:id="rId54"/>
    <p:sldId id="280" r:id="rId55"/>
    <p:sldId id="281" r:id="rId56"/>
    <p:sldId id="282" r:id="rId57"/>
    <p:sldId id="283" r:id="rId58"/>
    <p:sldId id="284" r:id="rId59"/>
    <p:sldId id="285" r:id="rId60"/>
    <p:sldId id="286" r:id="rId61"/>
    <p:sldId id="317" r:id="rId62"/>
    <p:sldId id="318" r:id="rId63"/>
    <p:sldId id="319" r:id="rId64"/>
    <p:sldId id="326" r:id="rId65"/>
    <p:sldId id="320" r:id="rId66"/>
    <p:sldId id="321" r:id="rId67"/>
    <p:sldId id="322" r:id="rId68"/>
  </p:sldIdLst>
  <p:sldSz cx="12192000" cy="6858000"/>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66CC"/>
    <a:srgbClr val="0066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14" autoAdjust="0"/>
    <p:restoredTop sz="88462" autoAdjust="0"/>
  </p:normalViewPr>
  <p:slideViewPr>
    <p:cSldViewPr snapToGrid="0">
      <p:cViewPr>
        <p:scale>
          <a:sx n="94" d="100"/>
          <a:sy n="94" d="100"/>
        </p:scale>
        <p:origin x="620" y="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slide" Target="slides/slide63.xml"/><Relationship Id="rId74" Type="http://schemas.openxmlformats.org/officeDocument/2006/relationships/tableStyles" Target="tableStyles.xml"/><Relationship Id="rId5" Type="http://schemas.openxmlformats.org/officeDocument/2006/relationships/slide" Target="slides/slide2.xml"/><Relationship Id="rId61" Type="http://schemas.openxmlformats.org/officeDocument/2006/relationships/slide" Target="slides/slide58.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notesMaster" Target="notesMasters/notesMaster1.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 Type="http://schemas.openxmlformats.org/officeDocument/2006/relationships/slide" Target="slides/slide4.xml"/><Relationship Id="rId71"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64AD56D-509A-460B-96E3-E1205FAABEA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Date Placeholder 2">
            <a:extLst>
              <a:ext uri="{FF2B5EF4-FFF2-40B4-BE49-F238E27FC236}">
                <a16:creationId xmlns:a16="http://schemas.microsoft.com/office/drawing/2014/main" id="{190C05A4-FB32-41EB-AC71-05BB1AC8B45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74784E9-D584-4ADF-9BF0-3F01C5FFF1DF}" type="datetimeFigureOut">
              <a:rPr lang="vi-VN" smtClean="0"/>
              <a:t>25/01/2026</a:t>
            </a:fld>
            <a:endParaRPr lang="vi-VN"/>
          </a:p>
        </p:txBody>
      </p:sp>
      <p:sp>
        <p:nvSpPr>
          <p:cNvPr id="4" name="Footer Placeholder 3">
            <a:extLst>
              <a:ext uri="{FF2B5EF4-FFF2-40B4-BE49-F238E27FC236}">
                <a16:creationId xmlns:a16="http://schemas.microsoft.com/office/drawing/2014/main" id="{1F7592AD-9F05-4E1E-8C0A-21001401D7D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5" name="Slide Number Placeholder 4">
            <a:extLst>
              <a:ext uri="{FF2B5EF4-FFF2-40B4-BE49-F238E27FC236}">
                <a16:creationId xmlns:a16="http://schemas.microsoft.com/office/drawing/2014/main" id="{CB49F9B7-51A4-44CD-A89F-737A84383C1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1CBE945-A695-406F-9FD0-2253DD05E54C}" type="slidenum">
              <a:rPr lang="vi-VN" smtClean="0"/>
              <a:t>‹#›</a:t>
            </a:fld>
            <a:endParaRPr lang="vi-VN"/>
          </a:p>
        </p:txBody>
      </p:sp>
    </p:spTree>
    <p:extLst>
      <p:ext uri="{BB962C8B-B14F-4D97-AF65-F5344CB8AC3E}">
        <p14:creationId xmlns:p14="http://schemas.microsoft.com/office/powerpoint/2010/main" val="36330121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2C3255-0E71-449A-8BA5-315098731EB8}" type="datetimeFigureOut">
              <a:rPr lang="vi-VN" smtClean="0"/>
              <a:t>25/01/2026</a:t>
            </a:fld>
            <a:endParaRPr lang="vi-V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86D4B9-2030-4A83-8C77-AD8EFD911E41}" type="slidenum">
              <a:rPr lang="vi-VN" smtClean="0"/>
              <a:t>‹#›</a:t>
            </a:fld>
            <a:endParaRPr lang="vi-VN"/>
          </a:p>
        </p:txBody>
      </p:sp>
    </p:spTree>
    <p:extLst>
      <p:ext uri="{BB962C8B-B14F-4D97-AF65-F5344CB8AC3E}">
        <p14:creationId xmlns:p14="http://schemas.microsoft.com/office/powerpoint/2010/main" val="24033594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en.wikipedia.org/wiki/Sequential_logic" TargetMode="External"/><Relationship Id="rId2" Type="http://schemas.openxmlformats.org/officeDocument/2006/relationships/slide" Target="../slides/slide3.xml"/><Relationship Id="rId1" Type="http://schemas.openxmlformats.org/officeDocument/2006/relationships/notesMaster" Target="../notesMasters/notesMaster1.xml"/><Relationship Id="rId6" Type="http://schemas.openxmlformats.org/officeDocument/2006/relationships/hyperlink" Target="https://en.wikipedia.org/wiki/Programmable_logic_controller" TargetMode="External"/><Relationship Id="rId5" Type="http://schemas.openxmlformats.org/officeDocument/2006/relationships/hyperlink" Target="https://en.wikipedia.org/wiki/Software_logic" TargetMode="External"/><Relationship Id="rId4" Type="http://schemas.openxmlformats.org/officeDocument/2006/relationships/hyperlink" Target="https://en.wikipedia.org/wiki/Combinational_logic" TargetMode="Externa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en.wikipedia.org/wiki/Open-loop_control" TargetMode="External"/><Relationship Id="rId2" Type="http://schemas.openxmlformats.org/officeDocument/2006/relationships/slide" Target="../slides/slide4.xml"/><Relationship Id="rId1" Type="http://schemas.openxmlformats.org/officeDocument/2006/relationships/notesMaster" Target="../notesMasters/notesMaster1.xml"/><Relationship Id="rId4" Type="http://schemas.openxmlformats.org/officeDocument/2006/relationships/hyperlink" Target="https://en.wikipedia.org/wiki/Closed-loop_control" TargetMode="Externa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en.wikipedia.org/wiki/Control_system#cite_note-Control_loop_auto-1"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8" Type="http://schemas.openxmlformats.org/officeDocument/2006/relationships/hyperlink" Target="https://en.wikipedia.org/wiki/PID_algorithm" TargetMode="External"/><Relationship Id="rId3" Type="http://schemas.openxmlformats.org/officeDocument/2006/relationships/hyperlink" Target="https://en.wikipedia.org/wiki/Feedback" TargetMode="External"/><Relationship Id="rId7" Type="http://schemas.openxmlformats.org/officeDocument/2006/relationships/hyperlink" Target="https://en.wikipedia.org/wiki/Cruise_control" TargetMode="External"/><Relationship Id="rId2" Type="http://schemas.openxmlformats.org/officeDocument/2006/relationships/slide" Target="../slides/slide9.xml"/><Relationship Id="rId1" Type="http://schemas.openxmlformats.org/officeDocument/2006/relationships/notesMaster" Target="../notesMasters/notesMaster1.xml"/><Relationship Id="rId6" Type="http://schemas.openxmlformats.org/officeDocument/2006/relationships/hyperlink" Target="https://en.wikipedia.org/wiki/Setpoint_(control_system)" TargetMode="External"/><Relationship Id="rId5" Type="http://schemas.openxmlformats.org/officeDocument/2006/relationships/hyperlink" Target="https://en.wikipedia.org/wiki/Sensor" TargetMode="External"/><Relationship Id="rId10" Type="http://schemas.openxmlformats.org/officeDocument/2006/relationships/hyperlink" Target="https://en.wikipedia.org/wiki/Open-loop_controller" TargetMode="External"/><Relationship Id="rId4" Type="http://schemas.openxmlformats.org/officeDocument/2006/relationships/hyperlink" Target="https://en.wikipedia.org/wiki/Control_loop" TargetMode="External"/><Relationship Id="rId9" Type="http://schemas.openxmlformats.org/officeDocument/2006/relationships/hyperlink" Target="https://en.wikipedia.org/wiki/Overshoot_(signal)" TargetMode="Externa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en.wikipedia.org/wiki/Mathematical_model" TargetMode="External"/><Relationship Id="rId2" Type="http://schemas.openxmlformats.org/officeDocument/2006/relationships/slide" Target="../slides/slide10.xml"/><Relationship Id="rId1" Type="http://schemas.openxmlformats.org/officeDocument/2006/relationships/notesMaster" Target="../notesMasters/notesMaster1.xml"/><Relationship Id="rId6" Type="http://schemas.openxmlformats.org/officeDocument/2006/relationships/hyperlink" Target="https://en.wikipedia.org/wiki/Feed_forward_(control)" TargetMode="External"/><Relationship Id="rId5" Type="http://schemas.openxmlformats.org/officeDocument/2006/relationships/hyperlink" Target="https://en.wikipedia.org/wiki/Control_system#cite_note-5" TargetMode="External"/><Relationship Id="rId4" Type="http://schemas.openxmlformats.org/officeDocument/2006/relationships/hyperlink" Target="https://en.wikipedia.org/wiki/Instability" TargetMode="Externa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202122"/>
                </a:solidFill>
                <a:effectLst/>
                <a:latin typeface="Arial" panose="020B0604020202020204" pitchFamily="34" charset="0"/>
              </a:rPr>
              <a:t>For </a:t>
            </a:r>
            <a:r>
              <a:rPr lang="en-US" b="0" i="0" u="none" strike="noStrike">
                <a:solidFill>
                  <a:srgbClr val="3366CC"/>
                </a:solidFill>
                <a:effectLst/>
                <a:latin typeface="Arial" panose="020B0604020202020204" pitchFamily="34" charset="0"/>
                <a:hlinkClick r:id="rId3" tooltip="Sequential logic"/>
              </a:rPr>
              <a:t>sequential</a:t>
            </a:r>
            <a:r>
              <a:rPr lang="en-US" b="0" i="0">
                <a:solidFill>
                  <a:srgbClr val="202122"/>
                </a:solidFill>
                <a:effectLst/>
                <a:latin typeface="Arial" panose="020B0604020202020204" pitchFamily="34" charset="0"/>
              </a:rPr>
              <a:t> and </a:t>
            </a:r>
            <a:r>
              <a:rPr lang="en-US" b="0" i="0" u="none" strike="noStrike">
                <a:solidFill>
                  <a:srgbClr val="3366CC"/>
                </a:solidFill>
                <a:effectLst/>
                <a:latin typeface="Arial" panose="020B0604020202020204" pitchFamily="34" charset="0"/>
                <a:hlinkClick r:id="rId4" tooltip="Combinational logic"/>
              </a:rPr>
              <a:t>combinational logic</a:t>
            </a:r>
            <a:r>
              <a:rPr lang="en-US" b="0" i="0">
                <a:solidFill>
                  <a:srgbClr val="202122"/>
                </a:solidFill>
                <a:effectLst/>
                <a:latin typeface="Arial" panose="020B0604020202020204" pitchFamily="34" charset="0"/>
              </a:rPr>
              <a:t>, </a:t>
            </a:r>
            <a:r>
              <a:rPr lang="en-US" b="0" i="0" u="none" strike="noStrike">
                <a:solidFill>
                  <a:srgbClr val="3366CC"/>
                </a:solidFill>
                <a:effectLst/>
                <a:latin typeface="Arial" panose="020B0604020202020204" pitchFamily="34" charset="0"/>
                <a:hlinkClick r:id="rId5" tooltip="Software logic"/>
              </a:rPr>
              <a:t>software logic</a:t>
            </a:r>
            <a:r>
              <a:rPr lang="en-US" b="0" i="0">
                <a:solidFill>
                  <a:srgbClr val="202122"/>
                </a:solidFill>
                <a:effectLst/>
                <a:latin typeface="Arial" panose="020B0604020202020204" pitchFamily="34" charset="0"/>
              </a:rPr>
              <a:t>, such as in a </a:t>
            </a:r>
            <a:r>
              <a:rPr lang="en-US" b="0" i="0" u="none" strike="noStrike">
                <a:solidFill>
                  <a:srgbClr val="3366CC"/>
                </a:solidFill>
                <a:effectLst/>
                <a:latin typeface="Arial" panose="020B0604020202020204" pitchFamily="34" charset="0"/>
                <a:hlinkClick r:id="rId6" tooltip="Programmable logic controller"/>
              </a:rPr>
              <a:t>programmable logic controller</a:t>
            </a:r>
            <a:r>
              <a:rPr lang="en-US" b="0" i="0">
                <a:solidFill>
                  <a:srgbClr val="202122"/>
                </a:solidFill>
                <a:effectLst/>
                <a:latin typeface="Arial" panose="020B0604020202020204" pitchFamily="34" charset="0"/>
              </a:rPr>
              <a:t>, is used.</a:t>
            </a:r>
            <a:endParaRPr lang="vi-VN"/>
          </a:p>
        </p:txBody>
      </p:sp>
      <p:sp>
        <p:nvSpPr>
          <p:cNvPr id="4" name="Slide Number Placeholder 3"/>
          <p:cNvSpPr>
            <a:spLocks noGrp="1"/>
          </p:cNvSpPr>
          <p:nvPr>
            <p:ph type="sldNum" sz="quarter" idx="5"/>
          </p:nvPr>
        </p:nvSpPr>
        <p:spPr/>
        <p:txBody>
          <a:bodyPr/>
          <a:lstStyle/>
          <a:p>
            <a:fld id="{DD86D4B9-2030-4A83-8C77-AD8EFD911E41}" type="slidenum">
              <a:rPr lang="vi-VN" smtClean="0"/>
              <a:t>3</a:t>
            </a:fld>
            <a:endParaRPr lang="vi-VN"/>
          </a:p>
        </p:txBody>
      </p:sp>
    </p:spTree>
    <p:extLst>
      <p:ext uri="{BB962C8B-B14F-4D97-AF65-F5344CB8AC3E}">
        <p14:creationId xmlns:p14="http://schemas.microsoft.com/office/powerpoint/2010/main" val="35605499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202122"/>
                </a:solidFill>
                <a:effectLst/>
                <a:latin typeface="Arial" panose="020B0604020202020204" pitchFamily="34" charset="0"/>
              </a:rPr>
              <a:t>Fundamentally, there are two types of control loop: </a:t>
            </a:r>
            <a:r>
              <a:rPr lang="en-US" b="0" i="1" u="none" strike="noStrike">
                <a:solidFill>
                  <a:srgbClr val="3366CC"/>
                </a:solidFill>
                <a:effectLst/>
                <a:latin typeface="Arial" panose="020B0604020202020204" pitchFamily="34" charset="0"/>
                <a:hlinkClick r:id="rId3" tooltip="Open-loop control"/>
              </a:rPr>
              <a:t>open-loop control</a:t>
            </a:r>
            <a:r>
              <a:rPr lang="en-US" b="0" i="0">
                <a:solidFill>
                  <a:srgbClr val="202122"/>
                </a:solidFill>
                <a:effectLst/>
                <a:latin typeface="Arial" panose="020B0604020202020204" pitchFamily="34" charset="0"/>
              </a:rPr>
              <a:t> (feedforward), and </a:t>
            </a:r>
            <a:r>
              <a:rPr lang="en-US" b="0" i="1" u="none" strike="noStrike">
                <a:solidFill>
                  <a:srgbClr val="3366CC"/>
                </a:solidFill>
                <a:effectLst/>
                <a:latin typeface="Arial" panose="020B0604020202020204" pitchFamily="34" charset="0"/>
                <a:hlinkClick r:id="rId4" tooltip="Closed-loop control"/>
              </a:rPr>
              <a:t>closed-loop control</a:t>
            </a:r>
            <a:r>
              <a:rPr lang="en-US" b="0" i="0">
                <a:solidFill>
                  <a:srgbClr val="202122"/>
                </a:solidFill>
                <a:effectLst/>
                <a:latin typeface="Arial" panose="020B0604020202020204" pitchFamily="34" charset="0"/>
              </a:rPr>
              <a:t> (feedback).</a:t>
            </a:r>
            <a:endParaRPr lang="vi-VN"/>
          </a:p>
        </p:txBody>
      </p:sp>
      <p:sp>
        <p:nvSpPr>
          <p:cNvPr id="4" name="Slide Number Placeholder 3"/>
          <p:cNvSpPr>
            <a:spLocks noGrp="1"/>
          </p:cNvSpPr>
          <p:nvPr>
            <p:ph type="sldNum" sz="quarter" idx="5"/>
          </p:nvPr>
        </p:nvSpPr>
        <p:spPr/>
        <p:txBody>
          <a:bodyPr/>
          <a:lstStyle/>
          <a:p>
            <a:fld id="{DD86D4B9-2030-4A83-8C77-AD8EFD911E41}" type="slidenum">
              <a:rPr lang="vi-VN" smtClean="0"/>
              <a:t>4</a:t>
            </a:fld>
            <a:endParaRPr lang="vi-VN"/>
          </a:p>
        </p:txBody>
      </p:sp>
    </p:spTree>
    <p:extLst>
      <p:ext uri="{BB962C8B-B14F-4D97-AF65-F5344CB8AC3E}">
        <p14:creationId xmlns:p14="http://schemas.microsoft.com/office/powerpoint/2010/main" val="17583358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a:solidFill>
                  <a:srgbClr val="202122"/>
                </a:solidFill>
                <a:effectLst/>
                <a:latin typeface="Arial" panose="020B0604020202020204" pitchFamily="34" charset="0"/>
              </a:rPr>
              <a:t>In open-loop control, the control action from the controller is independent of the "process output" (or "controlled process variable"). A good example of this is a central heating boiler controlled only by a timer, so that heat is applied for a constant time, regardless of the temperature of the building. The control action is the switching on/off of the boiler, but the controlled variable should be the building temperature, but is not because this is open-loop control of the boiler, which does not give closed-loop control of the temperature.</a:t>
            </a:r>
          </a:p>
          <a:p>
            <a:endParaRPr lang="vi-VN"/>
          </a:p>
        </p:txBody>
      </p:sp>
      <p:sp>
        <p:nvSpPr>
          <p:cNvPr id="4" name="Slide Number Placeholder 3"/>
          <p:cNvSpPr>
            <a:spLocks noGrp="1"/>
          </p:cNvSpPr>
          <p:nvPr>
            <p:ph type="sldNum" sz="quarter" idx="5"/>
          </p:nvPr>
        </p:nvSpPr>
        <p:spPr/>
        <p:txBody>
          <a:bodyPr/>
          <a:lstStyle/>
          <a:p>
            <a:fld id="{DD86D4B9-2030-4A83-8C77-AD8EFD911E41}" type="slidenum">
              <a:rPr lang="vi-VN" smtClean="0"/>
              <a:t>5</a:t>
            </a:fld>
            <a:endParaRPr lang="vi-VN"/>
          </a:p>
        </p:txBody>
      </p:sp>
    </p:spTree>
    <p:extLst>
      <p:ext uri="{BB962C8B-B14F-4D97-AF65-F5344CB8AC3E}">
        <p14:creationId xmlns:p14="http://schemas.microsoft.com/office/powerpoint/2010/main" val="8451057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a:solidFill>
                  <a:srgbClr val="202122"/>
                </a:solidFill>
                <a:effectLst/>
                <a:latin typeface="Arial" panose="020B0604020202020204" pitchFamily="34" charset="0"/>
              </a:rPr>
              <a:t>In closed loop control, the control action from the controller is dependent on the process output. In the case of the boiler analogy, this would include a thermostat to monitor the building temperature, and thereby feed back a signal to ensure the controller maintains the building at the temperature set on the thermostat. A closed loop controller therefore has a feedback loop which ensures the controller exerts a control action to give a process output the same as the "reference input" or "set point". For this reason, closed loop controllers are also called feedback controllers.</a:t>
            </a:r>
            <a:r>
              <a:rPr lang="en-US" b="0" i="0" u="none" strike="noStrike" baseline="30000">
                <a:solidFill>
                  <a:srgbClr val="3366CC"/>
                </a:solidFill>
                <a:effectLst/>
                <a:latin typeface="Arial" panose="020B0604020202020204" pitchFamily="34" charset="0"/>
                <a:hlinkClick r:id="rId3"/>
              </a:rPr>
              <a:t>[1]</a:t>
            </a:r>
            <a:endParaRPr lang="en-US" b="0" i="0">
              <a:solidFill>
                <a:srgbClr val="202122"/>
              </a:solidFill>
              <a:effectLst/>
              <a:latin typeface="Arial" panose="020B0604020202020204" pitchFamily="34" charset="0"/>
            </a:endParaRPr>
          </a:p>
          <a:p>
            <a:endParaRPr lang="vi-VN"/>
          </a:p>
        </p:txBody>
      </p:sp>
      <p:sp>
        <p:nvSpPr>
          <p:cNvPr id="4" name="Slide Number Placeholder 3"/>
          <p:cNvSpPr>
            <a:spLocks noGrp="1"/>
          </p:cNvSpPr>
          <p:nvPr>
            <p:ph type="sldNum" sz="quarter" idx="5"/>
          </p:nvPr>
        </p:nvSpPr>
        <p:spPr/>
        <p:txBody>
          <a:bodyPr/>
          <a:lstStyle/>
          <a:p>
            <a:fld id="{DD86D4B9-2030-4A83-8C77-AD8EFD911E41}" type="slidenum">
              <a:rPr lang="vi-VN" smtClean="0"/>
              <a:t>7</a:t>
            </a:fld>
            <a:endParaRPr lang="vi-VN"/>
          </a:p>
        </p:txBody>
      </p:sp>
    </p:spTree>
    <p:extLst>
      <p:ext uri="{BB962C8B-B14F-4D97-AF65-F5344CB8AC3E}">
        <p14:creationId xmlns:p14="http://schemas.microsoft.com/office/powerpoint/2010/main" val="41540932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202122"/>
                </a:solidFill>
                <a:effectLst/>
                <a:latin typeface="Arial" panose="020B0604020202020204" pitchFamily="34" charset="0"/>
              </a:rPr>
              <a:t>In the case of linear </a:t>
            </a:r>
            <a:r>
              <a:rPr lang="en-US" b="0" i="0" u="none" strike="noStrike">
                <a:solidFill>
                  <a:srgbClr val="3366CC"/>
                </a:solidFill>
                <a:effectLst/>
                <a:latin typeface="Arial" panose="020B0604020202020204" pitchFamily="34" charset="0"/>
                <a:hlinkClick r:id="rId3" tooltip="Feedback"/>
              </a:rPr>
              <a:t>feedback</a:t>
            </a:r>
            <a:r>
              <a:rPr lang="en-US" b="0" i="0">
                <a:solidFill>
                  <a:srgbClr val="202122"/>
                </a:solidFill>
                <a:effectLst/>
                <a:latin typeface="Arial" panose="020B0604020202020204" pitchFamily="34" charset="0"/>
              </a:rPr>
              <a:t> systems, a </a:t>
            </a:r>
            <a:r>
              <a:rPr lang="en-US" b="0" i="0" u="none" strike="noStrike">
                <a:solidFill>
                  <a:srgbClr val="3366CC"/>
                </a:solidFill>
                <a:effectLst/>
                <a:latin typeface="Arial" panose="020B0604020202020204" pitchFamily="34" charset="0"/>
                <a:hlinkClick r:id="rId4" tooltip="Control loop"/>
              </a:rPr>
              <a:t>control loop</a:t>
            </a:r>
            <a:r>
              <a:rPr lang="en-US" b="0" i="0">
                <a:solidFill>
                  <a:srgbClr val="202122"/>
                </a:solidFill>
                <a:effectLst/>
                <a:latin typeface="Arial" panose="020B0604020202020204" pitchFamily="34" charset="0"/>
              </a:rPr>
              <a:t> including </a:t>
            </a:r>
            <a:r>
              <a:rPr lang="en-US" b="0" i="0" u="none" strike="noStrike">
                <a:solidFill>
                  <a:srgbClr val="3366CC"/>
                </a:solidFill>
                <a:effectLst/>
                <a:latin typeface="Arial" panose="020B0604020202020204" pitchFamily="34" charset="0"/>
                <a:hlinkClick r:id="rId5" tooltip="Sensor"/>
              </a:rPr>
              <a:t>sensors</a:t>
            </a:r>
            <a:r>
              <a:rPr lang="en-US" b="0" i="0">
                <a:solidFill>
                  <a:srgbClr val="202122"/>
                </a:solidFill>
                <a:effectLst/>
                <a:latin typeface="Arial" panose="020B0604020202020204" pitchFamily="34" charset="0"/>
              </a:rPr>
              <a:t>, control algorithms, and actuators is arranged in an attempt to regulate a variable at a </a:t>
            </a:r>
            <a:r>
              <a:rPr lang="en-US" b="0" i="0" u="none" strike="noStrike">
                <a:solidFill>
                  <a:srgbClr val="3366CC"/>
                </a:solidFill>
                <a:effectLst/>
                <a:latin typeface="Arial" panose="020B0604020202020204" pitchFamily="34" charset="0"/>
                <a:hlinkClick r:id="rId6" tooltip="Setpoint (control system)"/>
              </a:rPr>
              <a:t>setpoint</a:t>
            </a:r>
            <a:r>
              <a:rPr lang="en-US" b="0" i="0">
                <a:solidFill>
                  <a:srgbClr val="202122"/>
                </a:solidFill>
                <a:effectLst/>
                <a:latin typeface="Arial" panose="020B0604020202020204" pitchFamily="34" charset="0"/>
              </a:rPr>
              <a:t> (SP). An everyday example is the </a:t>
            </a:r>
            <a:r>
              <a:rPr lang="en-US" b="0" i="0" u="none" strike="noStrike">
                <a:solidFill>
                  <a:srgbClr val="3366CC"/>
                </a:solidFill>
                <a:effectLst/>
                <a:latin typeface="Arial" panose="020B0604020202020204" pitchFamily="34" charset="0"/>
                <a:hlinkClick r:id="rId7" tooltip="Cruise control"/>
              </a:rPr>
              <a:t>cruise control</a:t>
            </a:r>
            <a:r>
              <a:rPr lang="en-US" b="0" i="0">
                <a:solidFill>
                  <a:srgbClr val="202122"/>
                </a:solidFill>
                <a:effectLst/>
                <a:latin typeface="Arial" panose="020B0604020202020204" pitchFamily="34" charset="0"/>
              </a:rPr>
              <a:t> on a road vehicle; where external influences such as hills would cause speed changes, and the driver has the ability to alter the desired set speed. The </a:t>
            </a:r>
            <a:r>
              <a:rPr lang="en-US" b="0" i="0" u="none" strike="noStrike">
                <a:solidFill>
                  <a:srgbClr val="3366CC"/>
                </a:solidFill>
                <a:effectLst/>
                <a:latin typeface="Arial" panose="020B0604020202020204" pitchFamily="34" charset="0"/>
                <a:hlinkClick r:id="rId8" tooltip="PID algorithm"/>
              </a:rPr>
              <a:t>PID algorithm</a:t>
            </a:r>
            <a:r>
              <a:rPr lang="en-US" b="0" i="0">
                <a:solidFill>
                  <a:srgbClr val="202122"/>
                </a:solidFill>
                <a:effectLst/>
                <a:latin typeface="Arial" panose="020B0604020202020204" pitchFamily="34" charset="0"/>
              </a:rPr>
              <a:t> in the controller restores the actual speed to the desired speed in an optimum way, with minimal delay or </a:t>
            </a:r>
            <a:r>
              <a:rPr lang="en-US" b="0" i="0" u="none" strike="noStrike">
                <a:solidFill>
                  <a:srgbClr val="3366CC"/>
                </a:solidFill>
                <a:effectLst/>
                <a:latin typeface="Arial" panose="020B0604020202020204" pitchFamily="34" charset="0"/>
                <a:hlinkClick r:id="rId9" tooltip="Overshoot (signal)"/>
              </a:rPr>
              <a:t>overshoot</a:t>
            </a:r>
            <a:r>
              <a:rPr lang="en-US" b="0" i="0">
                <a:solidFill>
                  <a:srgbClr val="202122"/>
                </a:solidFill>
                <a:effectLst/>
                <a:latin typeface="Arial" panose="020B0604020202020204" pitchFamily="34" charset="0"/>
              </a:rPr>
              <a:t>, by controlling the power output of the vehicle's engine. Control systems that include some sensing of the results they are trying to achieve are making use of feedback and can adapt to varying circumstances to some extent. </a:t>
            </a:r>
            <a:r>
              <a:rPr lang="en-US" b="0" i="0" u="none" strike="noStrike">
                <a:solidFill>
                  <a:srgbClr val="3366CC"/>
                </a:solidFill>
                <a:effectLst/>
                <a:latin typeface="Arial" panose="020B0604020202020204" pitchFamily="34" charset="0"/>
                <a:hlinkClick r:id="rId10" tooltip="Open-loop controller"/>
              </a:rPr>
              <a:t>Open-loop control systems</a:t>
            </a:r>
            <a:r>
              <a:rPr lang="en-US" b="0" i="0">
                <a:solidFill>
                  <a:srgbClr val="202122"/>
                </a:solidFill>
                <a:effectLst/>
                <a:latin typeface="Arial" panose="020B0604020202020204" pitchFamily="34" charset="0"/>
              </a:rPr>
              <a:t> do not make use of feedback, and run only in pre-arranged ways.</a:t>
            </a:r>
            <a:endParaRPr lang="vi-VN"/>
          </a:p>
        </p:txBody>
      </p:sp>
      <p:sp>
        <p:nvSpPr>
          <p:cNvPr id="4" name="Slide Number Placeholder 3"/>
          <p:cNvSpPr>
            <a:spLocks noGrp="1"/>
          </p:cNvSpPr>
          <p:nvPr>
            <p:ph type="sldNum" sz="quarter" idx="5"/>
          </p:nvPr>
        </p:nvSpPr>
        <p:spPr/>
        <p:txBody>
          <a:bodyPr/>
          <a:lstStyle/>
          <a:p>
            <a:fld id="{DD86D4B9-2030-4A83-8C77-AD8EFD911E41}" type="slidenum">
              <a:rPr lang="vi-VN" smtClean="0"/>
              <a:t>9</a:t>
            </a:fld>
            <a:endParaRPr lang="vi-VN"/>
          </a:p>
        </p:txBody>
      </p:sp>
    </p:spTree>
    <p:extLst>
      <p:ext uri="{BB962C8B-B14F-4D97-AF65-F5344CB8AC3E}">
        <p14:creationId xmlns:p14="http://schemas.microsoft.com/office/powerpoint/2010/main" val="4219728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a:solidFill>
                  <a:srgbClr val="202122"/>
                </a:solidFill>
                <a:effectLst/>
                <a:latin typeface="Arial" panose="020B0604020202020204" pitchFamily="34" charset="0"/>
              </a:rPr>
              <a:t>Closed-loop controllers have the following advantages over open-loop controllers:</a:t>
            </a:r>
          </a:p>
          <a:p>
            <a:pPr algn="l">
              <a:buFont typeface="Arial" panose="020B0604020202020204" pitchFamily="34" charset="0"/>
              <a:buChar char="•"/>
            </a:pPr>
            <a:r>
              <a:rPr lang="en-US" b="0" i="0">
                <a:solidFill>
                  <a:srgbClr val="202122"/>
                </a:solidFill>
                <a:effectLst/>
                <a:latin typeface="Arial" panose="020B0604020202020204" pitchFamily="34" charset="0"/>
              </a:rPr>
              <a:t>disturbance rejection (such as hills in the cruise control example above)</a:t>
            </a:r>
          </a:p>
          <a:p>
            <a:pPr algn="l">
              <a:buFont typeface="Arial" panose="020B0604020202020204" pitchFamily="34" charset="0"/>
              <a:buChar char="•"/>
            </a:pPr>
            <a:r>
              <a:rPr lang="en-US" b="0" i="0">
                <a:solidFill>
                  <a:srgbClr val="202122"/>
                </a:solidFill>
                <a:effectLst/>
                <a:latin typeface="Arial" panose="020B0604020202020204" pitchFamily="34" charset="0"/>
              </a:rPr>
              <a:t>guaranteed performance even with </a:t>
            </a:r>
            <a:r>
              <a:rPr lang="en-US" b="0" i="0" u="none" strike="noStrike">
                <a:solidFill>
                  <a:srgbClr val="3366CC"/>
                </a:solidFill>
                <a:effectLst/>
                <a:latin typeface="Arial" panose="020B0604020202020204" pitchFamily="34" charset="0"/>
                <a:hlinkClick r:id="rId3" tooltip="Mathematical model"/>
              </a:rPr>
              <a:t>model</a:t>
            </a:r>
            <a:r>
              <a:rPr lang="en-US" b="0" i="0">
                <a:solidFill>
                  <a:srgbClr val="202122"/>
                </a:solidFill>
                <a:effectLst/>
                <a:latin typeface="Arial" panose="020B0604020202020204" pitchFamily="34" charset="0"/>
              </a:rPr>
              <a:t> uncertainties, when the model structure does not match perfectly the real process and the model parameters are not exact</a:t>
            </a:r>
          </a:p>
          <a:p>
            <a:pPr algn="l">
              <a:buFont typeface="Arial" panose="020B0604020202020204" pitchFamily="34" charset="0"/>
              <a:buChar char="•"/>
            </a:pPr>
            <a:r>
              <a:rPr lang="en-US" b="0" i="0" u="none" strike="noStrike">
                <a:solidFill>
                  <a:srgbClr val="3366CC"/>
                </a:solidFill>
                <a:effectLst/>
                <a:latin typeface="Arial" panose="020B0604020202020204" pitchFamily="34" charset="0"/>
                <a:hlinkClick r:id="rId4" tooltip="Instability"/>
              </a:rPr>
              <a:t>unstable</a:t>
            </a:r>
            <a:r>
              <a:rPr lang="en-US" b="0" i="0">
                <a:solidFill>
                  <a:srgbClr val="202122"/>
                </a:solidFill>
                <a:effectLst/>
                <a:latin typeface="Arial" panose="020B0604020202020204" pitchFamily="34" charset="0"/>
              </a:rPr>
              <a:t> processes can be stabilized</a:t>
            </a:r>
          </a:p>
          <a:p>
            <a:pPr algn="l">
              <a:buFont typeface="Arial" panose="020B0604020202020204" pitchFamily="34" charset="0"/>
              <a:buChar char="•"/>
            </a:pPr>
            <a:r>
              <a:rPr lang="en-US" b="0" i="0">
                <a:solidFill>
                  <a:srgbClr val="202122"/>
                </a:solidFill>
                <a:effectLst/>
                <a:latin typeface="Arial" panose="020B0604020202020204" pitchFamily="34" charset="0"/>
              </a:rPr>
              <a:t>reduced sensitivity to parameter variations</a:t>
            </a:r>
          </a:p>
          <a:p>
            <a:pPr algn="l">
              <a:buFont typeface="Arial" panose="020B0604020202020204" pitchFamily="34" charset="0"/>
              <a:buChar char="•"/>
            </a:pPr>
            <a:r>
              <a:rPr lang="en-US" b="0" i="0">
                <a:solidFill>
                  <a:srgbClr val="202122"/>
                </a:solidFill>
                <a:effectLst/>
                <a:latin typeface="Arial" panose="020B0604020202020204" pitchFamily="34" charset="0"/>
              </a:rPr>
              <a:t>improved reference tracking performance</a:t>
            </a:r>
          </a:p>
          <a:p>
            <a:pPr algn="l">
              <a:buFont typeface="Arial" panose="020B0604020202020204" pitchFamily="34" charset="0"/>
              <a:buChar char="•"/>
            </a:pPr>
            <a:r>
              <a:rPr lang="en-US" b="0" i="0">
                <a:solidFill>
                  <a:srgbClr val="202122"/>
                </a:solidFill>
                <a:effectLst/>
                <a:latin typeface="Arial" panose="020B0604020202020204" pitchFamily="34" charset="0"/>
              </a:rPr>
              <a:t>improved rectification of random fluctuations</a:t>
            </a:r>
            <a:r>
              <a:rPr lang="en-US" b="0" i="0" u="none" strike="noStrike" baseline="30000">
                <a:solidFill>
                  <a:srgbClr val="3366CC"/>
                </a:solidFill>
                <a:effectLst/>
                <a:latin typeface="Arial" panose="020B0604020202020204" pitchFamily="34" charset="0"/>
                <a:hlinkClick r:id="rId5"/>
              </a:rPr>
              <a:t>[5]</a:t>
            </a:r>
            <a:endParaRPr lang="en-US" b="0" i="0">
              <a:solidFill>
                <a:srgbClr val="202122"/>
              </a:solidFill>
              <a:effectLst/>
              <a:latin typeface="Arial" panose="020B0604020202020204" pitchFamily="34" charset="0"/>
            </a:endParaRPr>
          </a:p>
          <a:p>
            <a:pPr algn="l"/>
            <a:r>
              <a:rPr lang="en-US" b="0" i="0">
                <a:solidFill>
                  <a:srgbClr val="202122"/>
                </a:solidFill>
                <a:effectLst/>
                <a:latin typeface="Arial" panose="020B0604020202020204" pitchFamily="34" charset="0"/>
              </a:rPr>
              <a:t>In some systems, closed-loop and open-loop control are used simultaneously. In such systems, the open-loop control is termed </a:t>
            </a:r>
            <a:r>
              <a:rPr lang="en-US" b="0" i="1" u="none" strike="noStrike">
                <a:solidFill>
                  <a:srgbClr val="3366CC"/>
                </a:solidFill>
                <a:effectLst/>
                <a:latin typeface="Arial" panose="020B0604020202020204" pitchFamily="34" charset="0"/>
                <a:hlinkClick r:id="rId6" tooltip="Feed forward (control)"/>
              </a:rPr>
              <a:t>feedforward</a:t>
            </a:r>
            <a:r>
              <a:rPr lang="en-US" b="0" i="0">
                <a:solidFill>
                  <a:srgbClr val="202122"/>
                </a:solidFill>
                <a:effectLst/>
                <a:latin typeface="Arial" panose="020B0604020202020204" pitchFamily="34" charset="0"/>
              </a:rPr>
              <a:t> and serves to further improve reference tracking performance.</a:t>
            </a:r>
          </a:p>
          <a:p>
            <a:endParaRPr lang="vi-VN"/>
          </a:p>
        </p:txBody>
      </p:sp>
      <p:sp>
        <p:nvSpPr>
          <p:cNvPr id="4" name="Slide Number Placeholder 3"/>
          <p:cNvSpPr>
            <a:spLocks noGrp="1"/>
          </p:cNvSpPr>
          <p:nvPr>
            <p:ph type="sldNum" sz="quarter" idx="5"/>
          </p:nvPr>
        </p:nvSpPr>
        <p:spPr/>
        <p:txBody>
          <a:bodyPr/>
          <a:lstStyle/>
          <a:p>
            <a:fld id="{DD86D4B9-2030-4A83-8C77-AD8EFD911E41}" type="slidenum">
              <a:rPr lang="vi-VN" smtClean="0"/>
              <a:t>10</a:t>
            </a:fld>
            <a:endParaRPr lang="vi-VN"/>
          </a:p>
        </p:txBody>
      </p:sp>
    </p:spTree>
    <p:extLst>
      <p:ext uri="{BB962C8B-B14F-4D97-AF65-F5344CB8AC3E}">
        <p14:creationId xmlns:p14="http://schemas.microsoft.com/office/powerpoint/2010/main" val="23105066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PS: Provides the voltage needs to run the primary PLC components</a:t>
            </a:r>
          </a:p>
          <a:p>
            <a:r>
              <a:rPr lang="en-US"/>
              <a:t>I/O MODULES: Provides signal conversion and isolation between the internal logic-level signals inside the PLC and the field’s high level signal</a:t>
            </a:r>
          </a:p>
          <a:p>
            <a:r>
              <a:rPr lang="en-US"/>
              <a:t>PROCESSOR: Provides intelligence to command and govern the activities ò the entire PLC systems.</a:t>
            </a:r>
          </a:p>
          <a:p>
            <a:r>
              <a:rPr lang="en-US"/>
              <a:t>PROGRAM DEVICE: Used to enter the desired program that will determine the sequence of operation and control of process equipment or driven machine.</a:t>
            </a:r>
            <a:endParaRPr lang="vi-VN"/>
          </a:p>
        </p:txBody>
      </p:sp>
      <p:sp>
        <p:nvSpPr>
          <p:cNvPr id="4" name="Slide Number Placeholder 3"/>
          <p:cNvSpPr>
            <a:spLocks noGrp="1"/>
          </p:cNvSpPr>
          <p:nvPr>
            <p:ph type="sldNum" sz="quarter" idx="5"/>
          </p:nvPr>
        </p:nvSpPr>
        <p:spPr/>
        <p:txBody>
          <a:bodyPr/>
          <a:lstStyle/>
          <a:p>
            <a:fld id="{DD86D4B9-2030-4A83-8C77-AD8EFD911E41}" type="slidenum">
              <a:rPr lang="vi-VN" smtClean="0"/>
              <a:t>15</a:t>
            </a:fld>
            <a:endParaRPr lang="vi-VN"/>
          </a:p>
        </p:txBody>
      </p:sp>
    </p:spTree>
    <p:extLst>
      <p:ext uri="{BB962C8B-B14F-4D97-AF65-F5344CB8AC3E}">
        <p14:creationId xmlns:p14="http://schemas.microsoft.com/office/powerpoint/2010/main" val="35770338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a:extLst>
              <a:ext uri="{FF2B5EF4-FFF2-40B4-BE49-F238E27FC236}">
                <a16:creationId xmlns:a16="http://schemas.microsoft.com/office/drawing/2014/main" id="{EA1600D1-1F10-4736-9F84-833051224CD8}"/>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D9743F49-B140-4E9E-86A7-6CAC9AAB2A1F}" type="slidenum">
              <a:rPr lang="en-US" altLang="vi-VN" sz="1200"/>
              <a:pPr/>
              <a:t>30</a:t>
            </a:fld>
            <a:endParaRPr lang="en-US" altLang="vi-VN" sz="1200"/>
          </a:p>
        </p:txBody>
      </p:sp>
      <p:sp>
        <p:nvSpPr>
          <p:cNvPr id="38915" name="Rectangle 2">
            <a:extLst>
              <a:ext uri="{FF2B5EF4-FFF2-40B4-BE49-F238E27FC236}">
                <a16:creationId xmlns:a16="http://schemas.microsoft.com/office/drawing/2014/main" id="{AA16CB67-6D9D-49AE-9456-47491B2D5607}"/>
              </a:ext>
            </a:extLst>
          </p:cNvPr>
          <p:cNvSpPr>
            <a:spLocks noGrp="1" noRot="1" noChangeAspect="1" noChangeArrowheads="1" noTextEdit="1"/>
          </p:cNvSpPr>
          <p:nvPr>
            <p:ph type="sldImg"/>
          </p:nvPr>
        </p:nvSpPr>
        <p:spPr>
          <a:ln/>
        </p:spPr>
      </p:sp>
      <p:sp>
        <p:nvSpPr>
          <p:cNvPr id="38916" name="Rectangle 3">
            <a:extLst>
              <a:ext uri="{FF2B5EF4-FFF2-40B4-BE49-F238E27FC236}">
                <a16:creationId xmlns:a16="http://schemas.microsoft.com/office/drawing/2014/main" id="{5C9AB1F8-F7BC-478B-93A5-148491B666AA}"/>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vi-VN" altLang="vi-V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B419382D-06E3-490C-8418-57E34E4E6984}"/>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AF155C2-E220-4187-9D2A-B574222E47C1}" type="slidenum">
              <a:rPr kumimoji="0" lang="en-US" altLang="vi-VN"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33</a:t>
            </a:fld>
            <a:endParaRPr kumimoji="0" lang="en-US" altLang="vi-VN"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40963" name="Rectangle 2">
            <a:extLst>
              <a:ext uri="{FF2B5EF4-FFF2-40B4-BE49-F238E27FC236}">
                <a16:creationId xmlns:a16="http://schemas.microsoft.com/office/drawing/2014/main" id="{D79975E4-E0CF-47F6-A273-9A959442D261}"/>
              </a:ext>
            </a:extLst>
          </p:cNvPr>
          <p:cNvSpPr>
            <a:spLocks noGrp="1" noRot="1" noChangeAspect="1" noChangeArrowheads="1" noTextEdit="1"/>
          </p:cNvSpPr>
          <p:nvPr>
            <p:ph type="sldImg"/>
          </p:nvPr>
        </p:nvSpPr>
        <p:spPr>
          <a:ln/>
        </p:spPr>
      </p:sp>
      <p:sp>
        <p:nvSpPr>
          <p:cNvPr id="40964" name="Rectangle 3">
            <a:extLst>
              <a:ext uri="{FF2B5EF4-FFF2-40B4-BE49-F238E27FC236}">
                <a16:creationId xmlns:a16="http://schemas.microsoft.com/office/drawing/2014/main" id="{E6F86152-C84F-4A52-A16F-09786D687534}"/>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vi-VN" altLang="vi-V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1012F04E-D34B-4F92-B2E2-4495453BE868}"/>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F8F26BAD-102E-4052-9B29-116279DD7B8A}" type="slidenum">
              <a:rPr kumimoji="0" lang="en-US" altLang="vi-VN"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34</a:t>
            </a:fld>
            <a:endParaRPr kumimoji="0" lang="en-US" altLang="vi-VN"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43011" name="Rectangle 2">
            <a:extLst>
              <a:ext uri="{FF2B5EF4-FFF2-40B4-BE49-F238E27FC236}">
                <a16:creationId xmlns:a16="http://schemas.microsoft.com/office/drawing/2014/main" id="{39A255DC-B48A-47BB-B8F4-F60D615CF0C9}"/>
              </a:ext>
            </a:extLst>
          </p:cNvPr>
          <p:cNvSpPr>
            <a:spLocks noGrp="1" noRot="1" noChangeAspect="1" noChangeArrowheads="1" noTextEdit="1"/>
          </p:cNvSpPr>
          <p:nvPr>
            <p:ph type="sldImg"/>
          </p:nvPr>
        </p:nvSpPr>
        <p:spPr>
          <a:ln/>
        </p:spPr>
      </p:sp>
      <p:sp>
        <p:nvSpPr>
          <p:cNvPr id="43012" name="Rectangle 3">
            <a:extLst>
              <a:ext uri="{FF2B5EF4-FFF2-40B4-BE49-F238E27FC236}">
                <a16:creationId xmlns:a16="http://schemas.microsoft.com/office/drawing/2014/main" id="{A712C17F-EFC4-4081-A587-03FDFCC3C46C}"/>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vi-VN" altLang="vi-V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a:extLst>
              <a:ext uri="{FF2B5EF4-FFF2-40B4-BE49-F238E27FC236}">
                <a16:creationId xmlns:a16="http://schemas.microsoft.com/office/drawing/2014/main" id="{CEE68607-67B3-4A9F-B991-F674D0980496}"/>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561660C4-5892-4F9E-BCBC-65B5BF8CC388}" type="slidenum">
              <a:rPr kumimoji="0" lang="en-US" altLang="vi-VN"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35</a:t>
            </a:fld>
            <a:endParaRPr kumimoji="0" lang="en-US" altLang="vi-VN"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45059" name="Rectangle 2">
            <a:extLst>
              <a:ext uri="{FF2B5EF4-FFF2-40B4-BE49-F238E27FC236}">
                <a16:creationId xmlns:a16="http://schemas.microsoft.com/office/drawing/2014/main" id="{B00318E6-B40C-4A85-BA68-D5514D1BB648}"/>
              </a:ext>
            </a:extLst>
          </p:cNvPr>
          <p:cNvSpPr>
            <a:spLocks noGrp="1" noRot="1" noChangeAspect="1" noChangeArrowheads="1" noTextEdit="1"/>
          </p:cNvSpPr>
          <p:nvPr>
            <p:ph type="sldImg"/>
          </p:nvPr>
        </p:nvSpPr>
        <p:spPr>
          <a:ln/>
        </p:spPr>
      </p:sp>
      <p:sp>
        <p:nvSpPr>
          <p:cNvPr id="45060" name="Rectangle 3">
            <a:extLst>
              <a:ext uri="{FF2B5EF4-FFF2-40B4-BE49-F238E27FC236}">
                <a16:creationId xmlns:a16="http://schemas.microsoft.com/office/drawing/2014/main" id="{07022821-4871-42FE-990C-AFB8079BA544}"/>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vi-VN" altLang="vi-V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7FD7E13C-C433-44E8-B283-F04D73672684}"/>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4F04B36D-DAA5-497D-AA6D-AC21B8B239CF}" type="slidenum">
              <a:rPr kumimoji="0" lang="en-US" altLang="vi-VN"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36</a:t>
            </a:fld>
            <a:endParaRPr kumimoji="0" lang="en-US" altLang="vi-VN"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47107" name="Rectangle 2">
            <a:extLst>
              <a:ext uri="{FF2B5EF4-FFF2-40B4-BE49-F238E27FC236}">
                <a16:creationId xmlns:a16="http://schemas.microsoft.com/office/drawing/2014/main" id="{8F9F7274-9932-4618-B32E-D12495A840C3}"/>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69EC4EE3-241B-4F62-A091-3114FFC339C1}"/>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vi-VN" altLang="vi-V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3EBCA5E-D389-42D9-AA40-7000554F811A}"/>
              </a:ext>
            </a:extLst>
          </p:cNvPr>
          <p:cNvSpPr>
            <a:spLocks noGrp="1" noChangeArrowheads="1"/>
          </p:cNvSpPr>
          <p:nvPr>
            <p:ph type="sldNum" sz="quarter" idx="5"/>
          </p:nvPr>
        </p:nvSpPr>
        <p:spPr>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64ADFCF-AC18-423D-8E3D-0818F1F72944}" type="slidenum">
              <a:rPr kumimoji="0" lang="en-US" altLang="vi-VN"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38</a:t>
            </a:fld>
            <a:endParaRPr kumimoji="0" lang="en-US" altLang="vi-VN"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71682" name="Rectangle 2">
            <a:extLst>
              <a:ext uri="{FF2B5EF4-FFF2-40B4-BE49-F238E27FC236}">
                <a16:creationId xmlns:a16="http://schemas.microsoft.com/office/drawing/2014/main" id="{7F3B087E-A3C7-4EE0-96F7-7089B980D418}"/>
              </a:ext>
            </a:extLst>
          </p:cNvPr>
          <p:cNvSpPr>
            <a:spLocks noGrp="1" noRot="1" noChangeAspect="1" noChangeArrowheads="1" noTextEdit="1"/>
          </p:cNvSpPr>
          <p:nvPr>
            <p:ph type="sldImg"/>
          </p:nvPr>
        </p:nvSpPr>
        <p:spPr>
          <a:ln/>
        </p:spPr>
      </p:sp>
      <p:sp>
        <p:nvSpPr>
          <p:cNvPr id="71683" name="Rectangle 3">
            <a:extLst>
              <a:ext uri="{FF2B5EF4-FFF2-40B4-BE49-F238E27FC236}">
                <a16:creationId xmlns:a16="http://schemas.microsoft.com/office/drawing/2014/main" id="{2DA75CAE-BE51-4455-AF09-BBE8869864E5}"/>
              </a:ext>
            </a:extLst>
          </p:cNvPr>
          <p:cNvSpPr>
            <a:spLocks noGrp="1" noChangeArrowheads="1"/>
          </p:cNvSpPr>
          <p:nvPr>
            <p:ph type="body" idx="1"/>
          </p:nvPr>
        </p:nvSpPr>
        <p:spPr/>
        <p:txBody>
          <a:bodyPr/>
          <a:lstStyle/>
          <a:p>
            <a:endParaRPr lang="vi-VN" altLang="vi-V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A87EEB92-02CD-4D0D-8A73-6D7C08CDE4B9}"/>
              </a:ext>
            </a:extLst>
          </p:cNvPr>
          <p:cNvSpPr>
            <a:spLocks noGrp="1" noChangeArrowheads="1"/>
          </p:cNvSpPr>
          <p:nvPr>
            <p:ph type="sldNum" sz="quarter" idx="5"/>
          </p:nvPr>
        </p:nvSpPr>
        <p:spPr>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9577AA77-8BAC-48ED-8BC0-69777CFD3B97}" type="slidenum">
              <a:rPr kumimoji="0" lang="en-US" altLang="vi-VN"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49</a:t>
            </a:fld>
            <a:endParaRPr kumimoji="0" lang="en-US" altLang="vi-VN"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86018" name="Rectangle 2">
            <a:extLst>
              <a:ext uri="{FF2B5EF4-FFF2-40B4-BE49-F238E27FC236}">
                <a16:creationId xmlns:a16="http://schemas.microsoft.com/office/drawing/2014/main" id="{E51CEA62-263E-4683-B8F2-B7998ECF95BA}"/>
              </a:ext>
            </a:extLst>
          </p:cNvPr>
          <p:cNvSpPr>
            <a:spLocks noGrp="1" noRot="1" noChangeAspect="1" noChangeArrowheads="1" noTextEdit="1"/>
          </p:cNvSpPr>
          <p:nvPr>
            <p:ph type="sldImg"/>
          </p:nvPr>
        </p:nvSpPr>
        <p:spPr>
          <a:ln/>
        </p:spPr>
      </p:sp>
      <p:sp>
        <p:nvSpPr>
          <p:cNvPr id="86019" name="Rectangle 3">
            <a:extLst>
              <a:ext uri="{FF2B5EF4-FFF2-40B4-BE49-F238E27FC236}">
                <a16:creationId xmlns:a16="http://schemas.microsoft.com/office/drawing/2014/main" id="{20C06AEA-2E46-43CF-9A7B-3CE89CC404C2}"/>
              </a:ext>
            </a:extLst>
          </p:cNvPr>
          <p:cNvSpPr>
            <a:spLocks noGrp="1" noChangeArrowheads="1"/>
          </p:cNvSpPr>
          <p:nvPr>
            <p:ph type="body" idx="1"/>
          </p:nvPr>
        </p:nvSpPr>
        <p:spPr/>
        <p:txBody>
          <a:bodyPr/>
          <a:lstStyle/>
          <a:p>
            <a:endParaRPr lang="vi-VN" altLang="vi-V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78080E5-57EA-4098-925E-1455B45C6CC8}"/>
              </a:ext>
            </a:extLst>
          </p:cNvPr>
          <p:cNvSpPr>
            <a:spLocks noGrp="1" noChangeArrowheads="1"/>
          </p:cNvSpPr>
          <p:nvPr>
            <p:ph type="sldNum" sz="quarter" idx="5"/>
          </p:nvPr>
        </p:nvSpPr>
        <p:spPr>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DC9AE5E2-DD44-4966-9B87-52A6575ECAC3}" type="slidenum">
              <a:rPr kumimoji="0" lang="en-US" altLang="vi-VN"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50</a:t>
            </a:fld>
            <a:endParaRPr kumimoji="0" lang="en-US" altLang="vi-VN"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87042" name="Rectangle 2">
            <a:extLst>
              <a:ext uri="{FF2B5EF4-FFF2-40B4-BE49-F238E27FC236}">
                <a16:creationId xmlns:a16="http://schemas.microsoft.com/office/drawing/2014/main" id="{9CE52E0A-4AB2-4874-9D52-43415BB375EA}"/>
              </a:ext>
            </a:extLst>
          </p:cNvPr>
          <p:cNvSpPr>
            <a:spLocks noGrp="1" noRot="1" noChangeAspect="1" noChangeArrowheads="1" noTextEdit="1"/>
          </p:cNvSpPr>
          <p:nvPr>
            <p:ph type="sldImg"/>
          </p:nvPr>
        </p:nvSpPr>
        <p:spPr>
          <a:ln/>
        </p:spPr>
      </p:sp>
      <p:sp>
        <p:nvSpPr>
          <p:cNvPr id="87043" name="Rectangle 3">
            <a:extLst>
              <a:ext uri="{FF2B5EF4-FFF2-40B4-BE49-F238E27FC236}">
                <a16:creationId xmlns:a16="http://schemas.microsoft.com/office/drawing/2014/main" id="{17AEC338-1438-43D8-A018-A711247B8134}"/>
              </a:ext>
            </a:extLst>
          </p:cNvPr>
          <p:cNvSpPr>
            <a:spLocks noGrp="1" noChangeArrowheads="1"/>
          </p:cNvSpPr>
          <p:nvPr>
            <p:ph type="body" idx="1"/>
          </p:nvPr>
        </p:nvSpPr>
        <p:spPr/>
        <p:txBody>
          <a:bodyPr/>
          <a:lstStyle/>
          <a:p>
            <a:endParaRPr lang="vi-VN" altLang="vi-V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DF600B4-A1B1-4956-817F-0BF1111AE27C}"/>
              </a:ext>
            </a:extLst>
          </p:cNvPr>
          <p:cNvSpPr>
            <a:spLocks noGrp="1" noChangeArrowheads="1"/>
          </p:cNvSpPr>
          <p:nvPr>
            <p:ph type="sldNum" sz="quarter" idx="5"/>
          </p:nvPr>
        </p:nvSpPr>
        <p:spPr>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319FF28-BF5E-4C8B-8402-5E69BE0AEC14}" type="slidenum">
              <a:rPr kumimoji="0" lang="en-US" altLang="vi-VN"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51</a:t>
            </a:fld>
            <a:endParaRPr kumimoji="0" lang="en-US" altLang="vi-VN"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88066" name="Rectangle 2">
            <a:extLst>
              <a:ext uri="{FF2B5EF4-FFF2-40B4-BE49-F238E27FC236}">
                <a16:creationId xmlns:a16="http://schemas.microsoft.com/office/drawing/2014/main" id="{A6595219-567D-4901-A351-7F1022EF41A6}"/>
              </a:ext>
            </a:extLst>
          </p:cNvPr>
          <p:cNvSpPr>
            <a:spLocks noGrp="1" noRot="1" noChangeAspect="1" noChangeArrowheads="1" noTextEdit="1"/>
          </p:cNvSpPr>
          <p:nvPr>
            <p:ph type="sldImg"/>
          </p:nvPr>
        </p:nvSpPr>
        <p:spPr>
          <a:ln/>
        </p:spPr>
      </p:sp>
      <p:sp>
        <p:nvSpPr>
          <p:cNvPr id="88067" name="Rectangle 3">
            <a:extLst>
              <a:ext uri="{FF2B5EF4-FFF2-40B4-BE49-F238E27FC236}">
                <a16:creationId xmlns:a16="http://schemas.microsoft.com/office/drawing/2014/main" id="{E0762A85-5CD9-496A-ADE8-EEBF8DCF6B19}"/>
              </a:ext>
            </a:extLst>
          </p:cNvPr>
          <p:cNvSpPr>
            <a:spLocks noGrp="1" noChangeArrowheads="1"/>
          </p:cNvSpPr>
          <p:nvPr>
            <p:ph type="body" idx="1"/>
          </p:nvPr>
        </p:nvSpPr>
        <p:spPr/>
        <p:txBody>
          <a:bodyPr/>
          <a:lstStyle/>
          <a:p>
            <a:endParaRPr lang="vi-VN" altLang="vi-V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5EA78F9-2946-4053-B03D-42DB635F98DF}"/>
              </a:ext>
            </a:extLst>
          </p:cNvPr>
          <p:cNvSpPr>
            <a:spLocks noGrp="1" noChangeArrowheads="1"/>
          </p:cNvSpPr>
          <p:nvPr>
            <p:ph type="sldNum" sz="quarter" idx="5"/>
          </p:nvPr>
        </p:nvSpPr>
        <p:spPr>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19F2E3E-68AE-495C-A660-3CE500E1AF18}" type="slidenum">
              <a:rPr kumimoji="0" lang="en-US" altLang="vi-VN"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52</a:t>
            </a:fld>
            <a:endParaRPr kumimoji="0" lang="en-US" altLang="vi-VN"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89090" name="Rectangle 2">
            <a:extLst>
              <a:ext uri="{FF2B5EF4-FFF2-40B4-BE49-F238E27FC236}">
                <a16:creationId xmlns:a16="http://schemas.microsoft.com/office/drawing/2014/main" id="{48204BC8-026D-49F0-9AAC-38D0BB0BC5A5}"/>
              </a:ext>
            </a:extLst>
          </p:cNvPr>
          <p:cNvSpPr>
            <a:spLocks noGrp="1" noRot="1" noChangeAspect="1" noChangeArrowheads="1" noTextEdit="1"/>
          </p:cNvSpPr>
          <p:nvPr>
            <p:ph type="sldImg"/>
          </p:nvPr>
        </p:nvSpPr>
        <p:spPr>
          <a:ln/>
        </p:spPr>
      </p:sp>
      <p:sp>
        <p:nvSpPr>
          <p:cNvPr id="89091" name="Rectangle 3">
            <a:extLst>
              <a:ext uri="{FF2B5EF4-FFF2-40B4-BE49-F238E27FC236}">
                <a16:creationId xmlns:a16="http://schemas.microsoft.com/office/drawing/2014/main" id="{E0CEE34C-3A5B-4A42-A752-90203056645E}"/>
              </a:ext>
            </a:extLst>
          </p:cNvPr>
          <p:cNvSpPr>
            <a:spLocks noGrp="1" noChangeArrowheads="1"/>
          </p:cNvSpPr>
          <p:nvPr>
            <p:ph type="body" idx="1"/>
          </p:nvPr>
        </p:nvSpPr>
        <p:spPr/>
        <p:txBody>
          <a:bodyPr/>
          <a:lstStyle/>
          <a:p>
            <a:endParaRPr lang="vi-VN" altLang="vi-V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0AA46B9-E7AB-4A14-B0C8-19D6DA4B0547}"/>
              </a:ext>
            </a:extLst>
          </p:cNvPr>
          <p:cNvSpPr>
            <a:spLocks noGrp="1" noChangeArrowheads="1"/>
          </p:cNvSpPr>
          <p:nvPr>
            <p:ph type="sldNum" sz="quarter" idx="5"/>
          </p:nvPr>
        </p:nvSpPr>
        <p:spPr>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C1B2C8A-5760-4AD9-B5F0-C07FDE5D085A}" type="slidenum">
              <a:rPr kumimoji="0" lang="en-US" altLang="vi-VN"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53</a:t>
            </a:fld>
            <a:endParaRPr kumimoji="0" lang="en-US" altLang="vi-VN"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90114" name="Rectangle 2">
            <a:extLst>
              <a:ext uri="{FF2B5EF4-FFF2-40B4-BE49-F238E27FC236}">
                <a16:creationId xmlns:a16="http://schemas.microsoft.com/office/drawing/2014/main" id="{E26914F7-3431-4BC5-B52D-8FCE12761077}"/>
              </a:ext>
            </a:extLst>
          </p:cNvPr>
          <p:cNvSpPr>
            <a:spLocks noGrp="1" noRot="1" noChangeAspect="1" noChangeArrowheads="1" noTextEdit="1"/>
          </p:cNvSpPr>
          <p:nvPr>
            <p:ph type="sldImg"/>
          </p:nvPr>
        </p:nvSpPr>
        <p:spPr>
          <a:ln/>
        </p:spPr>
      </p:sp>
      <p:sp>
        <p:nvSpPr>
          <p:cNvPr id="90115" name="Rectangle 3">
            <a:extLst>
              <a:ext uri="{FF2B5EF4-FFF2-40B4-BE49-F238E27FC236}">
                <a16:creationId xmlns:a16="http://schemas.microsoft.com/office/drawing/2014/main" id="{2EB5A398-BCC4-47FF-8654-C214BE586C02}"/>
              </a:ext>
            </a:extLst>
          </p:cNvPr>
          <p:cNvSpPr>
            <a:spLocks noGrp="1" noChangeArrowheads="1"/>
          </p:cNvSpPr>
          <p:nvPr>
            <p:ph type="body" idx="1"/>
          </p:nvPr>
        </p:nvSpPr>
        <p:spPr/>
        <p:txBody>
          <a:bodyPr/>
          <a:lstStyle/>
          <a:p>
            <a:pPr defTabSz="912813" eaLnBrk="1" hangingPunct="1">
              <a:lnSpc>
                <a:spcPct val="90000"/>
              </a:lnSpc>
            </a:pPr>
            <a:endParaRPr lang="en-US" altLang="vi-VN" sz="1200"/>
          </a:p>
          <a:p>
            <a:endParaRPr lang="vi-VN" altLang="vi-V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EBF323A-A703-404D-94B2-000044F28916}"/>
              </a:ext>
            </a:extLst>
          </p:cNvPr>
          <p:cNvSpPr>
            <a:spLocks noGrp="1" noChangeArrowheads="1"/>
          </p:cNvSpPr>
          <p:nvPr>
            <p:ph type="sldNum" sz="quarter" idx="5"/>
          </p:nvPr>
        </p:nvSpPr>
        <p:spPr>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273EE5F-B338-4784-B2DD-91C2B9F8087F}" type="slidenum">
              <a:rPr kumimoji="0" lang="en-US" altLang="vi-VN"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54</a:t>
            </a:fld>
            <a:endParaRPr kumimoji="0" lang="en-US" altLang="vi-VN"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91138" name="Rectangle 2">
            <a:extLst>
              <a:ext uri="{FF2B5EF4-FFF2-40B4-BE49-F238E27FC236}">
                <a16:creationId xmlns:a16="http://schemas.microsoft.com/office/drawing/2014/main" id="{C340F048-D34E-44E1-9AC1-B8B807BF4A61}"/>
              </a:ext>
            </a:extLst>
          </p:cNvPr>
          <p:cNvSpPr>
            <a:spLocks noGrp="1" noRot="1" noChangeAspect="1" noChangeArrowheads="1" noTextEdit="1"/>
          </p:cNvSpPr>
          <p:nvPr>
            <p:ph type="sldImg"/>
          </p:nvPr>
        </p:nvSpPr>
        <p:spPr>
          <a:ln/>
        </p:spPr>
      </p:sp>
      <p:sp>
        <p:nvSpPr>
          <p:cNvPr id="91139" name="Rectangle 3">
            <a:extLst>
              <a:ext uri="{FF2B5EF4-FFF2-40B4-BE49-F238E27FC236}">
                <a16:creationId xmlns:a16="http://schemas.microsoft.com/office/drawing/2014/main" id="{B09B960A-C2BB-4488-864E-22F2ED5C734F}"/>
              </a:ext>
            </a:extLst>
          </p:cNvPr>
          <p:cNvSpPr>
            <a:spLocks noGrp="1" noChangeArrowheads="1"/>
          </p:cNvSpPr>
          <p:nvPr>
            <p:ph type="body" idx="1"/>
          </p:nvPr>
        </p:nvSpPr>
        <p:spPr/>
        <p:txBody>
          <a:bodyPr/>
          <a:lstStyle/>
          <a:p>
            <a:endParaRPr lang="vi-VN" altLang="vi-V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C72B594-203D-48B6-8AEB-E243FF2C9228}"/>
              </a:ext>
            </a:extLst>
          </p:cNvPr>
          <p:cNvSpPr>
            <a:spLocks noGrp="1" noChangeArrowheads="1"/>
          </p:cNvSpPr>
          <p:nvPr>
            <p:ph type="sldNum" sz="quarter" idx="5"/>
          </p:nvPr>
        </p:nvSpPr>
        <p:spPr>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A140782-C955-44BE-AD76-7EC6BDC598AE}" type="slidenum">
              <a:rPr kumimoji="0" lang="en-US" altLang="vi-VN"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55</a:t>
            </a:fld>
            <a:endParaRPr kumimoji="0" lang="en-US" altLang="vi-VN"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92162" name="Rectangle 2">
            <a:extLst>
              <a:ext uri="{FF2B5EF4-FFF2-40B4-BE49-F238E27FC236}">
                <a16:creationId xmlns:a16="http://schemas.microsoft.com/office/drawing/2014/main" id="{BE381303-5245-4C47-BE3A-AB43F7EE2D4C}"/>
              </a:ext>
            </a:extLst>
          </p:cNvPr>
          <p:cNvSpPr>
            <a:spLocks noGrp="1" noRot="1" noChangeAspect="1" noChangeArrowheads="1" noTextEdit="1"/>
          </p:cNvSpPr>
          <p:nvPr>
            <p:ph type="sldImg"/>
          </p:nvPr>
        </p:nvSpPr>
        <p:spPr>
          <a:ln/>
        </p:spPr>
      </p:sp>
      <p:sp>
        <p:nvSpPr>
          <p:cNvPr id="92163" name="Rectangle 3">
            <a:extLst>
              <a:ext uri="{FF2B5EF4-FFF2-40B4-BE49-F238E27FC236}">
                <a16:creationId xmlns:a16="http://schemas.microsoft.com/office/drawing/2014/main" id="{F6F16E16-3F19-497C-A51A-76B8D5BCB2CC}"/>
              </a:ext>
            </a:extLst>
          </p:cNvPr>
          <p:cNvSpPr>
            <a:spLocks noGrp="1" noChangeArrowheads="1"/>
          </p:cNvSpPr>
          <p:nvPr>
            <p:ph type="body" idx="1"/>
          </p:nvPr>
        </p:nvSpPr>
        <p:spPr/>
        <p:txBody>
          <a:bodyPr/>
          <a:lstStyle/>
          <a:p>
            <a:r>
              <a:rPr lang="en-US" altLang="vi-VN"/>
              <a:t>Lập bảng với cổng NOR Gate và NAND Gate</a:t>
            </a:r>
            <a:endParaRPr lang="vi-VN" altLang="vi-V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D353BCB-A5FE-4D39-A383-1E69C2C81650}"/>
              </a:ext>
            </a:extLst>
          </p:cNvPr>
          <p:cNvSpPr>
            <a:spLocks noGrp="1" noChangeArrowheads="1"/>
          </p:cNvSpPr>
          <p:nvPr>
            <p:ph type="sldNum" sz="quarter" idx="5"/>
          </p:nvPr>
        </p:nvSpPr>
        <p:spPr>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B01A50B2-F4AC-4783-A394-BD2A858D91B4}" type="slidenum">
              <a:rPr kumimoji="0" lang="en-US" altLang="vi-VN"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56</a:t>
            </a:fld>
            <a:endParaRPr kumimoji="0" lang="en-US" altLang="vi-VN"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93186" name="Rectangle 2">
            <a:extLst>
              <a:ext uri="{FF2B5EF4-FFF2-40B4-BE49-F238E27FC236}">
                <a16:creationId xmlns:a16="http://schemas.microsoft.com/office/drawing/2014/main" id="{1F5DDA75-679B-4F39-BA4E-F179296E110E}"/>
              </a:ext>
            </a:extLst>
          </p:cNvPr>
          <p:cNvSpPr>
            <a:spLocks noGrp="1" noRot="1" noChangeAspect="1" noChangeArrowheads="1" noTextEdit="1"/>
          </p:cNvSpPr>
          <p:nvPr>
            <p:ph type="sldImg"/>
          </p:nvPr>
        </p:nvSpPr>
        <p:spPr>
          <a:ln/>
        </p:spPr>
      </p:sp>
      <p:sp>
        <p:nvSpPr>
          <p:cNvPr id="93187" name="Rectangle 3">
            <a:extLst>
              <a:ext uri="{FF2B5EF4-FFF2-40B4-BE49-F238E27FC236}">
                <a16:creationId xmlns:a16="http://schemas.microsoft.com/office/drawing/2014/main" id="{CF6F1F38-37FE-4BB9-88F0-1820158B1D5A}"/>
              </a:ext>
            </a:extLst>
          </p:cNvPr>
          <p:cNvSpPr>
            <a:spLocks noGrp="1" noChangeArrowheads="1"/>
          </p:cNvSpPr>
          <p:nvPr>
            <p:ph type="body" idx="1"/>
          </p:nvPr>
        </p:nvSpPr>
        <p:spPr/>
        <p:txBody>
          <a:bodyPr/>
          <a:lstStyle/>
          <a:p>
            <a:endParaRPr lang="vi-VN" altLang="vi-V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E06B9A1-FD4F-42E6-AE1F-B97665883840}"/>
              </a:ext>
            </a:extLst>
          </p:cNvPr>
          <p:cNvSpPr>
            <a:spLocks noGrp="1" noChangeArrowheads="1"/>
          </p:cNvSpPr>
          <p:nvPr>
            <p:ph type="sldNum" sz="quarter" idx="5"/>
          </p:nvPr>
        </p:nvSpPr>
        <p:spPr>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662F5F96-202C-4F2D-931F-C22495032D12}" type="slidenum">
              <a:rPr kumimoji="0" lang="en-US" altLang="vi-VN"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57</a:t>
            </a:fld>
            <a:endParaRPr kumimoji="0" lang="en-US" altLang="vi-VN"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94210" name="Rectangle 2">
            <a:extLst>
              <a:ext uri="{FF2B5EF4-FFF2-40B4-BE49-F238E27FC236}">
                <a16:creationId xmlns:a16="http://schemas.microsoft.com/office/drawing/2014/main" id="{4D095060-470B-4B46-BB6D-7B173EDC9CF2}"/>
              </a:ext>
            </a:extLst>
          </p:cNvPr>
          <p:cNvSpPr>
            <a:spLocks noGrp="1" noRot="1" noChangeAspect="1" noChangeArrowheads="1" noTextEdit="1"/>
          </p:cNvSpPr>
          <p:nvPr>
            <p:ph type="sldImg"/>
          </p:nvPr>
        </p:nvSpPr>
        <p:spPr>
          <a:ln/>
        </p:spPr>
      </p:sp>
      <p:sp>
        <p:nvSpPr>
          <p:cNvPr id="94211" name="Rectangle 3">
            <a:extLst>
              <a:ext uri="{FF2B5EF4-FFF2-40B4-BE49-F238E27FC236}">
                <a16:creationId xmlns:a16="http://schemas.microsoft.com/office/drawing/2014/main" id="{4EFC7387-85AC-4A01-ACDB-360925D94C55}"/>
              </a:ext>
            </a:extLst>
          </p:cNvPr>
          <p:cNvSpPr>
            <a:spLocks noGrp="1" noChangeArrowheads="1"/>
          </p:cNvSpPr>
          <p:nvPr>
            <p:ph type="body" idx="1"/>
          </p:nvPr>
        </p:nvSpPr>
        <p:spPr/>
        <p:txBody>
          <a:bodyPr/>
          <a:lstStyle/>
          <a:p>
            <a:endParaRPr lang="vi-VN" altLang="vi-V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FBC251D-D956-4F78-83B7-84D59008F306}"/>
              </a:ext>
            </a:extLst>
          </p:cNvPr>
          <p:cNvSpPr>
            <a:spLocks noGrp="1" noChangeArrowheads="1"/>
          </p:cNvSpPr>
          <p:nvPr>
            <p:ph type="sldNum" sz="quarter" idx="5"/>
          </p:nvPr>
        </p:nvSpPr>
        <p:spPr>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22576CB4-0437-4D04-BBF3-A079743BB333}" type="slidenum">
              <a:rPr kumimoji="0" lang="en-US" altLang="vi-VN"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58</a:t>
            </a:fld>
            <a:endParaRPr kumimoji="0" lang="en-US" altLang="vi-VN"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95234" name="Rectangle 2">
            <a:extLst>
              <a:ext uri="{FF2B5EF4-FFF2-40B4-BE49-F238E27FC236}">
                <a16:creationId xmlns:a16="http://schemas.microsoft.com/office/drawing/2014/main" id="{D664120A-40FE-4A22-97CF-C66059386439}"/>
              </a:ext>
            </a:extLst>
          </p:cNvPr>
          <p:cNvSpPr>
            <a:spLocks noGrp="1" noRot="1" noChangeAspect="1" noChangeArrowheads="1" noTextEdit="1"/>
          </p:cNvSpPr>
          <p:nvPr>
            <p:ph type="sldImg"/>
          </p:nvPr>
        </p:nvSpPr>
        <p:spPr>
          <a:ln/>
        </p:spPr>
      </p:sp>
      <p:sp>
        <p:nvSpPr>
          <p:cNvPr id="95235" name="Rectangle 3">
            <a:extLst>
              <a:ext uri="{FF2B5EF4-FFF2-40B4-BE49-F238E27FC236}">
                <a16:creationId xmlns:a16="http://schemas.microsoft.com/office/drawing/2014/main" id="{AF8C667D-32A4-4338-984A-8DC201B03374}"/>
              </a:ext>
            </a:extLst>
          </p:cNvPr>
          <p:cNvSpPr>
            <a:spLocks noGrp="1" noChangeArrowheads="1"/>
          </p:cNvSpPr>
          <p:nvPr>
            <p:ph type="body" idx="1"/>
          </p:nvPr>
        </p:nvSpPr>
        <p:spPr/>
        <p:txBody>
          <a:bodyPr/>
          <a:lstStyle/>
          <a:p>
            <a:endParaRPr lang="vi-VN" altLang="vi-V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2E9F90DB-C4D4-4E10-92E3-8890360A35BC}"/>
              </a:ext>
            </a:extLst>
          </p:cNvPr>
          <p:cNvSpPr>
            <a:spLocks noGrp="1" noChangeArrowheads="1"/>
          </p:cNvSpPr>
          <p:nvPr>
            <p:ph type="sldNum" sz="quarter" idx="5"/>
          </p:nvPr>
        </p:nvSpPr>
        <p:spPr>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167B05E-5FF7-4A0C-97F9-46A0F90292E3}" type="slidenum">
              <a:rPr kumimoji="0" lang="en-US" altLang="vi-VN"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59</a:t>
            </a:fld>
            <a:endParaRPr kumimoji="0" lang="en-US" altLang="vi-VN"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96258" name="Rectangle 2">
            <a:extLst>
              <a:ext uri="{FF2B5EF4-FFF2-40B4-BE49-F238E27FC236}">
                <a16:creationId xmlns:a16="http://schemas.microsoft.com/office/drawing/2014/main" id="{6578BFCB-2DDB-4E0D-BE53-C66E8C9CF35D}"/>
              </a:ext>
            </a:extLst>
          </p:cNvPr>
          <p:cNvSpPr>
            <a:spLocks noGrp="1" noRot="1" noChangeAspect="1" noChangeArrowheads="1" noTextEdit="1"/>
          </p:cNvSpPr>
          <p:nvPr>
            <p:ph type="sldImg"/>
          </p:nvPr>
        </p:nvSpPr>
        <p:spPr>
          <a:ln/>
        </p:spPr>
      </p:sp>
      <p:sp>
        <p:nvSpPr>
          <p:cNvPr id="96259" name="Rectangle 3">
            <a:extLst>
              <a:ext uri="{FF2B5EF4-FFF2-40B4-BE49-F238E27FC236}">
                <a16:creationId xmlns:a16="http://schemas.microsoft.com/office/drawing/2014/main" id="{D9CD982A-D07D-462D-A3A9-D61BA46CB5D0}"/>
              </a:ext>
            </a:extLst>
          </p:cNvPr>
          <p:cNvSpPr>
            <a:spLocks noGrp="1" noChangeArrowheads="1"/>
          </p:cNvSpPr>
          <p:nvPr>
            <p:ph type="body" idx="1"/>
          </p:nvPr>
        </p:nvSpPr>
        <p:spPr/>
        <p:txBody>
          <a:bodyPr/>
          <a:lstStyle/>
          <a:p>
            <a:endParaRPr lang="vi-VN" altLang="vi-V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AF04ECFB-1034-4F6A-9FFD-4EDED348FA9D}"/>
              </a:ext>
            </a:extLst>
          </p:cNvPr>
          <p:cNvSpPr>
            <a:spLocks noGrp="1" noChangeArrowheads="1"/>
          </p:cNvSpPr>
          <p:nvPr>
            <p:ph type="sldNum" sz="quarter" idx="5"/>
          </p:nvPr>
        </p:nvSpPr>
        <p:spPr>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6D27684A-EB62-4D4B-A512-3AEFD471C48B}" type="slidenum">
              <a:rPr kumimoji="0" lang="en-US" altLang="vi-VN"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60</a:t>
            </a:fld>
            <a:endParaRPr kumimoji="0" lang="en-US" altLang="vi-VN"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97282" name="Rectangle 2">
            <a:extLst>
              <a:ext uri="{FF2B5EF4-FFF2-40B4-BE49-F238E27FC236}">
                <a16:creationId xmlns:a16="http://schemas.microsoft.com/office/drawing/2014/main" id="{4839C2F5-0299-4E6E-A3E3-D0F714E5C288}"/>
              </a:ext>
            </a:extLst>
          </p:cNvPr>
          <p:cNvSpPr>
            <a:spLocks noGrp="1" noRot="1" noChangeAspect="1" noChangeArrowheads="1" noTextEdit="1"/>
          </p:cNvSpPr>
          <p:nvPr>
            <p:ph type="sldImg"/>
          </p:nvPr>
        </p:nvSpPr>
        <p:spPr>
          <a:ln/>
        </p:spPr>
      </p:sp>
      <p:sp>
        <p:nvSpPr>
          <p:cNvPr id="97283" name="Rectangle 3">
            <a:extLst>
              <a:ext uri="{FF2B5EF4-FFF2-40B4-BE49-F238E27FC236}">
                <a16:creationId xmlns:a16="http://schemas.microsoft.com/office/drawing/2014/main" id="{69B1CA43-1D67-4BA4-90AB-DB19DA83C1E2}"/>
              </a:ext>
            </a:extLst>
          </p:cNvPr>
          <p:cNvSpPr>
            <a:spLocks noGrp="1" noChangeArrowheads="1"/>
          </p:cNvSpPr>
          <p:nvPr>
            <p:ph type="body" idx="1"/>
          </p:nvPr>
        </p:nvSpPr>
        <p:spPr/>
        <p:txBody>
          <a:bodyPr/>
          <a:lstStyle/>
          <a:p>
            <a:endParaRPr lang="vi-VN" altLang="vi-V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4529DAF-1944-407A-BB03-9832983CF2AB}"/>
              </a:ext>
            </a:extLst>
          </p:cNvPr>
          <p:cNvSpPr>
            <a:spLocks noGrp="1" noChangeArrowheads="1"/>
          </p:cNvSpPr>
          <p:nvPr>
            <p:ph type="sldNum" sz="quarter" idx="5"/>
          </p:nvPr>
        </p:nvSpPr>
        <p:spPr>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558329A6-804E-4458-A627-4938202CEA5B}" type="slidenum">
              <a:rPr kumimoji="0" lang="en-US" altLang="vi-VN"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61</a:t>
            </a:fld>
            <a:endParaRPr kumimoji="0" lang="en-US" altLang="vi-VN"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98306" name="Rectangle 2">
            <a:extLst>
              <a:ext uri="{FF2B5EF4-FFF2-40B4-BE49-F238E27FC236}">
                <a16:creationId xmlns:a16="http://schemas.microsoft.com/office/drawing/2014/main" id="{00463CAE-3176-4628-BCE5-F9546B3514D3}"/>
              </a:ext>
            </a:extLst>
          </p:cNvPr>
          <p:cNvSpPr>
            <a:spLocks noGrp="1" noRot="1" noChangeAspect="1" noChangeArrowheads="1" noTextEdit="1"/>
          </p:cNvSpPr>
          <p:nvPr>
            <p:ph type="sldImg"/>
          </p:nvPr>
        </p:nvSpPr>
        <p:spPr>
          <a:ln/>
        </p:spPr>
      </p:sp>
      <p:sp>
        <p:nvSpPr>
          <p:cNvPr id="98307" name="Rectangle 3">
            <a:extLst>
              <a:ext uri="{FF2B5EF4-FFF2-40B4-BE49-F238E27FC236}">
                <a16:creationId xmlns:a16="http://schemas.microsoft.com/office/drawing/2014/main" id="{8BF0A5BB-4BE7-4541-868F-1BDE4B562234}"/>
              </a:ext>
            </a:extLst>
          </p:cNvPr>
          <p:cNvSpPr>
            <a:spLocks noGrp="1" noChangeArrowheads="1"/>
          </p:cNvSpPr>
          <p:nvPr>
            <p:ph type="body" idx="1"/>
          </p:nvPr>
        </p:nvSpPr>
        <p:spPr/>
        <p:txBody>
          <a:bodyPr/>
          <a:lstStyle/>
          <a:p>
            <a:endParaRPr lang="vi-VN" altLang="vi-V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4529DAF-1944-407A-BB03-9832983CF2AB}"/>
              </a:ext>
            </a:extLst>
          </p:cNvPr>
          <p:cNvSpPr>
            <a:spLocks noGrp="1" noChangeArrowheads="1"/>
          </p:cNvSpPr>
          <p:nvPr>
            <p:ph type="sldNum" sz="quarter" idx="5"/>
          </p:nvPr>
        </p:nvSpPr>
        <p:spPr>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558329A6-804E-4458-A627-4938202CEA5B}" type="slidenum">
              <a:rPr kumimoji="0" lang="en-US" altLang="vi-VN"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62</a:t>
            </a:fld>
            <a:endParaRPr kumimoji="0" lang="en-US" altLang="vi-VN"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98306" name="Rectangle 2">
            <a:extLst>
              <a:ext uri="{FF2B5EF4-FFF2-40B4-BE49-F238E27FC236}">
                <a16:creationId xmlns:a16="http://schemas.microsoft.com/office/drawing/2014/main" id="{00463CAE-3176-4628-BCE5-F9546B3514D3}"/>
              </a:ext>
            </a:extLst>
          </p:cNvPr>
          <p:cNvSpPr>
            <a:spLocks noGrp="1" noRot="1" noChangeAspect="1" noChangeArrowheads="1" noTextEdit="1"/>
          </p:cNvSpPr>
          <p:nvPr>
            <p:ph type="sldImg"/>
          </p:nvPr>
        </p:nvSpPr>
        <p:spPr>
          <a:ln/>
        </p:spPr>
      </p:sp>
      <p:sp>
        <p:nvSpPr>
          <p:cNvPr id="98307" name="Rectangle 3">
            <a:extLst>
              <a:ext uri="{FF2B5EF4-FFF2-40B4-BE49-F238E27FC236}">
                <a16:creationId xmlns:a16="http://schemas.microsoft.com/office/drawing/2014/main" id="{8BF0A5BB-4BE7-4541-868F-1BDE4B562234}"/>
              </a:ext>
            </a:extLst>
          </p:cNvPr>
          <p:cNvSpPr>
            <a:spLocks noGrp="1" noChangeArrowheads="1"/>
          </p:cNvSpPr>
          <p:nvPr>
            <p:ph type="body" idx="1"/>
          </p:nvPr>
        </p:nvSpPr>
        <p:spPr/>
        <p:txBody>
          <a:bodyPr/>
          <a:lstStyle/>
          <a:p>
            <a:endParaRPr lang="vi-VN" altLang="vi-VN"/>
          </a:p>
        </p:txBody>
      </p:sp>
    </p:spTree>
    <p:extLst>
      <p:ext uri="{BB962C8B-B14F-4D97-AF65-F5344CB8AC3E}">
        <p14:creationId xmlns:p14="http://schemas.microsoft.com/office/powerpoint/2010/main" val="279989586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717ABD43-32F2-494C-B18C-E4AFF56BB2F0}"/>
              </a:ext>
            </a:extLst>
          </p:cNvPr>
          <p:cNvSpPr>
            <a:spLocks noGrp="1" noChangeArrowheads="1"/>
          </p:cNvSpPr>
          <p:nvPr>
            <p:ph type="sldNum" sz="quarter" idx="5"/>
          </p:nvPr>
        </p:nvSpPr>
        <p:spPr>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9C35413-B358-4E2E-BB73-7824FFDBEB07}" type="slidenum">
              <a:rPr kumimoji="0" lang="en-US" altLang="vi-VN"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63</a:t>
            </a:fld>
            <a:endParaRPr kumimoji="0" lang="en-US" altLang="vi-VN"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99330" name="Rectangle 2">
            <a:extLst>
              <a:ext uri="{FF2B5EF4-FFF2-40B4-BE49-F238E27FC236}">
                <a16:creationId xmlns:a16="http://schemas.microsoft.com/office/drawing/2014/main" id="{449DD1AA-48CB-4459-9852-9F7F5F3587A9}"/>
              </a:ext>
            </a:extLst>
          </p:cNvPr>
          <p:cNvSpPr>
            <a:spLocks noGrp="1" noRot="1" noChangeAspect="1" noChangeArrowheads="1" noTextEdit="1"/>
          </p:cNvSpPr>
          <p:nvPr>
            <p:ph type="sldImg"/>
          </p:nvPr>
        </p:nvSpPr>
        <p:spPr>
          <a:ln/>
        </p:spPr>
      </p:sp>
      <p:sp>
        <p:nvSpPr>
          <p:cNvPr id="99331" name="Rectangle 3">
            <a:extLst>
              <a:ext uri="{FF2B5EF4-FFF2-40B4-BE49-F238E27FC236}">
                <a16:creationId xmlns:a16="http://schemas.microsoft.com/office/drawing/2014/main" id="{4FF08B7F-AB8E-431D-8D9B-ED26BC23E7E9}"/>
              </a:ext>
            </a:extLst>
          </p:cNvPr>
          <p:cNvSpPr>
            <a:spLocks noGrp="1" noChangeArrowheads="1"/>
          </p:cNvSpPr>
          <p:nvPr>
            <p:ph type="body" idx="1"/>
          </p:nvPr>
        </p:nvSpPr>
        <p:spPr/>
        <p:txBody>
          <a:bodyPr/>
          <a:lstStyle/>
          <a:p>
            <a:endParaRPr lang="vi-VN" altLang="vi-V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B54110AE-B527-469E-8BDA-1D61D7E2A812}"/>
              </a:ext>
            </a:extLst>
          </p:cNvPr>
          <p:cNvSpPr>
            <a:spLocks noGrp="1" noChangeArrowheads="1"/>
          </p:cNvSpPr>
          <p:nvPr>
            <p:ph type="sldNum" sz="quarter" idx="5"/>
          </p:nvPr>
        </p:nvSpPr>
        <p:spPr>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D92AC63-3618-4331-8160-D8B5EFDB548B}" type="slidenum">
              <a:rPr kumimoji="0" lang="en-US" altLang="vi-VN"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64</a:t>
            </a:fld>
            <a:endParaRPr kumimoji="0" lang="en-US" altLang="vi-VN"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00354" name="Rectangle 2">
            <a:extLst>
              <a:ext uri="{FF2B5EF4-FFF2-40B4-BE49-F238E27FC236}">
                <a16:creationId xmlns:a16="http://schemas.microsoft.com/office/drawing/2014/main" id="{A9AFD393-1B9A-4D3C-BBA5-0B6B2A3BBC92}"/>
              </a:ext>
            </a:extLst>
          </p:cNvPr>
          <p:cNvSpPr>
            <a:spLocks noGrp="1" noRot="1" noChangeAspect="1" noChangeArrowheads="1" noTextEdit="1"/>
          </p:cNvSpPr>
          <p:nvPr>
            <p:ph type="sldImg"/>
          </p:nvPr>
        </p:nvSpPr>
        <p:spPr>
          <a:ln/>
        </p:spPr>
      </p:sp>
      <p:sp>
        <p:nvSpPr>
          <p:cNvPr id="100355" name="Rectangle 3">
            <a:extLst>
              <a:ext uri="{FF2B5EF4-FFF2-40B4-BE49-F238E27FC236}">
                <a16:creationId xmlns:a16="http://schemas.microsoft.com/office/drawing/2014/main" id="{F82D243C-C8D6-44DD-8C6D-9D9024CAC924}"/>
              </a:ext>
            </a:extLst>
          </p:cNvPr>
          <p:cNvSpPr>
            <a:spLocks noGrp="1" noChangeArrowheads="1"/>
          </p:cNvSpPr>
          <p:nvPr>
            <p:ph type="body" idx="1"/>
          </p:nvPr>
        </p:nvSpPr>
        <p:spPr/>
        <p:txBody>
          <a:bodyPr/>
          <a:lstStyle/>
          <a:p>
            <a:endParaRPr lang="vi-VN" altLang="vi-V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4F2BB9A-F8CA-4A1B-9649-3F7424A5F9EF}"/>
              </a:ext>
            </a:extLst>
          </p:cNvPr>
          <p:cNvSpPr>
            <a:spLocks noGrp="1" noChangeArrowheads="1"/>
          </p:cNvSpPr>
          <p:nvPr>
            <p:ph type="sldNum" sz="quarter" idx="5"/>
          </p:nvPr>
        </p:nvSpPr>
        <p:spPr>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59035D8-35B9-4C1B-83D0-A6F8D3718949}" type="slidenum">
              <a:rPr kumimoji="0" lang="en-US" altLang="vi-VN"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65</a:t>
            </a:fld>
            <a:endParaRPr kumimoji="0" lang="en-US" altLang="vi-VN"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01378" name="Rectangle 2">
            <a:extLst>
              <a:ext uri="{FF2B5EF4-FFF2-40B4-BE49-F238E27FC236}">
                <a16:creationId xmlns:a16="http://schemas.microsoft.com/office/drawing/2014/main" id="{D0F7A5F7-9C91-49AB-AEC8-47066DA231C5}"/>
              </a:ext>
            </a:extLst>
          </p:cNvPr>
          <p:cNvSpPr>
            <a:spLocks noGrp="1" noRot="1" noChangeAspect="1" noChangeArrowheads="1" noTextEdit="1"/>
          </p:cNvSpPr>
          <p:nvPr>
            <p:ph type="sldImg"/>
          </p:nvPr>
        </p:nvSpPr>
        <p:spPr>
          <a:ln/>
        </p:spPr>
      </p:sp>
      <p:sp>
        <p:nvSpPr>
          <p:cNvPr id="101379" name="Rectangle 3">
            <a:extLst>
              <a:ext uri="{FF2B5EF4-FFF2-40B4-BE49-F238E27FC236}">
                <a16:creationId xmlns:a16="http://schemas.microsoft.com/office/drawing/2014/main" id="{914D0989-1013-4A8C-A64E-62AA604990C4}"/>
              </a:ext>
            </a:extLst>
          </p:cNvPr>
          <p:cNvSpPr>
            <a:spLocks noGrp="1" noChangeArrowheads="1"/>
          </p:cNvSpPr>
          <p:nvPr>
            <p:ph type="body" idx="1"/>
          </p:nvPr>
        </p:nvSpPr>
        <p:spPr/>
        <p:txBody>
          <a:bodyPr/>
          <a:lstStyle/>
          <a:p>
            <a:endParaRPr lang="vi-VN" altLang="vi-V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20047A-A552-45C0-9840-B713C6D4BD6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vi-VN"/>
          </a:p>
        </p:txBody>
      </p:sp>
      <p:sp>
        <p:nvSpPr>
          <p:cNvPr id="3" name="Subtitle 2">
            <a:extLst>
              <a:ext uri="{FF2B5EF4-FFF2-40B4-BE49-F238E27FC236}">
                <a16:creationId xmlns:a16="http://schemas.microsoft.com/office/drawing/2014/main" id="{A3744894-118E-4F7F-A058-B59A033EF22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vi-VN"/>
          </a:p>
        </p:txBody>
      </p:sp>
      <p:sp>
        <p:nvSpPr>
          <p:cNvPr id="4" name="Date Placeholder 3">
            <a:extLst>
              <a:ext uri="{FF2B5EF4-FFF2-40B4-BE49-F238E27FC236}">
                <a16:creationId xmlns:a16="http://schemas.microsoft.com/office/drawing/2014/main" id="{429E86E0-F6F3-4457-83F5-ADDF38D7F554}"/>
              </a:ext>
            </a:extLst>
          </p:cNvPr>
          <p:cNvSpPr>
            <a:spLocks noGrp="1"/>
          </p:cNvSpPr>
          <p:nvPr>
            <p:ph type="dt" sz="half" idx="10"/>
          </p:nvPr>
        </p:nvSpPr>
        <p:spPr/>
        <p:txBody>
          <a:bodyPr/>
          <a:lstStyle/>
          <a:p>
            <a:fld id="{63AA8D91-DFE9-4D50-B410-77D12789D341}" type="datetime1">
              <a:rPr lang="vi-VN" smtClean="0"/>
              <a:t>25/01/2026</a:t>
            </a:fld>
            <a:endParaRPr lang="vi-VN"/>
          </a:p>
        </p:txBody>
      </p:sp>
      <p:sp>
        <p:nvSpPr>
          <p:cNvPr id="5" name="Footer Placeholder 4">
            <a:extLst>
              <a:ext uri="{FF2B5EF4-FFF2-40B4-BE49-F238E27FC236}">
                <a16:creationId xmlns:a16="http://schemas.microsoft.com/office/drawing/2014/main" id="{FA824625-29E1-4711-B7FF-418689776F31}"/>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AF07220C-0BC2-4D48-9416-33C7F67E91AD}"/>
              </a:ext>
            </a:extLst>
          </p:cNvPr>
          <p:cNvSpPr>
            <a:spLocks noGrp="1"/>
          </p:cNvSpPr>
          <p:nvPr>
            <p:ph type="sldNum" sz="quarter" idx="12"/>
          </p:nvPr>
        </p:nvSpPr>
        <p:spPr/>
        <p:txBody>
          <a:bodyPr/>
          <a:lstStyle/>
          <a:p>
            <a:fld id="{7922E462-5D99-474A-8333-BF14A8734AA9}" type="slidenum">
              <a:rPr lang="vi-VN" smtClean="0"/>
              <a:t>‹#›</a:t>
            </a:fld>
            <a:endParaRPr lang="vi-VN"/>
          </a:p>
        </p:txBody>
      </p:sp>
    </p:spTree>
    <p:extLst>
      <p:ext uri="{BB962C8B-B14F-4D97-AF65-F5344CB8AC3E}">
        <p14:creationId xmlns:p14="http://schemas.microsoft.com/office/powerpoint/2010/main" val="7675042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AFACE1-187C-4B81-8CA3-98751EB86E43}"/>
              </a:ext>
            </a:extLst>
          </p:cNvPr>
          <p:cNvSpPr>
            <a:spLocks noGrp="1"/>
          </p:cNvSpPr>
          <p:nvPr>
            <p:ph type="title"/>
          </p:nvPr>
        </p:nvSpPr>
        <p:spPr/>
        <p:txBody>
          <a:bodyPr/>
          <a:lstStyle/>
          <a:p>
            <a:r>
              <a:rPr lang="en-US"/>
              <a:t>Click to edit Master title style</a:t>
            </a:r>
            <a:endParaRPr lang="vi-VN"/>
          </a:p>
        </p:txBody>
      </p:sp>
      <p:sp>
        <p:nvSpPr>
          <p:cNvPr id="3" name="Content Placeholder 2">
            <a:extLst>
              <a:ext uri="{FF2B5EF4-FFF2-40B4-BE49-F238E27FC236}">
                <a16:creationId xmlns:a16="http://schemas.microsoft.com/office/drawing/2014/main" id="{7FD99425-ABBF-4618-8F33-A5ED4C72F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08D46273-518B-483A-9FB2-7AF6F99C6F40}"/>
              </a:ext>
            </a:extLst>
          </p:cNvPr>
          <p:cNvSpPr>
            <a:spLocks noGrp="1"/>
          </p:cNvSpPr>
          <p:nvPr>
            <p:ph type="dt" sz="half" idx="10"/>
          </p:nvPr>
        </p:nvSpPr>
        <p:spPr/>
        <p:txBody>
          <a:bodyPr/>
          <a:lstStyle/>
          <a:p>
            <a:fld id="{C57D1ABE-07EB-4FAD-87CA-7375917FF040}" type="datetime1">
              <a:rPr lang="vi-VN" smtClean="0"/>
              <a:t>25/01/2026</a:t>
            </a:fld>
            <a:endParaRPr lang="vi-VN"/>
          </a:p>
        </p:txBody>
      </p:sp>
      <p:sp>
        <p:nvSpPr>
          <p:cNvPr id="5" name="Footer Placeholder 4">
            <a:extLst>
              <a:ext uri="{FF2B5EF4-FFF2-40B4-BE49-F238E27FC236}">
                <a16:creationId xmlns:a16="http://schemas.microsoft.com/office/drawing/2014/main" id="{27554176-20C9-4348-B999-84FB9B2AC080}"/>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D9B0A14B-7DD4-4E9D-ADFC-ABF73C5B0E89}"/>
              </a:ext>
            </a:extLst>
          </p:cNvPr>
          <p:cNvSpPr>
            <a:spLocks noGrp="1"/>
          </p:cNvSpPr>
          <p:nvPr>
            <p:ph type="sldNum" sz="quarter" idx="12"/>
          </p:nvPr>
        </p:nvSpPr>
        <p:spPr/>
        <p:txBody>
          <a:bodyPr/>
          <a:lstStyle/>
          <a:p>
            <a:fld id="{7922E462-5D99-474A-8333-BF14A8734AA9}" type="slidenum">
              <a:rPr lang="vi-VN" smtClean="0"/>
              <a:t>‹#›</a:t>
            </a:fld>
            <a:endParaRPr lang="vi-VN"/>
          </a:p>
        </p:txBody>
      </p:sp>
    </p:spTree>
    <p:extLst>
      <p:ext uri="{BB962C8B-B14F-4D97-AF65-F5344CB8AC3E}">
        <p14:creationId xmlns:p14="http://schemas.microsoft.com/office/powerpoint/2010/main" val="33486475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9FFDB-9451-40CB-9A59-74AA434518E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vi-VN"/>
          </a:p>
        </p:txBody>
      </p:sp>
      <p:sp>
        <p:nvSpPr>
          <p:cNvPr id="3" name="Text Placeholder 2">
            <a:extLst>
              <a:ext uri="{FF2B5EF4-FFF2-40B4-BE49-F238E27FC236}">
                <a16:creationId xmlns:a16="http://schemas.microsoft.com/office/drawing/2014/main" id="{8042FD5D-224D-4ECD-AB1E-7A6677357F5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95E36DD-EFC3-4905-8B54-B5FF7D920E6B}"/>
              </a:ext>
            </a:extLst>
          </p:cNvPr>
          <p:cNvSpPr>
            <a:spLocks noGrp="1"/>
          </p:cNvSpPr>
          <p:nvPr>
            <p:ph type="dt" sz="half" idx="10"/>
          </p:nvPr>
        </p:nvSpPr>
        <p:spPr/>
        <p:txBody>
          <a:bodyPr/>
          <a:lstStyle/>
          <a:p>
            <a:fld id="{3CFF1E86-1E32-46AD-AADC-EBFD62C9A5B0}" type="datetime1">
              <a:rPr lang="vi-VN" smtClean="0"/>
              <a:t>25/01/2026</a:t>
            </a:fld>
            <a:endParaRPr lang="vi-VN"/>
          </a:p>
        </p:txBody>
      </p:sp>
      <p:sp>
        <p:nvSpPr>
          <p:cNvPr id="5" name="Footer Placeholder 4">
            <a:extLst>
              <a:ext uri="{FF2B5EF4-FFF2-40B4-BE49-F238E27FC236}">
                <a16:creationId xmlns:a16="http://schemas.microsoft.com/office/drawing/2014/main" id="{ADC773CB-92B6-4747-9708-66703A99000D}"/>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BAA744A1-D651-43D3-ACAA-443BA5B5AD68}"/>
              </a:ext>
            </a:extLst>
          </p:cNvPr>
          <p:cNvSpPr>
            <a:spLocks noGrp="1"/>
          </p:cNvSpPr>
          <p:nvPr>
            <p:ph type="sldNum" sz="quarter" idx="12"/>
          </p:nvPr>
        </p:nvSpPr>
        <p:spPr/>
        <p:txBody>
          <a:bodyPr/>
          <a:lstStyle/>
          <a:p>
            <a:fld id="{7922E462-5D99-474A-8333-BF14A8734AA9}" type="slidenum">
              <a:rPr lang="vi-VN" smtClean="0"/>
              <a:t>‹#›</a:t>
            </a:fld>
            <a:endParaRPr lang="vi-VN"/>
          </a:p>
        </p:txBody>
      </p:sp>
    </p:spTree>
    <p:extLst>
      <p:ext uri="{BB962C8B-B14F-4D97-AF65-F5344CB8AC3E}">
        <p14:creationId xmlns:p14="http://schemas.microsoft.com/office/powerpoint/2010/main" val="5186995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808ED-3409-440A-BF13-FDBE06D4CEF8}"/>
              </a:ext>
            </a:extLst>
          </p:cNvPr>
          <p:cNvSpPr>
            <a:spLocks noGrp="1"/>
          </p:cNvSpPr>
          <p:nvPr>
            <p:ph type="title"/>
          </p:nvPr>
        </p:nvSpPr>
        <p:spPr/>
        <p:txBody>
          <a:bodyPr/>
          <a:lstStyle/>
          <a:p>
            <a:r>
              <a:rPr lang="en-US"/>
              <a:t>Click to edit Master title style</a:t>
            </a:r>
            <a:endParaRPr lang="vi-VN"/>
          </a:p>
        </p:txBody>
      </p:sp>
      <p:sp>
        <p:nvSpPr>
          <p:cNvPr id="3" name="Content Placeholder 2">
            <a:extLst>
              <a:ext uri="{FF2B5EF4-FFF2-40B4-BE49-F238E27FC236}">
                <a16:creationId xmlns:a16="http://schemas.microsoft.com/office/drawing/2014/main" id="{AFC72597-EDB0-49B3-8751-D1FC471FB38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Content Placeholder 3">
            <a:extLst>
              <a:ext uri="{FF2B5EF4-FFF2-40B4-BE49-F238E27FC236}">
                <a16:creationId xmlns:a16="http://schemas.microsoft.com/office/drawing/2014/main" id="{0C742164-0DF0-4A14-99B9-215BDBAB4F6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Date Placeholder 4">
            <a:extLst>
              <a:ext uri="{FF2B5EF4-FFF2-40B4-BE49-F238E27FC236}">
                <a16:creationId xmlns:a16="http://schemas.microsoft.com/office/drawing/2014/main" id="{7436EF50-3067-41C4-8A79-AB2B37561422}"/>
              </a:ext>
            </a:extLst>
          </p:cNvPr>
          <p:cNvSpPr>
            <a:spLocks noGrp="1"/>
          </p:cNvSpPr>
          <p:nvPr>
            <p:ph type="dt" sz="half" idx="10"/>
          </p:nvPr>
        </p:nvSpPr>
        <p:spPr/>
        <p:txBody>
          <a:bodyPr/>
          <a:lstStyle/>
          <a:p>
            <a:fld id="{545EEEA2-7FC3-4CB6-A05E-36C1992DE079}" type="datetime1">
              <a:rPr lang="vi-VN" smtClean="0"/>
              <a:t>25/01/2026</a:t>
            </a:fld>
            <a:endParaRPr lang="vi-VN"/>
          </a:p>
        </p:txBody>
      </p:sp>
      <p:sp>
        <p:nvSpPr>
          <p:cNvPr id="6" name="Footer Placeholder 5">
            <a:extLst>
              <a:ext uri="{FF2B5EF4-FFF2-40B4-BE49-F238E27FC236}">
                <a16:creationId xmlns:a16="http://schemas.microsoft.com/office/drawing/2014/main" id="{0669899D-15A3-44AF-8FA6-56C56A5D8174}"/>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AF97D34B-0D3C-4DD3-9A87-94EB64122F54}"/>
              </a:ext>
            </a:extLst>
          </p:cNvPr>
          <p:cNvSpPr>
            <a:spLocks noGrp="1"/>
          </p:cNvSpPr>
          <p:nvPr>
            <p:ph type="sldNum" sz="quarter" idx="12"/>
          </p:nvPr>
        </p:nvSpPr>
        <p:spPr/>
        <p:txBody>
          <a:bodyPr/>
          <a:lstStyle/>
          <a:p>
            <a:fld id="{7922E462-5D99-474A-8333-BF14A8734AA9}" type="slidenum">
              <a:rPr lang="vi-VN" smtClean="0"/>
              <a:t>‹#›</a:t>
            </a:fld>
            <a:endParaRPr lang="vi-VN"/>
          </a:p>
        </p:txBody>
      </p:sp>
    </p:spTree>
    <p:extLst>
      <p:ext uri="{BB962C8B-B14F-4D97-AF65-F5344CB8AC3E}">
        <p14:creationId xmlns:p14="http://schemas.microsoft.com/office/powerpoint/2010/main" val="14447189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9F03F-3F6F-411F-A753-7391EFBCAE03}"/>
              </a:ext>
            </a:extLst>
          </p:cNvPr>
          <p:cNvSpPr>
            <a:spLocks noGrp="1"/>
          </p:cNvSpPr>
          <p:nvPr>
            <p:ph type="title"/>
          </p:nvPr>
        </p:nvSpPr>
        <p:spPr>
          <a:xfrm>
            <a:off x="839788" y="365125"/>
            <a:ext cx="10515600" cy="1325563"/>
          </a:xfrm>
        </p:spPr>
        <p:txBody>
          <a:bodyPr/>
          <a:lstStyle/>
          <a:p>
            <a:r>
              <a:rPr lang="en-US"/>
              <a:t>Click to edit Master title style</a:t>
            </a:r>
            <a:endParaRPr lang="vi-VN"/>
          </a:p>
        </p:txBody>
      </p:sp>
      <p:sp>
        <p:nvSpPr>
          <p:cNvPr id="3" name="Text Placeholder 2">
            <a:extLst>
              <a:ext uri="{FF2B5EF4-FFF2-40B4-BE49-F238E27FC236}">
                <a16:creationId xmlns:a16="http://schemas.microsoft.com/office/drawing/2014/main" id="{F7F32627-11F9-4AF8-A0B4-9F739096883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9B015B9-C405-4653-8E09-5B84A26C31B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Text Placeholder 4">
            <a:extLst>
              <a:ext uri="{FF2B5EF4-FFF2-40B4-BE49-F238E27FC236}">
                <a16:creationId xmlns:a16="http://schemas.microsoft.com/office/drawing/2014/main" id="{1DACE753-07E8-4224-ADB9-55BF4D1CF33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E71641B-95F0-439B-80E8-7B92C02EDB4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7" name="Date Placeholder 6">
            <a:extLst>
              <a:ext uri="{FF2B5EF4-FFF2-40B4-BE49-F238E27FC236}">
                <a16:creationId xmlns:a16="http://schemas.microsoft.com/office/drawing/2014/main" id="{F4B158AB-003C-48BA-BD78-0957363F6672}"/>
              </a:ext>
            </a:extLst>
          </p:cNvPr>
          <p:cNvSpPr>
            <a:spLocks noGrp="1"/>
          </p:cNvSpPr>
          <p:nvPr>
            <p:ph type="dt" sz="half" idx="10"/>
          </p:nvPr>
        </p:nvSpPr>
        <p:spPr/>
        <p:txBody>
          <a:bodyPr/>
          <a:lstStyle/>
          <a:p>
            <a:fld id="{5D2D2A67-7691-4E5F-ABF1-036FE0AC3521}" type="datetime1">
              <a:rPr lang="vi-VN" smtClean="0"/>
              <a:t>25/01/2026</a:t>
            </a:fld>
            <a:endParaRPr lang="vi-VN"/>
          </a:p>
        </p:txBody>
      </p:sp>
      <p:sp>
        <p:nvSpPr>
          <p:cNvPr id="8" name="Footer Placeholder 7">
            <a:extLst>
              <a:ext uri="{FF2B5EF4-FFF2-40B4-BE49-F238E27FC236}">
                <a16:creationId xmlns:a16="http://schemas.microsoft.com/office/drawing/2014/main" id="{E1982A61-71B9-4C9D-885C-9B0B079ED692}"/>
              </a:ext>
            </a:extLst>
          </p:cNvPr>
          <p:cNvSpPr>
            <a:spLocks noGrp="1"/>
          </p:cNvSpPr>
          <p:nvPr>
            <p:ph type="ftr" sz="quarter" idx="11"/>
          </p:nvPr>
        </p:nvSpPr>
        <p:spPr/>
        <p:txBody>
          <a:bodyPr/>
          <a:lstStyle/>
          <a:p>
            <a:endParaRPr lang="vi-VN"/>
          </a:p>
        </p:txBody>
      </p:sp>
      <p:sp>
        <p:nvSpPr>
          <p:cNvPr id="9" name="Slide Number Placeholder 8">
            <a:extLst>
              <a:ext uri="{FF2B5EF4-FFF2-40B4-BE49-F238E27FC236}">
                <a16:creationId xmlns:a16="http://schemas.microsoft.com/office/drawing/2014/main" id="{DE28F204-E30C-4647-9798-CB388B6ABE1C}"/>
              </a:ext>
            </a:extLst>
          </p:cNvPr>
          <p:cNvSpPr>
            <a:spLocks noGrp="1"/>
          </p:cNvSpPr>
          <p:nvPr>
            <p:ph type="sldNum" sz="quarter" idx="12"/>
          </p:nvPr>
        </p:nvSpPr>
        <p:spPr/>
        <p:txBody>
          <a:bodyPr/>
          <a:lstStyle/>
          <a:p>
            <a:fld id="{7922E462-5D99-474A-8333-BF14A8734AA9}" type="slidenum">
              <a:rPr lang="vi-VN" smtClean="0"/>
              <a:t>‹#›</a:t>
            </a:fld>
            <a:endParaRPr lang="vi-VN"/>
          </a:p>
        </p:txBody>
      </p:sp>
    </p:spTree>
    <p:extLst>
      <p:ext uri="{BB962C8B-B14F-4D97-AF65-F5344CB8AC3E}">
        <p14:creationId xmlns:p14="http://schemas.microsoft.com/office/powerpoint/2010/main" val="17531645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BE953B-BD79-4153-AE9D-08C7E097FF31}"/>
              </a:ext>
            </a:extLst>
          </p:cNvPr>
          <p:cNvSpPr>
            <a:spLocks noGrp="1"/>
          </p:cNvSpPr>
          <p:nvPr>
            <p:ph type="title"/>
          </p:nvPr>
        </p:nvSpPr>
        <p:spPr/>
        <p:txBody>
          <a:bodyPr/>
          <a:lstStyle/>
          <a:p>
            <a:r>
              <a:rPr lang="en-US"/>
              <a:t>Click to edit Master title style</a:t>
            </a:r>
            <a:endParaRPr lang="vi-VN"/>
          </a:p>
        </p:txBody>
      </p:sp>
      <p:sp>
        <p:nvSpPr>
          <p:cNvPr id="3" name="Date Placeholder 2">
            <a:extLst>
              <a:ext uri="{FF2B5EF4-FFF2-40B4-BE49-F238E27FC236}">
                <a16:creationId xmlns:a16="http://schemas.microsoft.com/office/drawing/2014/main" id="{2727259E-8EBF-4327-B24E-428069655DC8}"/>
              </a:ext>
            </a:extLst>
          </p:cNvPr>
          <p:cNvSpPr>
            <a:spLocks noGrp="1"/>
          </p:cNvSpPr>
          <p:nvPr>
            <p:ph type="dt" sz="half" idx="10"/>
          </p:nvPr>
        </p:nvSpPr>
        <p:spPr/>
        <p:txBody>
          <a:bodyPr/>
          <a:lstStyle/>
          <a:p>
            <a:fld id="{16D949BA-9327-4A8C-83D8-4085C525F5EA}" type="datetime1">
              <a:rPr lang="vi-VN" smtClean="0"/>
              <a:t>25/01/2026</a:t>
            </a:fld>
            <a:endParaRPr lang="vi-VN"/>
          </a:p>
        </p:txBody>
      </p:sp>
      <p:sp>
        <p:nvSpPr>
          <p:cNvPr id="4" name="Footer Placeholder 3">
            <a:extLst>
              <a:ext uri="{FF2B5EF4-FFF2-40B4-BE49-F238E27FC236}">
                <a16:creationId xmlns:a16="http://schemas.microsoft.com/office/drawing/2014/main" id="{CC4C51E6-0387-4C96-A658-4C3B23FC5482}"/>
              </a:ext>
            </a:extLst>
          </p:cNvPr>
          <p:cNvSpPr>
            <a:spLocks noGrp="1"/>
          </p:cNvSpPr>
          <p:nvPr>
            <p:ph type="ftr" sz="quarter" idx="11"/>
          </p:nvPr>
        </p:nvSpPr>
        <p:spPr/>
        <p:txBody>
          <a:bodyPr/>
          <a:lstStyle/>
          <a:p>
            <a:endParaRPr lang="vi-VN"/>
          </a:p>
        </p:txBody>
      </p:sp>
      <p:sp>
        <p:nvSpPr>
          <p:cNvPr id="5" name="Slide Number Placeholder 4">
            <a:extLst>
              <a:ext uri="{FF2B5EF4-FFF2-40B4-BE49-F238E27FC236}">
                <a16:creationId xmlns:a16="http://schemas.microsoft.com/office/drawing/2014/main" id="{47A06967-4852-4E2F-86D7-0AFEA40699F3}"/>
              </a:ext>
            </a:extLst>
          </p:cNvPr>
          <p:cNvSpPr>
            <a:spLocks noGrp="1"/>
          </p:cNvSpPr>
          <p:nvPr>
            <p:ph type="sldNum" sz="quarter" idx="12"/>
          </p:nvPr>
        </p:nvSpPr>
        <p:spPr/>
        <p:txBody>
          <a:bodyPr/>
          <a:lstStyle/>
          <a:p>
            <a:fld id="{7922E462-5D99-474A-8333-BF14A8734AA9}" type="slidenum">
              <a:rPr lang="vi-VN" smtClean="0"/>
              <a:t>‹#›</a:t>
            </a:fld>
            <a:endParaRPr lang="vi-VN"/>
          </a:p>
        </p:txBody>
      </p:sp>
    </p:spTree>
    <p:extLst>
      <p:ext uri="{BB962C8B-B14F-4D97-AF65-F5344CB8AC3E}">
        <p14:creationId xmlns:p14="http://schemas.microsoft.com/office/powerpoint/2010/main" val="30598499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5D89981-9B67-468D-9667-C2A6B270E377}"/>
              </a:ext>
            </a:extLst>
          </p:cNvPr>
          <p:cNvSpPr>
            <a:spLocks noGrp="1"/>
          </p:cNvSpPr>
          <p:nvPr>
            <p:ph type="dt" sz="half" idx="10"/>
          </p:nvPr>
        </p:nvSpPr>
        <p:spPr/>
        <p:txBody>
          <a:bodyPr/>
          <a:lstStyle/>
          <a:p>
            <a:fld id="{EB33A834-B73A-489D-B78C-EE14DCD33060}" type="datetime1">
              <a:rPr lang="vi-VN" smtClean="0"/>
              <a:t>25/01/2026</a:t>
            </a:fld>
            <a:endParaRPr lang="vi-VN"/>
          </a:p>
        </p:txBody>
      </p:sp>
      <p:sp>
        <p:nvSpPr>
          <p:cNvPr id="3" name="Footer Placeholder 2">
            <a:extLst>
              <a:ext uri="{FF2B5EF4-FFF2-40B4-BE49-F238E27FC236}">
                <a16:creationId xmlns:a16="http://schemas.microsoft.com/office/drawing/2014/main" id="{2A22D511-6569-4BBB-AE9F-DEA4A0B8024E}"/>
              </a:ext>
            </a:extLst>
          </p:cNvPr>
          <p:cNvSpPr>
            <a:spLocks noGrp="1"/>
          </p:cNvSpPr>
          <p:nvPr>
            <p:ph type="ftr" sz="quarter" idx="11"/>
          </p:nvPr>
        </p:nvSpPr>
        <p:spPr/>
        <p:txBody>
          <a:bodyPr/>
          <a:lstStyle/>
          <a:p>
            <a:endParaRPr lang="vi-VN"/>
          </a:p>
        </p:txBody>
      </p:sp>
      <p:sp>
        <p:nvSpPr>
          <p:cNvPr id="4" name="Slide Number Placeholder 3">
            <a:extLst>
              <a:ext uri="{FF2B5EF4-FFF2-40B4-BE49-F238E27FC236}">
                <a16:creationId xmlns:a16="http://schemas.microsoft.com/office/drawing/2014/main" id="{55733661-4065-49CE-8F36-D542B51BF300}"/>
              </a:ext>
            </a:extLst>
          </p:cNvPr>
          <p:cNvSpPr>
            <a:spLocks noGrp="1"/>
          </p:cNvSpPr>
          <p:nvPr>
            <p:ph type="sldNum" sz="quarter" idx="12"/>
          </p:nvPr>
        </p:nvSpPr>
        <p:spPr/>
        <p:txBody>
          <a:bodyPr/>
          <a:lstStyle/>
          <a:p>
            <a:fld id="{7922E462-5D99-474A-8333-BF14A8734AA9}" type="slidenum">
              <a:rPr lang="vi-VN" smtClean="0"/>
              <a:t>‹#›</a:t>
            </a:fld>
            <a:endParaRPr lang="vi-VN"/>
          </a:p>
        </p:txBody>
      </p:sp>
    </p:spTree>
    <p:extLst>
      <p:ext uri="{BB962C8B-B14F-4D97-AF65-F5344CB8AC3E}">
        <p14:creationId xmlns:p14="http://schemas.microsoft.com/office/powerpoint/2010/main" val="37037860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4D81F-B433-4944-8489-C3777CA19B3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vi-VN"/>
          </a:p>
        </p:txBody>
      </p:sp>
      <p:sp>
        <p:nvSpPr>
          <p:cNvPr id="3" name="Content Placeholder 2">
            <a:extLst>
              <a:ext uri="{FF2B5EF4-FFF2-40B4-BE49-F238E27FC236}">
                <a16:creationId xmlns:a16="http://schemas.microsoft.com/office/drawing/2014/main" id="{C9AF2379-5E42-482D-B304-06983188748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Text Placeholder 3">
            <a:extLst>
              <a:ext uri="{FF2B5EF4-FFF2-40B4-BE49-F238E27FC236}">
                <a16:creationId xmlns:a16="http://schemas.microsoft.com/office/drawing/2014/main" id="{F5E052B6-B9E0-4C3B-BBF1-AC53C04CDF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1697D20-350D-4172-ACEF-6C4C67D63541}"/>
              </a:ext>
            </a:extLst>
          </p:cNvPr>
          <p:cNvSpPr>
            <a:spLocks noGrp="1"/>
          </p:cNvSpPr>
          <p:nvPr>
            <p:ph type="dt" sz="half" idx="10"/>
          </p:nvPr>
        </p:nvSpPr>
        <p:spPr/>
        <p:txBody>
          <a:bodyPr/>
          <a:lstStyle/>
          <a:p>
            <a:fld id="{046AD8C0-5748-4241-B1B5-0886153524D1}" type="datetime1">
              <a:rPr lang="vi-VN" smtClean="0"/>
              <a:t>25/01/2026</a:t>
            </a:fld>
            <a:endParaRPr lang="vi-VN"/>
          </a:p>
        </p:txBody>
      </p:sp>
      <p:sp>
        <p:nvSpPr>
          <p:cNvPr id="6" name="Footer Placeholder 5">
            <a:extLst>
              <a:ext uri="{FF2B5EF4-FFF2-40B4-BE49-F238E27FC236}">
                <a16:creationId xmlns:a16="http://schemas.microsoft.com/office/drawing/2014/main" id="{C96B22F7-984C-4308-AD3A-E4E8192C48B5}"/>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AE6E5F1D-2950-42E9-9F54-D2A06B70344B}"/>
              </a:ext>
            </a:extLst>
          </p:cNvPr>
          <p:cNvSpPr>
            <a:spLocks noGrp="1"/>
          </p:cNvSpPr>
          <p:nvPr>
            <p:ph type="sldNum" sz="quarter" idx="12"/>
          </p:nvPr>
        </p:nvSpPr>
        <p:spPr/>
        <p:txBody>
          <a:bodyPr/>
          <a:lstStyle/>
          <a:p>
            <a:fld id="{7922E462-5D99-474A-8333-BF14A8734AA9}" type="slidenum">
              <a:rPr lang="vi-VN" smtClean="0"/>
              <a:t>‹#›</a:t>
            </a:fld>
            <a:endParaRPr lang="vi-VN"/>
          </a:p>
        </p:txBody>
      </p:sp>
    </p:spTree>
    <p:extLst>
      <p:ext uri="{BB962C8B-B14F-4D97-AF65-F5344CB8AC3E}">
        <p14:creationId xmlns:p14="http://schemas.microsoft.com/office/powerpoint/2010/main" val="803127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C258F-39CC-4AC0-8063-C174AAF41D7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vi-VN"/>
          </a:p>
        </p:txBody>
      </p:sp>
      <p:sp>
        <p:nvSpPr>
          <p:cNvPr id="3" name="Picture Placeholder 2">
            <a:extLst>
              <a:ext uri="{FF2B5EF4-FFF2-40B4-BE49-F238E27FC236}">
                <a16:creationId xmlns:a16="http://schemas.microsoft.com/office/drawing/2014/main" id="{2754BD44-4BA4-4215-A60B-F38E350808C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vi-VN"/>
          </a:p>
        </p:txBody>
      </p:sp>
      <p:sp>
        <p:nvSpPr>
          <p:cNvPr id="4" name="Text Placeholder 3">
            <a:extLst>
              <a:ext uri="{FF2B5EF4-FFF2-40B4-BE49-F238E27FC236}">
                <a16:creationId xmlns:a16="http://schemas.microsoft.com/office/drawing/2014/main" id="{A1EAEB64-7EFB-4336-8CC8-DB3680729B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118A58D-290B-4209-B981-69EE3F9DCC12}"/>
              </a:ext>
            </a:extLst>
          </p:cNvPr>
          <p:cNvSpPr>
            <a:spLocks noGrp="1"/>
          </p:cNvSpPr>
          <p:nvPr>
            <p:ph type="dt" sz="half" idx="10"/>
          </p:nvPr>
        </p:nvSpPr>
        <p:spPr/>
        <p:txBody>
          <a:bodyPr/>
          <a:lstStyle/>
          <a:p>
            <a:fld id="{8C19C7BA-B880-4AB9-8492-20692832B8D7}" type="datetime1">
              <a:rPr lang="vi-VN" smtClean="0"/>
              <a:t>25/01/2026</a:t>
            </a:fld>
            <a:endParaRPr lang="vi-VN"/>
          </a:p>
        </p:txBody>
      </p:sp>
      <p:sp>
        <p:nvSpPr>
          <p:cNvPr id="6" name="Footer Placeholder 5">
            <a:extLst>
              <a:ext uri="{FF2B5EF4-FFF2-40B4-BE49-F238E27FC236}">
                <a16:creationId xmlns:a16="http://schemas.microsoft.com/office/drawing/2014/main" id="{B419CFCD-FEC0-4333-860B-DB192ACCDA68}"/>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A41B3910-3A7D-4BDF-80D2-9C33B9856CA4}"/>
              </a:ext>
            </a:extLst>
          </p:cNvPr>
          <p:cNvSpPr>
            <a:spLocks noGrp="1"/>
          </p:cNvSpPr>
          <p:nvPr>
            <p:ph type="sldNum" sz="quarter" idx="12"/>
          </p:nvPr>
        </p:nvSpPr>
        <p:spPr/>
        <p:txBody>
          <a:bodyPr/>
          <a:lstStyle/>
          <a:p>
            <a:fld id="{7922E462-5D99-474A-8333-BF14A8734AA9}" type="slidenum">
              <a:rPr lang="vi-VN" smtClean="0"/>
              <a:t>‹#›</a:t>
            </a:fld>
            <a:endParaRPr lang="vi-VN"/>
          </a:p>
        </p:txBody>
      </p:sp>
    </p:spTree>
    <p:extLst>
      <p:ext uri="{BB962C8B-B14F-4D97-AF65-F5344CB8AC3E}">
        <p14:creationId xmlns:p14="http://schemas.microsoft.com/office/powerpoint/2010/main" val="4385505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584165-31E1-4B55-81AE-8AF858424F0D}"/>
              </a:ext>
            </a:extLst>
          </p:cNvPr>
          <p:cNvSpPr>
            <a:spLocks noGrp="1"/>
          </p:cNvSpPr>
          <p:nvPr>
            <p:ph type="title"/>
          </p:nvPr>
        </p:nvSpPr>
        <p:spPr/>
        <p:txBody>
          <a:bodyPr/>
          <a:lstStyle/>
          <a:p>
            <a:r>
              <a:rPr lang="en-US"/>
              <a:t>Click to edit Master title style</a:t>
            </a:r>
            <a:endParaRPr lang="vi-VN"/>
          </a:p>
        </p:txBody>
      </p:sp>
      <p:sp>
        <p:nvSpPr>
          <p:cNvPr id="3" name="Vertical Text Placeholder 2">
            <a:extLst>
              <a:ext uri="{FF2B5EF4-FFF2-40B4-BE49-F238E27FC236}">
                <a16:creationId xmlns:a16="http://schemas.microsoft.com/office/drawing/2014/main" id="{BF4DE3B9-8AF2-49D6-B242-AB56A3AA88F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7A4DA014-93C4-4A5A-87D9-90741262DCE7}"/>
              </a:ext>
            </a:extLst>
          </p:cNvPr>
          <p:cNvSpPr>
            <a:spLocks noGrp="1"/>
          </p:cNvSpPr>
          <p:nvPr>
            <p:ph type="dt" sz="half" idx="10"/>
          </p:nvPr>
        </p:nvSpPr>
        <p:spPr/>
        <p:txBody>
          <a:bodyPr/>
          <a:lstStyle/>
          <a:p>
            <a:fld id="{DA032C1D-E9ED-4CBF-87A5-D3BE7E660995}" type="datetime1">
              <a:rPr lang="vi-VN" smtClean="0"/>
              <a:t>25/01/2026</a:t>
            </a:fld>
            <a:endParaRPr lang="vi-VN"/>
          </a:p>
        </p:txBody>
      </p:sp>
      <p:sp>
        <p:nvSpPr>
          <p:cNvPr id="5" name="Footer Placeholder 4">
            <a:extLst>
              <a:ext uri="{FF2B5EF4-FFF2-40B4-BE49-F238E27FC236}">
                <a16:creationId xmlns:a16="http://schemas.microsoft.com/office/drawing/2014/main" id="{9C312A8F-12D4-4798-9B74-58A4D238A8A7}"/>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F149C97B-F52B-4BCA-94FE-00FD5EC90C1C}"/>
              </a:ext>
            </a:extLst>
          </p:cNvPr>
          <p:cNvSpPr>
            <a:spLocks noGrp="1"/>
          </p:cNvSpPr>
          <p:nvPr>
            <p:ph type="sldNum" sz="quarter" idx="12"/>
          </p:nvPr>
        </p:nvSpPr>
        <p:spPr/>
        <p:txBody>
          <a:bodyPr/>
          <a:lstStyle/>
          <a:p>
            <a:fld id="{7922E462-5D99-474A-8333-BF14A8734AA9}" type="slidenum">
              <a:rPr lang="vi-VN" smtClean="0"/>
              <a:t>‹#›</a:t>
            </a:fld>
            <a:endParaRPr lang="vi-VN"/>
          </a:p>
        </p:txBody>
      </p:sp>
    </p:spTree>
    <p:extLst>
      <p:ext uri="{BB962C8B-B14F-4D97-AF65-F5344CB8AC3E}">
        <p14:creationId xmlns:p14="http://schemas.microsoft.com/office/powerpoint/2010/main" val="27127558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FE2D322-FE8A-4B19-9D50-FC0B915F7F2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vi-VN"/>
          </a:p>
        </p:txBody>
      </p:sp>
      <p:sp>
        <p:nvSpPr>
          <p:cNvPr id="3" name="Vertical Text Placeholder 2">
            <a:extLst>
              <a:ext uri="{FF2B5EF4-FFF2-40B4-BE49-F238E27FC236}">
                <a16:creationId xmlns:a16="http://schemas.microsoft.com/office/drawing/2014/main" id="{ABE2D819-1B9E-4D0B-9B14-69FF14ECCED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ED2571EE-BF11-432C-A702-C3F14577AE6E}"/>
              </a:ext>
            </a:extLst>
          </p:cNvPr>
          <p:cNvSpPr>
            <a:spLocks noGrp="1"/>
          </p:cNvSpPr>
          <p:nvPr>
            <p:ph type="dt" sz="half" idx="10"/>
          </p:nvPr>
        </p:nvSpPr>
        <p:spPr/>
        <p:txBody>
          <a:bodyPr/>
          <a:lstStyle/>
          <a:p>
            <a:fld id="{CAD316C3-04E1-45DB-80C4-E92828AAFA07}" type="datetime1">
              <a:rPr lang="vi-VN" smtClean="0"/>
              <a:t>25/01/2026</a:t>
            </a:fld>
            <a:endParaRPr lang="vi-VN"/>
          </a:p>
        </p:txBody>
      </p:sp>
      <p:sp>
        <p:nvSpPr>
          <p:cNvPr id="5" name="Footer Placeholder 4">
            <a:extLst>
              <a:ext uri="{FF2B5EF4-FFF2-40B4-BE49-F238E27FC236}">
                <a16:creationId xmlns:a16="http://schemas.microsoft.com/office/drawing/2014/main" id="{28F4C9B1-5D2B-428C-A839-2638B5F640EE}"/>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7146B764-9386-46D2-9F7D-B1AAAD3E833C}"/>
              </a:ext>
            </a:extLst>
          </p:cNvPr>
          <p:cNvSpPr>
            <a:spLocks noGrp="1"/>
          </p:cNvSpPr>
          <p:nvPr>
            <p:ph type="sldNum" sz="quarter" idx="12"/>
          </p:nvPr>
        </p:nvSpPr>
        <p:spPr/>
        <p:txBody>
          <a:bodyPr/>
          <a:lstStyle/>
          <a:p>
            <a:fld id="{7922E462-5D99-474A-8333-BF14A8734AA9}" type="slidenum">
              <a:rPr lang="vi-VN" smtClean="0"/>
              <a:t>‹#›</a:t>
            </a:fld>
            <a:endParaRPr lang="vi-VN"/>
          </a:p>
        </p:txBody>
      </p:sp>
    </p:spTree>
    <p:extLst>
      <p:ext uri="{BB962C8B-B14F-4D97-AF65-F5344CB8AC3E}">
        <p14:creationId xmlns:p14="http://schemas.microsoft.com/office/powerpoint/2010/main" val="9160755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A9EFC-5622-451C-AD5F-FA4170EEBA10}"/>
              </a:ext>
            </a:extLst>
          </p:cNvPr>
          <p:cNvSpPr>
            <a:spLocks noGrp="1"/>
          </p:cNvSpPr>
          <p:nvPr>
            <p:ph type="title"/>
          </p:nvPr>
        </p:nvSpPr>
        <p:spPr>
          <a:xfrm>
            <a:off x="609600" y="274638"/>
            <a:ext cx="10972800" cy="1143000"/>
          </a:xfrm>
        </p:spPr>
        <p:txBody>
          <a:bodyPr/>
          <a:lstStyle/>
          <a:p>
            <a:r>
              <a:rPr lang="en-US"/>
              <a:t>Click to edit Master title style</a:t>
            </a:r>
            <a:endParaRPr lang="vi-VN"/>
          </a:p>
        </p:txBody>
      </p:sp>
      <p:sp>
        <p:nvSpPr>
          <p:cNvPr id="3" name="Table Placeholder 2">
            <a:extLst>
              <a:ext uri="{FF2B5EF4-FFF2-40B4-BE49-F238E27FC236}">
                <a16:creationId xmlns:a16="http://schemas.microsoft.com/office/drawing/2014/main" id="{C1F1174E-47D5-4D10-AF28-7CFC776F62DC}"/>
              </a:ext>
            </a:extLst>
          </p:cNvPr>
          <p:cNvSpPr>
            <a:spLocks noGrp="1"/>
          </p:cNvSpPr>
          <p:nvPr>
            <p:ph type="tbl" idx="1"/>
          </p:nvPr>
        </p:nvSpPr>
        <p:spPr>
          <a:xfrm>
            <a:off x="609600" y="1600201"/>
            <a:ext cx="10972800" cy="4530725"/>
          </a:xfrm>
        </p:spPr>
        <p:txBody>
          <a:bodyPr/>
          <a:lstStyle/>
          <a:p>
            <a:endParaRPr lang="vi-VN"/>
          </a:p>
        </p:txBody>
      </p:sp>
      <p:sp>
        <p:nvSpPr>
          <p:cNvPr id="4" name="Date Placeholder 3">
            <a:extLst>
              <a:ext uri="{FF2B5EF4-FFF2-40B4-BE49-F238E27FC236}">
                <a16:creationId xmlns:a16="http://schemas.microsoft.com/office/drawing/2014/main" id="{D17D137C-49BF-49FC-B959-28EEBDD1A998}"/>
              </a:ext>
            </a:extLst>
          </p:cNvPr>
          <p:cNvSpPr>
            <a:spLocks noGrp="1"/>
          </p:cNvSpPr>
          <p:nvPr>
            <p:ph type="dt" sz="half" idx="10"/>
          </p:nvPr>
        </p:nvSpPr>
        <p:spPr>
          <a:xfrm>
            <a:off x="609600" y="6248400"/>
            <a:ext cx="2844800" cy="457200"/>
          </a:xfrm>
        </p:spPr>
        <p:txBody>
          <a:bodyPr/>
          <a:lstStyle>
            <a:lvl1pPr>
              <a:defRPr/>
            </a:lvl1pPr>
          </a:lstStyle>
          <a:p>
            <a:endParaRPr lang="en-US" altLang="vi-VN"/>
          </a:p>
        </p:txBody>
      </p:sp>
      <p:sp>
        <p:nvSpPr>
          <p:cNvPr id="5" name="Footer Placeholder 4">
            <a:extLst>
              <a:ext uri="{FF2B5EF4-FFF2-40B4-BE49-F238E27FC236}">
                <a16:creationId xmlns:a16="http://schemas.microsoft.com/office/drawing/2014/main" id="{CE397D69-AD20-41B8-AD34-24B89DF918FB}"/>
              </a:ext>
            </a:extLst>
          </p:cNvPr>
          <p:cNvSpPr>
            <a:spLocks noGrp="1"/>
          </p:cNvSpPr>
          <p:nvPr>
            <p:ph type="ftr" sz="quarter" idx="11"/>
          </p:nvPr>
        </p:nvSpPr>
        <p:spPr>
          <a:xfrm>
            <a:off x="4165600" y="6248400"/>
            <a:ext cx="3860800" cy="457200"/>
          </a:xfrm>
        </p:spPr>
        <p:txBody>
          <a:bodyPr/>
          <a:lstStyle>
            <a:lvl1pPr>
              <a:defRPr/>
            </a:lvl1pPr>
          </a:lstStyle>
          <a:p>
            <a:endParaRPr lang="en-US" altLang="vi-VN"/>
          </a:p>
        </p:txBody>
      </p:sp>
      <p:sp>
        <p:nvSpPr>
          <p:cNvPr id="6" name="Slide Number Placeholder 5">
            <a:extLst>
              <a:ext uri="{FF2B5EF4-FFF2-40B4-BE49-F238E27FC236}">
                <a16:creationId xmlns:a16="http://schemas.microsoft.com/office/drawing/2014/main" id="{09F472F7-4D71-4623-B309-0FC9D8383387}"/>
              </a:ext>
            </a:extLst>
          </p:cNvPr>
          <p:cNvSpPr>
            <a:spLocks noGrp="1"/>
          </p:cNvSpPr>
          <p:nvPr>
            <p:ph type="sldNum" sz="quarter" idx="12"/>
          </p:nvPr>
        </p:nvSpPr>
        <p:spPr>
          <a:xfrm>
            <a:off x="8737600" y="6248400"/>
            <a:ext cx="2844800" cy="457200"/>
          </a:xfrm>
        </p:spPr>
        <p:txBody>
          <a:bodyPr/>
          <a:lstStyle>
            <a:lvl1pPr>
              <a:defRPr/>
            </a:lvl1pPr>
          </a:lstStyle>
          <a:p>
            <a:fld id="{30818CE2-A565-4E0B-88FD-75B322AD523B}" type="slidenum">
              <a:rPr lang="en-US" altLang="vi-VN"/>
              <a:pPr/>
              <a:t>‹#›</a:t>
            </a:fld>
            <a:endParaRPr lang="en-US" altLang="vi-VN"/>
          </a:p>
        </p:txBody>
      </p:sp>
    </p:spTree>
    <p:extLst>
      <p:ext uri="{BB962C8B-B14F-4D97-AF65-F5344CB8AC3E}">
        <p14:creationId xmlns:p14="http://schemas.microsoft.com/office/powerpoint/2010/main" val="39116008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3B861-4F33-4EAB-9F34-1FCD3AACD6DD}"/>
              </a:ext>
            </a:extLst>
          </p:cNvPr>
          <p:cNvSpPr>
            <a:spLocks noGrp="1"/>
          </p:cNvSpPr>
          <p:nvPr>
            <p:ph type="title"/>
          </p:nvPr>
        </p:nvSpPr>
        <p:spPr>
          <a:xfrm>
            <a:off x="609600" y="274638"/>
            <a:ext cx="10972800" cy="1143000"/>
          </a:xfrm>
        </p:spPr>
        <p:txBody>
          <a:bodyPr/>
          <a:lstStyle/>
          <a:p>
            <a:r>
              <a:rPr lang="en-US"/>
              <a:t>Click to edit Master title style</a:t>
            </a:r>
            <a:endParaRPr lang="vi-VN"/>
          </a:p>
        </p:txBody>
      </p:sp>
      <p:sp>
        <p:nvSpPr>
          <p:cNvPr id="3" name="Text Placeholder 2">
            <a:extLst>
              <a:ext uri="{FF2B5EF4-FFF2-40B4-BE49-F238E27FC236}">
                <a16:creationId xmlns:a16="http://schemas.microsoft.com/office/drawing/2014/main" id="{9D7164AE-DD03-401B-A410-574A604747C7}"/>
              </a:ext>
            </a:extLst>
          </p:cNvPr>
          <p:cNvSpPr>
            <a:spLocks noGrp="1"/>
          </p:cNvSpPr>
          <p:nvPr>
            <p:ph type="body" sz="half" idx="1"/>
          </p:nvPr>
        </p:nvSpPr>
        <p:spPr>
          <a:xfrm>
            <a:off x="609600" y="1600201"/>
            <a:ext cx="53848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Content Placeholder 3">
            <a:extLst>
              <a:ext uri="{FF2B5EF4-FFF2-40B4-BE49-F238E27FC236}">
                <a16:creationId xmlns:a16="http://schemas.microsoft.com/office/drawing/2014/main" id="{7DE130B4-2C21-451C-8C4E-24BE0592C8A6}"/>
              </a:ext>
            </a:extLst>
          </p:cNvPr>
          <p:cNvSpPr>
            <a:spLocks noGrp="1"/>
          </p:cNvSpPr>
          <p:nvPr>
            <p:ph sz="half" idx="2"/>
          </p:nvPr>
        </p:nvSpPr>
        <p:spPr>
          <a:xfrm>
            <a:off x="6197600" y="1600201"/>
            <a:ext cx="53848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Date Placeholder 4">
            <a:extLst>
              <a:ext uri="{FF2B5EF4-FFF2-40B4-BE49-F238E27FC236}">
                <a16:creationId xmlns:a16="http://schemas.microsoft.com/office/drawing/2014/main" id="{0B142F86-DB38-44B7-AED2-199F0FDFB703}"/>
              </a:ext>
            </a:extLst>
          </p:cNvPr>
          <p:cNvSpPr>
            <a:spLocks noGrp="1"/>
          </p:cNvSpPr>
          <p:nvPr>
            <p:ph type="dt" sz="half" idx="10"/>
          </p:nvPr>
        </p:nvSpPr>
        <p:spPr>
          <a:xfrm>
            <a:off x="609600" y="6248400"/>
            <a:ext cx="2844800" cy="457200"/>
          </a:xfrm>
        </p:spPr>
        <p:txBody>
          <a:bodyPr/>
          <a:lstStyle>
            <a:lvl1pPr>
              <a:defRPr/>
            </a:lvl1pPr>
          </a:lstStyle>
          <a:p>
            <a:endParaRPr lang="en-US" altLang="vi-VN"/>
          </a:p>
        </p:txBody>
      </p:sp>
      <p:sp>
        <p:nvSpPr>
          <p:cNvPr id="6" name="Footer Placeholder 5">
            <a:extLst>
              <a:ext uri="{FF2B5EF4-FFF2-40B4-BE49-F238E27FC236}">
                <a16:creationId xmlns:a16="http://schemas.microsoft.com/office/drawing/2014/main" id="{063894A2-D719-4EF9-B4AB-34AE2D8F2620}"/>
              </a:ext>
            </a:extLst>
          </p:cNvPr>
          <p:cNvSpPr>
            <a:spLocks noGrp="1"/>
          </p:cNvSpPr>
          <p:nvPr>
            <p:ph type="ftr" sz="quarter" idx="11"/>
          </p:nvPr>
        </p:nvSpPr>
        <p:spPr>
          <a:xfrm>
            <a:off x="4165600" y="6248400"/>
            <a:ext cx="3860800" cy="457200"/>
          </a:xfrm>
        </p:spPr>
        <p:txBody>
          <a:bodyPr/>
          <a:lstStyle>
            <a:lvl1pPr>
              <a:defRPr/>
            </a:lvl1pPr>
          </a:lstStyle>
          <a:p>
            <a:endParaRPr lang="en-US" altLang="vi-VN"/>
          </a:p>
        </p:txBody>
      </p:sp>
      <p:sp>
        <p:nvSpPr>
          <p:cNvPr id="7" name="Slide Number Placeholder 6">
            <a:extLst>
              <a:ext uri="{FF2B5EF4-FFF2-40B4-BE49-F238E27FC236}">
                <a16:creationId xmlns:a16="http://schemas.microsoft.com/office/drawing/2014/main" id="{368B4D3C-5FC0-495E-A5F0-EBF1A8F51537}"/>
              </a:ext>
            </a:extLst>
          </p:cNvPr>
          <p:cNvSpPr>
            <a:spLocks noGrp="1"/>
          </p:cNvSpPr>
          <p:nvPr>
            <p:ph type="sldNum" sz="quarter" idx="12"/>
          </p:nvPr>
        </p:nvSpPr>
        <p:spPr>
          <a:xfrm>
            <a:off x="8737600" y="6248400"/>
            <a:ext cx="2844800" cy="457200"/>
          </a:xfrm>
        </p:spPr>
        <p:txBody>
          <a:bodyPr/>
          <a:lstStyle>
            <a:lvl1pPr>
              <a:defRPr/>
            </a:lvl1pPr>
          </a:lstStyle>
          <a:p>
            <a:fld id="{CAE5EE07-B732-4526-BD69-C495FDC0F311}" type="slidenum">
              <a:rPr lang="en-US" altLang="vi-VN"/>
              <a:pPr/>
              <a:t>‹#›</a:t>
            </a:fld>
            <a:endParaRPr lang="en-US" altLang="vi-VN"/>
          </a:p>
        </p:txBody>
      </p:sp>
    </p:spTree>
    <p:extLst>
      <p:ext uri="{BB962C8B-B14F-4D97-AF65-F5344CB8AC3E}">
        <p14:creationId xmlns:p14="http://schemas.microsoft.com/office/powerpoint/2010/main" val="21627196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7C1BD-D91D-4E3A-84B1-068BD87769D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vi-VN"/>
          </a:p>
        </p:txBody>
      </p:sp>
      <p:sp>
        <p:nvSpPr>
          <p:cNvPr id="3" name="Subtitle 2">
            <a:extLst>
              <a:ext uri="{FF2B5EF4-FFF2-40B4-BE49-F238E27FC236}">
                <a16:creationId xmlns:a16="http://schemas.microsoft.com/office/drawing/2014/main" id="{3E22EBC2-AF40-4EB4-9877-AE83B1C0CDA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vi-VN"/>
          </a:p>
        </p:txBody>
      </p:sp>
      <p:sp>
        <p:nvSpPr>
          <p:cNvPr id="4" name="Date Placeholder 3">
            <a:extLst>
              <a:ext uri="{FF2B5EF4-FFF2-40B4-BE49-F238E27FC236}">
                <a16:creationId xmlns:a16="http://schemas.microsoft.com/office/drawing/2014/main" id="{B37715DD-5F5C-4E36-8842-82F110EFF8D1}"/>
              </a:ext>
            </a:extLst>
          </p:cNvPr>
          <p:cNvSpPr>
            <a:spLocks noGrp="1"/>
          </p:cNvSpPr>
          <p:nvPr>
            <p:ph type="dt" sz="half" idx="10"/>
          </p:nvPr>
        </p:nvSpPr>
        <p:spPr/>
        <p:txBody>
          <a:bodyPr/>
          <a:lstStyle>
            <a:lvl1pPr>
              <a:defRPr/>
            </a:lvl1pPr>
          </a:lstStyle>
          <a:p>
            <a:endParaRPr lang="en-US" altLang="vi-VN"/>
          </a:p>
        </p:txBody>
      </p:sp>
      <p:sp>
        <p:nvSpPr>
          <p:cNvPr id="5" name="Footer Placeholder 4">
            <a:extLst>
              <a:ext uri="{FF2B5EF4-FFF2-40B4-BE49-F238E27FC236}">
                <a16:creationId xmlns:a16="http://schemas.microsoft.com/office/drawing/2014/main" id="{DCA09224-D376-4629-9FAB-D10632B2967C}"/>
              </a:ext>
            </a:extLst>
          </p:cNvPr>
          <p:cNvSpPr>
            <a:spLocks noGrp="1"/>
          </p:cNvSpPr>
          <p:nvPr>
            <p:ph type="ftr" sz="quarter" idx="11"/>
          </p:nvPr>
        </p:nvSpPr>
        <p:spPr/>
        <p:txBody>
          <a:bodyPr/>
          <a:lstStyle>
            <a:lvl1pPr>
              <a:defRPr/>
            </a:lvl1pPr>
          </a:lstStyle>
          <a:p>
            <a:endParaRPr lang="en-US" altLang="vi-VN"/>
          </a:p>
        </p:txBody>
      </p:sp>
      <p:sp>
        <p:nvSpPr>
          <p:cNvPr id="6" name="Slide Number Placeholder 5">
            <a:extLst>
              <a:ext uri="{FF2B5EF4-FFF2-40B4-BE49-F238E27FC236}">
                <a16:creationId xmlns:a16="http://schemas.microsoft.com/office/drawing/2014/main" id="{11B9AD90-CBD6-462A-892F-6C5A011D529D}"/>
              </a:ext>
            </a:extLst>
          </p:cNvPr>
          <p:cNvSpPr>
            <a:spLocks noGrp="1"/>
          </p:cNvSpPr>
          <p:nvPr>
            <p:ph type="sldNum" sz="quarter" idx="12"/>
          </p:nvPr>
        </p:nvSpPr>
        <p:spPr/>
        <p:txBody>
          <a:bodyPr/>
          <a:lstStyle>
            <a:lvl1pPr>
              <a:defRPr/>
            </a:lvl1pPr>
          </a:lstStyle>
          <a:p>
            <a:fld id="{03C19E49-B734-457E-92B4-7DF379340A39}" type="slidenum">
              <a:rPr lang="en-US" altLang="vi-VN"/>
              <a:pPr/>
              <a:t>‹#›</a:t>
            </a:fld>
            <a:endParaRPr lang="en-US" altLang="vi-VN"/>
          </a:p>
        </p:txBody>
      </p:sp>
    </p:spTree>
    <p:extLst>
      <p:ext uri="{BB962C8B-B14F-4D97-AF65-F5344CB8AC3E}">
        <p14:creationId xmlns:p14="http://schemas.microsoft.com/office/powerpoint/2010/main" val="64861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709F9A-B35C-4D38-A74A-5D6B2343E1EA}"/>
              </a:ext>
            </a:extLst>
          </p:cNvPr>
          <p:cNvSpPr>
            <a:spLocks noGrp="1"/>
          </p:cNvSpPr>
          <p:nvPr>
            <p:ph type="title"/>
          </p:nvPr>
        </p:nvSpPr>
        <p:spPr/>
        <p:txBody>
          <a:bodyPr/>
          <a:lstStyle/>
          <a:p>
            <a:r>
              <a:rPr lang="en-US"/>
              <a:t>Click to edit Master title style</a:t>
            </a:r>
            <a:endParaRPr lang="vi-VN"/>
          </a:p>
        </p:txBody>
      </p:sp>
      <p:sp>
        <p:nvSpPr>
          <p:cNvPr id="3" name="Content Placeholder 2">
            <a:extLst>
              <a:ext uri="{FF2B5EF4-FFF2-40B4-BE49-F238E27FC236}">
                <a16:creationId xmlns:a16="http://schemas.microsoft.com/office/drawing/2014/main" id="{ADF05CEB-04DE-43B6-9174-E5A05D44754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ACB0A760-9CB2-4AAA-8A19-B5DC81810A3F}"/>
              </a:ext>
            </a:extLst>
          </p:cNvPr>
          <p:cNvSpPr>
            <a:spLocks noGrp="1"/>
          </p:cNvSpPr>
          <p:nvPr>
            <p:ph type="dt" sz="half" idx="10"/>
          </p:nvPr>
        </p:nvSpPr>
        <p:spPr/>
        <p:txBody>
          <a:bodyPr/>
          <a:lstStyle>
            <a:lvl1pPr>
              <a:defRPr/>
            </a:lvl1pPr>
          </a:lstStyle>
          <a:p>
            <a:endParaRPr lang="en-US" altLang="vi-VN"/>
          </a:p>
        </p:txBody>
      </p:sp>
      <p:sp>
        <p:nvSpPr>
          <p:cNvPr id="5" name="Footer Placeholder 4">
            <a:extLst>
              <a:ext uri="{FF2B5EF4-FFF2-40B4-BE49-F238E27FC236}">
                <a16:creationId xmlns:a16="http://schemas.microsoft.com/office/drawing/2014/main" id="{F2817B74-14EC-4DD3-AC4F-9CA42B8BBFE5}"/>
              </a:ext>
            </a:extLst>
          </p:cNvPr>
          <p:cNvSpPr>
            <a:spLocks noGrp="1"/>
          </p:cNvSpPr>
          <p:nvPr>
            <p:ph type="ftr" sz="quarter" idx="11"/>
          </p:nvPr>
        </p:nvSpPr>
        <p:spPr/>
        <p:txBody>
          <a:bodyPr/>
          <a:lstStyle>
            <a:lvl1pPr>
              <a:defRPr/>
            </a:lvl1pPr>
          </a:lstStyle>
          <a:p>
            <a:endParaRPr lang="en-US" altLang="vi-VN"/>
          </a:p>
        </p:txBody>
      </p:sp>
      <p:sp>
        <p:nvSpPr>
          <p:cNvPr id="6" name="Slide Number Placeholder 5">
            <a:extLst>
              <a:ext uri="{FF2B5EF4-FFF2-40B4-BE49-F238E27FC236}">
                <a16:creationId xmlns:a16="http://schemas.microsoft.com/office/drawing/2014/main" id="{5764E3CD-601C-4C02-8E58-8CA63EFAC4F4}"/>
              </a:ext>
            </a:extLst>
          </p:cNvPr>
          <p:cNvSpPr>
            <a:spLocks noGrp="1"/>
          </p:cNvSpPr>
          <p:nvPr>
            <p:ph type="sldNum" sz="quarter" idx="12"/>
          </p:nvPr>
        </p:nvSpPr>
        <p:spPr/>
        <p:txBody>
          <a:bodyPr/>
          <a:lstStyle>
            <a:lvl1pPr>
              <a:defRPr/>
            </a:lvl1pPr>
          </a:lstStyle>
          <a:p>
            <a:fld id="{48788944-5056-4EF9-A73E-887F49862A5A}" type="slidenum">
              <a:rPr lang="en-US" altLang="vi-VN"/>
              <a:pPr/>
              <a:t>‹#›</a:t>
            </a:fld>
            <a:endParaRPr lang="en-US" altLang="vi-VN"/>
          </a:p>
        </p:txBody>
      </p:sp>
    </p:spTree>
    <p:extLst>
      <p:ext uri="{BB962C8B-B14F-4D97-AF65-F5344CB8AC3E}">
        <p14:creationId xmlns:p14="http://schemas.microsoft.com/office/powerpoint/2010/main" val="20380184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A8D42-1A78-478C-A905-7EF03E4DEC5F}"/>
              </a:ext>
            </a:extLst>
          </p:cNvPr>
          <p:cNvSpPr>
            <a:spLocks noGrp="1"/>
          </p:cNvSpPr>
          <p:nvPr>
            <p:ph type="title"/>
          </p:nvPr>
        </p:nvSpPr>
        <p:spPr>
          <a:xfrm>
            <a:off x="831851" y="1709739"/>
            <a:ext cx="10515600" cy="2852737"/>
          </a:xfrm>
        </p:spPr>
        <p:txBody>
          <a:bodyPr anchor="b"/>
          <a:lstStyle>
            <a:lvl1pPr>
              <a:defRPr sz="6000"/>
            </a:lvl1pPr>
          </a:lstStyle>
          <a:p>
            <a:r>
              <a:rPr lang="en-US"/>
              <a:t>Click to edit Master title style</a:t>
            </a:r>
            <a:endParaRPr lang="vi-VN"/>
          </a:p>
        </p:txBody>
      </p:sp>
      <p:sp>
        <p:nvSpPr>
          <p:cNvPr id="3" name="Text Placeholder 2">
            <a:extLst>
              <a:ext uri="{FF2B5EF4-FFF2-40B4-BE49-F238E27FC236}">
                <a16:creationId xmlns:a16="http://schemas.microsoft.com/office/drawing/2014/main" id="{CC46AFC4-65EF-4BDA-B44F-96D9C6C0AFEE}"/>
              </a:ext>
            </a:extLst>
          </p:cNvPr>
          <p:cNvSpPr>
            <a:spLocks noGrp="1"/>
          </p:cNvSpPr>
          <p:nvPr>
            <p:ph type="body" idx="1"/>
          </p:nvPr>
        </p:nvSpPr>
        <p:spPr>
          <a:xfrm>
            <a:off x="831851" y="4589464"/>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a:extLst>
              <a:ext uri="{FF2B5EF4-FFF2-40B4-BE49-F238E27FC236}">
                <a16:creationId xmlns:a16="http://schemas.microsoft.com/office/drawing/2014/main" id="{EB00E5DD-7740-4043-ACEF-89BD7744C562}"/>
              </a:ext>
            </a:extLst>
          </p:cNvPr>
          <p:cNvSpPr>
            <a:spLocks noGrp="1"/>
          </p:cNvSpPr>
          <p:nvPr>
            <p:ph type="dt" sz="half" idx="10"/>
          </p:nvPr>
        </p:nvSpPr>
        <p:spPr/>
        <p:txBody>
          <a:bodyPr/>
          <a:lstStyle>
            <a:lvl1pPr>
              <a:defRPr/>
            </a:lvl1pPr>
          </a:lstStyle>
          <a:p>
            <a:endParaRPr lang="en-US" altLang="vi-VN"/>
          </a:p>
        </p:txBody>
      </p:sp>
      <p:sp>
        <p:nvSpPr>
          <p:cNvPr id="5" name="Footer Placeholder 4">
            <a:extLst>
              <a:ext uri="{FF2B5EF4-FFF2-40B4-BE49-F238E27FC236}">
                <a16:creationId xmlns:a16="http://schemas.microsoft.com/office/drawing/2014/main" id="{34276DF2-34C8-4B42-B692-8E45F375A851}"/>
              </a:ext>
            </a:extLst>
          </p:cNvPr>
          <p:cNvSpPr>
            <a:spLocks noGrp="1"/>
          </p:cNvSpPr>
          <p:nvPr>
            <p:ph type="ftr" sz="quarter" idx="11"/>
          </p:nvPr>
        </p:nvSpPr>
        <p:spPr/>
        <p:txBody>
          <a:bodyPr/>
          <a:lstStyle>
            <a:lvl1pPr>
              <a:defRPr/>
            </a:lvl1pPr>
          </a:lstStyle>
          <a:p>
            <a:endParaRPr lang="en-US" altLang="vi-VN"/>
          </a:p>
        </p:txBody>
      </p:sp>
      <p:sp>
        <p:nvSpPr>
          <p:cNvPr id="6" name="Slide Number Placeholder 5">
            <a:extLst>
              <a:ext uri="{FF2B5EF4-FFF2-40B4-BE49-F238E27FC236}">
                <a16:creationId xmlns:a16="http://schemas.microsoft.com/office/drawing/2014/main" id="{49F4FA56-4BDF-4AE5-9F2E-382BE6CFCDEA}"/>
              </a:ext>
            </a:extLst>
          </p:cNvPr>
          <p:cNvSpPr>
            <a:spLocks noGrp="1"/>
          </p:cNvSpPr>
          <p:nvPr>
            <p:ph type="sldNum" sz="quarter" idx="12"/>
          </p:nvPr>
        </p:nvSpPr>
        <p:spPr/>
        <p:txBody>
          <a:bodyPr/>
          <a:lstStyle>
            <a:lvl1pPr>
              <a:defRPr/>
            </a:lvl1pPr>
          </a:lstStyle>
          <a:p>
            <a:fld id="{5267883B-9E71-4603-B1EC-5C1B5BF2C712}" type="slidenum">
              <a:rPr lang="en-US" altLang="vi-VN"/>
              <a:pPr/>
              <a:t>‹#›</a:t>
            </a:fld>
            <a:endParaRPr lang="en-US" altLang="vi-VN"/>
          </a:p>
        </p:txBody>
      </p:sp>
    </p:spTree>
    <p:extLst>
      <p:ext uri="{BB962C8B-B14F-4D97-AF65-F5344CB8AC3E}">
        <p14:creationId xmlns:p14="http://schemas.microsoft.com/office/powerpoint/2010/main" val="1878511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ABFB0-3EAB-47C3-96FC-3B01F11842A5}"/>
              </a:ext>
            </a:extLst>
          </p:cNvPr>
          <p:cNvSpPr>
            <a:spLocks noGrp="1"/>
          </p:cNvSpPr>
          <p:nvPr>
            <p:ph type="title"/>
          </p:nvPr>
        </p:nvSpPr>
        <p:spPr/>
        <p:txBody>
          <a:bodyPr/>
          <a:lstStyle/>
          <a:p>
            <a:r>
              <a:rPr lang="en-US"/>
              <a:t>Click to edit Master title style</a:t>
            </a:r>
            <a:endParaRPr lang="vi-VN"/>
          </a:p>
        </p:txBody>
      </p:sp>
      <p:sp>
        <p:nvSpPr>
          <p:cNvPr id="3" name="Content Placeholder 2">
            <a:extLst>
              <a:ext uri="{FF2B5EF4-FFF2-40B4-BE49-F238E27FC236}">
                <a16:creationId xmlns:a16="http://schemas.microsoft.com/office/drawing/2014/main" id="{8FB0DD44-1C30-4BA8-BDF2-487BE21F1884}"/>
              </a:ext>
            </a:extLst>
          </p:cNvPr>
          <p:cNvSpPr>
            <a:spLocks noGrp="1"/>
          </p:cNvSpPr>
          <p:nvPr>
            <p:ph sz="half" idx="1"/>
          </p:nvPr>
        </p:nvSpPr>
        <p:spPr>
          <a:xfrm>
            <a:off x="914400" y="19812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Content Placeholder 3">
            <a:extLst>
              <a:ext uri="{FF2B5EF4-FFF2-40B4-BE49-F238E27FC236}">
                <a16:creationId xmlns:a16="http://schemas.microsoft.com/office/drawing/2014/main" id="{012B08EF-E0FC-4C1D-BC9E-FF0BACBFC405}"/>
              </a:ext>
            </a:extLst>
          </p:cNvPr>
          <p:cNvSpPr>
            <a:spLocks noGrp="1"/>
          </p:cNvSpPr>
          <p:nvPr>
            <p:ph sz="half" idx="2"/>
          </p:nvPr>
        </p:nvSpPr>
        <p:spPr>
          <a:xfrm>
            <a:off x="6197600" y="19812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Date Placeholder 4">
            <a:extLst>
              <a:ext uri="{FF2B5EF4-FFF2-40B4-BE49-F238E27FC236}">
                <a16:creationId xmlns:a16="http://schemas.microsoft.com/office/drawing/2014/main" id="{23CEA140-AB54-4A9D-905C-8A006AF2089D}"/>
              </a:ext>
            </a:extLst>
          </p:cNvPr>
          <p:cNvSpPr>
            <a:spLocks noGrp="1"/>
          </p:cNvSpPr>
          <p:nvPr>
            <p:ph type="dt" sz="half" idx="10"/>
          </p:nvPr>
        </p:nvSpPr>
        <p:spPr/>
        <p:txBody>
          <a:bodyPr/>
          <a:lstStyle>
            <a:lvl1pPr>
              <a:defRPr/>
            </a:lvl1pPr>
          </a:lstStyle>
          <a:p>
            <a:endParaRPr lang="en-US" altLang="vi-VN"/>
          </a:p>
        </p:txBody>
      </p:sp>
      <p:sp>
        <p:nvSpPr>
          <p:cNvPr id="6" name="Footer Placeholder 5">
            <a:extLst>
              <a:ext uri="{FF2B5EF4-FFF2-40B4-BE49-F238E27FC236}">
                <a16:creationId xmlns:a16="http://schemas.microsoft.com/office/drawing/2014/main" id="{867B427C-39BB-4439-9DB2-59F01EACC07F}"/>
              </a:ext>
            </a:extLst>
          </p:cNvPr>
          <p:cNvSpPr>
            <a:spLocks noGrp="1"/>
          </p:cNvSpPr>
          <p:nvPr>
            <p:ph type="ftr" sz="quarter" idx="11"/>
          </p:nvPr>
        </p:nvSpPr>
        <p:spPr/>
        <p:txBody>
          <a:bodyPr/>
          <a:lstStyle>
            <a:lvl1pPr>
              <a:defRPr/>
            </a:lvl1pPr>
          </a:lstStyle>
          <a:p>
            <a:endParaRPr lang="en-US" altLang="vi-VN"/>
          </a:p>
        </p:txBody>
      </p:sp>
      <p:sp>
        <p:nvSpPr>
          <p:cNvPr id="7" name="Slide Number Placeholder 6">
            <a:extLst>
              <a:ext uri="{FF2B5EF4-FFF2-40B4-BE49-F238E27FC236}">
                <a16:creationId xmlns:a16="http://schemas.microsoft.com/office/drawing/2014/main" id="{6AD074E9-F1BA-4882-8F77-8CCE1F6829C5}"/>
              </a:ext>
            </a:extLst>
          </p:cNvPr>
          <p:cNvSpPr>
            <a:spLocks noGrp="1"/>
          </p:cNvSpPr>
          <p:nvPr>
            <p:ph type="sldNum" sz="quarter" idx="12"/>
          </p:nvPr>
        </p:nvSpPr>
        <p:spPr/>
        <p:txBody>
          <a:bodyPr/>
          <a:lstStyle>
            <a:lvl1pPr>
              <a:defRPr/>
            </a:lvl1pPr>
          </a:lstStyle>
          <a:p>
            <a:fld id="{ACFB7512-382C-4BFB-AEA1-CFBBF9E6D2BD}" type="slidenum">
              <a:rPr lang="en-US" altLang="vi-VN"/>
              <a:pPr/>
              <a:t>‹#›</a:t>
            </a:fld>
            <a:endParaRPr lang="en-US" altLang="vi-VN"/>
          </a:p>
        </p:txBody>
      </p:sp>
    </p:spTree>
    <p:extLst>
      <p:ext uri="{BB962C8B-B14F-4D97-AF65-F5344CB8AC3E}">
        <p14:creationId xmlns:p14="http://schemas.microsoft.com/office/powerpoint/2010/main" val="276172111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F88B1A-C1B6-40BE-9FE9-22D67FFE3425}"/>
              </a:ext>
            </a:extLst>
          </p:cNvPr>
          <p:cNvSpPr>
            <a:spLocks noGrp="1"/>
          </p:cNvSpPr>
          <p:nvPr>
            <p:ph type="title"/>
          </p:nvPr>
        </p:nvSpPr>
        <p:spPr>
          <a:xfrm>
            <a:off x="840317" y="365126"/>
            <a:ext cx="10515600" cy="1325563"/>
          </a:xfrm>
        </p:spPr>
        <p:txBody>
          <a:bodyPr/>
          <a:lstStyle/>
          <a:p>
            <a:r>
              <a:rPr lang="en-US"/>
              <a:t>Click to edit Master title style</a:t>
            </a:r>
            <a:endParaRPr lang="vi-VN"/>
          </a:p>
        </p:txBody>
      </p:sp>
      <p:sp>
        <p:nvSpPr>
          <p:cNvPr id="3" name="Text Placeholder 2">
            <a:extLst>
              <a:ext uri="{FF2B5EF4-FFF2-40B4-BE49-F238E27FC236}">
                <a16:creationId xmlns:a16="http://schemas.microsoft.com/office/drawing/2014/main" id="{FCC41736-F4E6-4ADB-98CE-A1F90AEA56AF}"/>
              </a:ext>
            </a:extLst>
          </p:cNvPr>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5CDF881-C9BE-4A70-B952-2F41F6C2A0A4}"/>
              </a:ext>
            </a:extLst>
          </p:cNvPr>
          <p:cNvSpPr>
            <a:spLocks noGrp="1"/>
          </p:cNvSpPr>
          <p:nvPr>
            <p:ph sz="half" idx="2"/>
          </p:nvPr>
        </p:nvSpPr>
        <p:spPr>
          <a:xfrm>
            <a:off x="840318" y="2505075"/>
            <a:ext cx="51583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Text Placeholder 4">
            <a:extLst>
              <a:ext uri="{FF2B5EF4-FFF2-40B4-BE49-F238E27FC236}">
                <a16:creationId xmlns:a16="http://schemas.microsoft.com/office/drawing/2014/main" id="{4E9F3A60-1195-4B2C-A693-BED59D89E1BE}"/>
              </a:ext>
            </a:extLst>
          </p:cNvPr>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8C9CDBE-5BA1-4938-989D-A9922BB3AE8A}"/>
              </a:ext>
            </a:extLst>
          </p:cNvPr>
          <p:cNvSpPr>
            <a:spLocks noGrp="1"/>
          </p:cNvSpPr>
          <p:nvPr>
            <p:ph sz="quarter" idx="4"/>
          </p:nvPr>
        </p:nvSpPr>
        <p:spPr>
          <a:xfrm>
            <a:off x="6172200" y="2505075"/>
            <a:ext cx="518371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7" name="Date Placeholder 6">
            <a:extLst>
              <a:ext uri="{FF2B5EF4-FFF2-40B4-BE49-F238E27FC236}">
                <a16:creationId xmlns:a16="http://schemas.microsoft.com/office/drawing/2014/main" id="{6864E486-4B1A-4762-A8F6-FB0D064D15C5}"/>
              </a:ext>
            </a:extLst>
          </p:cNvPr>
          <p:cNvSpPr>
            <a:spLocks noGrp="1"/>
          </p:cNvSpPr>
          <p:nvPr>
            <p:ph type="dt" sz="half" idx="10"/>
          </p:nvPr>
        </p:nvSpPr>
        <p:spPr/>
        <p:txBody>
          <a:bodyPr/>
          <a:lstStyle>
            <a:lvl1pPr>
              <a:defRPr/>
            </a:lvl1pPr>
          </a:lstStyle>
          <a:p>
            <a:endParaRPr lang="en-US" altLang="vi-VN"/>
          </a:p>
        </p:txBody>
      </p:sp>
      <p:sp>
        <p:nvSpPr>
          <p:cNvPr id="8" name="Footer Placeholder 7">
            <a:extLst>
              <a:ext uri="{FF2B5EF4-FFF2-40B4-BE49-F238E27FC236}">
                <a16:creationId xmlns:a16="http://schemas.microsoft.com/office/drawing/2014/main" id="{D94DB0A0-97D9-43EC-BCA8-D25529F1365E}"/>
              </a:ext>
            </a:extLst>
          </p:cNvPr>
          <p:cNvSpPr>
            <a:spLocks noGrp="1"/>
          </p:cNvSpPr>
          <p:nvPr>
            <p:ph type="ftr" sz="quarter" idx="11"/>
          </p:nvPr>
        </p:nvSpPr>
        <p:spPr/>
        <p:txBody>
          <a:bodyPr/>
          <a:lstStyle>
            <a:lvl1pPr>
              <a:defRPr/>
            </a:lvl1pPr>
          </a:lstStyle>
          <a:p>
            <a:endParaRPr lang="en-US" altLang="vi-VN"/>
          </a:p>
        </p:txBody>
      </p:sp>
      <p:sp>
        <p:nvSpPr>
          <p:cNvPr id="9" name="Slide Number Placeholder 8">
            <a:extLst>
              <a:ext uri="{FF2B5EF4-FFF2-40B4-BE49-F238E27FC236}">
                <a16:creationId xmlns:a16="http://schemas.microsoft.com/office/drawing/2014/main" id="{6DC64458-F4D3-4CA8-9347-A56FD3630475}"/>
              </a:ext>
            </a:extLst>
          </p:cNvPr>
          <p:cNvSpPr>
            <a:spLocks noGrp="1"/>
          </p:cNvSpPr>
          <p:nvPr>
            <p:ph type="sldNum" sz="quarter" idx="12"/>
          </p:nvPr>
        </p:nvSpPr>
        <p:spPr/>
        <p:txBody>
          <a:bodyPr/>
          <a:lstStyle>
            <a:lvl1pPr>
              <a:defRPr/>
            </a:lvl1pPr>
          </a:lstStyle>
          <a:p>
            <a:fld id="{DBB2661E-D3C1-49EF-8ADB-07F24DD290AE}" type="slidenum">
              <a:rPr lang="en-US" altLang="vi-VN"/>
              <a:pPr/>
              <a:t>‹#›</a:t>
            </a:fld>
            <a:endParaRPr lang="en-US" altLang="vi-VN"/>
          </a:p>
        </p:txBody>
      </p:sp>
    </p:spTree>
    <p:extLst>
      <p:ext uri="{BB962C8B-B14F-4D97-AF65-F5344CB8AC3E}">
        <p14:creationId xmlns:p14="http://schemas.microsoft.com/office/powerpoint/2010/main" val="297129905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69E332-6CDB-4FBC-BB65-9859890C44C4}"/>
              </a:ext>
            </a:extLst>
          </p:cNvPr>
          <p:cNvSpPr>
            <a:spLocks noGrp="1"/>
          </p:cNvSpPr>
          <p:nvPr>
            <p:ph type="title"/>
          </p:nvPr>
        </p:nvSpPr>
        <p:spPr/>
        <p:txBody>
          <a:bodyPr/>
          <a:lstStyle/>
          <a:p>
            <a:r>
              <a:rPr lang="en-US"/>
              <a:t>Click to edit Master title style</a:t>
            </a:r>
            <a:endParaRPr lang="vi-VN"/>
          </a:p>
        </p:txBody>
      </p:sp>
      <p:sp>
        <p:nvSpPr>
          <p:cNvPr id="3" name="Date Placeholder 2">
            <a:extLst>
              <a:ext uri="{FF2B5EF4-FFF2-40B4-BE49-F238E27FC236}">
                <a16:creationId xmlns:a16="http://schemas.microsoft.com/office/drawing/2014/main" id="{13160D0E-90C0-4D24-9264-C25DCE3E5FEB}"/>
              </a:ext>
            </a:extLst>
          </p:cNvPr>
          <p:cNvSpPr>
            <a:spLocks noGrp="1"/>
          </p:cNvSpPr>
          <p:nvPr>
            <p:ph type="dt" sz="half" idx="10"/>
          </p:nvPr>
        </p:nvSpPr>
        <p:spPr/>
        <p:txBody>
          <a:bodyPr/>
          <a:lstStyle>
            <a:lvl1pPr>
              <a:defRPr/>
            </a:lvl1pPr>
          </a:lstStyle>
          <a:p>
            <a:endParaRPr lang="en-US" altLang="vi-VN"/>
          </a:p>
        </p:txBody>
      </p:sp>
      <p:sp>
        <p:nvSpPr>
          <p:cNvPr id="4" name="Footer Placeholder 3">
            <a:extLst>
              <a:ext uri="{FF2B5EF4-FFF2-40B4-BE49-F238E27FC236}">
                <a16:creationId xmlns:a16="http://schemas.microsoft.com/office/drawing/2014/main" id="{8458A4AD-A0E3-4D07-AF43-1A46CB862273}"/>
              </a:ext>
            </a:extLst>
          </p:cNvPr>
          <p:cNvSpPr>
            <a:spLocks noGrp="1"/>
          </p:cNvSpPr>
          <p:nvPr>
            <p:ph type="ftr" sz="quarter" idx="11"/>
          </p:nvPr>
        </p:nvSpPr>
        <p:spPr/>
        <p:txBody>
          <a:bodyPr/>
          <a:lstStyle>
            <a:lvl1pPr>
              <a:defRPr/>
            </a:lvl1pPr>
          </a:lstStyle>
          <a:p>
            <a:endParaRPr lang="en-US" altLang="vi-VN"/>
          </a:p>
        </p:txBody>
      </p:sp>
      <p:sp>
        <p:nvSpPr>
          <p:cNvPr id="5" name="Slide Number Placeholder 4">
            <a:extLst>
              <a:ext uri="{FF2B5EF4-FFF2-40B4-BE49-F238E27FC236}">
                <a16:creationId xmlns:a16="http://schemas.microsoft.com/office/drawing/2014/main" id="{A5867286-6A51-450E-B185-E6087A68AF18}"/>
              </a:ext>
            </a:extLst>
          </p:cNvPr>
          <p:cNvSpPr>
            <a:spLocks noGrp="1"/>
          </p:cNvSpPr>
          <p:nvPr>
            <p:ph type="sldNum" sz="quarter" idx="12"/>
          </p:nvPr>
        </p:nvSpPr>
        <p:spPr/>
        <p:txBody>
          <a:bodyPr/>
          <a:lstStyle>
            <a:lvl1pPr>
              <a:defRPr/>
            </a:lvl1pPr>
          </a:lstStyle>
          <a:p>
            <a:fld id="{8CD5D887-5854-49DC-A0D6-196A0450F3EE}" type="slidenum">
              <a:rPr lang="en-US" altLang="vi-VN"/>
              <a:pPr/>
              <a:t>‹#›</a:t>
            </a:fld>
            <a:endParaRPr lang="en-US" altLang="vi-VN"/>
          </a:p>
        </p:txBody>
      </p:sp>
    </p:spTree>
    <p:extLst>
      <p:ext uri="{BB962C8B-B14F-4D97-AF65-F5344CB8AC3E}">
        <p14:creationId xmlns:p14="http://schemas.microsoft.com/office/powerpoint/2010/main" val="405174077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006E6C5-574C-488D-810D-1116ADBB6244}"/>
              </a:ext>
            </a:extLst>
          </p:cNvPr>
          <p:cNvSpPr>
            <a:spLocks noGrp="1"/>
          </p:cNvSpPr>
          <p:nvPr>
            <p:ph type="dt" sz="half" idx="10"/>
          </p:nvPr>
        </p:nvSpPr>
        <p:spPr/>
        <p:txBody>
          <a:bodyPr/>
          <a:lstStyle>
            <a:lvl1pPr>
              <a:defRPr/>
            </a:lvl1pPr>
          </a:lstStyle>
          <a:p>
            <a:endParaRPr lang="en-US" altLang="vi-VN"/>
          </a:p>
        </p:txBody>
      </p:sp>
      <p:sp>
        <p:nvSpPr>
          <p:cNvPr id="3" name="Footer Placeholder 2">
            <a:extLst>
              <a:ext uri="{FF2B5EF4-FFF2-40B4-BE49-F238E27FC236}">
                <a16:creationId xmlns:a16="http://schemas.microsoft.com/office/drawing/2014/main" id="{D23A370D-C359-4ADE-934F-BDAA156A84DC}"/>
              </a:ext>
            </a:extLst>
          </p:cNvPr>
          <p:cNvSpPr>
            <a:spLocks noGrp="1"/>
          </p:cNvSpPr>
          <p:nvPr>
            <p:ph type="ftr" sz="quarter" idx="11"/>
          </p:nvPr>
        </p:nvSpPr>
        <p:spPr/>
        <p:txBody>
          <a:bodyPr/>
          <a:lstStyle>
            <a:lvl1pPr>
              <a:defRPr/>
            </a:lvl1pPr>
          </a:lstStyle>
          <a:p>
            <a:endParaRPr lang="en-US" altLang="vi-VN"/>
          </a:p>
        </p:txBody>
      </p:sp>
      <p:sp>
        <p:nvSpPr>
          <p:cNvPr id="4" name="Slide Number Placeholder 3">
            <a:extLst>
              <a:ext uri="{FF2B5EF4-FFF2-40B4-BE49-F238E27FC236}">
                <a16:creationId xmlns:a16="http://schemas.microsoft.com/office/drawing/2014/main" id="{1B7289FA-02A8-4B69-B361-39210BCE43C5}"/>
              </a:ext>
            </a:extLst>
          </p:cNvPr>
          <p:cNvSpPr>
            <a:spLocks noGrp="1"/>
          </p:cNvSpPr>
          <p:nvPr>
            <p:ph type="sldNum" sz="quarter" idx="12"/>
          </p:nvPr>
        </p:nvSpPr>
        <p:spPr/>
        <p:txBody>
          <a:bodyPr/>
          <a:lstStyle>
            <a:lvl1pPr>
              <a:defRPr/>
            </a:lvl1pPr>
          </a:lstStyle>
          <a:p>
            <a:fld id="{D37D89FB-B54C-4F71-9602-7FCFBC73BC4F}" type="slidenum">
              <a:rPr lang="en-US" altLang="vi-VN"/>
              <a:pPr/>
              <a:t>‹#›</a:t>
            </a:fld>
            <a:endParaRPr lang="en-US" altLang="vi-VN"/>
          </a:p>
        </p:txBody>
      </p:sp>
    </p:spTree>
    <p:extLst>
      <p:ext uri="{BB962C8B-B14F-4D97-AF65-F5344CB8AC3E}">
        <p14:creationId xmlns:p14="http://schemas.microsoft.com/office/powerpoint/2010/main" val="23636302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BF746-D587-4B33-8E88-C63DA700B2D5}"/>
              </a:ext>
            </a:extLst>
          </p:cNvPr>
          <p:cNvSpPr>
            <a:spLocks noGrp="1"/>
          </p:cNvSpPr>
          <p:nvPr>
            <p:ph type="title"/>
          </p:nvPr>
        </p:nvSpPr>
        <p:spPr>
          <a:xfrm>
            <a:off x="840318" y="457200"/>
            <a:ext cx="3932767" cy="1600200"/>
          </a:xfrm>
        </p:spPr>
        <p:txBody>
          <a:bodyPr anchor="b"/>
          <a:lstStyle>
            <a:lvl1pPr>
              <a:defRPr sz="3200"/>
            </a:lvl1pPr>
          </a:lstStyle>
          <a:p>
            <a:r>
              <a:rPr lang="en-US"/>
              <a:t>Click to edit Master title style</a:t>
            </a:r>
            <a:endParaRPr lang="vi-VN"/>
          </a:p>
        </p:txBody>
      </p:sp>
      <p:sp>
        <p:nvSpPr>
          <p:cNvPr id="3" name="Content Placeholder 2">
            <a:extLst>
              <a:ext uri="{FF2B5EF4-FFF2-40B4-BE49-F238E27FC236}">
                <a16:creationId xmlns:a16="http://schemas.microsoft.com/office/drawing/2014/main" id="{E0E1C02E-9260-4F7B-AAD7-E03743E2AE0A}"/>
              </a:ext>
            </a:extLst>
          </p:cNvPr>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Text Placeholder 3">
            <a:extLst>
              <a:ext uri="{FF2B5EF4-FFF2-40B4-BE49-F238E27FC236}">
                <a16:creationId xmlns:a16="http://schemas.microsoft.com/office/drawing/2014/main" id="{2971F30C-E6EA-4ADC-85BB-2FE999569307}"/>
              </a:ext>
            </a:extLst>
          </p:cNvPr>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4C0CBAE-AF15-4713-B38F-E02BEB3A47A2}"/>
              </a:ext>
            </a:extLst>
          </p:cNvPr>
          <p:cNvSpPr>
            <a:spLocks noGrp="1"/>
          </p:cNvSpPr>
          <p:nvPr>
            <p:ph type="dt" sz="half" idx="10"/>
          </p:nvPr>
        </p:nvSpPr>
        <p:spPr/>
        <p:txBody>
          <a:bodyPr/>
          <a:lstStyle>
            <a:lvl1pPr>
              <a:defRPr/>
            </a:lvl1pPr>
          </a:lstStyle>
          <a:p>
            <a:endParaRPr lang="en-US" altLang="vi-VN"/>
          </a:p>
        </p:txBody>
      </p:sp>
      <p:sp>
        <p:nvSpPr>
          <p:cNvPr id="6" name="Footer Placeholder 5">
            <a:extLst>
              <a:ext uri="{FF2B5EF4-FFF2-40B4-BE49-F238E27FC236}">
                <a16:creationId xmlns:a16="http://schemas.microsoft.com/office/drawing/2014/main" id="{A00AF3B7-1557-499F-B495-9F0770134EF5}"/>
              </a:ext>
            </a:extLst>
          </p:cNvPr>
          <p:cNvSpPr>
            <a:spLocks noGrp="1"/>
          </p:cNvSpPr>
          <p:nvPr>
            <p:ph type="ftr" sz="quarter" idx="11"/>
          </p:nvPr>
        </p:nvSpPr>
        <p:spPr/>
        <p:txBody>
          <a:bodyPr/>
          <a:lstStyle>
            <a:lvl1pPr>
              <a:defRPr/>
            </a:lvl1pPr>
          </a:lstStyle>
          <a:p>
            <a:endParaRPr lang="en-US" altLang="vi-VN"/>
          </a:p>
        </p:txBody>
      </p:sp>
      <p:sp>
        <p:nvSpPr>
          <p:cNvPr id="7" name="Slide Number Placeholder 6">
            <a:extLst>
              <a:ext uri="{FF2B5EF4-FFF2-40B4-BE49-F238E27FC236}">
                <a16:creationId xmlns:a16="http://schemas.microsoft.com/office/drawing/2014/main" id="{100CBA1B-0D00-46BA-A8A0-32AFDA25E954}"/>
              </a:ext>
            </a:extLst>
          </p:cNvPr>
          <p:cNvSpPr>
            <a:spLocks noGrp="1"/>
          </p:cNvSpPr>
          <p:nvPr>
            <p:ph type="sldNum" sz="quarter" idx="12"/>
          </p:nvPr>
        </p:nvSpPr>
        <p:spPr/>
        <p:txBody>
          <a:bodyPr/>
          <a:lstStyle>
            <a:lvl1pPr>
              <a:defRPr/>
            </a:lvl1pPr>
          </a:lstStyle>
          <a:p>
            <a:fld id="{781184D1-B4A5-4544-8FE4-07689D9345C6}" type="slidenum">
              <a:rPr lang="en-US" altLang="vi-VN"/>
              <a:pPr/>
              <a:t>‹#›</a:t>
            </a:fld>
            <a:endParaRPr lang="en-US" altLang="vi-VN"/>
          </a:p>
        </p:txBody>
      </p:sp>
    </p:spTree>
    <p:extLst>
      <p:ext uri="{BB962C8B-B14F-4D97-AF65-F5344CB8AC3E}">
        <p14:creationId xmlns:p14="http://schemas.microsoft.com/office/powerpoint/2010/main" val="132099726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2B3F1-43DA-4228-A989-548B5AC76F39}"/>
              </a:ext>
            </a:extLst>
          </p:cNvPr>
          <p:cNvSpPr>
            <a:spLocks noGrp="1"/>
          </p:cNvSpPr>
          <p:nvPr>
            <p:ph type="title"/>
          </p:nvPr>
        </p:nvSpPr>
        <p:spPr>
          <a:xfrm>
            <a:off x="840318" y="457200"/>
            <a:ext cx="3932767" cy="1600200"/>
          </a:xfrm>
        </p:spPr>
        <p:txBody>
          <a:bodyPr anchor="b"/>
          <a:lstStyle>
            <a:lvl1pPr>
              <a:defRPr sz="3200"/>
            </a:lvl1pPr>
          </a:lstStyle>
          <a:p>
            <a:r>
              <a:rPr lang="en-US"/>
              <a:t>Click to edit Master title style</a:t>
            </a:r>
            <a:endParaRPr lang="vi-VN"/>
          </a:p>
        </p:txBody>
      </p:sp>
      <p:sp>
        <p:nvSpPr>
          <p:cNvPr id="3" name="Picture Placeholder 2">
            <a:extLst>
              <a:ext uri="{FF2B5EF4-FFF2-40B4-BE49-F238E27FC236}">
                <a16:creationId xmlns:a16="http://schemas.microsoft.com/office/drawing/2014/main" id="{C0C584ED-07D1-4D56-BD9A-9333816E858B}"/>
              </a:ext>
            </a:extLst>
          </p:cNvPr>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vi-VN"/>
          </a:p>
        </p:txBody>
      </p:sp>
      <p:sp>
        <p:nvSpPr>
          <p:cNvPr id="4" name="Text Placeholder 3">
            <a:extLst>
              <a:ext uri="{FF2B5EF4-FFF2-40B4-BE49-F238E27FC236}">
                <a16:creationId xmlns:a16="http://schemas.microsoft.com/office/drawing/2014/main" id="{9D735D7A-DA7D-45B5-AD10-CA610A93B1FA}"/>
              </a:ext>
            </a:extLst>
          </p:cNvPr>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00922E5-A5F3-4A2B-AEA2-4F2A5870D9D6}"/>
              </a:ext>
            </a:extLst>
          </p:cNvPr>
          <p:cNvSpPr>
            <a:spLocks noGrp="1"/>
          </p:cNvSpPr>
          <p:nvPr>
            <p:ph type="dt" sz="half" idx="10"/>
          </p:nvPr>
        </p:nvSpPr>
        <p:spPr/>
        <p:txBody>
          <a:bodyPr/>
          <a:lstStyle>
            <a:lvl1pPr>
              <a:defRPr/>
            </a:lvl1pPr>
          </a:lstStyle>
          <a:p>
            <a:endParaRPr lang="en-US" altLang="vi-VN"/>
          </a:p>
        </p:txBody>
      </p:sp>
      <p:sp>
        <p:nvSpPr>
          <p:cNvPr id="6" name="Footer Placeholder 5">
            <a:extLst>
              <a:ext uri="{FF2B5EF4-FFF2-40B4-BE49-F238E27FC236}">
                <a16:creationId xmlns:a16="http://schemas.microsoft.com/office/drawing/2014/main" id="{EA7AE2E4-B0D9-4084-ACEB-A86A836022C3}"/>
              </a:ext>
            </a:extLst>
          </p:cNvPr>
          <p:cNvSpPr>
            <a:spLocks noGrp="1"/>
          </p:cNvSpPr>
          <p:nvPr>
            <p:ph type="ftr" sz="quarter" idx="11"/>
          </p:nvPr>
        </p:nvSpPr>
        <p:spPr/>
        <p:txBody>
          <a:bodyPr/>
          <a:lstStyle>
            <a:lvl1pPr>
              <a:defRPr/>
            </a:lvl1pPr>
          </a:lstStyle>
          <a:p>
            <a:endParaRPr lang="en-US" altLang="vi-VN"/>
          </a:p>
        </p:txBody>
      </p:sp>
      <p:sp>
        <p:nvSpPr>
          <p:cNvPr id="7" name="Slide Number Placeholder 6">
            <a:extLst>
              <a:ext uri="{FF2B5EF4-FFF2-40B4-BE49-F238E27FC236}">
                <a16:creationId xmlns:a16="http://schemas.microsoft.com/office/drawing/2014/main" id="{85B6A19B-C266-4ABA-8336-735B9DD5DA22}"/>
              </a:ext>
            </a:extLst>
          </p:cNvPr>
          <p:cNvSpPr>
            <a:spLocks noGrp="1"/>
          </p:cNvSpPr>
          <p:nvPr>
            <p:ph type="sldNum" sz="quarter" idx="12"/>
          </p:nvPr>
        </p:nvSpPr>
        <p:spPr/>
        <p:txBody>
          <a:bodyPr/>
          <a:lstStyle>
            <a:lvl1pPr>
              <a:defRPr/>
            </a:lvl1pPr>
          </a:lstStyle>
          <a:p>
            <a:fld id="{F016DE2F-4A51-416E-B9BB-59A8EA0696B9}" type="slidenum">
              <a:rPr lang="en-US" altLang="vi-VN"/>
              <a:pPr/>
              <a:t>‹#›</a:t>
            </a:fld>
            <a:endParaRPr lang="en-US" altLang="vi-VN"/>
          </a:p>
        </p:txBody>
      </p:sp>
    </p:spTree>
    <p:extLst>
      <p:ext uri="{BB962C8B-B14F-4D97-AF65-F5344CB8AC3E}">
        <p14:creationId xmlns:p14="http://schemas.microsoft.com/office/powerpoint/2010/main" val="107591073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99FCB-9605-4E54-9C54-3F2C915F3758}"/>
              </a:ext>
            </a:extLst>
          </p:cNvPr>
          <p:cNvSpPr>
            <a:spLocks noGrp="1"/>
          </p:cNvSpPr>
          <p:nvPr>
            <p:ph type="title"/>
          </p:nvPr>
        </p:nvSpPr>
        <p:spPr/>
        <p:txBody>
          <a:bodyPr/>
          <a:lstStyle/>
          <a:p>
            <a:r>
              <a:rPr lang="en-US"/>
              <a:t>Click to edit Master title style</a:t>
            </a:r>
            <a:endParaRPr lang="vi-VN"/>
          </a:p>
        </p:txBody>
      </p:sp>
      <p:sp>
        <p:nvSpPr>
          <p:cNvPr id="3" name="Vertical Text Placeholder 2">
            <a:extLst>
              <a:ext uri="{FF2B5EF4-FFF2-40B4-BE49-F238E27FC236}">
                <a16:creationId xmlns:a16="http://schemas.microsoft.com/office/drawing/2014/main" id="{0FAD2D70-8D4D-4E4B-B368-3E9640D94A3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EC04AD8F-55D3-4884-B443-7C4E62D585A0}"/>
              </a:ext>
            </a:extLst>
          </p:cNvPr>
          <p:cNvSpPr>
            <a:spLocks noGrp="1"/>
          </p:cNvSpPr>
          <p:nvPr>
            <p:ph type="dt" sz="half" idx="10"/>
          </p:nvPr>
        </p:nvSpPr>
        <p:spPr/>
        <p:txBody>
          <a:bodyPr/>
          <a:lstStyle>
            <a:lvl1pPr>
              <a:defRPr/>
            </a:lvl1pPr>
          </a:lstStyle>
          <a:p>
            <a:endParaRPr lang="en-US" altLang="vi-VN"/>
          </a:p>
        </p:txBody>
      </p:sp>
      <p:sp>
        <p:nvSpPr>
          <p:cNvPr id="5" name="Footer Placeholder 4">
            <a:extLst>
              <a:ext uri="{FF2B5EF4-FFF2-40B4-BE49-F238E27FC236}">
                <a16:creationId xmlns:a16="http://schemas.microsoft.com/office/drawing/2014/main" id="{33070D69-677F-483F-84C5-72CDE701906F}"/>
              </a:ext>
            </a:extLst>
          </p:cNvPr>
          <p:cNvSpPr>
            <a:spLocks noGrp="1"/>
          </p:cNvSpPr>
          <p:nvPr>
            <p:ph type="ftr" sz="quarter" idx="11"/>
          </p:nvPr>
        </p:nvSpPr>
        <p:spPr/>
        <p:txBody>
          <a:bodyPr/>
          <a:lstStyle>
            <a:lvl1pPr>
              <a:defRPr/>
            </a:lvl1pPr>
          </a:lstStyle>
          <a:p>
            <a:endParaRPr lang="en-US" altLang="vi-VN"/>
          </a:p>
        </p:txBody>
      </p:sp>
      <p:sp>
        <p:nvSpPr>
          <p:cNvPr id="6" name="Slide Number Placeholder 5">
            <a:extLst>
              <a:ext uri="{FF2B5EF4-FFF2-40B4-BE49-F238E27FC236}">
                <a16:creationId xmlns:a16="http://schemas.microsoft.com/office/drawing/2014/main" id="{C30F4105-0E5F-48F3-B301-74850B069B9A}"/>
              </a:ext>
            </a:extLst>
          </p:cNvPr>
          <p:cNvSpPr>
            <a:spLocks noGrp="1"/>
          </p:cNvSpPr>
          <p:nvPr>
            <p:ph type="sldNum" sz="quarter" idx="12"/>
          </p:nvPr>
        </p:nvSpPr>
        <p:spPr/>
        <p:txBody>
          <a:bodyPr/>
          <a:lstStyle>
            <a:lvl1pPr>
              <a:defRPr/>
            </a:lvl1pPr>
          </a:lstStyle>
          <a:p>
            <a:fld id="{16B38F9E-45BA-4B77-AF3C-EEF8ED0F280D}" type="slidenum">
              <a:rPr lang="en-US" altLang="vi-VN"/>
              <a:pPr/>
              <a:t>‹#›</a:t>
            </a:fld>
            <a:endParaRPr lang="en-US" altLang="vi-VN"/>
          </a:p>
        </p:txBody>
      </p:sp>
    </p:spTree>
    <p:extLst>
      <p:ext uri="{BB962C8B-B14F-4D97-AF65-F5344CB8AC3E}">
        <p14:creationId xmlns:p14="http://schemas.microsoft.com/office/powerpoint/2010/main" val="259770623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281E35C-2890-4A7E-9D8A-FC3838DF98B1}"/>
              </a:ext>
            </a:extLst>
          </p:cNvPr>
          <p:cNvSpPr>
            <a:spLocks noGrp="1"/>
          </p:cNvSpPr>
          <p:nvPr>
            <p:ph type="title" orient="vert"/>
          </p:nvPr>
        </p:nvSpPr>
        <p:spPr>
          <a:xfrm>
            <a:off x="8686800" y="609600"/>
            <a:ext cx="2590800" cy="5486400"/>
          </a:xfrm>
        </p:spPr>
        <p:txBody>
          <a:bodyPr vert="eaVert"/>
          <a:lstStyle/>
          <a:p>
            <a:r>
              <a:rPr lang="en-US"/>
              <a:t>Click to edit Master title style</a:t>
            </a:r>
            <a:endParaRPr lang="vi-VN"/>
          </a:p>
        </p:txBody>
      </p:sp>
      <p:sp>
        <p:nvSpPr>
          <p:cNvPr id="3" name="Vertical Text Placeholder 2">
            <a:extLst>
              <a:ext uri="{FF2B5EF4-FFF2-40B4-BE49-F238E27FC236}">
                <a16:creationId xmlns:a16="http://schemas.microsoft.com/office/drawing/2014/main" id="{7036CDB9-6D58-42FD-A4C3-ACC02CFB675E}"/>
              </a:ext>
            </a:extLst>
          </p:cNvPr>
          <p:cNvSpPr>
            <a:spLocks noGrp="1"/>
          </p:cNvSpPr>
          <p:nvPr>
            <p:ph type="body" orient="vert" idx="1"/>
          </p:nvPr>
        </p:nvSpPr>
        <p:spPr>
          <a:xfrm>
            <a:off x="914400" y="609600"/>
            <a:ext cx="75692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0981D8DA-F2A3-40AA-AB79-C658C2C4964C}"/>
              </a:ext>
            </a:extLst>
          </p:cNvPr>
          <p:cNvSpPr>
            <a:spLocks noGrp="1"/>
          </p:cNvSpPr>
          <p:nvPr>
            <p:ph type="dt" sz="half" idx="10"/>
          </p:nvPr>
        </p:nvSpPr>
        <p:spPr/>
        <p:txBody>
          <a:bodyPr/>
          <a:lstStyle>
            <a:lvl1pPr>
              <a:defRPr/>
            </a:lvl1pPr>
          </a:lstStyle>
          <a:p>
            <a:endParaRPr lang="en-US" altLang="vi-VN"/>
          </a:p>
        </p:txBody>
      </p:sp>
      <p:sp>
        <p:nvSpPr>
          <p:cNvPr id="5" name="Footer Placeholder 4">
            <a:extLst>
              <a:ext uri="{FF2B5EF4-FFF2-40B4-BE49-F238E27FC236}">
                <a16:creationId xmlns:a16="http://schemas.microsoft.com/office/drawing/2014/main" id="{3135B8FE-40E5-43AE-BD88-065DD6B00ED3}"/>
              </a:ext>
            </a:extLst>
          </p:cNvPr>
          <p:cNvSpPr>
            <a:spLocks noGrp="1"/>
          </p:cNvSpPr>
          <p:nvPr>
            <p:ph type="ftr" sz="quarter" idx="11"/>
          </p:nvPr>
        </p:nvSpPr>
        <p:spPr/>
        <p:txBody>
          <a:bodyPr/>
          <a:lstStyle>
            <a:lvl1pPr>
              <a:defRPr/>
            </a:lvl1pPr>
          </a:lstStyle>
          <a:p>
            <a:endParaRPr lang="en-US" altLang="vi-VN"/>
          </a:p>
        </p:txBody>
      </p:sp>
      <p:sp>
        <p:nvSpPr>
          <p:cNvPr id="6" name="Slide Number Placeholder 5">
            <a:extLst>
              <a:ext uri="{FF2B5EF4-FFF2-40B4-BE49-F238E27FC236}">
                <a16:creationId xmlns:a16="http://schemas.microsoft.com/office/drawing/2014/main" id="{68DC63A5-256F-4446-9771-D346E47713AF}"/>
              </a:ext>
            </a:extLst>
          </p:cNvPr>
          <p:cNvSpPr>
            <a:spLocks noGrp="1"/>
          </p:cNvSpPr>
          <p:nvPr>
            <p:ph type="sldNum" sz="quarter" idx="12"/>
          </p:nvPr>
        </p:nvSpPr>
        <p:spPr/>
        <p:txBody>
          <a:bodyPr/>
          <a:lstStyle>
            <a:lvl1pPr>
              <a:defRPr/>
            </a:lvl1pPr>
          </a:lstStyle>
          <a:p>
            <a:fld id="{365ABF10-EEAE-4E9D-842F-9BE55FDB0F82}" type="slidenum">
              <a:rPr lang="en-US" altLang="vi-VN"/>
              <a:pPr/>
              <a:t>‹#›</a:t>
            </a:fld>
            <a:endParaRPr lang="en-US" altLang="vi-VN"/>
          </a:p>
        </p:txBody>
      </p:sp>
    </p:spTree>
    <p:extLst>
      <p:ext uri="{BB962C8B-B14F-4D97-AF65-F5344CB8AC3E}">
        <p14:creationId xmlns:p14="http://schemas.microsoft.com/office/powerpoint/2010/main" val="384071464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vi-V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vi-VN"/>
          </a:p>
        </p:txBody>
      </p:sp>
      <p:sp>
        <p:nvSpPr>
          <p:cNvPr id="4" name="Rectangle 4">
            <a:extLst>
              <a:ext uri="{FF2B5EF4-FFF2-40B4-BE49-F238E27FC236}">
                <a16:creationId xmlns:a16="http://schemas.microsoft.com/office/drawing/2014/main" id="{CB0556E1-B7C4-4E5E-AF0A-74F8763A282B}"/>
              </a:ext>
            </a:extLst>
          </p:cNvPr>
          <p:cNvSpPr>
            <a:spLocks noGrp="1" noChangeArrowheads="1"/>
          </p:cNvSpPr>
          <p:nvPr>
            <p:ph type="dt" sz="half" idx="10"/>
          </p:nvPr>
        </p:nvSpPr>
        <p:spPr>
          <a:ln/>
        </p:spPr>
        <p:txBody>
          <a:bodyPr/>
          <a:lstStyle>
            <a:lvl1pPr>
              <a:defRPr/>
            </a:lvl1pPr>
          </a:lstStyle>
          <a:p>
            <a:pPr>
              <a:defRPr/>
            </a:pPr>
            <a:endParaRPr lang="en-US" altLang="vi-VN"/>
          </a:p>
        </p:txBody>
      </p:sp>
      <p:sp>
        <p:nvSpPr>
          <p:cNvPr id="5" name="Rectangle 5">
            <a:extLst>
              <a:ext uri="{FF2B5EF4-FFF2-40B4-BE49-F238E27FC236}">
                <a16:creationId xmlns:a16="http://schemas.microsoft.com/office/drawing/2014/main" id="{7F3F8D7A-6E7B-485D-A2ED-88C5577569DC}"/>
              </a:ext>
            </a:extLst>
          </p:cNvPr>
          <p:cNvSpPr>
            <a:spLocks noGrp="1" noChangeArrowheads="1"/>
          </p:cNvSpPr>
          <p:nvPr>
            <p:ph type="ftr" sz="quarter" idx="11"/>
          </p:nvPr>
        </p:nvSpPr>
        <p:spPr>
          <a:ln/>
        </p:spPr>
        <p:txBody>
          <a:bodyPr/>
          <a:lstStyle>
            <a:lvl1pPr>
              <a:defRPr/>
            </a:lvl1pPr>
          </a:lstStyle>
          <a:p>
            <a:pPr>
              <a:defRPr/>
            </a:pPr>
            <a:endParaRPr lang="en-US" altLang="vi-VN"/>
          </a:p>
        </p:txBody>
      </p:sp>
      <p:sp>
        <p:nvSpPr>
          <p:cNvPr id="6" name="Rectangle 6">
            <a:extLst>
              <a:ext uri="{FF2B5EF4-FFF2-40B4-BE49-F238E27FC236}">
                <a16:creationId xmlns:a16="http://schemas.microsoft.com/office/drawing/2014/main" id="{7A4695E3-4120-4A47-9BA7-0A140133EEC8}"/>
              </a:ext>
            </a:extLst>
          </p:cNvPr>
          <p:cNvSpPr>
            <a:spLocks noGrp="1" noChangeArrowheads="1"/>
          </p:cNvSpPr>
          <p:nvPr>
            <p:ph type="sldNum" sz="quarter" idx="12"/>
          </p:nvPr>
        </p:nvSpPr>
        <p:spPr>
          <a:ln/>
        </p:spPr>
        <p:txBody>
          <a:bodyPr/>
          <a:lstStyle>
            <a:lvl1pPr>
              <a:defRPr/>
            </a:lvl1pPr>
          </a:lstStyle>
          <a:p>
            <a:pPr>
              <a:defRPr/>
            </a:pPr>
            <a:fld id="{9DA071F1-6172-42B5-A546-7202D4CE1AD9}" type="slidenum">
              <a:rPr lang="en-US" altLang="vi-VN"/>
              <a:pPr>
                <a:defRPr/>
              </a:pPr>
              <a:t>‹#›</a:t>
            </a:fld>
            <a:endParaRPr lang="en-US" altLang="vi-VN"/>
          </a:p>
        </p:txBody>
      </p:sp>
    </p:spTree>
    <p:extLst>
      <p:ext uri="{BB962C8B-B14F-4D97-AF65-F5344CB8AC3E}">
        <p14:creationId xmlns:p14="http://schemas.microsoft.com/office/powerpoint/2010/main" val="164732276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Rectangle 4">
            <a:extLst>
              <a:ext uri="{FF2B5EF4-FFF2-40B4-BE49-F238E27FC236}">
                <a16:creationId xmlns:a16="http://schemas.microsoft.com/office/drawing/2014/main" id="{10961A2D-85B6-4AD4-9B90-9EE610ACEA77}"/>
              </a:ext>
            </a:extLst>
          </p:cNvPr>
          <p:cNvSpPr>
            <a:spLocks noGrp="1" noChangeArrowheads="1"/>
          </p:cNvSpPr>
          <p:nvPr>
            <p:ph type="dt" sz="half" idx="10"/>
          </p:nvPr>
        </p:nvSpPr>
        <p:spPr>
          <a:ln/>
        </p:spPr>
        <p:txBody>
          <a:bodyPr/>
          <a:lstStyle>
            <a:lvl1pPr>
              <a:defRPr/>
            </a:lvl1pPr>
          </a:lstStyle>
          <a:p>
            <a:pPr>
              <a:defRPr/>
            </a:pPr>
            <a:endParaRPr lang="en-US" altLang="vi-VN"/>
          </a:p>
        </p:txBody>
      </p:sp>
      <p:sp>
        <p:nvSpPr>
          <p:cNvPr id="5" name="Rectangle 5">
            <a:extLst>
              <a:ext uri="{FF2B5EF4-FFF2-40B4-BE49-F238E27FC236}">
                <a16:creationId xmlns:a16="http://schemas.microsoft.com/office/drawing/2014/main" id="{CCF81E0A-6707-4A27-AEE4-8BAD4DA18A2F}"/>
              </a:ext>
            </a:extLst>
          </p:cNvPr>
          <p:cNvSpPr>
            <a:spLocks noGrp="1" noChangeArrowheads="1"/>
          </p:cNvSpPr>
          <p:nvPr>
            <p:ph type="ftr" sz="quarter" idx="11"/>
          </p:nvPr>
        </p:nvSpPr>
        <p:spPr>
          <a:ln/>
        </p:spPr>
        <p:txBody>
          <a:bodyPr/>
          <a:lstStyle>
            <a:lvl1pPr>
              <a:defRPr/>
            </a:lvl1pPr>
          </a:lstStyle>
          <a:p>
            <a:pPr>
              <a:defRPr/>
            </a:pPr>
            <a:endParaRPr lang="en-US" altLang="vi-VN"/>
          </a:p>
        </p:txBody>
      </p:sp>
      <p:sp>
        <p:nvSpPr>
          <p:cNvPr id="6" name="Rectangle 6">
            <a:extLst>
              <a:ext uri="{FF2B5EF4-FFF2-40B4-BE49-F238E27FC236}">
                <a16:creationId xmlns:a16="http://schemas.microsoft.com/office/drawing/2014/main" id="{F17BAE90-B275-4994-B9DA-81A7A64A73EE}"/>
              </a:ext>
            </a:extLst>
          </p:cNvPr>
          <p:cNvSpPr>
            <a:spLocks noGrp="1" noChangeArrowheads="1"/>
          </p:cNvSpPr>
          <p:nvPr>
            <p:ph type="sldNum" sz="quarter" idx="12"/>
          </p:nvPr>
        </p:nvSpPr>
        <p:spPr>
          <a:ln/>
        </p:spPr>
        <p:txBody>
          <a:bodyPr/>
          <a:lstStyle>
            <a:lvl1pPr>
              <a:defRPr/>
            </a:lvl1pPr>
          </a:lstStyle>
          <a:p>
            <a:pPr>
              <a:defRPr/>
            </a:pPr>
            <a:fld id="{2A331BA7-A0AA-435E-A762-A4CD94377490}" type="slidenum">
              <a:rPr lang="en-US" altLang="vi-VN"/>
              <a:pPr>
                <a:defRPr/>
              </a:pPr>
              <a:t>‹#›</a:t>
            </a:fld>
            <a:endParaRPr lang="en-US" altLang="vi-VN"/>
          </a:p>
        </p:txBody>
      </p:sp>
    </p:spTree>
    <p:extLst>
      <p:ext uri="{BB962C8B-B14F-4D97-AF65-F5344CB8AC3E}">
        <p14:creationId xmlns:p14="http://schemas.microsoft.com/office/powerpoint/2010/main" val="104570702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2852737"/>
          </a:xfrm>
        </p:spPr>
        <p:txBody>
          <a:bodyPr anchor="b"/>
          <a:lstStyle>
            <a:lvl1pPr>
              <a:defRPr sz="6000"/>
            </a:lvl1pPr>
          </a:lstStyle>
          <a:p>
            <a:r>
              <a:rPr lang="en-US"/>
              <a:t>Click to edit Master title style</a:t>
            </a:r>
            <a:endParaRPr lang="vi-VN"/>
          </a:p>
        </p:txBody>
      </p:sp>
      <p:sp>
        <p:nvSpPr>
          <p:cNvPr id="3" name="Text Placeholder 2"/>
          <p:cNvSpPr>
            <a:spLocks noGrp="1"/>
          </p:cNvSpPr>
          <p:nvPr>
            <p:ph type="body" idx="1"/>
          </p:nvPr>
        </p:nvSpPr>
        <p:spPr>
          <a:xfrm>
            <a:off x="831851" y="4589464"/>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4">
            <a:extLst>
              <a:ext uri="{FF2B5EF4-FFF2-40B4-BE49-F238E27FC236}">
                <a16:creationId xmlns:a16="http://schemas.microsoft.com/office/drawing/2014/main" id="{3CB3C140-3F3A-4BE5-9CAE-8B16A327A4AF}"/>
              </a:ext>
            </a:extLst>
          </p:cNvPr>
          <p:cNvSpPr>
            <a:spLocks noGrp="1" noChangeArrowheads="1"/>
          </p:cNvSpPr>
          <p:nvPr>
            <p:ph type="dt" sz="half" idx="10"/>
          </p:nvPr>
        </p:nvSpPr>
        <p:spPr>
          <a:ln/>
        </p:spPr>
        <p:txBody>
          <a:bodyPr/>
          <a:lstStyle>
            <a:lvl1pPr>
              <a:defRPr/>
            </a:lvl1pPr>
          </a:lstStyle>
          <a:p>
            <a:pPr>
              <a:defRPr/>
            </a:pPr>
            <a:endParaRPr lang="en-US" altLang="vi-VN"/>
          </a:p>
        </p:txBody>
      </p:sp>
      <p:sp>
        <p:nvSpPr>
          <p:cNvPr id="5" name="Rectangle 5">
            <a:extLst>
              <a:ext uri="{FF2B5EF4-FFF2-40B4-BE49-F238E27FC236}">
                <a16:creationId xmlns:a16="http://schemas.microsoft.com/office/drawing/2014/main" id="{BF9D20C0-3445-42DF-B99B-9F202038D466}"/>
              </a:ext>
            </a:extLst>
          </p:cNvPr>
          <p:cNvSpPr>
            <a:spLocks noGrp="1" noChangeArrowheads="1"/>
          </p:cNvSpPr>
          <p:nvPr>
            <p:ph type="ftr" sz="quarter" idx="11"/>
          </p:nvPr>
        </p:nvSpPr>
        <p:spPr>
          <a:ln/>
        </p:spPr>
        <p:txBody>
          <a:bodyPr/>
          <a:lstStyle>
            <a:lvl1pPr>
              <a:defRPr/>
            </a:lvl1pPr>
          </a:lstStyle>
          <a:p>
            <a:pPr>
              <a:defRPr/>
            </a:pPr>
            <a:endParaRPr lang="en-US" altLang="vi-VN"/>
          </a:p>
        </p:txBody>
      </p:sp>
      <p:sp>
        <p:nvSpPr>
          <p:cNvPr id="6" name="Rectangle 6">
            <a:extLst>
              <a:ext uri="{FF2B5EF4-FFF2-40B4-BE49-F238E27FC236}">
                <a16:creationId xmlns:a16="http://schemas.microsoft.com/office/drawing/2014/main" id="{B04F8987-CEAA-402A-9818-75551F5763E1}"/>
              </a:ext>
            </a:extLst>
          </p:cNvPr>
          <p:cNvSpPr>
            <a:spLocks noGrp="1" noChangeArrowheads="1"/>
          </p:cNvSpPr>
          <p:nvPr>
            <p:ph type="sldNum" sz="quarter" idx="12"/>
          </p:nvPr>
        </p:nvSpPr>
        <p:spPr>
          <a:ln/>
        </p:spPr>
        <p:txBody>
          <a:bodyPr/>
          <a:lstStyle>
            <a:lvl1pPr>
              <a:defRPr/>
            </a:lvl1pPr>
          </a:lstStyle>
          <a:p>
            <a:pPr>
              <a:defRPr/>
            </a:pPr>
            <a:fld id="{5740ACF3-87EC-4DE3-A9B4-AB270D0729FC}" type="slidenum">
              <a:rPr lang="en-US" altLang="vi-VN"/>
              <a:pPr>
                <a:defRPr/>
              </a:pPr>
              <a:t>‹#›</a:t>
            </a:fld>
            <a:endParaRPr lang="en-US" altLang="vi-VN"/>
          </a:p>
        </p:txBody>
      </p:sp>
    </p:spTree>
    <p:extLst>
      <p:ext uri="{BB962C8B-B14F-4D97-AF65-F5344CB8AC3E}">
        <p14:creationId xmlns:p14="http://schemas.microsoft.com/office/powerpoint/2010/main" val="87073105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914400" y="19812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Content Placeholder 3"/>
          <p:cNvSpPr>
            <a:spLocks noGrp="1"/>
          </p:cNvSpPr>
          <p:nvPr>
            <p:ph sz="half" idx="2"/>
          </p:nvPr>
        </p:nvSpPr>
        <p:spPr>
          <a:xfrm>
            <a:off x="6197600" y="19812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Rectangle 4">
            <a:extLst>
              <a:ext uri="{FF2B5EF4-FFF2-40B4-BE49-F238E27FC236}">
                <a16:creationId xmlns:a16="http://schemas.microsoft.com/office/drawing/2014/main" id="{D36CEF5C-9D51-48C4-935B-609699AD05B4}"/>
              </a:ext>
            </a:extLst>
          </p:cNvPr>
          <p:cNvSpPr>
            <a:spLocks noGrp="1" noChangeArrowheads="1"/>
          </p:cNvSpPr>
          <p:nvPr>
            <p:ph type="dt" sz="half" idx="10"/>
          </p:nvPr>
        </p:nvSpPr>
        <p:spPr>
          <a:ln/>
        </p:spPr>
        <p:txBody>
          <a:bodyPr/>
          <a:lstStyle>
            <a:lvl1pPr>
              <a:defRPr/>
            </a:lvl1pPr>
          </a:lstStyle>
          <a:p>
            <a:pPr>
              <a:defRPr/>
            </a:pPr>
            <a:endParaRPr lang="en-US" altLang="vi-VN"/>
          </a:p>
        </p:txBody>
      </p:sp>
      <p:sp>
        <p:nvSpPr>
          <p:cNvPr id="6" name="Rectangle 5">
            <a:extLst>
              <a:ext uri="{FF2B5EF4-FFF2-40B4-BE49-F238E27FC236}">
                <a16:creationId xmlns:a16="http://schemas.microsoft.com/office/drawing/2014/main" id="{BFCA5A68-0892-4918-B80D-8FA3E6D0F53B}"/>
              </a:ext>
            </a:extLst>
          </p:cNvPr>
          <p:cNvSpPr>
            <a:spLocks noGrp="1" noChangeArrowheads="1"/>
          </p:cNvSpPr>
          <p:nvPr>
            <p:ph type="ftr" sz="quarter" idx="11"/>
          </p:nvPr>
        </p:nvSpPr>
        <p:spPr>
          <a:ln/>
        </p:spPr>
        <p:txBody>
          <a:bodyPr/>
          <a:lstStyle>
            <a:lvl1pPr>
              <a:defRPr/>
            </a:lvl1pPr>
          </a:lstStyle>
          <a:p>
            <a:pPr>
              <a:defRPr/>
            </a:pPr>
            <a:endParaRPr lang="en-US" altLang="vi-VN"/>
          </a:p>
        </p:txBody>
      </p:sp>
      <p:sp>
        <p:nvSpPr>
          <p:cNvPr id="7" name="Rectangle 6">
            <a:extLst>
              <a:ext uri="{FF2B5EF4-FFF2-40B4-BE49-F238E27FC236}">
                <a16:creationId xmlns:a16="http://schemas.microsoft.com/office/drawing/2014/main" id="{DBEC0272-71E1-4BBA-A18B-39115A0BE511}"/>
              </a:ext>
            </a:extLst>
          </p:cNvPr>
          <p:cNvSpPr>
            <a:spLocks noGrp="1" noChangeArrowheads="1"/>
          </p:cNvSpPr>
          <p:nvPr>
            <p:ph type="sldNum" sz="quarter" idx="12"/>
          </p:nvPr>
        </p:nvSpPr>
        <p:spPr>
          <a:ln/>
        </p:spPr>
        <p:txBody>
          <a:bodyPr/>
          <a:lstStyle>
            <a:lvl1pPr>
              <a:defRPr/>
            </a:lvl1pPr>
          </a:lstStyle>
          <a:p>
            <a:pPr>
              <a:defRPr/>
            </a:pPr>
            <a:fld id="{500DEB45-FF2A-4E5D-9B0F-DC646FF4A20B}" type="slidenum">
              <a:rPr lang="en-US" altLang="vi-VN"/>
              <a:pPr>
                <a:defRPr/>
              </a:pPr>
              <a:t>‹#›</a:t>
            </a:fld>
            <a:endParaRPr lang="en-US" altLang="vi-VN"/>
          </a:p>
        </p:txBody>
      </p:sp>
    </p:spTree>
    <p:extLst>
      <p:ext uri="{BB962C8B-B14F-4D97-AF65-F5344CB8AC3E}">
        <p14:creationId xmlns:p14="http://schemas.microsoft.com/office/powerpoint/2010/main" val="307763947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6"/>
            <a:ext cx="10515600" cy="1325563"/>
          </a:xfrm>
        </p:spPr>
        <p:txBody>
          <a:bodyPr/>
          <a:lstStyle/>
          <a:p>
            <a:r>
              <a:rPr lang="en-US"/>
              <a:t>Click to edit Master title style</a:t>
            </a:r>
            <a:endParaRPr lang="vi-VN"/>
          </a:p>
        </p:txBody>
      </p:sp>
      <p:sp>
        <p:nvSpPr>
          <p:cNvPr id="3" name="Text Placeholder 2"/>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318" y="2505075"/>
            <a:ext cx="51583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71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7" name="Rectangle 4">
            <a:extLst>
              <a:ext uri="{FF2B5EF4-FFF2-40B4-BE49-F238E27FC236}">
                <a16:creationId xmlns:a16="http://schemas.microsoft.com/office/drawing/2014/main" id="{075C60E1-DA18-4416-86D0-C1C5B6E84ECF}"/>
              </a:ext>
            </a:extLst>
          </p:cNvPr>
          <p:cNvSpPr>
            <a:spLocks noGrp="1" noChangeArrowheads="1"/>
          </p:cNvSpPr>
          <p:nvPr>
            <p:ph type="dt" sz="half" idx="10"/>
          </p:nvPr>
        </p:nvSpPr>
        <p:spPr>
          <a:ln/>
        </p:spPr>
        <p:txBody>
          <a:bodyPr/>
          <a:lstStyle>
            <a:lvl1pPr>
              <a:defRPr/>
            </a:lvl1pPr>
          </a:lstStyle>
          <a:p>
            <a:pPr>
              <a:defRPr/>
            </a:pPr>
            <a:endParaRPr lang="en-US" altLang="vi-VN"/>
          </a:p>
        </p:txBody>
      </p:sp>
      <p:sp>
        <p:nvSpPr>
          <p:cNvPr id="8" name="Rectangle 5">
            <a:extLst>
              <a:ext uri="{FF2B5EF4-FFF2-40B4-BE49-F238E27FC236}">
                <a16:creationId xmlns:a16="http://schemas.microsoft.com/office/drawing/2014/main" id="{6DEC5D0B-CACA-4AAE-A4F4-77864A640CC8}"/>
              </a:ext>
            </a:extLst>
          </p:cNvPr>
          <p:cNvSpPr>
            <a:spLocks noGrp="1" noChangeArrowheads="1"/>
          </p:cNvSpPr>
          <p:nvPr>
            <p:ph type="ftr" sz="quarter" idx="11"/>
          </p:nvPr>
        </p:nvSpPr>
        <p:spPr>
          <a:ln/>
        </p:spPr>
        <p:txBody>
          <a:bodyPr/>
          <a:lstStyle>
            <a:lvl1pPr>
              <a:defRPr/>
            </a:lvl1pPr>
          </a:lstStyle>
          <a:p>
            <a:pPr>
              <a:defRPr/>
            </a:pPr>
            <a:endParaRPr lang="en-US" altLang="vi-VN"/>
          </a:p>
        </p:txBody>
      </p:sp>
      <p:sp>
        <p:nvSpPr>
          <p:cNvPr id="9" name="Rectangle 6">
            <a:extLst>
              <a:ext uri="{FF2B5EF4-FFF2-40B4-BE49-F238E27FC236}">
                <a16:creationId xmlns:a16="http://schemas.microsoft.com/office/drawing/2014/main" id="{E490ADE2-15F8-4EA2-B2AC-6D00EB31CFFE}"/>
              </a:ext>
            </a:extLst>
          </p:cNvPr>
          <p:cNvSpPr>
            <a:spLocks noGrp="1" noChangeArrowheads="1"/>
          </p:cNvSpPr>
          <p:nvPr>
            <p:ph type="sldNum" sz="quarter" idx="12"/>
          </p:nvPr>
        </p:nvSpPr>
        <p:spPr>
          <a:ln/>
        </p:spPr>
        <p:txBody>
          <a:bodyPr/>
          <a:lstStyle>
            <a:lvl1pPr>
              <a:defRPr/>
            </a:lvl1pPr>
          </a:lstStyle>
          <a:p>
            <a:pPr>
              <a:defRPr/>
            </a:pPr>
            <a:fld id="{CAC6DB6A-4B3C-4898-A4E7-0BDD673C72CB}" type="slidenum">
              <a:rPr lang="en-US" altLang="vi-VN"/>
              <a:pPr>
                <a:defRPr/>
              </a:pPr>
              <a:t>‹#›</a:t>
            </a:fld>
            <a:endParaRPr lang="en-US" altLang="vi-VN"/>
          </a:p>
        </p:txBody>
      </p:sp>
    </p:spTree>
    <p:extLst>
      <p:ext uri="{BB962C8B-B14F-4D97-AF65-F5344CB8AC3E}">
        <p14:creationId xmlns:p14="http://schemas.microsoft.com/office/powerpoint/2010/main" val="292989622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Rectangle 4">
            <a:extLst>
              <a:ext uri="{FF2B5EF4-FFF2-40B4-BE49-F238E27FC236}">
                <a16:creationId xmlns:a16="http://schemas.microsoft.com/office/drawing/2014/main" id="{F17DCE48-E9B8-406A-864F-57686AA58594}"/>
              </a:ext>
            </a:extLst>
          </p:cNvPr>
          <p:cNvSpPr>
            <a:spLocks noGrp="1" noChangeArrowheads="1"/>
          </p:cNvSpPr>
          <p:nvPr>
            <p:ph type="dt" sz="half" idx="10"/>
          </p:nvPr>
        </p:nvSpPr>
        <p:spPr>
          <a:ln/>
        </p:spPr>
        <p:txBody>
          <a:bodyPr/>
          <a:lstStyle>
            <a:lvl1pPr>
              <a:defRPr/>
            </a:lvl1pPr>
          </a:lstStyle>
          <a:p>
            <a:pPr>
              <a:defRPr/>
            </a:pPr>
            <a:endParaRPr lang="en-US" altLang="vi-VN"/>
          </a:p>
        </p:txBody>
      </p:sp>
      <p:sp>
        <p:nvSpPr>
          <p:cNvPr id="4" name="Rectangle 5">
            <a:extLst>
              <a:ext uri="{FF2B5EF4-FFF2-40B4-BE49-F238E27FC236}">
                <a16:creationId xmlns:a16="http://schemas.microsoft.com/office/drawing/2014/main" id="{629029E1-6185-4625-B397-91B49ADA3A12}"/>
              </a:ext>
            </a:extLst>
          </p:cNvPr>
          <p:cNvSpPr>
            <a:spLocks noGrp="1" noChangeArrowheads="1"/>
          </p:cNvSpPr>
          <p:nvPr>
            <p:ph type="ftr" sz="quarter" idx="11"/>
          </p:nvPr>
        </p:nvSpPr>
        <p:spPr>
          <a:ln/>
        </p:spPr>
        <p:txBody>
          <a:bodyPr/>
          <a:lstStyle>
            <a:lvl1pPr>
              <a:defRPr/>
            </a:lvl1pPr>
          </a:lstStyle>
          <a:p>
            <a:pPr>
              <a:defRPr/>
            </a:pPr>
            <a:endParaRPr lang="en-US" altLang="vi-VN"/>
          </a:p>
        </p:txBody>
      </p:sp>
      <p:sp>
        <p:nvSpPr>
          <p:cNvPr id="5" name="Rectangle 6">
            <a:extLst>
              <a:ext uri="{FF2B5EF4-FFF2-40B4-BE49-F238E27FC236}">
                <a16:creationId xmlns:a16="http://schemas.microsoft.com/office/drawing/2014/main" id="{F16DC076-29BE-46D8-A330-798419D6B4FD}"/>
              </a:ext>
            </a:extLst>
          </p:cNvPr>
          <p:cNvSpPr>
            <a:spLocks noGrp="1" noChangeArrowheads="1"/>
          </p:cNvSpPr>
          <p:nvPr>
            <p:ph type="sldNum" sz="quarter" idx="12"/>
          </p:nvPr>
        </p:nvSpPr>
        <p:spPr>
          <a:ln/>
        </p:spPr>
        <p:txBody>
          <a:bodyPr/>
          <a:lstStyle>
            <a:lvl1pPr>
              <a:defRPr/>
            </a:lvl1pPr>
          </a:lstStyle>
          <a:p>
            <a:pPr>
              <a:defRPr/>
            </a:pPr>
            <a:fld id="{AB49E460-62D8-4F22-9685-C7D849CB7030}" type="slidenum">
              <a:rPr lang="en-US" altLang="vi-VN"/>
              <a:pPr>
                <a:defRPr/>
              </a:pPr>
              <a:t>‹#›</a:t>
            </a:fld>
            <a:endParaRPr lang="en-US" altLang="vi-VN"/>
          </a:p>
        </p:txBody>
      </p:sp>
    </p:spTree>
    <p:extLst>
      <p:ext uri="{BB962C8B-B14F-4D97-AF65-F5344CB8AC3E}">
        <p14:creationId xmlns:p14="http://schemas.microsoft.com/office/powerpoint/2010/main" val="309855461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5887B8B7-B73C-4C7C-AAAA-CD3EF81DA8A9}"/>
              </a:ext>
            </a:extLst>
          </p:cNvPr>
          <p:cNvSpPr>
            <a:spLocks noGrp="1" noChangeArrowheads="1"/>
          </p:cNvSpPr>
          <p:nvPr>
            <p:ph type="dt" sz="half" idx="10"/>
          </p:nvPr>
        </p:nvSpPr>
        <p:spPr>
          <a:ln/>
        </p:spPr>
        <p:txBody>
          <a:bodyPr/>
          <a:lstStyle>
            <a:lvl1pPr>
              <a:defRPr/>
            </a:lvl1pPr>
          </a:lstStyle>
          <a:p>
            <a:pPr>
              <a:defRPr/>
            </a:pPr>
            <a:endParaRPr lang="en-US" altLang="vi-VN"/>
          </a:p>
        </p:txBody>
      </p:sp>
      <p:sp>
        <p:nvSpPr>
          <p:cNvPr id="3" name="Rectangle 5">
            <a:extLst>
              <a:ext uri="{FF2B5EF4-FFF2-40B4-BE49-F238E27FC236}">
                <a16:creationId xmlns:a16="http://schemas.microsoft.com/office/drawing/2014/main" id="{6D401E45-24B2-4BEA-A9DE-16D67A991CB4}"/>
              </a:ext>
            </a:extLst>
          </p:cNvPr>
          <p:cNvSpPr>
            <a:spLocks noGrp="1" noChangeArrowheads="1"/>
          </p:cNvSpPr>
          <p:nvPr>
            <p:ph type="ftr" sz="quarter" idx="11"/>
          </p:nvPr>
        </p:nvSpPr>
        <p:spPr>
          <a:ln/>
        </p:spPr>
        <p:txBody>
          <a:bodyPr/>
          <a:lstStyle>
            <a:lvl1pPr>
              <a:defRPr/>
            </a:lvl1pPr>
          </a:lstStyle>
          <a:p>
            <a:pPr>
              <a:defRPr/>
            </a:pPr>
            <a:endParaRPr lang="en-US" altLang="vi-VN"/>
          </a:p>
        </p:txBody>
      </p:sp>
      <p:sp>
        <p:nvSpPr>
          <p:cNvPr id="4" name="Rectangle 6">
            <a:extLst>
              <a:ext uri="{FF2B5EF4-FFF2-40B4-BE49-F238E27FC236}">
                <a16:creationId xmlns:a16="http://schemas.microsoft.com/office/drawing/2014/main" id="{16FAFEF4-927B-4159-8E1B-338C2A5638B6}"/>
              </a:ext>
            </a:extLst>
          </p:cNvPr>
          <p:cNvSpPr>
            <a:spLocks noGrp="1" noChangeArrowheads="1"/>
          </p:cNvSpPr>
          <p:nvPr>
            <p:ph type="sldNum" sz="quarter" idx="12"/>
          </p:nvPr>
        </p:nvSpPr>
        <p:spPr>
          <a:ln/>
        </p:spPr>
        <p:txBody>
          <a:bodyPr/>
          <a:lstStyle>
            <a:lvl1pPr>
              <a:defRPr/>
            </a:lvl1pPr>
          </a:lstStyle>
          <a:p>
            <a:pPr>
              <a:defRPr/>
            </a:pPr>
            <a:fld id="{8493DC73-787C-42A0-8BCC-27D08B57072B}" type="slidenum">
              <a:rPr lang="en-US" altLang="vi-VN"/>
              <a:pPr>
                <a:defRPr/>
              </a:pPr>
              <a:t>‹#›</a:t>
            </a:fld>
            <a:endParaRPr lang="en-US" altLang="vi-VN"/>
          </a:p>
        </p:txBody>
      </p:sp>
    </p:spTree>
    <p:extLst>
      <p:ext uri="{BB962C8B-B14F-4D97-AF65-F5344CB8AC3E}">
        <p14:creationId xmlns:p14="http://schemas.microsoft.com/office/powerpoint/2010/main" val="60075721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nchor="b"/>
          <a:lstStyle>
            <a:lvl1pPr>
              <a:defRPr sz="3200"/>
            </a:lvl1pPr>
          </a:lstStyle>
          <a:p>
            <a:r>
              <a:rPr lang="en-US"/>
              <a:t>Click to edit Master title style</a:t>
            </a:r>
            <a:endParaRPr lang="vi-VN"/>
          </a:p>
        </p:txBody>
      </p:sp>
      <p:sp>
        <p:nvSpPr>
          <p:cNvPr id="3" name="Content Placeholder 2"/>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4">
            <a:extLst>
              <a:ext uri="{FF2B5EF4-FFF2-40B4-BE49-F238E27FC236}">
                <a16:creationId xmlns:a16="http://schemas.microsoft.com/office/drawing/2014/main" id="{C9F4061E-92BA-4F32-A1DA-EB33911FC233}"/>
              </a:ext>
            </a:extLst>
          </p:cNvPr>
          <p:cNvSpPr>
            <a:spLocks noGrp="1" noChangeArrowheads="1"/>
          </p:cNvSpPr>
          <p:nvPr>
            <p:ph type="dt" sz="half" idx="10"/>
          </p:nvPr>
        </p:nvSpPr>
        <p:spPr>
          <a:ln/>
        </p:spPr>
        <p:txBody>
          <a:bodyPr/>
          <a:lstStyle>
            <a:lvl1pPr>
              <a:defRPr/>
            </a:lvl1pPr>
          </a:lstStyle>
          <a:p>
            <a:pPr>
              <a:defRPr/>
            </a:pPr>
            <a:endParaRPr lang="en-US" altLang="vi-VN"/>
          </a:p>
        </p:txBody>
      </p:sp>
      <p:sp>
        <p:nvSpPr>
          <p:cNvPr id="6" name="Rectangle 5">
            <a:extLst>
              <a:ext uri="{FF2B5EF4-FFF2-40B4-BE49-F238E27FC236}">
                <a16:creationId xmlns:a16="http://schemas.microsoft.com/office/drawing/2014/main" id="{81179370-C7F8-437A-B03D-A711E18AE536}"/>
              </a:ext>
            </a:extLst>
          </p:cNvPr>
          <p:cNvSpPr>
            <a:spLocks noGrp="1" noChangeArrowheads="1"/>
          </p:cNvSpPr>
          <p:nvPr>
            <p:ph type="ftr" sz="quarter" idx="11"/>
          </p:nvPr>
        </p:nvSpPr>
        <p:spPr>
          <a:ln/>
        </p:spPr>
        <p:txBody>
          <a:bodyPr/>
          <a:lstStyle>
            <a:lvl1pPr>
              <a:defRPr/>
            </a:lvl1pPr>
          </a:lstStyle>
          <a:p>
            <a:pPr>
              <a:defRPr/>
            </a:pPr>
            <a:endParaRPr lang="en-US" altLang="vi-VN"/>
          </a:p>
        </p:txBody>
      </p:sp>
      <p:sp>
        <p:nvSpPr>
          <p:cNvPr id="7" name="Rectangle 6">
            <a:extLst>
              <a:ext uri="{FF2B5EF4-FFF2-40B4-BE49-F238E27FC236}">
                <a16:creationId xmlns:a16="http://schemas.microsoft.com/office/drawing/2014/main" id="{226E0FC6-B879-4050-A236-93EA83D8C725}"/>
              </a:ext>
            </a:extLst>
          </p:cNvPr>
          <p:cNvSpPr>
            <a:spLocks noGrp="1" noChangeArrowheads="1"/>
          </p:cNvSpPr>
          <p:nvPr>
            <p:ph type="sldNum" sz="quarter" idx="12"/>
          </p:nvPr>
        </p:nvSpPr>
        <p:spPr>
          <a:ln/>
        </p:spPr>
        <p:txBody>
          <a:bodyPr/>
          <a:lstStyle>
            <a:lvl1pPr>
              <a:defRPr/>
            </a:lvl1pPr>
          </a:lstStyle>
          <a:p>
            <a:pPr>
              <a:defRPr/>
            </a:pPr>
            <a:fld id="{7CEAC1FC-BC63-49CE-9FFD-17578357F463}" type="slidenum">
              <a:rPr lang="en-US" altLang="vi-VN"/>
              <a:pPr>
                <a:defRPr/>
              </a:pPr>
              <a:t>‹#›</a:t>
            </a:fld>
            <a:endParaRPr lang="en-US" altLang="vi-VN"/>
          </a:p>
        </p:txBody>
      </p:sp>
    </p:spTree>
    <p:extLst>
      <p:ext uri="{BB962C8B-B14F-4D97-AF65-F5344CB8AC3E}">
        <p14:creationId xmlns:p14="http://schemas.microsoft.com/office/powerpoint/2010/main" val="55429759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nchor="b"/>
          <a:lstStyle>
            <a:lvl1pPr>
              <a:defRPr sz="3200"/>
            </a:lvl1pPr>
          </a:lstStyle>
          <a:p>
            <a:r>
              <a:rPr lang="en-US"/>
              <a:t>Click to edit Master title style</a:t>
            </a:r>
            <a:endParaRPr lang="vi-VN"/>
          </a:p>
        </p:txBody>
      </p:sp>
      <p:sp>
        <p:nvSpPr>
          <p:cNvPr id="3" name="Picture Placeholder 2"/>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vi-VN" noProof="0"/>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4">
            <a:extLst>
              <a:ext uri="{FF2B5EF4-FFF2-40B4-BE49-F238E27FC236}">
                <a16:creationId xmlns:a16="http://schemas.microsoft.com/office/drawing/2014/main" id="{38D355F4-0D83-475C-AC89-5024B2C5D1DD}"/>
              </a:ext>
            </a:extLst>
          </p:cNvPr>
          <p:cNvSpPr>
            <a:spLocks noGrp="1" noChangeArrowheads="1"/>
          </p:cNvSpPr>
          <p:nvPr>
            <p:ph type="dt" sz="half" idx="10"/>
          </p:nvPr>
        </p:nvSpPr>
        <p:spPr>
          <a:ln/>
        </p:spPr>
        <p:txBody>
          <a:bodyPr/>
          <a:lstStyle>
            <a:lvl1pPr>
              <a:defRPr/>
            </a:lvl1pPr>
          </a:lstStyle>
          <a:p>
            <a:pPr>
              <a:defRPr/>
            </a:pPr>
            <a:endParaRPr lang="en-US" altLang="vi-VN"/>
          </a:p>
        </p:txBody>
      </p:sp>
      <p:sp>
        <p:nvSpPr>
          <p:cNvPr id="6" name="Rectangle 5">
            <a:extLst>
              <a:ext uri="{FF2B5EF4-FFF2-40B4-BE49-F238E27FC236}">
                <a16:creationId xmlns:a16="http://schemas.microsoft.com/office/drawing/2014/main" id="{206372D0-5A49-4F10-96E4-AAA4039DC617}"/>
              </a:ext>
            </a:extLst>
          </p:cNvPr>
          <p:cNvSpPr>
            <a:spLocks noGrp="1" noChangeArrowheads="1"/>
          </p:cNvSpPr>
          <p:nvPr>
            <p:ph type="ftr" sz="quarter" idx="11"/>
          </p:nvPr>
        </p:nvSpPr>
        <p:spPr>
          <a:ln/>
        </p:spPr>
        <p:txBody>
          <a:bodyPr/>
          <a:lstStyle>
            <a:lvl1pPr>
              <a:defRPr/>
            </a:lvl1pPr>
          </a:lstStyle>
          <a:p>
            <a:pPr>
              <a:defRPr/>
            </a:pPr>
            <a:endParaRPr lang="en-US" altLang="vi-VN"/>
          </a:p>
        </p:txBody>
      </p:sp>
      <p:sp>
        <p:nvSpPr>
          <p:cNvPr id="7" name="Rectangle 6">
            <a:extLst>
              <a:ext uri="{FF2B5EF4-FFF2-40B4-BE49-F238E27FC236}">
                <a16:creationId xmlns:a16="http://schemas.microsoft.com/office/drawing/2014/main" id="{BB3604DC-F995-4CAF-BC65-876E46EECAAA}"/>
              </a:ext>
            </a:extLst>
          </p:cNvPr>
          <p:cNvSpPr>
            <a:spLocks noGrp="1" noChangeArrowheads="1"/>
          </p:cNvSpPr>
          <p:nvPr>
            <p:ph type="sldNum" sz="quarter" idx="12"/>
          </p:nvPr>
        </p:nvSpPr>
        <p:spPr>
          <a:ln/>
        </p:spPr>
        <p:txBody>
          <a:bodyPr/>
          <a:lstStyle>
            <a:lvl1pPr>
              <a:defRPr/>
            </a:lvl1pPr>
          </a:lstStyle>
          <a:p>
            <a:pPr>
              <a:defRPr/>
            </a:pPr>
            <a:fld id="{9C426BC9-766F-45D1-A70D-E04D7C70113E}" type="slidenum">
              <a:rPr lang="en-US" altLang="vi-VN"/>
              <a:pPr>
                <a:defRPr/>
              </a:pPr>
              <a:t>‹#›</a:t>
            </a:fld>
            <a:endParaRPr lang="en-US" altLang="vi-VN"/>
          </a:p>
        </p:txBody>
      </p:sp>
    </p:spTree>
    <p:extLst>
      <p:ext uri="{BB962C8B-B14F-4D97-AF65-F5344CB8AC3E}">
        <p14:creationId xmlns:p14="http://schemas.microsoft.com/office/powerpoint/2010/main" val="364741210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Rectangle 4">
            <a:extLst>
              <a:ext uri="{FF2B5EF4-FFF2-40B4-BE49-F238E27FC236}">
                <a16:creationId xmlns:a16="http://schemas.microsoft.com/office/drawing/2014/main" id="{8B7C5119-5E27-4329-9123-99017B53BA83}"/>
              </a:ext>
            </a:extLst>
          </p:cNvPr>
          <p:cNvSpPr>
            <a:spLocks noGrp="1" noChangeArrowheads="1"/>
          </p:cNvSpPr>
          <p:nvPr>
            <p:ph type="dt" sz="half" idx="10"/>
          </p:nvPr>
        </p:nvSpPr>
        <p:spPr>
          <a:ln/>
        </p:spPr>
        <p:txBody>
          <a:bodyPr/>
          <a:lstStyle>
            <a:lvl1pPr>
              <a:defRPr/>
            </a:lvl1pPr>
          </a:lstStyle>
          <a:p>
            <a:pPr>
              <a:defRPr/>
            </a:pPr>
            <a:endParaRPr lang="en-US" altLang="vi-VN"/>
          </a:p>
        </p:txBody>
      </p:sp>
      <p:sp>
        <p:nvSpPr>
          <p:cNvPr id="5" name="Rectangle 5">
            <a:extLst>
              <a:ext uri="{FF2B5EF4-FFF2-40B4-BE49-F238E27FC236}">
                <a16:creationId xmlns:a16="http://schemas.microsoft.com/office/drawing/2014/main" id="{0F57EFD5-60A3-40CF-BC8C-E8B0DABAB8FE}"/>
              </a:ext>
            </a:extLst>
          </p:cNvPr>
          <p:cNvSpPr>
            <a:spLocks noGrp="1" noChangeArrowheads="1"/>
          </p:cNvSpPr>
          <p:nvPr>
            <p:ph type="ftr" sz="quarter" idx="11"/>
          </p:nvPr>
        </p:nvSpPr>
        <p:spPr>
          <a:ln/>
        </p:spPr>
        <p:txBody>
          <a:bodyPr/>
          <a:lstStyle>
            <a:lvl1pPr>
              <a:defRPr/>
            </a:lvl1pPr>
          </a:lstStyle>
          <a:p>
            <a:pPr>
              <a:defRPr/>
            </a:pPr>
            <a:endParaRPr lang="en-US" altLang="vi-VN"/>
          </a:p>
        </p:txBody>
      </p:sp>
      <p:sp>
        <p:nvSpPr>
          <p:cNvPr id="6" name="Rectangle 6">
            <a:extLst>
              <a:ext uri="{FF2B5EF4-FFF2-40B4-BE49-F238E27FC236}">
                <a16:creationId xmlns:a16="http://schemas.microsoft.com/office/drawing/2014/main" id="{6AAC8256-0029-4EEB-837C-A88F5A4A54B1}"/>
              </a:ext>
            </a:extLst>
          </p:cNvPr>
          <p:cNvSpPr>
            <a:spLocks noGrp="1" noChangeArrowheads="1"/>
          </p:cNvSpPr>
          <p:nvPr>
            <p:ph type="sldNum" sz="quarter" idx="12"/>
          </p:nvPr>
        </p:nvSpPr>
        <p:spPr>
          <a:ln/>
        </p:spPr>
        <p:txBody>
          <a:bodyPr/>
          <a:lstStyle>
            <a:lvl1pPr>
              <a:defRPr/>
            </a:lvl1pPr>
          </a:lstStyle>
          <a:p>
            <a:pPr>
              <a:defRPr/>
            </a:pPr>
            <a:fld id="{2D1A2340-3147-48E0-A5D8-B70B04C1984D}" type="slidenum">
              <a:rPr lang="en-US" altLang="vi-VN"/>
              <a:pPr>
                <a:defRPr/>
              </a:pPr>
              <a:t>‹#›</a:t>
            </a:fld>
            <a:endParaRPr lang="en-US" altLang="vi-VN"/>
          </a:p>
        </p:txBody>
      </p:sp>
    </p:spTree>
    <p:extLst>
      <p:ext uri="{BB962C8B-B14F-4D97-AF65-F5344CB8AC3E}">
        <p14:creationId xmlns:p14="http://schemas.microsoft.com/office/powerpoint/2010/main" val="49516318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6800" y="609600"/>
            <a:ext cx="2590800" cy="5486400"/>
          </a:xfrm>
        </p:spPr>
        <p:txBody>
          <a:bodyPr vert="eaVert"/>
          <a:lstStyle/>
          <a:p>
            <a:r>
              <a:rPr lang="en-US"/>
              <a:t>Click to edit Master title style</a:t>
            </a:r>
            <a:endParaRPr lang="vi-VN"/>
          </a:p>
        </p:txBody>
      </p:sp>
      <p:sp>
        <p:nvSpPr>
          <p:cNvPr id="3" name="Vertical Text Placeholder 2"/>
          <p:cNvSpPr>
            <a:spLocks noGrp="1"/>
          </p:cNvSpPr>
          <p:nvPr>
            <p:ph type="body" orient="vert" idx="1"/>
          </p:nvPr>
        </p:nvSpPr>
        <p:spPr>
          <a:xfrm>
            <a:off x="914400" y="609600"/>
            <a:ext cx="75692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Rectangle 4">
            <a:extLst>
              <a:ext uri="{FF2B5EF4-FFF2-40B4-BE49-F238E27FC236}">
                <a16:creationId xmlns:a16="http://schemas.microsoft.com/office/drawing/2014/main" id="{5980878F-C01A-42BB-998A-61B1FAE55690}"/>
              </a:ext>
            </a:extLst>
          </p:cNvPr>
          <p:cNvSpPr>
            <a:spLocks noGrp="1" noChangeArrowheads="1"/>
          </p:cNvSpPr>
          <p:nvPr>
            <p:ph type="dt" sz="half" idx="10"/>
          </p:nvPr>
        </p:nvSpPr>
        <p:spPr>
          <a:ln/>
        </p:spPr>
        <p:txBody>
          <a:bodyPr/>
          <a:lstStyle>
            <a:lvl1pPr>
              <a:defRPr/>
            </a:lvl1pPr>
          </a:lstStyle>
          <a:p>
            <a:pPr>
              <a:defRPr/>
            </a:pPr>
            <a:endParaRPr lang="en-US" altLang="vi-VN"/>
          </a:p>
        </p:txBody>
      </p:sp>
      <p:sp>
        <p:nvSpPr>
          <p:cNvPr id="5" name="Rectangle 5">
            <a:extLst>
              <a:ext uri="{FF2B5EF4-FFF2-40B4-BE49-F238E27FC236}">
                <a16:creationId xmlns:a16="http://schemas.microsoft.com/office/drawing/2014/main" id="{328B97F5-9A99-41DF-BB36-49C876D5279A}"/>
              </a:ext>
            </a:extLst>
          </p:cNvPr>
          <p:cNvSpPr>
            <a:spLocks noGrp="1" noChangeArrowheads="1"/>
          </p:cNvSpPr>
          <p:nvPr>
            <p:ph type="ftr" sz="quarter" idx="11"/>
          </p:nvPr>
        </p:nvSpPr>
        <p:spPr>
          <a:ln/>
        </p:spPr>
        <p:txBody>
          <a:bodyPr/>
          <a:lstStyle>
            <a:lvl1pPr>
              <a:defRPr/>
            </a:lvl1pPr>
          </a:lstStyle>
          <a:p>
            <a:pPr>
              <a:defRPr/>
            </a:pPr>
            <a:endParaRPr lang="en-US" altLang="vi-VN"/>
          </a:p>
        </p:txBody>
      </p:sp>
      <p:sp>
        <p:nvSpPr>
          <p:cNvPr id="6" name="Rectangle 6">
            <a:extLst>
              <a:ext uri="{FF2B5EF4-FFF2-40B4-BE49-F238E27FC236}">
                <a16:creationId xmlns:a16="http://schemas.microsoft.com/office/drawing/2014/main" id="{1CD85929-C9DC-4907-9C1E-1F1BE527D94E}"/>
              </a:ext>
            </a:extLst>
          </p:cNvPr>
          <p:cNvSpPr>
            <a:spLocks noGrp="1" noChangeArrowheads="1"/>
          </p:cNvSpPr>
          <p:nvPr>
            <p:ph type="sldNum" sz="quarter" idx="12"/>
          </p:nvPr>
        </p:nvSpPr>
        <p:spPr>
          <a:ln/>
        </p:spPr>
        <p:txBody>
          <a:bodyPr/>
          <a:lstStyle>
            <a:lvl1pPr>
              <a:defRPr/>
            </a:lvl1pPr>
          </a:lstStyle>
          <a:p>
            <a:pPr>
              <a:defRPr/>
            </a:pPr>
            <a:fld id="{396AF688-1FC7-451F-AE95-5AFCB2AA0548}" type="slidenum">
              <a:rPr lang="en-US" altLang="vi-VN"/>
              <a:pPr>
                <a:defRPr/>
              </a:pPr>
              <a:t>‹#›</a:t>
            </a:fld>
            <a:endParaRPr lang="en-US" altLang="vi-VN"/>
          </a:p>
        </p:txBody>
      </p:sp>
    </p:spTree>
    <p:extLst>
      <p:ext uri="{BB962C8B-B14F-4D97-AF65-F5344CB8AC3E}">
        <p14:creationId xmlns:p14="http://schemas.microsoft.com/office/powerpoint/2010/main" val="1713710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theme" Target="../theme/theme3.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88364A6-75C0-48C7-A45F-DBC7375ADDC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vi-VN"/>
          </a:p>
        </p:txBody>
      </p:sp>
      <p:sp>
        <p:nvSpPr>
          <p:cNvPr id="3" name="Text Placeholder 2">
            <a:extLst>
              <a:ext uri="{FF2B5EF4-FFF2-40B4-BE49-F238E27FC236}">
                <a16:creationId xmlns:a16="http://schemas.microsoft.com/office/drawing/2014/main" id="{2C5D4077-B533-49F3-A741-83E4D83FD6F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C0A8DA1B-67A1-4031-A23E-5B4A180D8CE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2472B08-DD81-4DF5-BFCE-7478B8E4715E}" type="datetime1">
              <a:rPr lang="vi-VN" smtClean="0"/>
              <a:t>25/01/2026</a:t>
            </a:fld>
            <a:endParaRPr lang="vi-VN"/>
          </a:p>
        </p:txBody>
      </p:sp>
      <p:sp>
        <p:nvSpPr>
          <p:cNvPr id="5" name="Footer Placeholder 4">
            <a:extLst>
              <a:ext uri="{FF2B5EF4-FFF2-40B4-BE49-F238E27FC236}">
                <a16:creationId xmlns:a16="http://schemas.microsoft.com/office/drawing/2014/main" id="{12A4E59D-7EA0-49F7-8C82-C061C56E1E9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vi-VN"/>
          </a:p>
        </p:txBody>
      </p:sp>
      <p:sp>
        <p:nvSpPr>
          <p:cNvPr id="6" name="Slide Number Placeholder 5">
            <a:extLst>
              <a:ext uri="{FF2B5EF4-FFF2-40B4-BE49-F238E27FC236}">
                <a16:creationId xmlns:a16="http://schemas.microsoft.com/office/drawing/2014/main" id="{06754660-01CE-4509-9E13-27E17DA7E4F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922E462-5D99-474A-8333-BF14A8734AA9}" type="slidenum">
              <a:rPr lang="vi-VN" smtClean="0"/>
              <a:t>‹#›</a:t>
            </a:fld>
            <a:endParaRPr lang="vi-VN"/>
          </a:p>
        </p:txBody>
      </p:sp>
    </p:spTree>
    <p:extLst>
      <p:ext uri="{BB962C8B-B14F-4D97-AF65-F5344CB8AC3E}">
        <p14:creationId xmlns:p14="http://schemas.microsoft.com/office/powerpoint/2010/main" val="22638601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23A059B4-E8A2-40FE-8D0E-158D07BEFB13}"/>
              </a:ext>
            </a:extLst>
          </p:cNvPr>
          <p:cNvSpPr>
            <a:spLocks noGrp="1" noChangeArrowheads="1"/>
          </p:cNvSpPr>
          <p:nvPr>
            <p:ph type="title"/>
          </p:nvPr>
        </p:nvSpPr>
        <p:spPr bwMode="auto">
          <a:xfrm>
            <a:off x="914400" y="609600"/>
            <a:ext cx="103632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vi-VN"/>
              <a:t>Click to edit Master title style</a:t>
            </a:r>
          </a:p>
        </p:txBody>
      </p:sp>
      <p:sp>
        <p:nvSpPr>
          <p:cNvPr id="1027" name="Rectangle 3">
            <a:extLst>
              <a:ext uri="{FF2B5EF4-FFF2-40B4-BE49-F238E27FC236}">
                <a16:creationId xmlns:a16="http://schemas.microsoft.com/office/drawing/2014/main" id="{DDA64F07-87B9-4034-A6A3-A3FC772C9BB6}"/>
              </a:ext>
            </a:extLst>
          </p:cNvPr>
          <p:cNvSpPr>
            <a:spLocks noGrp="1" noChangeArrowheads="1"/>
          </p:cNvSpPr>
          <p:nvPr>
            <p:ph type="body" idx="1"/>
          </p:nvPr>
        </p:nvSpPr>
        <p:spPr bwMode="auto">
          <a:xfrm>
            <a:off x="914400" y="1981200"/>
            <a:ext cx="10363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vi-VN"/>
              <a:t>Click to edit Master text styles</a:t>
            </a:r>
          </a:p>
          <a:p>
            <a:pPr lvl="1"/>
            <a:r>
              <a:rPr lang="en-US" altLang="vi-VN"/>
              <a:t>Second level</a:t>
            </a:r>
          </a:p>
          <a:p>
            <a:pPr lvl="2"/>
            <a:r>
              <a:rPr lang="en-US" altLang="vi-VN"/>
              <a:t>Third level</a:t>
            </a:r>
          </a:p>
          <a:p>
            <a:pPr lvl="3"/>
            <a:r>
              <a:rPr lang="en-US" altLang="vi-VN"/>
              <a:t>Fourth level</a:t>
            </a:r>
          </a:p>
          <a:p>
            <a:pPr lvl="4"/>
            <a:r>
              <a:rPr lang="en-US" altLang="vi-VN"/>
              <a:t>Fifth level</a:t>
            </a:r>
          </a:p>
        </p:txBody>
      </p:sp>
      <p:sp>
        <p:nvSpPr>
          <p:cNvPr id="1028" name="Rectangle 4">
            <a:extLst>
              <a:ext uri="{FF2B5EF4-FFF2-40B4-BE49-F238E27FC236}">
                <a16:creationId xmlns:a16="http://schemas.microsoft.com/office/drawing/2014/main" id="{7D63CB1B-AFAE-4B80-B52D-2BF51761819A}"/>
              </a:ext>
            </a:extLst>
          </p:cNvPr>
          <p:cNvSpPr>
            <a:spLocks noGrp="1" noChangeArrowheads="1"/>
          </p:cNvSpPr>
          <p:nvPr>
            <p:ph type="dt" sz="half" idx="2"/>
          </p:nvPr>
        </p:nvSpPr>
        <p:spPr bwMode="auto">
          <a:xfrm>
            <a:off x="914400" y="6248400"/>
            <a:ext cx="254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endParaRPr lang="en-US" altLang="vi-VN"/>
          </a:p>
        </p:txBody>
      </p:sp>
      <p:sp>
        <p:nvSpPr>
          <p:cNvPr id="1029" name="Rectangle 5">
            <a:extLst>
              <a:ext uri="{FF2B5EF4-FFF2-40B4-BE49-F238E27FC236}">
                <a16:creationId xmlns:a16="http://schemas.microsoft.com/office/drawing/2014/main" id="{0BE85DBF-B77C-46A2-8278-52A8180A32DA}"/>
              </a:ext>
            </a:extLst>
          </p:cNvPr>
          <p:cNvSpPr>
            <a:spLocks noGrp="1" noChangeArrowheads="1"/>
          </p:cNvSpPr>
          <p:nvPr>
            <p:ph type="ftr" sz="quarter" idx="3"/>
          </p:nvPr>
        </p:nvSpPr>
        <p:spPr bwMode="auto">
          <a:xfrm>
            <a:off x="4165600" y="6248400"/>
            <a:ext cx="3860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endParaRPr lang="en-US" altLang="vi-VN"/>
          </a:p>
        </p:txBody>
      </p:sp>
      <p:sp>
        <p:nvSpPr>
          <p:cNvPr id="1030" name="Rectangle 6">
            <a:extLst>
              <a:ext uri="{FF2B5EF4-FFF2-40B4-BE49-F238E27FC236}">
                <a16:creationId xmlns:a16="http://schemas.microsoft.com/office/drawing/2014/main" id="{38A8F7CD-AC15-483E-9FA7-198B504D24E3}"/>
              </a:ext>
            </a:extLst>
          </p:cNvPr>
          <p:cNvSpPr>
            <a:spLocks noGrp="1" noChangeArrowheads="1"/>
          </p:cNvSpPr>
          <p:nvPr>
            <p:ph type="sldNum" sz="quarter" idx="4"/>
          </p:nvPr>
        </p:nvSpPr>
        <p:spPr bwMode="auto">
          <a:xfrm>
            <a:off x="8737600" y="6248400"/>
            <a:ext cx="254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6C99C237-F2D5-42D9-B3E2-83501EA1AF72}" type="slidenum">
              <a:rPr lang="en-US" altLang="vi-VN"/>
              <a:pPr/>
              <a:t>‹#›</a:t>
            </a:fld>
            <a:endParaRPr lang="en-US" altLang="vi-VN"/>
          </a:p>
        </p:txBody>
      </p:sp>
    </p:spTree>
    <p:extLst>
      <p:ext uri="{BB962C8B-B14F-4D97-AF65-F5344CB8AC3E}">
        <p14:creationId xmlns:p14="http://schemas.microsoft.com/office/powerpoint/2010/main" val="899892323"/>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txStyles>
    <p:title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Times New Roman" panose="02020603050405020304" pitchFamily="18" charset="0"/>
        </a:defRPr>
      </a:lvl2pPr>
      <a:lvl3pPr algn="ctr" rtl="0" fontAlgn="base">
        <a:spcBef>
          <a:spcPct val="0"/>
        </a:spcBef>
        <a:spcAft>
          <a:spcPct val="0"/>
        </a:spcAft>
        <a:defRPr sz="4400">
          <a:solidFill>
            <a:schemeClr val="tx2"/>
          </a:solidFill>
          <a:latin typeface="Times New Roman" panose="02020603050405020304" pitchFamily="18" charset="0"/>
        </a:defRPr>
      </a:lvl3pPr>
      <a:lvl4pPr algn="ctr" rtl="0" fontAlgn="base">
        <a:spcBef>
          <a:spcPct val="0"/>
        </a:spcBef>
        <a:spcAft>
          <a:spcPct val="0"/>
        </a:spcAft>
        <a:defRPr sz="4400">
          <a:solidFill>
            <a:schemeClr val="tx2"/>
          </a:solidFill>
          <a:latin typeface="Times New Roman" panose="02020603050405020304" pitchFamily="18" charset="0"/>
        </a:defRPr>
      </a:lvl4pPr>
      <a:lvl5pPr algn="ctr" rtl="0" fontAlgn="base">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216DDA7C-5969-4AC4-BBBE-852D3174B4EB}"/>
              </a:ext>
            </a:extLst>
          </p:cNvPr>
          <p:cNvSpPr>
            <a:spLocks noGrp="1" noChangeArrowheads="1"/>
          </p:cNvSpPr>
          <p:nvPr>
            <p:ph type="title"/>
          </p:nvPr>
        </p:nvSpPr>
        <p:spPr bwMode="auto">
          <a:xfrm>
            <a:off x="914400" y="609600"/>
            <a:ext cx="103632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vi-VN"/>
              <a:t>Click to edit Master title style</a:t>
            </a:r>
          </a:p>
        </p:txBody>
      </p:sp>
      <p:sp>
        <p:nvSpPr>
          <p:cNvPr id="1027" name="Rectangle 3">
            <a:extLst>
              <a:ext uri="{FF2B5EF4-FFF2-40B4-BE49-F238E27FC236}">
                <a16:creationId xmlns:a16="http://schemas.microsoft.com/office/drawing/2014/main" id="{5D1C8A18-B2A0-4313-B059-612E4E53F2D4}"/>
              </a:ext>
            </a:extLst>
          </p:cNvPr>
          <p:cNvSpPr>
            <a:spLocks noGrp="1" noChangeArrowheads="1"/>
          </p:cNvSpPr>
          <p:nvPr>
            <p:ph type="body" idx="1"/>
          </p:nvPr>
        </p:nvSpPr>
        <p:spPr bwMode="auto">
          <a:xfrm>
            <a:off x="914400" y="1981200"/>
            <a:ext cx="10363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vi-VN"/>
              <a:t>Click to edit Master text styles</a:t>
            </a:r>
          </a:p>
          <a:p>
            <a:pPr lvl="1"/>
            <a:r>
              <a:rPr lang="en-US" altLang="vi-VN"/>
              <a:t>Second level</a:t>
            </a:r>
          </a:p>
          <a:p>
            <a:pPr lvl="2"/>
            <a:r>
              <a:rPr lang="en-US" altLang="vi-VN"/>
              <a:t>Third level</a:t>
            </a:r>
          </a:p>
          <a:p>
            <a:pPr lvl="3"/>
            <a:r>
              <a:rPr lang="en-US" altLang="vi-VN"/>
              <a:t>Fourth level</a:t>
            </a:r>
          </a:p>
          <a:p>
            <a:pPr lvl="4"/>
            <a:r>
              <a:rPr lang="en-US" altLang="vi-VN"/>
              <a:t>Fifth level</a:t>
            </a:r>
          </a:p>
        </p:txBody>
      </p:sp>
      <p:sp>
        <p:nvSpPr>
          <p:cNvPr id="1028" name="Rectangle 4">
            <a:extLst>
              <a:ext uri="{FF2B5EF4-FFF2-40B4-BE49-F238E27FC236}">
                <a16:creationId xmlns:a16="http://schemas.microsoft.com/office/drawing/2014/main" id="{FCEB61C0-BC25-43D6-AB20-9CD9EC49CCBA}"/>
              </a:ext>
            </a:extLst>
          </p:cNvPr>
          <p:cNvSpPr>
            <a:spLocks noGrp="1" noChangeArrowheads="1"/>
          </p:cNvSpPr>
          <p:nvPr>
            <p:ph type="dt" sz="half" idx="2"/>
          </p:nvPr>
        </p:nvSpPr>
        <p:spPr bwMode="auto">
          <a:xfrm>
            <a:off x="914400" y="6248400"/>
            <a:ext cx="25400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400"/>
            </a:lvl1pPr>
          </a:lstStyle>
          <a:p>
            <a:pPr>
              <a:defRPr/>
            </a:pPr>
            <a:endParaRPr lang="en-US" altLang="vi-VN"/>
          </a:p>
        </p:txBody>
      </p:sp>
      <p:sp>
        <p:nvSpPr>
          <p:cNvPr id="1029" name="Rectangle 5">
            <a:extLst>
              <a:ext uri="{FF2B5EF4-FFF2-40B4-BE49-F238E27FC236}">
                <a16:creationId xmlns:a16="http://schemas.microsoft.com/office/drawing/2014/main" id="{D48C1443-C3B4-4B46-969E-2A7BFBC7C65E}"/>
              </a:ext>
            </a:extLst>
          </p:cNvPr>
          <p:cNvSpPr>
            <a:spLocks noGrp="1" noChangeArrowheads="1"/>
          </p:cNvSpPr>
          <p:nvPr>
            <p:ph type="ftr" sz="quarter" idx="3"/>
          </p:nvPr>
        </p:nvSpPr>
        <p:spPr bwMode="auto">
          <a:xfrm>
            <a:off x="4165600" y="6248400"/>
            <a:ext cx="3860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ctr" eaLnBrk="1" hangingPunct="1">
              <a:defRPr sz="1400"/>
            </a:lvl1pPr>
          </a:lstStyle>
          <a:p>
            <a:pPr>
              <a:defRPr/>
            </a:pPr>
            <a:endParaRPr lang="en-US" altLang="vi-VN"/>
          </a:p>
        </p:txBody>
      </p:sp>
      <p:sp>
        <p:nvSpPr>
          <p:cNvPr id="1030" name="Rectangle 6">
            <a:extLst>
              <a:ext uri="{FF2B5EF4-FFF2-40B4-BE49-F238E27FC236}">
                <a16:creationId xmlns:a16="http://schemas.microsoft.com/office/drawing/2014/main" id="{35A7CDCA-D337-4014-97CA-ED993275EB61}"/>
              </a:ext>
            </a:extLst>
          </p:cNvPr>
          <p:cNvSpPr>
            <a:spLocks noGrp="1" noChangeArrowheads="1"/>
          </p:cNvSpPr>
          <p:nvPr>
            <p:ph type="sldNum" sz="quarter" idx="4"/>
          </p:nvPr>
        </p:nvSpPr>
        <p:spPr bwMode="auto">
          <a:xfrm>
            <a:off x="8737600" y="6248400"/>
            <a:ext cx="25400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400" smtClean="0"/>
            </a:lvl1pPr>
          </a:lstStyle>
          <a:p>
            <a:pPr>
              <a:defRPr/>
            </a:pPr>
            <a:fld id="{40449FB9-241C-4E88-B77A-2CAF2B5528D8}" type="slidenum">
              <a:rPr lang="en-US" altLang="vi-VN"/>
              <a:pPr>
                <a:defRPr/>
              </a:pPr>
              <a:t>‹#›</a:t>
            </a:fld>
            <a:endParaRPr lang="en-US" altLang="vi-VN"/>
          </a:p>
        </p:txBody>
      </p:sp>
    </p:spTree>
    <p:extLst>
      <p:ext uri="{BB962C8B-B14F-4D97-AF65-F5344CB8AC3E}">
        <p14:creationId xmlns:p14="http://schemas.microsoft.com/office/powerpoint/2010/main" val="1924480776"/>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hyperlink" Target="https://en.wikipedia.org/wiki/Control_engineering" TargetMode="External"/><Relationship Id="rId3" Type="http://schemas.openxmlformats.org/officeDocument/2006/relationships/image" Target="../media/image1.jpg"/><Relationship Id="rId7" Type="http://schemas.openxmlformats.org/officeDocument/2006/relationships/hyperlink" Target="https://en.wikipedia.org/wiki/Process_(engineering)" TargetMode="External"/><Relationship Id="rId12" Type="http://schemas.openxmlformats.org/officeDocument/2006/relationships/hyperlink" Target="https://en.wikipedia.org/wiki/Plant_(control_theory)"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hyperlink" Target="https://en.wikipedia.org/wiki/Industrial_control_system" TargetMode="External"/><Relationship Id="rId11" Type="http://schemas.openxmlformats.org/officeDocument/2006/relationships/hyperlink" Target="https://en.wikipedia.org/wiki/Setpoint_(control_system)" TargetMode="External"/><Relationship Id="rId5" Type="http://schemas.openxmlformats.org/officeDocument/2006/relationships/hyperlink" Target="https://en.wikipedia.org/wiki/Thermostat" TargetMode="External"/><Relationship Id="rId10" Type="http://schemas.openxmlformats.org/officeDocument/2006/relationships/hyperlink" Target="https://en.wikipedia.org/wiki/Process_variable" TargetMode="External"/><Relationship Id="rId4" Type="http://schemas.openxmlformats.org/officeDocument/2006/relationships/hyperlink" Target="https://en.wikipedia.org/wiki/Control_loop" TargetMode="External"/><Relationship Id="rId9" Type="http://schemas.openxmlformats.org/officeDocument/2006/relationships/hyperlink" Target="https://en.wikipedia.org/wiki/Feedback_controller"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1.jpg"/><Relationship Id="rId5" Type="http://schemas.openxmlformats.org/officeDocument/2006/relationships/image" Target="../media/image8.png"/><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jpg"/><Relationship Id="rId5" Type="http://schemas.openxmlformats.org/officeDocument/2006/relationships/image" Target="../media/image12.png"/><Relationship Id="rId4" Type="http://schemas.openxmlformats.org/officeDocument/2006/relationships/image" Target="../media/image11.png"/></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jpg"/><Relationship Id="rId4" Type="http://schemas.openxmlformats.org/officeDocument/2006/relationships/image" Target="../media/image15.png"/></Relationships>
</file>

<file path=ppt/slides/_rels/slide2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image" Target="../media/image1.jp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slide" Target="slide16.xml"/><Relationship Id="rId1" Type="http://schemas.openxmlformats.org/officeDocument/2006/relationships/slideLayout" Target="../slideLayouts/slideLayout1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3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image" Target="../media/image1.jp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1.jpg"/><Relationship Id="rId2" Type="http://schemas.openxmlformats.org/officeDocument/2006/relationships/image" Target="../media/image22.png"/><Relationship Id="rId1" Type="http://schemas.openxmlformats.org/officeDocument/2006/relationships/slideLayout" Target="../slideLayouts/slideLayout1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33.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notesSlide" Target="../notesSlides/notesSlide9.xml"/><Relationship Id="rId1" Type="http://schemas.openxmlformats.org/officeDocument/2006/relationships/slideLayout" Target="../slideLayouts/slideLayout26.xml"/><Relationship Id="rId5" Type="http://schemas.openxmlformats.org/officeDocument/2006/relationships/image" Target="../media/image1.jpg"/><Relationship Id="rId4" Type="http://schemas.openxmlformats.org/officeDocument/2006/relationships/image" Target="../media/image28.png"/></Relationships>
</file>

<file path=ppt/slides/_rels/slide34.x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notesSlide" Target="../notesSlides/notesSlide10.xml"/><Relationship Id="rId1" Type="http://schemas.openxmlformats.org/officeDocument/2006/relationships/slideLayout" Target="../slideLayouts/slideLayout26.xml"/><Relationship Id="rId5" Type="http://schemas.openxmlformats.org/officeDocument/2006/relationships/image" Target="../media/image1.jpg"/><Relationship Id="rId4" Type="http://schemas.openxmlformats.org/officeDocument/2006/relationships/image" Target="../media/image30.wmf"/></Relationships>
</file>

<file path=ppt/slides/_rels/slide35.x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notesSlide" Target="../notesSlides/notesSlide11.xml"/><Relationship Id="rId1" Type="http://schemas.openxmlformats.org/officeDocument/2006/relationships/slideLayout" Target="../slideLayouts/slideLayout26.xml"/><Relationship Id="rId5" Type="http://schemas.openxmlformats.org/officeDocument/2006/relationships/image" Target="../media/image1.jpg"/><Relationship Id="rId4" Type="http://schemas.openxmlformats.org/officeDocument/2006/relationships/image" Target="../media/image32.wmf"/></Relationships>
</file>

<file path=ppt/slides/_rels/slide36.x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notesSlide" Target="../notesSlides/notesSlide12.xml"/><Relationship Id="rId1" Type="http://schemas.openxmlformats.org/officeDocument/2006/relationships/slideLayout" Target="../slideLayouts/slideLayout26.xml"/><Relationship Id="rId5" Type="http://schemas.openxmlformats.org/officeDocument/2006/relationships/image" Target="../media/image1.jpg"/><Relationship Id="rId4" Type="http://schemas.openxmlformats.org/officeDocument/2006/relationships/image" Target="../media/image34.wmf"/></Relationships>
</file>

<file path=ppt/slides/_rels/slide3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3.xml"/><Relationship Id="rId1" Type="http://schemas.openxmlformats.org/officeDocument/2006/relationships/slideLayout" Target="../slideLayouts/slideLayout15.xml"/><Relationship Id="rId4" Type="http://schemas.openxmlformats.org/officeDocument/2006/relationships/image" Target="../media/image1.jpg"/></Relationships>
</file>

<file path=ppt/slides/_rels/slide3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4" Type="http://schemas.openxmlformats.org/officeDocument/2006/relationships/image" Target="../media/image1.jpg"/></Relationships>
</file>

<file path=ppt/slides/_rels/slide4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9.png"/><Relationship Id="rId1" Type="http://schemas.openxmlformats.org/officeDocument/2006/relationships/slideLayout" Target="../slideLayouts/slideLayout2.xml"/><Relationship Id="rId5" Type="http://schemas.openxmlformats.org/officeDocument/2006/relationships/image" Target="../media/image1.jpg"/><Relationship Id="rId4" Type="http://schemas.openxmlformats.org/officeDocument/2006/relationships/image" Target="../media/image38.png"/></Relationships>
</file>

<file path=ppt/slides/_rels/slide4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41.wmf"/><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5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5.xml"/><Relationship Id="rId1" Type="http://schemas.openxmlformats.org/officeDocument/2006/relationships/slideLayout" Target="../slideLayouts/slideLayout19.xml"/><Relationship Id="rId4" Type="http://schemas.openxmlformats.org/officeDocument/2006/relationships/image" Target="../media/image43.png"/></Relationships>
</file>

<file path=ppt/slides/_rels/slide51.x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55.xml.rels><?xml version="1.0" encoding="UTF-8" standalone="yes"?>
<Relationships xmlns="http://schemas.openxmlformats.org/package/2006/relationships"><Relationship Id="rId3" Type="http://schemas.openxmlformats.org/officeDocument/2006/relationships/image" Target="../media/image45.wmf"/><Relationship Id="rId2" Type="http://schemas.openxmlformats.org/officeDocument/2006/relationships/notesSlide" Target="../notesSlides/notesSlide20.xml"/><Relationship Id="rId1" Type="http://schemas.openxmlformats.org/officeDocument/2006/relationships/slideLayout" Target="../slideLayouts/slideLayout15.xml"/><Relationship Id="rId4" Type="http://schemas.openxmlformats.org/officeDocument/2006/relationships/image" Target="../media/image46.wmf"/></Relationships>
</file>

<file path=ppt/slides/_rels/slide56.xml.rels><?xml version="1.0" encoding="UTF-8" standalone="yes"?>
<Relationships xmlns="http://schemas.openxmlformats.org/package/2006/relationships"><Relationship Id="rId3" Type="http://schemas.openxmlformats.org/officeDocument/2006/relationships/image" Target="../media/image47.wmf"/><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5.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5.xml"/></Relationships>
</file>

<file path=ppt/slides/_rels/slide6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6.xml"/><Relationship Id="rId1" Type="http://schemas.openxmlformats.org/officeDocument/2006/relationships/slideLayout" Target="../slideLayouts/slideLayout15.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5.xml"/></Relationships>
</file>

<file path=ppt/slides/_rels/slide6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8.xml"/><Relationship Id="rId1" Type="http://schemas.openxmlformats.org/officeDocument/2006/relationships/slideLayout" Target="../slideLayouts/slideLayout15.xml"/></Relationships>
</file>

<file path=ppt/slides/_rels/slide64.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0.png"/><Relationship Id="rId7" Type="http://schemas.openxmlformats.org/officeDocument/2006/relationships/image" Target="../media/image54.png"/><Relationship Id="rId2" Type="http://schemas.openxmlformats.org/officeDocument/2006/relationships/notesSlide" Target="../notesSlides/notesSlide29.xml"/><Relationship Id="rId1" Type="http://schemas.openxmlformats.org/officeDocument/2006/relationships/slideLayout" Target="../slideLayouts/slideLayout15.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_rels/slide65.xml.rels><?xml version="1.0" encoding="UTF-8" standalone="yes"?>
<Relationships xmlns="http://schemas.openxmlformats.org/package/2006/relationships"><Relationship Id="rId3" Type="http://schemas.openxmlformats.org/officeDocument/2006/relationships/image" Target="../media/image56.gif"/><Relationship Id="rId2" Type="http://schemas.openxmlformats.org/officeDocument/2006/relationships/notesSlide" Target="../notesSlides/notesSlide30.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B6FEAD-DED1-4934-B1D5-87A0688779BE}"/>
              </a:ext>
            </a:extLst>
          </p:cNvPr>
          <p:cNvSpPr>
            <a:spLocks noGrp="1"/>
          </p:cNvSpPr>
          <p:nvPr>
            <p:ph type="ctrTitle"/>
          </p:nvPr>
        </p:nvSpPr>
        <p:spPr>
          <a:xfrm>
            <a:off x="1524000" y="1122363"/>
            <a:ext cx="9144000" cy="1503959"/>
          </a:xfrm>
        </p:spPr>
        <p:txBody>
          <a:bodyPr/>
          <a:lstStyle/>
          <a:p>
            <a:r>
              <a:rPr lang="en-US" b="1" dirty="0">
                <a:latin typeface="Times New Roman" panose="02020603050405020304" pitchFamily="18" charset="0"/>
                <a:cs typeface="Times New Roman" panose="02020603050405020304" pitchFamily="18" charset="0"/>
              </a:rPr>
              <a:t>PLC PROGRAMMING</a:t>
            </a:r>
            <a:endParaRPr lang="vi-VN"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B16F5461-5D44-4818-B148-EB47FFF81E8B}"/>
              </a:ext>
            </a:extLst>
          </p:cNvPr>
          <p:cNvSpPr>
            <a:spLocks noGrp="1"/>
          </p:cNvSpPr>
          <p:nvPr>
            <p:ph type="subTitle" idx="1"/>
          </p:nvPr>
        </p:nvSpPr>
        <p:spPr>
          <a:xfrm>
            <a:off x="3856980" y="3400519"/>
            <a:ext cx="4833257" cy="1945679"/>
          </a:xfrm>
        </p:spPr>
        <p:txBody>
          <a:bodyPr>
            <a:normAutofit fontScale="92500" lnSpcReduction="10000"/>
          </a:bodyPr>
          <a:lstStyle/>
          <a:p>
            <a:pPr algn="just"/>
            <a:r>
              <a:rPr lang="en-US" dirty="0">
                <a:latin typeface="Times New Roman" panose="02020603050405020304" pitchFamily="18" charset="0"/>
                <a:cs typeface="Times New Roman" panose="02020603050405020304" pitchFamily="18" charset="0"/>
              </a:rPr>
              <a:t>Information subject: 3 credits (45h)</a:t>
            </a:r>
          </a:p>
          <a:p>
            <a:pPr algn="just"/>
            <a:r>
              <a:rPr lang="en-US" dirty="0">
                <a:latin typeface="Times New Roman" panose="02020603050405020304" pitchFamily="18" charset="0"/>
                <a:cs typeface="Times New Roman" panose="02020603050405020304" pitchFamily="18" charset="0"/>
              </a:rPr>
              <a:t>Midterm Exam       : Practice exercises</a:t>
            </a:r>
          </a:p>
          <a:p>
            <a:pPr algn="just"/>
            <a:r>
              <a:rPr lang="en-US" dirty="0">
                <a:latin typeface="Times New Roman" panose="02020603050405020304" pitchFamily="18" charset="0"/>
                <a:cs typeface="Times New Roman" panose="02020603050405020304" pitchFamily="18" charset="0"/>
              </a:rPr>
              <a:t>Final Exam             : Projects</a:t>
            </a:r>
          </a:p>
          <a:p>
            <a:pPr algn="just"/>
            <a:r>
              <a:rPr lang="en-US" dirty="0">
                <a:latin typeface="Times New Roman" panose="02020603050405020304" pitchFamily="18" charset="0"/>
                <a:cs typeface="Times New Roman" panose="02020603050405020304" pitchFamily="18" charset="0"/>
              </a:rPr>
              <a:t>Lecturer                  : </a:t>
            </a:r>
            <a:r>
              <a:rPr lang="en-US" dirty="0" err="1">
                <a:latin typeface="Times New Roman" panose="02020603050405020304" pitchFamily="18" charset="0"/>
                <a:cs typeface="Times New Roman" panose="02020603050405020304" pitchFamily="18" charset="0"/>
              </a:rPr>
              <a:t>Msc</a:t>
            </a:r>
            <a:r>
              <a:rPr lang="en-US" dirty="0">
                <a:latin typeface="Times New Roman" panose="02020603050405020304" pitchFamily="18" charset="0"/>
                <a:cs typeface="Times New Roman" panose="02020603050405020304" pitchFamily="18" charset="0"/>
              </a:rPr>
              <a:t>. Pham Hai Yen</a:t>
            </a:r>
          </a:p>
          <a:p>
            <a:pPr algn="just"/>
            <a:r>
              <a:rPr lang="en-US" dirty="0">
                <a:latin typeface="Times New Roman" panose="02020603050405020304" pitchFamily="18" charset="0"/>
                <a:cs typeface="Times New Roman" panose="02020603050405020304" pitchFamily="18" charset="0"/>
              </a:rPr>
              <a:t>Phone number        : 0946336688</a:t>
            </a:r>
            <a:endParaRPr lang="vi-VN" dirty="0">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8ECBB26A-61BD-4CD2-BADA-EC9345C9EFED}"/>
              </a:ext>
            </a:extLst>
          </p:cNvPr>
          <p:cNvSpPr/>
          <p:nvPr/>
        </p:nvSpPr>
        <p:spPr>
          <a:xfrm>
            <a:off x="55002" y="6435176"/>
            <a:ext cx="12079705" cy="323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 name="TextBox 4">
            <a:extLst>
              <a:ext uri="{FF2B5EF4-FFF2-40B4-BE49-F238E27FC236}">
                <a16:creationId xmlns:a16="http://schemas.microsoft.com/office/drawing/2014/main" id="{1132E9C2-19EE-48F4-943C-85667E6ED659}"/>
              </a:ext>
            </a:extLst>
          </p:cNvPr>
          <p:cNvSpPr txBox="1"/>
          <p:nvPr/>
        </p:nvSpPr>
        <p:spPr>
          <a:xfrm>
            <a:off x="187607" y="6413698"/>
            <a:ext cx="10121314" cy="307777"/>
          </a:xfrm>
          <a:prstGeom prst="rect">
            <a:avLst/>
          </a:prstGeom>
          <a:noFill/>
        </p:spPr>
        <p:txBody>
          <a:bodyPr wrap="square" rtlCol="0">
            <a:spAutoFit/>
          </a:bodyPr>
          <a:lstStyle/>
          <a:p>
            <a:r>
              <a:rPr lang="en-US" sz="1400" dirty="0">
                <a:solidFill>
                  <a:schemeClr val="bg1"/>
                </a:solidFill>
                <a:latin typeface="Times New Roman" panose="02020603050405020304" pitchFamily="18" charset="0"/>
                <a:cs typeface="Times New Roman" panose="02020603050405020304" pitchFamily="18" charset="0"/>
              </a:rPr>
              <a:t> PLC Programming                                                1. AN INTRODUCTION TO PROGRAMABLE LOGIC CONTROLLERS</a:t>
            </a:r>
            <a:endParaRPr lang="vi-VN" sz="1400" dirty="0">
              <a:solidFill>
                <a:schemeClr val="bg1"/>
              </a:solidFill>
              <a:latin typeface="Times New Roman" panose="02020603050405020304" pitchFamily="18"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F7ABEB17-1D0D-4D5E-AFE5-473B433329FB}"/>
              </a:ext>
            </a:extLst>
          </p:cNvPr>
          <p:cNvSpPr>
            <a:spLocks noGrp="1"/>
          </p:cNvSpPr>
          <p:nvPr>
            <p:ph type="sldNum" sz="quarter" idx="12"/>
          </p:nvPr>
        </p:nvSpPr>
        <p:spPr/>
        <p:txBody>
          <a:bodyPr/>
          <a:lstStyle/>
          <a:p>
            <a:fld id="{7922E462-5D99-474A-8333-BF14A8734AA9}" type="slidenum">
              <a:rPr lang="vi-VN" sz="1400" smtClean="0">
                <a:solidFill>
                  <a:schemeClr val="bg1"/>
                </a:solidFill>
                <a:latin typeface="+mj-lt"/>
              </a:rPr>
              <a:t>1</a:t>
            </a:fld>
            <a:endParaRPr lang="vi-VN" sz="1400" dirty="0">
              <a:solidFill>
                <a:schemeClr val="bg1"/>
              </a:solidFill>
              <a:latin typeface="+mj-lt"/>
            </a:endParaRPr>
          </a:p>
        </p:txBody>
      </p:sp>
      <p:pic>
        <p:nvPicPr>
          <p:cNvPr id="9" name="Picture 8">
            <a:extLst>
              <a:ext uri="{FF2B5EF4-FFF2-40B4-BE49-F238E27FC236}">
                <a16:creationId xmlns:a16="http://schemas.microsoft.com/office/drawing/2014/main" id="{38403124-EC3F-4D0B-A4B4-3CADD5A9BA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001" y="50721"/>
            <a:ext cx="2158809" cy="658289"/>
          </a:xfrm>
          <a:prstGeom prst="rect">
            <a:avLst/>
          </a:prstGeom>
        </p:spPr>
      </p:pic>
    </p:spTree>
    <p:extLst>
      <p:ext uri="{BB962C8B-B14F-4D97-AF65-F5344CB8AC3E}">
        <p14:creationId xmlns:p14="http://schemas.microsoft.com/office/powerpoint/2010/main" val="27957532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8ECBB26A-61BD-4CD2-BADA-EC9345C9EFED}"/>
              </a:ext>
            </a:extLst>
          </p:cNvPr>
          <p:cNvSpPr/>
          <p:nvPr/>
        </p:nvSpPr>
        <p:spPr>
          <a:xfrm>
            <a:off x="55002" y="6435176"/>
            <a:ext cx="12079705" cy="323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dirty="0">
                <a:solidFill>
                  <a:schemeClr val="bg1"/>
                </a:solidFill>
                <a:latin typeface="Times New Roman" panose="02020603050405020304" pitchFamily="18" charset="0"/>
                <a:cs typeface="Times New Roman" panose="02020603050405020304" pitchFamily="18" charset="0"/>
              </a:rPr>
              <a:t> PLC Programming                      1. AN INTRODUCTION TO PROGRAMABLE LOGIC CONTROLLERS</a:t>
            </a:r>
            <a:endParaRPr lang="vi-VN" sz="1800" dirty="0">
              <a:solidFill>
                <a:schemeClr val="bg1"/>
              </a:solidFill>
              <a:latin typeface="Times New Roman" panose="02020603050405020304" pitchFamily="18"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F7ABEB17-1D0D-4D5E-AFE5-473B433329FB}"/>
              </a:ext>
            </a:extLst>
          </p:cNvPr>
          <p:cNvSpPr>
            <a:spLocks noGrp="1"/>
          </p:cNvSpPr>
          <p:nvPr>
            <p:ph type="sldNum" sz="quarter" idx="12"/>
          </p:nvPr>
        </p:nvSpPr>
        <p:spPr>
          <a:xfrm>
            <a:off x="9049011" y="6435176"/>
            <a:ext cx="2743200" cy="365125"/>
          </a:xfrm>
        </p:spPr>
        <p:txBody>
          <a:bodyPr/>
          <a:lstStyle/>
          <a:p>
            <a:fld id="{7922E462-5D99-474A-8333-BF14A8734AA9}" type="slidenum">
              <a:rPr lang="vi-VN" sz="1400" smtClean="0">
                <a:solidFill>
                  <a:schemeClr val="bg1"/>
                </a:solidFill>
                <a:latin typeface="+mj-lt"/>
              </a:rPr>
              <a:t>2</a:t>
            </a:fld>
            <a:endParaRPr lang="vi-VN" sz="1400" dirty="0">
              <a:solidFill>
                <a:schemeClr val="bg1"/>
              </a:solidFill>
              <a:latin typeface="+mj-lt"/>
            </a:endParaRPr>
          </a:p>
        </p:txBody>
      </p:sp>
      <p:pic>
        <p:nvPicPr>
          <p:cNvPr id="9" name="Picture 8">
            <a:extLst>
              <a:ext uri="{FF2B5EF4-FFF2-40B4-BE49-F238E27FC236}">
                <a16:creationId xmlns:a16="http://schemas.microsoft.com/office/drawing/2014/main" id="{38403124-EC3F-4D0B-A4B4-3CADD5A9BA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001" y="50721"/>
            <a:ext cx="2851037" cy="869371"/>
          </a:xfrm>
          <a:prstGeom prst="rect">
            <a:avLst/>
          </a:prstGeom>
        </p:spPr>
      </p:pic>
      <p:sp>
        <p:nvSpPr>
          <p:cNvPr id="11" name="Rectangle 1027">
            <a:extLst>
              <a:ext uri="{FF2B5EF4-FFF2-40B4-BE49-F238E27FC236}">
                <a16:creationId xmlns:a16="http://schemas.microsoft.com/office/drawing/2014/main" id="{18CF6DAE-5380-4BD5-BB2D-CECA669E4259}"/>
              </a:ext>
            </a:extLst>
          </p:cNvPr>
          <p:cNvSpPr txBox="1">
            <a:spLocks noChangeArrowheads="1"/>
          </p:cNvSpPr>
          <p:nvPr/>
        </p:nvSpPr>
        <p:spPr>
          <a:xfrm>
            <a:off x="1998945" y="1849915"/>
            <a:ext cx="7772400" cy="411480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buFontTx/>
              <a:buNone/>
            </a:pPr>
            <a:r>
              <a:rPr lang="en-US" altLang="vi-VN" dirty="0">
                <a:solidFill>
                  <a:schemeClr val="tx2"/>
                </a:solidFill>
              </a:rPr>
              <a:t>	</a:t>
            </a:r>
            <a:r>
              <a:rPr lang="en-US" altLang="vi-VN" sz="3600" dirty="0">
                <a:solidFill>
                  <a:srgbClr val="114FFB"/>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What are some common examples of control?</a:t>
            </a:r>
          </a:p>
          <a:p>
            <a:pPr>
              <a:buFontTx/>
              <a:buNone/>
            </a:pPr>
            <a:r>
              <a:rPr lang="en-US" altLang="vi-VN" dirty="0">
                <a:solidFill>
                  <a:srgbClr val="114FFB"/>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Washing machine, sump pump, microwave, ….</a:t>
            </a:r>
            <a:endParaRPr lang="en-US" altLang="vi-VN" dirty="0">
              <a:latin typeface="Times New Roman" panose="02020603050405020304" pitchFamily="18" charset="0"/>
              <a:cs typeface="Times New Roman" panose="02020603050405020304" pitchFamily="18" charset="0"/>
            </a:endParaRPr>
          </a:p>
          <a:p>
            <a:pPr>
              <a:buFontTx/>
              <a:buNone/>
            </a:pPr>
            <a:r>
              <a:rPr lang="en-US" altLang="vi-VN" sz="3600" dirty="0">
                <a:solidFill>
                  <a:srgbClr val="CC3300"/>
                </a:solidFill>
                <a:latin typeface="Times New Roman" panose="02020603050405020304" pitchFamily="18" charset="0"/>
                <a:cs typeface="Times New Roman" panose="02020603050405020304" pitchFamily="18" charset="0"/>
              </a:rPr>
              <a:t>Others?</a:t>
            </a:r>
          </a:p>
        </p:txBody>
      </p:sp>
    </p:spTree>
    <p:extLst>
      <p:ext uri="{BB962C8B-B14F-4D97-AF65-F5344CB8AC3E}">
        <p14:creationId xmlns:p14="http://schemas.microsoft.com/office/powerpoint/2010/main" val="351870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box(in)">
                                      <p:cBhvr>
                                        <p:cTn id="7" dur="500"/>
                                        <p:tgtEl>
                                          <p:spTgt spid="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1">
                                            <p:txEl>
                                              <p:pRg st="1" end="1"/>
                                            </p:txEl>
                                          </p:spTgt>
                                        </p:tgtEl>
                                        <p:attrNameLst>
                                          <p:attrName>style.visibility</p:attrName>
                                        </p:attrNameLst>
                                      </p:cBhvr>
                                      <p:to>
                                        <p:strVal val="visible"/>
                                      </p:to>
                                    </p:set>
                                    <p:animEffect transition="in" filter="box(in)">
                                      <p:cBhvr>
                                        <p:cTn id="12" dur="500"/>
                                        <p:tgtEl>
                                          <p:spTgt spid="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1">
                                            <p:txEl>
                                              <p:pRg st="2" end="2"/>
                                            </p:txEl>
                                          </p:spTgt>
                                        </p:tgtEl>
                                        <p:attrNameLst>
                                          <p:attrName>style.visibility</p:attrName>
                                        </p:attrNameLst>
                                      </p:cBhvr>
                                      <p:to>
                                        <p:strVal val="visible"/>
                                      </p:to>
                                    </p:set>
                                    <p:animEffect transition="in" filter="box(in)">
                                      <p:cBhvr>
                                        <p:cTn id="17" dur="500"/>
                                        <p:tgtEl>
                                          <p:spTgt spid="1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8ECBB26A-61BD-4CD2-BADA-EC9345C9EFED}"/>
              </a:ext>
            </a:extLst>
          </p:cNvPr>
          <p:cNvSpPr/>
          <p:nvPr/>
        </p:nvSpPr>
        <p:spPr>
          <a:xfrm>
            <a:off x="56147" y="6152775"/>
            <a:ext cx="12079705" cy="63976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solidFill>
                  <a:schemeClr val="bg1"/>
                </a:solidFill>
                <a:latin typeface="Times New Roman" panose="02020603050405020304" pitchFamily="18" charset="0"/>
                <a:cs typeface="Times New Roman" panose="02020603050405020304" pitchFamily="18" charset="0"/>
              </a:rPr>
              <a:t> PLC </a:t>
            </a:r>
            <a:r>
              <a:rPr lang="en-US" sz="2000">
                <a:solidFill>
                  <a:schemeClr val="bg1"/>
                </a:solidFill>
                <a:latin typeface="Times New Roman" panose="02020603050405020304" pitchFamily="18" charset="0"/>
                <a:cs typeface="Times New Roman" panose="02020603050405020304" pitchFamily="18" charset="0"/>
              </a:rPr>
              <a:t>Programming                 </a:t>
            </a:r>
            <a:r>
              <a:rPr lang="en-US" sz="2000" dirty="0">
                <a:solidFill>
                  <a:schemeClr val="bg1"/>
                </a:solidFill>
                <a:latin typeface="Times New Roman" panose="02020603050405020304" pitchFamily="18" charset="0"/>
                <a:cs typeface="Times New Roman" panose="02020603050405020304" pitchFamily="18" charset="0"/>
              </a:rPr>
              <a:t>1. AN INTRODUCTION TO PROGRAMABLE </a:t>
            </a:r>
            <a:r>
              <a:rPr lang="en-US" sz="2000">
                <a:solidFill>
                  <a:schemeClr val="bg1"/>
                </a:solidFill>
                <a:latin typeface="Times New Roman" panose="02020603050405020304" pitchFamily="18" charset="0"/>
                <a:cs typeface="Times New Roman" panose="02020603050405020304" pitchFamily="18" charset="0"/>
              </a:rPr>
              <a:t>LOGIC CONTROLLER</a:t>
            </a:r>
            <a:endParaRPr lang="vi-VN" sz="2000" dirty="0">
              <a:solidFill>
                <a:schemeClr val="bg1"/>
              </a:solidFill>
              <a:latin typeface="Times New Roman" panose="02020603050405020304" pitchFamily="18"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F7ABEB17-1D0D-4D5E-AFE5-473B433329FB}"/>
              </a:ext>
            </a:extLst>
          </p:cNvPr>
          <p:cNvSpPr>
            <a:spLocks noGrp="1"/>
          </p:cNvSpPr>
          <p:nvPr>
            <p:ph type="sldNum" sz="quarter" idx="12"/>
          </p:nvPr>
        </p:nvSpPr>
        <p:spPr>
          <a:xfrm>
            <a:off x="9192230" y="6290093"/>
            <a:ext cx="2743200" cy="365125"/>
          </a:xfrm>
        </p:spPr>
        <p:txBody>
          <a:bodyPr/>
          <a:lstStyle/>
          <a:p>
            <a:fld id="{7922E462-5D99-474A-8333-BF14A8734AA9}" type="slidenum">
              <a:rPr lang="vi-VN" sz="1400" smtClean="0">
                <a:solidFill>
                  <a:schemeClr val="bg1"/>
                </a:solidFill>
                <a:latin typeface="Times New Roman" panose="02020603050405020304" pitchFamily="18" charset="0"/>
                <a:cs typeface="Times New Roman" panose="02020603050405020304" pitchFamily="18" charset="0"/>
              </a:rPr>
              <a:t>3</a:t>
            </a:fld>
            <a:endParaRPr lang="vi-VN" sz="1400" dirty="0">
              <a:solidFill>
                <a:schemeClr val="bg1"/>
              </a:solidFill>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38403124-EC3F-4D0B-A4B4-3CADD5A9BA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001" y="50721"/>
            <a:ext cx="2851037" cy="869371"/>
          </a:xfrm>
          <a:prstGeom prst="rect">
            <a:avLst/>
          </a:prstGeom>
        </p:spPr>
      </p:pic>
      <p:sp>
        <p:nvSpPr>
          <p:cNvPr id="8" name="Rectangle 2">
            <a:extLst>
              <a:ext uri="{FF2B5EF4-FFF2-40B4-BE49-F238E27FC236}">
                <a16:creationId xmlns:a16="http://schemas.microsoft.com/office/drawing/2014/main" id="{8431B6E9-34BB-4028-9194-6DA6CCC6E1E1}"/>
              </a:ext>
            </a:extLst>
          </p:cNvPr>
          <p:cNvSpPr txBox="1">
            <a:spLocks noChangeArrowheads="1"/>
          </p:cNvSpPr>
          <p:nvPr/>
        </p:nvSpPr>
        <p:spPr>
          <a:xfrm>
            <a:off x="2787042" y="280330"/>
            <a:ext cx="8229600" cy="63976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vi-VN" sz="3600" b="1">
                <a:latin typeface="Times New Roman" panose="02020603050405020304" pitchFamily="18" charset="0"/>
                <a:cs typeface="Times New Roman" panose="02020603050405020304" pitchFamily="18" charset="0"/>
              </a:rPr>
              <a:t>WHAT IS CONTROL SYSTEM? </a:t>
            </a:r>
            <a:endParaRPr lang="en-US" altLang="vi-VN" sz="3600" b="1"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334784D2-650D-4C35-9634-86B7D0D5DAD6}"/>
              </a:ext>
            </a:extLst>
          </p:cNvPr>
          <p:cNvSpPr txBox="1"/>
          <p:nvPr/>
        </p:nvSpPr>
        <p:spPr>
          <a:xfrm>
            <a:off x="553597" y="1261588"/>
            <a:ext cx="5094385" cy="4524315"/>
          </a:xfrm>
          <a:prstGeom prst="rect">
            <a:avLst/>
          </a:prstGeom>
          <a:noFill/>
        </p:spPr>
        <p:txBody>
          <a:bodyPr wrap="square">
            <a:spAutoFit/>
          </a:bodyPr>
          <a:lstStyle/>
          <a:p>
            <a:pPr algn="just"/>
            <a:r>
              <a:rPr lang="en-US" sz="2400" b="0" i="0">
                <a:solidFill>
                  <a:srgbClr val="202122"/>
                </a:solidFill>
                <a:effectLst/>
                <a:latin typeface="Arial" panose="020B0604020202020204" pitchFamily="34" charset="0"/>
              </a:rPr>
              <a:t>A </a:t>
            </a:r>
            <a:r>
              <a:rPr lang="en-US" sz="2400" b="1" i="0">
                <a:solidFill>
                  <a:srgbClr val="202122"/>
                </a:solidFill>
                <a:effectLst/>
                <a:latin typeface="Arial" panose="020B0604020202020204" pitchFamily="34" charset="0"/>
              </a:rPr>
              <a:t>control system</a:t>
            </a:r>
            <a:r>
              <a:rPr lang="en-US" sz="2400" b="0" i="0">
                <a:solidFill>
                  <a:srgbClr val="202122"/>
                </a:solidFill>
                <a:effectLst/>
                <a:latin typeface="Arial" panose="020B0604020202020204" pitchFamily="34" charset="0"/>
              </a:rPr>
              <a:t> manages, commands, directs, or regulates the behavior of other devices or systems using </a:t>
            </a:r>
            <a:r>
              <a:rPr lang="en-US" sz="2400" b="0" i="0" u="none" strike="noStrike">
                <a:solidFill>
                  <a:srgbClr val="3366CC"/>
                </a:solidFill>
                <a:effectLst/>
                <a:latin typeface="Arial" panose="020B0604020202020204" pitchFamily="34" charset="0"/>
                <a:hlinkClick r:id="rId4" tooltip="Control loop"/>
              </a:rPr>
              <a:t>control loops</a:t>
            </a:r>
            <a:r>
              <a:rPr lang="en-US" sz="2400" b="0" i="0">
                <a:solidFill>
                  <a:srgbClr val="202122"/>
                </a:solidFill>
                <a:effectLst/>
                <a:latin typeface="Arial" panose="020B0604020202020204" pitchFamily="34" charset="0"/>
              </a:rPr>
              <a:t>. It can range from a single home heating controller using a </a:t>
            </a:r>
            <a:r>
              <a:rPr lang="en-US" sz="2400" b="0" i="0" u="none" strike="noStrike">
                <a:solidFill>
                  <a:srgbClr val="3366CC"/>
                </a:solidFill>
                <a:effectLst/>
                <a:latin typeface="Arial" panose="020B0604020202020204" pitchFamily="34" charset="0"/>
                <a:hlinkClick r:id="rId5" tooltip="Thermostat"/>
              </a:rPr>
              <a:t>thermostat</a:t>
            </a:r>
            <a:r>
              <a:rPr lang="en-US" sz="2400" b="0" i="0">
                <a:solidFill>
                  <a:srgbClr val="202122"/>
                </a:solidFill>
                <a:effectLst/>
                <a:latin typeface="Arial" panose="020B0604020202020204" pitchFamily="34" charset="0"/>
              </a:rPr>
              <a:t> controlling a domestic boiler to large </a:t>
            </a:r>
            <a:r>
              <a:rPr lang="en-US" sz="2400" b="0" i="0" u="none" strike="noStrike">
                <a:solidFill>
                  <a:srgbClr val="3366CC"/>
                </a:solidFill>
                <a:effectLst/>
                <a:latin typeface="Arial" panose="020B0604020202020204" pitchFamily="34" charset="0"/>
                <a:hlinkClick r:id="rId6" tooltip="Industrial control system"/>
              </a:rPr>
              <a:t>industrial control systems</a:t>
            </a:r>
            <a:r>
              <a:rPr lang="en-US" sz="2400" b="0" i="0">
                <a:solidFill>
                  <a:srgbClr val="202122"/>
                </a:solidFill>
                <a:effectLst/>
                <a:latin typeface="Arial" panose="020B0604020202020204" pitchFamily="34" charset="0"/>
              </a:rPr>
              <a:t> which are used for controlling </a:t>
            </a:r>
            <a:r>
              <a:rPr lang="en-US" sz="2400" b="0" i="0" u="none" strike="noStrike">
                <a:solidFill>
                  <a:srgbClr val="3366CC"/>
                </a:solidFill>
                <a:effectLst/>
                <a:latin typeface="Arial" panose="020B0604020202020204" pitchFamily="34" charset="0"/>
                <a:hlinkClick r:id="rId7" tooltip="Process (engineering)"/>
              </a:rPr>
              <a:t>processes</a:t>
            </a:r>
            <a:r>
              <a:rPr lang="en-US" sz="2400" b="0" i="0">
                <a:solidFill>
                  <a:srgbClr val="202122"/>
                </a:solidFill>
                <a:effectLst/>
                <a:latin typeface="Arial" panose="020B0604020202020204" pitchFamily="34" charset="0"/>
              </a:rPr>
              <a:t> or machines. The control systems are designed via </a:t>
            </a:r>
            <a:r>
              <a:rPr lang="en-US" sz="2400" b="0" i="0" u="none" strike="noStrike">
                <a:solidFill>
                  <a:srgbClr val="3366CC"/>
                </a:solidFill>
                <a:effectLst/>
                <a:latin typeface="Arial" panose="020B0604020202020204" pitchFamily="34" charset="0"/>
                <a:hlinkClick r:id="rId8" tooltip="Control engineering"/>
              </a:rPr>
              <a:t>control engineering</a:t>
            </a:r>
            <a:r>
              <a:rPr lang="en-US" sz="2400" b="0" i="0">
                <a:solidFill>
                  <a:srgbClr val="202122"/>
                </a:solidFill>
                <a:effectLst/>
                <a:latin typeface="Arial" panose="020B0604020202020204" pitchFamily="34" charset="0"/>
              </a:rPr>
              <a:t> process</a:t>
            </a:r>
            <a:endParaRPr lang="vi-VN" sz="2400"/>
          </a:p>
        </p:txBody>
      </p:sp>
      <p:sp>
        <p:nvSpPr>
          <p:cNvPr id="11" name="TextBox 10">
            <a:extLst>
              <a:ext uri="{FF2B5EF4-FFF2-40B4-BE49-F238E27FC236}">
                <a16:creationId xmlns:a16="http://schemas.microsoft.com/office/drawing/2014/main" id="{E2F2F066-9522-4E94-8BA8-184140AB2937}"/>
              </a:ext>
            </a:extLst>
          </p:cNvPr>
          <p:cNvSpPr txBox="1"/>
          <p:nvPr/>
        </p:nvSpPr>
        <p:spPr>
          <a:xfrm>
            <a:off x="6239220" y="1286964"/>
            <a:ext cx="5322398" cy="4524315"/>
          </a:xfrm>
          <a:prstGeom prst="rect">
            <a:avLst/>
          </a:prstGeom>
          <a:noFill/>
        </p:spPr>
        <p:txBody>
          <a:bodyPr wrap="square">
            <a:spAutoFit/>
          </a:bodyPr>
          <a:lstStyle/>
          <a:p>
            <a:pPr algn="just"/>
            <a:r>
              <a:rPr lang="en-US" sz="2400" b="0" i="0">
                <a:solidFill>
                  <a:srgbClr val="202122"/>
                </a:solidFill>
                <a:effectLst/>
                <a:latin typeface="Arial" panose="020B0604020202020204" pitchFamily="34" charset="0"/>
              </a:rPr>
              <a:t>For continuously modulated control, a </a:t>
            </a:r>
            <a:r>
              <a:rPr lang="en-US" sz="2400" b="0" i="0" u="none" strike="noStrike">
                <a:solidFill>
                  <a:srgbClr val="3366CC"/>
                </a:solidFill>
                <a:effectLst/>
                <a:latin typeface="Arial" panose="020B0604020202020204" pitchFamily="34" charset="0"/>
                <a:hlinkClick r:id="rId9" tooltip="Feedback controller"/>
              </a:rPr>
              <a:t>feedback controller</a:t>
            </a:r>
            <a:r>
              <a:rPr lang="en-US" sz="2400" b="0" i="0">
                <a:solidFill>
                  <a:srgbClr val="202122"/>
                </a:solidFill>
                <a:effectLst/>
                <a:latin typeface="Arial" panose="020B0604020202020204" pitchFamily="34" charset="0"/>
              </a:rPr>
              <a:t> is used to automatically control a process or operation. The control system compares the value or status of the </a:t>
            </a:r>
            <a:r>
              <a:rPr lang="en-US" sz="2400" b="0" i="0" u="none" strike="noStrike">
                <a:solidFill>
                  <a:srgbClr val="3366CC"/>
                </a:solidFill>
                <a:effectLst/>
                <a:latin typeface="Arial" panose="020B0604020202020204" pitchFamily="34" charset="0"/>
                <a:hlinkClick r:id="rId10" tooltip="Process variable"/>
              </a:rPr>
              <a:t>process variable</a:t>
            </a:r>
            <a:r>
              <a:rPr lang="en-US" sz="2400" b="0" i="0">
                <a:solidFill>
                  <a:srgbClr val="202122"/>
                </a:solidFill>
                <a:effectLst/>
                <a:latin typeface="Arial" panose="020B0604020202020204" pitchFamily="34" charset="0"/>
              </a:rPr>
              <a:t> (PV) being controlled with the desired value or </a:t>
            </a:r>
            <a:r>
              <a:rPr lang="en-US" sz="2400" b="0" i="0" u="none" strike="noStrike">
                <a:solidFill>
                  <a:srgbClr val="3366CC"/>
                </a:solidFill>
                <a:effectLst/>
                <a:latin typeface="Arial" panose="020B0604020202020204" pitchFamily="34" charset="0"/>
                <a:hlinkClick r:id="rId11" tooltip="Setpoint (control system)"/>
              </a:rPr>
              <a:t>setpoint</a:t>
            </a:r>
            <a:r>
              <a:rPr lang="en-US" sz="2400" b="0" i="0">
                <a:solidFill>
                  <a:srgbClr val="202122"/>
                </a:solidFill>
                <a:effectLst/>
                <a:latin typeface="Arial" panose="020B0604020202020204" pitchFamily="34" charset="0"/>
              </a:rPr>
              <a:t> (SP), and applies the difference as a control signal to bring the process variable output of the </a:t>
            </a:r>
            <a:r>
              <a:rPr lang="en-US" sz="2400" b="0" i="0" u="none" strike="noStrike">
                <a:solidFill>
                  <a:srgbClr val="3366CC"/>
                </a:solidFill>
                <a:effectLst/>
                <a:latin typeface="Arial" panose="020B0604020202020204" pitchFamily="34" charset="0"/>
                <a:hlinkClick r:id="rId12" tooltip="Plant (control theory)"/>
              </a:rPr>
              <a:t>plant</a:t>
            </a:r>
            <a:r>
              <a:rPr lang="en-US" sz="2400" b="0" i="0">
                <a:solidFill>
                  <a:srgbClr val="202122"/>
                </a:solidFill>
                <a:effectLst/>
                <a:latin typeface="Arial" panose="020B0604020202020204" pitchFamily="34" charset="0"/>
              </a:rPr>
              <a:t> to the same value as the setpoint.</a:t>
            </a:r>
            <a:endParaRPr lang="vi-VN" sz="2400"/>
          </a:p>
        </p:txBody>
      </p:sp>
    </p:spTree>
    <p:extLst>
      <p:ext uri="{BB962C8B-B14F-4D97-AF65-F5344CB8AC3E}">
        <p14:creationId xmlns:p14="http://schemas.microsoft.com/office/powerpoint/2010/main" val="26318249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8ECBB26A-61BD-4CD2-BADA-EC9345C9EFED}"/>
              </a:ext>
            </a:extLst>
          </p:cNvPr>
          <p:cNvSpPr/>
          <p:nvPr/>
        </p:nvSpPr>
        <p:spPr>
          <a:xfrm>
            <a:off x="55002" y="6435176"/>
            <a:ext cx="12079705" cy="323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dirty="0">
                <a:solidFill>
                  <a:schemeClr val="bg1"/>
                </a:solidFill>
                <a:latin typeface="Times New Roman" panose="02020603050405020304" pitchFamily="18" charset="0"/>
                <a:cs typeface="Times New Roman" panose="02020603050405020304" pitchFamily="18" charset="0"/>
              </a:rPr>
              <a:t> PLC Programming                      1. AN INTRODUCTION TO PROGRAMABLE LOGIC CONTROLLERS</a:t>
            </a:r>
            <a:endParaRPr lang="vi-VN" sz="1800" dirty="0">
              <a:solidFill>
                <a:schemeClr val="bg1"/>
              </a:solidFill>
              <a:latin typeface="Times New Roman" panose="02020603050405020304" pitchFamily="18"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F7ABEB17-1D0D-4D5E-AFE5-473B433329FB}"/>
              </a:ext>
            </a:extLst>
          </p:cNvPr>
          <p:cNvSpPr>
            <a:spLocks noGrp="1"/>
          </p:cNvSpPr>
          <p:nvPr>
            <p:ph type="sldNum" sz="quarter" idx="12"/>
          </p:nvPr>
        </p:nvSpPr>
        <p:spPr>
          <a:xfrm>
            <a:off x="9049011" y="6435176"/>
            <a:ext cx="2743200" cy="365125"/>
          </a:xfrm>
        </p:spPr>
        <p:txBody>
          <a:bodyPr/>
          <a:lstStyle/>
          <a:p>
            <a:fld id="{7922E462-5D99-474A-8333-BF14A8734AA9}" type="slidenum">
              <a:rPr lang="vi-VN" sz="1400" smtClean="0">
                <a:solidFill>
                  <a:schemeClr val="bg1"/>
                </a:solidFill>
                <a:latin typeface="Times New Roman" panose="02020603050405020304" pitchFamily="18" charset="0"/>
                <a:cs typeface="Times New Roman" panose="02020603050405020304" pitchFamily="18" charset="0"/>
              </a:rPr>
              <a:t>4</a:t>
            </a:fld>
            <a:endParaRPr lang="vi-VN" sz="1400" dirty="0">
              <a:solidFill>
                <a:schemeClr val="bg1"/>
              </a:solidFill>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38403124-EC3F-4D0B-A4B4-3CADD5A9BA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001" y="50721"/>
            <a:ext cx="2851037" cy="869371"/>
          </a:xfrm>
          <a:prstGeom prst="rect">
            <a:avLst/>
          </a:prstGeom>
        </p:spPr>
      </p:pic>
      <p:sp>
        <p:nvSpPr>
          <p:cNvPr id="8" name="Rectangle 3">
            <a:extLst>
              <a:ext uri="{FF2B5EF4-FFF2-40B4-BE49-F238E27FC236}">
                <a16:creationId xmlns:a16="http://schemas.microsoft.com/office/drawing/2014/main" id="{686B06D9-36E9-4E01-9D4E-41BEF938C920}"/>
              </a:ext>
            </a:extLst>
          </p:cNvPr>
          <p:cNvSpPr txBox="1">
            <a:spLocks noChangeArrowheads="1"/>
          </p:cNvSpPr>
          <p:nvPr/>
        </p:nvSpPr>
        <p:spPr>
          <a:xfrm>
            <a:off x="111603" y="850411"/>
            <a:ext cx="11680608" cy="4906963"/>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vi-VN" sz="3200" dirty="0">
                <a:latin typeface="Times New Roman" panose="02020603050405020304" pitchFamily="18" charset="0"/>
                <a:cs typeface="Times New Roman" panose="02020603050405020304" pitchFamily="18" charset="0"/>
              </a:rPr>
              <a:t>Components that connected to system or process that want to be controlled.</a:t>
            </a:r>
          </a:p>
          <a:p>
            <a:pPr algn="just"/>
            <a:r>
              <a:rPr lang="en-US" altLang="vi-VN" sz="3200" dirty="0">
                <a:solidFill>
                  <a:srgbClr val="FF0000"/>
                </a:solidFill>
                <a:latin typeface="Times New Roman" panose="02020603050405020304" pitchFamily="18" charset="0"/>
                <a:cs typeface="Times New Roman" panose="02020603050405020304" pitchFamily="18" charset="0"/>
              </a:rPr>
              <a:t>5 </a:t>
            </a:r>
            <a:r>
              <a:rPr lang="en-US" altLang="vi-VN" sz="3200">
                <a:solidFill>
                  <a:srgbClr val="FF0000"/>
                </a:solidFill>
                <a:latin typeface="Times New Roman" panose="02020603050405020304" pitchFamily="18" charset="0"/>
                <a:cs typeface="Times New Roman" panose="02020603050405020304" pitchFamily="18" charset="0"/>
              </a:rPr>
              <a:t>basic elements</a:t>
            </a:r>
            <a:r>
              <a:rPr lang="en-US" altLang="vi-VN" sz="3200">
                <a:latin typeface="Times New Roman" panose="02020603050405020304" pitchFamily="18" charset="0"/>
                <a:cs typeface="Times New Roman" panose="02020603050405020304" pitchFamily="18" charset="0"/>
              </a:rPr>
              <a:t> </a:t>
            </a:r>
            <a:r>
              <a:rPr lang="en-US" altLang="vi-VN" sz="3200" dirty="0">
                <a:latin typeface="Times New Roman" panose="02020603050405020304" pitchFamily="18" charset="0"/>
                <a:cs typeface="Times New Roman" panose="02020603050405020304" pitchFamily="18" charset="0"/>
              </a:rPr>
              <a:t>of control system:</a:t>
            </a:r>
          </a:p>
          <a:p>
            <a:pPr algn="just">
              <a:lnSpc>
                <a:spcPct val="100000"/>
              </a:lnSpc>
              <a:buFont typeface="Wingdings" panose="05000000000000000000" pitchFamily="2" charset="2"/>
              <a:buNone/>
            </a:pPr>
            <a:r>
              <a:rPr lang="en-US" altLang="vi-VN" sz="3200" dirty="0">
                <a:latin typeface="Times New Roman" panose="02020603050405020304" pitchFamily="18" charset="0"/>
                <a:cs typeface="Times New Roman" panose="02020603050405020304" pitchFamily="18" charset="0"/>
              </a:rPr>
              <a:t>	</a:t>
            </a:r>
            <a:r>
              <a:rPr lang="en-US" altLang="vi-VN" sz="3200" dirty="0" err="1">
                <a:latin typeface="Times New Roman" panose="02020603050405020304" pitchFamily="18" charset="0"/>
                <a:cs typeface="Times New Roman" panose="02020603050405020304" pitchFamily="18" charset="0"/>
              </a:rPr>
              <a:t>i</a:t>
            </a:r>
            <a:r>
              <a:rPr lang="en-US" altLang="vi-VN" sz="3200" dirty="0">
                <a:latin typeface="Times New Roman" panose="02020603050405020304" pitchFamily="18" charset="0"/>
                <a:cs typeface="Times New Roman" panose="02020603050405020304" pitchFamily="18" charset="0"/>
              </a:rPr>
              <a:t>.	Reference signal generator</a:t>
            </a:r>
          </a:p>
          <a:p>
            <a:pPr algn="just">
              <a:lnSpc>
                <a:spcPct val="100000"/>
              </a:lnSpc>
              <a:buFont typeface="Wingdings" panose="05000000000000000000" pitchFamily="2" charset="2"/>
              <a:buNone/>
            </a:pPr>
            <a:r>
              <a:rPr lang="en-US" altLang="vi-VN" sz="3200" dirty="0">
                <a:latin typeface="Times New Roman" panose="02020603050405020304" pitchFamily="18" charset="0"/>
                <a:cs typeface="Times New Roman" panose="02020603050405020304" pitchFamily="18" charset="0"/>
              </a:rPr>
              <a:t>	ii.	Measurement element</a:t>
            </a:r>
          </a:p>
          <a:p>
            <a:pPr algn="just">
              <a:lnSpc>
                <a:spcPct val="100000"/>
              </a:lnSpc>
              <a:buFont typeface="Wingdings" panose="05000000000000000000" pitchFamily="2" charset="2"/>
              <a:buNone/>
            </a:pPr>
            <a:r>
              <a:rPr lang="en-US" altLang="vi-VN" sz="3200" dirty="0">
                <a:latin typeface="Times New Roman" panose="02020603050405020304" pitchFamily="18" charset="0"/>
                <a:cs typeface="Times New Roman" panose="02020603050405020304" pitchFamily="18" charset="0"/>
              </a:rPr>
              <a:t>	iii.	Comparator</a:t>
            </a:r>
          </a:p>
          <a:p>
            <a:pPr algn="just">
              <a:lnSpc>
                <a:spcPct val="100000"/>
              </a:lnSpc>
              <a:buFont typeface="Wingdings" panose="05000000000000000000" pitchFamily="2" charset="2"/>
              <a:buNone/>
            </a:pPr>
            <a:r>
              <a:rPr lang="en-US" altLang="vi-VN" sz="3200" dirty="0">
                <a:latin typeface="Times New Roman" panose="02020603050405020304" pitchFamily="18" charset="0"/>
                <a:cs typeface="Times New Roman" panose="02020603050405020304" pitchFamily="18" charset="0"/>
              </a:rPr>
              <a:t>	iv.	Controller</a:t>
            </a:r>
          </a:p>
          <a:p>
            <a:pPr algn="just">
              <a:lnSpc>
                <a:spcPct val="100000"/>
              </a:lnSpc>
              <a:buFont typeface="Wingdings" panose="05000000000000000000" pitchFamily="2" charset="2"/>
              <a:buNone/>
            </a:pPr>
            <a:r>
              <a:rPr lang="en-US" altLang="vi-VN" sz="3200" dirty="0">
                <a:latin typeface="Times New Roman" panose="02020603050405020304" pitchFamily="18" charset="0"/>
                <a:cs typeface="Times New Roman" panose="02020603050405020304" pitchFamily="18" charset="0"/>
              </a:rPr>
              <a:t>	v.	Actuator</a:t>
            </a:r>
          </a:p>
        </p:txBody>
      </p:sp>
      <p:sp>
        <p:nvSpPr>
          <p:cNvPr id="11" name="Rectangle 2">
            <a:extLst>
              <a:ext uri="{FF2B5EF4-FFF2-40B4-BE49-F238E27FC236}">
                <a16:creationId xmlns:a16="http://schemas.microsoft.com/office/drawing/2014/main" id="{E0C63F39-4846-49FE-B18F-C9E8FC565E25}"/>
              </a:ext>
            </a:extLst>
          </p:cNvPr>
          <p:cNvSpPr txBox="1">
            <a:spLocks noChangeArrowheads="1"/>
          </p:cNvSpPr>
          <p:nvPr/>
        </p:nvSpPr>
        <p:spPr>
          <a:xfrm>
            <a:off x="2191011" y="87122"/>
            <a:ext cx="8229600" cy="63976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vi-VN" sz="3600" b="1" dirty="0">
                <a:latin typeface="Times New Roman" panose="02020603050405020304" pitchFamily="18" charset="0"/>
                <a:cs typeface="Times New Roman" panose="02020603050405020304" pitchFamily="18" charset="0"/>
              </a:rPr>
              <a:t>1. Control System is..</a:t>
            </a:r>
          </a:p>
        </p:txBody>
      </p:sp>
      <p:pic>
        <p:nvPicPr>
          <p:cNvPr id="2" name="Picture 1">
            <a:extLst>
              <a:ext uri="{FF2B5EF4-FFF2-40B4-BE49-F238E27FC236}">
                <a16:creationId xmlns:a16="http://schemas.microsoft.com/office/drawing/2014/main" id="{5AC8EA0E-1C86-4B78-8FBD-DAA2ADB9C4F0}"/>
              </a:ext>
            </a:extLst>
          </p:cNvPr>
          <p:cNvPicPr>
            <a:picLocks noChangeAspect="1"/>
          </p:cNvPicPr>
          <p:nvPr/>
        </p:nvPicPr>
        <p:blipFill>
          <a:blip r:embed="rId4"/>
          <a:stretch>
            <a:fillRect/>
          </a:stretch>
        </p:blipFill>
        <p:spPr>
          <a:xfrm>
            <a:off x="4303123" y="3753853"/>
            <a:ext cx="7705575" cy="2639332"/>
          </a:xfrm>
          <a:prstGeom prst="rect">
            <a:avLst/>
          </a:prstGeom>
        </p:spPr>
      </p:pic>
    </p:spTree>
    <p:extLst>
      <p:ext uri="{BB962C8B-B14F-4D97-AF65-F5344CB8AC3E}">
        <p14:creationId xmlns:p14="http://schemas.microsoft.com/office/powerpoint/2010/main" val="39280688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D039E202-3EDF-4F64-9561-C5A95845A311}"/>
              </a:ext>
            </a:extLst>
          </p:cNvPr>
          <p:cNvSpPr>
            <a:spLocks noGrp="1" noChangeArrowheads="1"/>
          </p:cNvSpPr>
          <p:nvPr>
            <p:ph type="title"/>
          </p:nvPr>
        </p:nvSpPr>
        <p:spPr>
          <a:xfrm>
            <a:off x="3080084" y="274638"/>
            <a:ext cx="7130716" cy="487362"/>
          </a:xfrm>
          <a:solidFill>
            <a:schemeClr val="accent1">
              <a:lumMod val="40000"/>
              <a:lumOff val="60000"/>
            </a:schemeClr>
          </a:solidFill>
        </p:spPr>
        <p:txBody>
          <a:bodyPr>
            <a:normAutofit fontScale="90000"/>
          </a:bodyPr>
          <a:lstStyle/>
          <a:p>
            <a:r>
              <a:rPr lang="en-US" altLang="vi-VN" sz="3600" b="1" dirty="0">
                <a:latin typeface="Times New Roman" panose="02020603050405020304" pitchFamily="18" charset="0"/>
                <a:cs typeface="Times New Roman" panose="02020603050405020304" pitchFamily="18" charset="0"/>
              </a:rPr>
              <a:t>1.1</a:t>
            </a:r>
            <a:r>
              <a:rPr lang="en-US" altLang="vi-VN" sz="1900" b="1" dirty="0">
                <a:latin typeface="Times New Roman" panose="02020603050405020304" pitchFamily="18" charset="0"/>
                <a:cs typeface="Times New Roman" panose="02020603050405020304" pitchFamily="18" charset="0"/>
              </a:rPr>
              <a:t>  </a:t>
            </a:r>
            <a:r>
              <a:rPr lang="en-US" altLang="vi-VN" sz="3200" b="1" dirty="0">
                <a:latin typeface="Times New Roman" panose="02020603050405020304" pitchFamily="18" charset="0"/>
                <a:cs typeface="Times New Roman" panose="02020603050405020304" pitchFamily="18" charset="0"/>
              </a:rPr>
              <a:t>OPEN LOOP CONTROL SYSTEM:</a:t>
            </a:r>
          </a:p>
        </p:txBody>
      </p:sp>
      <p:sp>
        <p:nvSpPr>
          <p:cNvPr id="50179" name="Rectangle 3">
            <a:extLst>
              <a:ext uri="{FF2B5EF4-FFF2-40B4-BE49-F238E27FC236}">
                <a16:creationId xmlns:a16="http://schemas.microsoft.com/office/drawing/2014/main" id="{391F5AD8-914A-43C7-8296-14D2B38458D2}"/>
              </a:ext>
            </a:extLst>
          </p:cNvPr>
          <p:cNvSpPr>
            <a:spLocks noGrp="1" noChangeArrowheads="1"/>
          </p:cNvSpPr>
          <p:nvPr>
            <p:ph type="body" idx="1"/>
          </p:nvPr>
        </p:nvSpPr>
        <p:spPr>
          <a:xfrm>
            <a:off x="1905000" y="1453570"/>
            <a:ext cx="8305800" cy="762000"/>
          </a:xfrm>
        </p:spPr>
        <p:txBody>
          <a:bodyPr/>
          <a:lstStyle/>
          <a:p>
            <a:pPr>
              <a:lnSpc>
                <a:spcPct val="90000"/>
              </a:lnSpc>
            </a:pPr>
            <a:r>
              <a:rPr lang="en-US" altLang="vi-VN" sz="2400" dirty="0">
                <a:latin typeface="Times New Roman" panose="02020603050405020304" pitchFamily="18" charset="0"/>
                <a:cs typeface="Times New Roman" panose="02020603050405020304" pitchFamily="18" charset="0"/>
              </a:rPr>
              <a:t>Output does not affect the function of the entire system.</a:t>
            </a:r>
          </a:p>
          <a:p>
            <a:pPr>
              <a:lnSpc>
                <a:spcPct val="90000"/>
              </a:lnSpc>
            </a:pPr>
            <a:endParaRPr lang="en-US" altLang="vi-VN" sz="2400" dirty="0">
              <a:latin typeface="Times New Roman" panose="02020603050405020304" pitchFamily="18" charset="0"/>
              <a:cs typeface="Times New Roman" panose="02020603050405020304" pitchFamily="18" charset="0"/>
            </a:endParaRPr>
          </a:p>
          <a:p>
            <a:pPr>
              <a:lnSpc>
                <a:spcPct val="90000"/>
              </a:lnSpc>
              <a:buFont typeface="Wingdings" panose="05000000000000000000" pitchFamily="2" charset="2"/>
              <a:buNone/>
            </a:pPr>
            <a:endParaRPr lang="en-US" altLang="vi-VN" sz="2400" dirty="0">
              <a:latin typeface="Times New Roman" panose="02020603050405020304" pitchFamily="18" charset="0"/>
              <a:cs typeface="Times New Roman" panose="02020603050405020304" pitchFamily="18" charset="0"/>
            </a:endParaRPr>
          </a:p>
          <a:p>
            <a:pPr algn="ctr">
              <a:lnSpc>
                <a:spcPct val="90000"/>
              </a:lnSpc>
              <a:buFont typeface="Wingdings" panose="05000000000000000000" pitchFamily="2" charset="2"/>
              <a:buNone/>
            </a:pPr>
            <a:endParaRPr lang="en-US" altLang="vi-VN" sz="2400" dirty="0">
              <a:latin typeface="Times New Roman" panose="02020603050405020304" pitchFamily="18" charset="0"/>
              <a:cs typeface="Times New Roman" panose="02020603050405020304" pitchFamily="18" charset="0"/>
            </a:endParaRPr>
          </a:p>
        </p:txBody>
      </p:sp>
      <p:grpSp>
        <p:nvGrpSpPr>
          <p:cNvPr id="50180" name="Group 4">
            <a:extLst>
              <a:ext uri="{FF2B5EF4-FFF2-40B4-BE49-F238E27FC236}">
                <a16:creationId xmlns:a16="http://schemas.microsoft.com/office/drawing/2014/main" id="{CDC672E8-82DB-4858-9F7E-F6B9103B8772}"/>
              </a:ext>
            </a:extLst>
          </p:cNvPr>
          <p:cNvGrpSpPr>
            <a:grpSpLocks/>
          </p:cNvGrpSpPr>
          <p:nvPr/>
        </p:nvGrpSpPr>
        <p:grpSpPr bwMode="auto">
          <a:xfrm>
            <a:off x="2437254" y="2496495"/>
            <a:ext cx="7315200" cy="1066800"/>
            <a:chOff x="288" y="3024"/>
            <a:chExt cx="4608" cy="432"/>
          </a:xfrm>
        </p:grpSpPr>
        <p:sp>
          <p:nvSpPr>
            <p:cNvPr id="50181" name="Text Box 5">
              <a:extLst>
                <a:ext uri="{FF2B5EF4-FFF2-40B4-BE49-F238E27FC236}">
                  <a16:creationId xmlns:a16="http://schemas.microsoft.com/office/drawing/2014/main" id="{20386D94-E5F2-43F7-BBB1-9ED437E70186}"/>
                </a:ext>
              </a:extLst>
            </p:cNvPr>
            <p:cNvSpPr txBox="1">
              <a:spLocks noChangeArrowheads="1"/>
            </p:cNvSpPr>
            <p:nvPr/>
          </p:nvSpPr>
          <p:spPr bwMode="auto">
            <a:xfrm>
              <a:off x="1296" y="3120"/>
              <a:ext cx="723" cy="272"/>
            </a:xfrm>
            <a:prstGeom prst="rect">
              <a:avLst/>
            </a:prstGeom>
            <a:solidFill>
              <a:srgbClr val="FFFFFF"/>
            </a:solidFill>
            <a:ln w="9525">
              <a:solidFill>
                <a:srgbClr val="000000"/>
              </a:solidFill>
              <a:miter lim="800000"/>
              <a:headEnd/>
              <a:tailEnd/>
            </a:ln>
          </p:spPr>
          <p:txBody>
            <a:bodyPr/>
            <a:lstStyle/>
            <a:p>
              <a:pPr algn="ctr" eaLnBrk="1" hangingPunct="1"/>
              <a:r>
                <a:rPr lang="en-US" altLang="vi-VN" sz="1400" b="1">
                  <a:latin typeface="Times New Roman" panose="02020603050405020304" pitchFamily="18" charset="0"/>
                  <a:cs typeface="Times New Roman" panose="02020603050405020304" pitchFamily="18" charset="0"/>
                </a:rPr>
                <a:t>Controller</a:t>
              </a:r>
            </a:p>
          </p:txBody>
        </p:sp>
        <p:sp>
          <p:nvSpPr>
            <p:cNvPr id="50182" name="Text Box 6">
              <a:extLst>
                <a:ext uri="{FF2B5EF4-FFF2-40B4-BE49-F238E27FC236}">
                  <a16:creationId xmlns:a16="http://schemas.microsoft.com/office/drawing/2014/main" id="{630F735D-200D-49AC-B7DD-F1B6CC9B25B4}"/>
                </a:ext>
              </a:extLst>
            </p:cNvPr>
            <p:cNvSpPr txBox="1">
              <a:spLocks noChangeArrowheads="1"/>
            </p:cNvSpPr>
            <p:nvPr/>
          </p:nvSpPr>
          <p:spPr bwMode="auto">
            <a:xfrm>
              <a:off x="2340" y="3120"/>
              <a:ext cx="622" cy="288"/>
            </a:xfrm>
            <a:prstGeom prst="rect">
              <a:avLst/>
            </a:prstGeom>
            <a:solidFill>
              <a:srgbClr val="FFFFFF"/>
            </a:solidFill>
            <a:ln w="9525">
              <a:solidFill>
                <a:srgbClr val="000000"/>
              </a:solidFill>
              <a:miter lim="800000"/>
              <a:headEnd/>
              <a:tailEnd/>
            </a:ln>
          </p:spPr>
          <p:txBody>
            <a:bodyPr/>
            <a:lstStyle/>
            <a:p>
              <a:pPr algn="ctr" eaLnBrk="1" hangingPunct="1"/>
              <a:r>
                <a:rPr lang="en-US" altLang="vi-VN" sz="1400" b="1">
                  <a:latin typeface="Times New Roman" panose="02020603050405020304" pitchFamily="18" charset="0"/>
                  <a:cs typeface="Times New Roman" panose="02020603050405020304" pitchFamily="18" charset="0"/>
                </a:rPr>
                <a:t>Actuator</a:t>
              </a:r>
            </a:p>
          </p:txBody>
        </p:sp>
        <p:sp>
          <p:nvSpPr>
            <p:cNvPr id="50183" name="Text Box 7">
              <a:extLst>
                <a:ext uri="{FF2B5EF4-FFF2-40B4-BE49-F238E27FC236}">
                  <a16:creationId xmlns:a16="http://schemas.microsoft.com/office/drawing/2014/main" id="{15C854CB-074F-4C98-ABD7-0B4393239F4D}"/>
                </a:ext>
              </a:extLst>
            </p:cNvPr>
            <p:cNvSpPr txBox="1">
              <a:spLocks noChangeArrowheads="1"/>
            </p:cNvSpPr>
            <p:nvPr/>
          </p:nvSpPr>
          <p:spPr bwMode="auto">
            <a:xfrm>
              <a:off x="3261" y="3024"/>
              <a:ext cx="579" cy="432"/>
            </a:xfrm>
            <a:prstGeom prst="rect">
              <a:avLst/>
            </a:prstGeom>
            <a:solidFill>
              <a:srgbClr val="FFFFFF"/>
            </a:solidFill>
            <a:ln w="9525">
              <a:solidFill>
                <a:srgbClr val="000000"/>
              </a:solidFill>
              <a:miter lim="800000"/>
              <a:headEnd/>
              <a:tailEnd/>
            </a:ln>
          </p:spPr>
          <p:txBody>
            <a:bodyPr/>
            <a:lstStyle/>
            <a:p>
              <a:pPr algn="ctr" eaLnBrk="1" hangingPunct="1"/>
              <a:endParaRPr lang="en-US" altLang="vi-VN" sz="1400" b="1">
                <a:latin typeface="Times New Roman" panose="02020603050405020304" pitchFamily="18" charset="0"/>
                <a:cs typeface="Times New Roman" panose="02020603050405020304" pitchFamily="18" charset="0"/>
              </a:endParaRPr>
            </a:p>
            <a:p>
              <a:pPr algn="ctr" eaLnBrk="1" hangingPunct="1"/>
              <a:r>
                <a:rPr lang="en-US" altLang="vi-VN" sz="1400" b="1">
                  <a:latin typeface="Times New Roman" panose="02020603050405020304" pitchFamily="18" charset="0"/>
                  <a:cs typeface="Times New Roman" panose="02020603050405020304" pitchFamily="18" charset="0"/>
                </a:rPr>
                <a:t>System</a:t>
              </a:r>
            </a:p>
          </p:txBody>
        </p:sp>
        <p:sp>
          <p:nvSpPr>
            <p:cNvPr id="50184" name="Text Box 8">
              <a:extLst>
                <a:ext uri="{FF2B5EF4-FFF2-40B4-BE49-F238E27FC236}">
                  <a16:creationId xmlns:a16="http://schemas.microsoft.com/office/drawing/2014/main" id="{D598E617-E72E-42C4-A274-EE3C2BCC52EF}"/>
                </a:ext>
              </a:extLst>
            </p:cNvPr>
            <p:cNvSpPr txBox="1">
              <a:spLocks noChangeArrowheads="1"/>
            </p:cNvSpPr>
            <p:nvPr/>
          </p:nvSpPr>
          <p:spPr bwMode="auto">
            <a:xfrm>
              <a:off x="288" y="3120"/>
              <a:ext cx="720" cy="31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1" hangingPunct="1"/>
              <a:r>
                <a:rPr lang="en-US" altLang="vi-VN" sz="1400" b="1" dirty="0">
                  <a:latin typeface="Times New Roman" panose="02020603050405020304" pitchFamily="18" charset="0"/>
                  <a:cs typeface="Times New Roman" panose="02020603050405020304" pitchFamily="18" charset="0"/>
                </a:rPr>
                <a:t>Reference input</a:t>
              </a:r>
            </a:p>
          </p:txBody>
        </p:sp>
        <p:sp>
          <p:nvSpPr>
            <p:cNvPr id="50185" name="Line 9">
              <a:extLst>
                <a:ext uri="{FF2B5EF4-FFF2-40B4-BE49-F238E27FC236}">
                  <a16:creationId xmlns:a16="http://schemas.microsoft.com/office/drawing/2014/main" id="{E0F0C7E3-FCB6-4432-9DD7-CCB51B7AADB5}"/>
                </a:ext>
              </a:extLst>
            </p:cNvPr>
            <p:cNvSpPr>
              <a:spLocks noChangeShapeType="1"/>
            </p:cNvSpPr>
            <p:nvPr/>
          </p:nvSpPr>
          <p:spPr bwMode="auto">
            <a:xfrm>
              <a:off x="985" y="3297"/>
              <a:ext cx="311" cy="0"/>
            </a:xfrm>
            <a:prstGeom prst="line">
              <a:avLst/>
            </a:prstGeom>
            <a:noFill/>
            <a:ln w="9525">
              <a:solidFill>
                <a:srgbClr val="000000"/>
              </a:solidFill>
              <a:round/>
              <a:headEnd/>
              <a:tailEnd type="arrow" w="med" len="med"/>
            </a:ln>
            <a:extLst>
              <a:ext uri="{909E8E84-426E-40DD-AFC4-6F175D3DCCD1}">
                <a14:hiddenFill xmlns:a14="http://schemas.microsoft.com/office/drawing/2010/main">
                  <a:noFill/>
                </a14:hiddenFill>
              </a:ext>
            </a:extLst>
          </p:spPr>
          <p:txBody>
            <a:bodyPr/>
            <a:lstStyle/>
            <a:p>
              <a:endParaRPr lang="vi-VN">
                <a:latin typeface="Times New Roman" panose="02020603050405020304" pitchFamily="18" charset="0"/>
                <a:cs typeface="Times New Roman" panose="02020603050405020304" pitchFamily="18" charset="0"/>
              </a:endParaRPr>
            </a:p>
          </p:txBody>
        </p:sp>
        <p:sp>
          <p:nvSpPr>
            <p:cNvPr id="50186" name="Line 10">
              <a:extLst>
                <a:ext uri="{FF2B5EF4-FFF2-40B4-BE49-F238E27FC236}">
                  <a16:creationId xmlns:a16="http://schemas.microsoft.com/office/drawing/2014/main" id="{D18F11F0-2451-4E14-A0CF-60B3E9FA0126}"/>
                </a:ext>
              </a:extLst>
            </p:cNvPr>
            <p:cNvSpPr>
              <a:spLocks noChangeShapeType="1"/>
            </p:cNvSpPr>
            <p:nvPr/>
          </p:nvSpPr>
          <p:spPr bwMode="auto">
            <a:xfrm>
              <a:off x="2019" y="3297"/>
              <a:ext cx="310" cy="0"/>
            </a:xfrm>
            <a:prstGeom prst="line">
              <a:avLst/>
            </a:prstGeom>
            <a:noFill/>
            <a:ln w="9525">
              <a:solidFill>
                <a:srgbClr val="000000"/>
              </a:solidFill>
              <a:round/>
              <a:headEnd/>
              <a:tailEnd type="arrow" w="med" len="med"/>
            </a:ln>
            <a:extLst>
              <a:ext uri="{909E8E84-426E-40DD-AFC4-6F175D3DCCD1}">
                <a14:hiddenFill xmlns:a14="http://schemas.microsoft.com/office/drawing/2010/main">
                  <a:noFill/>
                </a14:hiddenFill>
              </a:ext>
            </a:extLst>
          </p:spPr>
          <p:txBody>
            <a:bodyPr/>
            <a:lstStyle/>
            <a:p>
              <a:endParaRPr lang="vi-VN">
                <a:latin typeface="Times New Roman" panose="02020603050405020304" pitchFamily="18" charset="0"/>
                <a:cs typeface="Times New Roman" panose="02020603050405020304" pitchFamily="18" charset="0"/>
              </a:endParaRPr>
            </a:p>
          </p:txBody>
        </p:sp>
        <p:sp>
          <p:nvSpPr>
            <p:cNvPr id="50187" name="Line 11">
              <a:extLst>
                <a:ext uri="{FF2B5EF4-FFF2-40B4-BE49-F238E27FC236}">
                  <a16:creationId xmlns:a16="http://schemas.microsoft.com/office/drawing/2014/main" id="{A24DED98-9543-42C1-8399-C6EB88D7CCE0}"/>
                </a:ext>
              </a:extLst>
            </p:cNvPr>
            <p:cNvSpPr>
              <a:spLocks noChangeShapeType="1"/>
            </p:cNvSpPr>
            <p:nvPr/>
          </p:nvSpPr>
          <p:spPr bwMode="auto">
            <a:xfrm>
              <a:off x="2954" y="3297"/>
              <a:ext cx="310" cy="0"/>
            </a:xfrm>
            <a:prstGeom prst="line">
              <a:avLst/>
            </a:prstGeom>
            <a:noFill/>
            <a:ln w="9525">
              <a:solidFill>
                <a:srgbClr val="000000"/>
              </a:solidFill>
              <a:round/>
              <a:headEnd/>
              <a:tailEnd type="arrow" w="med" len="med"/>
            </a:ln>
            <a:extLst>
              <a:ext uri="{909E8E84-426E-40DD-AFC4-6F175D3DCCD1}">
                <a14:hiddenFill xmlns:a14="http://schemas.microsoft.com/office/drawing/2010/main">
                  <a:noFill/>
                </a14:hiddenFill>
              </a:ext>
            </a:extLst>
          </p:spPr>
          <p:txBody>
            <a:bodyPr/>
            <a:lstStyle/>
            <a:p>
              <a:endParaRPr lang="vi-VN">
                <a:latin typeface="Times New Roman" panose="02020603050405020304" pitchFamily="18" charset="0"/>
                <a:cs typeface="Times New Roman" panose="02020603050405020304" pitchFamily="18" charset="0"/>
              </a:endParaRPr>
            </a:p>
          </p:txBody>
        </p:sp>
        <p:sp>
          <p:nvSpPr>
            <p:cNvPr id="50188" name="Text Box 12">
              <a:extLst>
                <a:ext uri="{FF2B5EF4-FFF2-40B4-BE49-F238E27FC236}">
                  <a16:creationId xmlns:a16="http://schemas.microsoft.com/office/drawing/2014/main" id="{6C898EE1-78CD-48F6-9290-D36E86521F8D}"/>
                </a:ext>
              </a:extLst>
            </p:cNvPr>
            <p:cNvSpPr txBox="1">
              <a:spLocks noChangeArrowheads="1"/>
            </p:cNvSpPr>
            <p:nvPr/>
          </p:nvSpPr>
          <p:spPr bwMode="auto">
            <a:xfrm>
              <a:off x="4080" y="3120"/>
              <a:ext cx="816" cy="2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1" hangingPunct="1"/>
              <a:r>
                <a:rPr lang="en-US" altLang="vi-VN" sz="1400" b="1">
                  <a:latin typeface="Times New Roman" panose="02020603050405020304" pitchFamily="18" charset="0"/>
                  <a:cs typeface="Times New Roman" panose="02020603050405020304" pitchFamily="18" charset="0"/>
                </a:rPr>
                <a:t>Output signal</a:t>
              </a:r>
            </a:p>
          </p:txBody>
        </p:sp>
        <p:sp>
          <p:nvSpPr>
            <p:cNvPr id="50189" name="Line 13">
              <a:extLst>
                <a:ext uri="{FF2B5EF4-FFF2-40B4-BE49-F238E27FC236}">
                  <a16:creationId xmlns:a16="http://schemas.microsoft.com/office/drawing/2014/main" id="{8C178023-3349-4501-AA53-BBED0DE429B5}"/>
                </a:ext>
              </a:extLst>
            </p:cNvPr>
            <p:cNvSpPr>
              <a:spLocks noChangeShapeType="1"/>
            </p:cNvSpPr>
            <p:nvPr/>
          </p:nvSpPr>
          <p:spPr bwMode="auto">
            <a:xfrm>
              <a:off x="3840" y="3297"/>
              <a:ext cx="435" cy="0"/>
            </a:xfrm>
            <a:prstGeom prst="line">
              <a:avLst/>
            </a:prstGeom>
            <a:noFill/>
            <a:ln w="9525">
              <a:solidFill>
                <a:srgbClr val="000000"/>
              </a:solidFill>
              <a:round/>
              <a:headEnd/>
              <a:tailEnd type="arrow" w="med" len="med"/>
            </a:ln>
            <a:extLst>
              <a:ext uri="{909E8E84-426E-40DD-AFC4-6F175D3DCCD1}">
                <a14:hiddenFill xmlns:a14="http://schemas.microsoft.com/office/drawing/2010/main">
                  <a:noFill/>
                </a14:hiddenFill>
              </a:ext>
            </a:extLst>
          </p:spPr>
          <p:txBody>
            <a:bodyPr/>
            <a:lstStyle/>
            <a:p>
              <a:endParaRPr lang="vi-VN">
                <a:latin typeface="Times New Roman" panose="02020603050405020304" pitchFamily="18" charset="0"/>
                <a:cs typeface="Times New Roman" panose="02020603050405020304" pitchFamily="18" charset="0"/>
              </a:endParaRPr>
            </a:p>
          </p:txBody>
        </p:sp>
      </p:grpSp>
      <p:sp>
        <p:nvSpPr>
          <p:cNvPr id="50190" name="Rectangle 14">
            <a:extLst>
              <a:ext uri="{FF2B5EF4-FFF2-40B4-BE49-F238E27FC236}">
                <a16:creationId xmlns:a16="http://schemas.microsoft.com/office/drawing/2014/main" id="{EAB82AE9-2722-41E2-B64F-AE934CB8A490}"/>
              </a:ext>
            </a:extLst>
          </p:cNvPr>
          <p:cNvSpPr>
            <a:spLocks noChangeArrowheads="1"/>
          </p:cNvSpPr>
          <p:nvPr/>
        </p:nvSpPr>
        <p:spPr bwMode="auto">
          <a:xfrm>
            <a:off x="4151516" y="3903046"/>
            <a:ext cx="489749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vi-VN" dirty="0">
                <a:latin typeface="Times New Roman" panose="02020603050405020304" pitchFamily="18" charset="0"/>
                <a:cs typeface="Times New Roman" panose="02020603050405020304" pitchFamily="18" charset="0"/>
              </a:rPr>
              <a:t>Fig. 1: Block diagram of Open loop control system</a:t>
            </a:r>
          </a:p>
        </p:txBody>
      </p:sp>
      <p:pic>
        <p:nvPicPr>
          <p:cNvPr id="15" name="Picture 14">
            <a:extLst>
              <a:ext uri="{FF2B5EF4-FFF2-40B4-BE49-F238E27FC236}">
                <a16:creationId xmlns:a16="http://schemas.microsoft.com/office/drawing/2014/main" id="{672A46F9-5CF8-4A17-B945-BAD2FF1570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001" y="50721"/>
            <a:ext cx="2851037" cy="869371"/>
          </a:xfrm>
          <a:prstGeom prst="rect">
            <a:avLst/>
          </a:prstGeom>
        </p:spPr>
      </p:pic>
      <p:sp>
        <p:nvSpPr>
          <p:cNvPr id="16" name="Rectangle: Rounded Corners 15">
            <a:extLst>
              <a:ext uri="{FF2B5EF4-FFF2-40B4-BE49-F238E27FC236}">
                <a16:creationId xmlns:a16="http://schemas.microsoft.com/office/drawing/2014/main" id="{2DD739EE-D733-4540-BB42-886058602E01}"/>
              </a:ext>
            </a:extLst>
          </p:cNvPr>
          <p:cNvSpPr/>
          <p:nvPr/>
        </p:nvSpPr>
        <p:spPr>
          <a:xfrm>
            <a:off x="55002" y="6435176"/>
            <a:ext cx="12079705" cy="323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dirty="0">
                <a:solidFill>
                  <a:schemeClr val="bg1"/>
                </a:solidFill>
                <a:latin typeface="Times New Roman" panose="02020603050405020304" pitchFamily="18" charset="0"/>
                <a:cs typeface="Times New Roman" panose="02020603050405020304" pitchFamily="18" charset="0"/>
              </a:rPr>
              <a:t> PLC Programming                      1. AN INTRODUCTION TO PROGRAMABLE LOGIC CONTROLLERS</a:t>
            </a:r>
            <a:endParaRPr lang="vi-VN" sz="1800" dirty="0">
              <a:solidFill>
                <a:schemeClr val="bg1"/>
              </a:solidFill>
              <a:latin typeface="Times New Roman" panose="02020603050405020304" pitchFamily="18" charset="0"/>
              <a:cs typeface="Times New Roman" panose="02020603050405020304" pitchFamily="18" charset="0"/>
            </a:endParaRPr>
          </a:p>
        </p:txBody>
      </p:sp>
      <p:sp>
        <p:nvSpPr>
          <p:cNvPr id="17" name="Slide Number Placeholder 6">
            <a:extLst>
              <a:ext uri="{FF2B5EF4-FFF2-40B4-BE49-F238E27FC236}">
                <a16:creationId xmlns:a16="http://schemas.microsoft.com/office/drawing/2014/main" id="{7801ECD1-C447-4386-BB3F-248580CD1A0E}"/>
              </a:ext>
            </a:extLst>
          </p:cNvPr>
          <p:cNvSpPr>
            <a:spLocks noGrp="1"/>
          </p:cNvSpPr>
          <p:nvPr>
            <p:ph type="sldNum" sz="quarter" idx="12"/>
          </p:nvPr>
        </p:nvSpPr>
        <p:spPr>
          <a:xfrm>
            <a:off x="9049011" y="6435176"/>
            <a:ext cx="2743200" cy="365125"/>
          </a:xfrm>
        </p:spPr>
        <p:txBody>
          <a:bodyPr/>
          <a:lstStyle/>
          <a:p>
            <a:fld id="{7922E462-5D99-474A-8333-BF14A8734AA9}" type="slidenum">
              <a:rPr lang="vi-VN" sz="1400" smtClean="0">
                <a:solidFill>
                  <a:schemeClr val="bg1"/>
                </a:solidFill>
                <a:latin typeface="Times New Roman" panose="02020603050405020304" pitchFamily="18" charset="0"/>
                <a:cs typeface="Times New Roman" panose="02020603050405020304" pitchFamily="18" charset="0"/>
              </a:rPr>
              <a:t>5</a:t>
            </a:fld>
            <a:endParaRPr lang="vi-VN" sz="140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5DA48126-9876-4880-9196-543786322120}"/>
              </a:ext>
            </a:extLst>
          </p:cNvPr>
          <p:cNvSpPr>
            <a:spLocks noGrp="1" noChangeArrowheads="1"/>
          </p:cNvSpPr>
          <p:nvPr>
            <p:ph type="title"/>
          </p:nvPr>
        </p:nvSpPr>
        <p:spPr>
          <a:xfrm>
            <a:off x="3238214" y="274638"/>
            <a:ext cx="6972586" cy="334962"/>
          </a:xfrm>
          <a:solidFill>
            <a:schemeClr val="accent1">
              <a:lumMod val="40000"/>
              <a:lumOff val="60000"/>
            </a:schemeClr>
          </a:solidFill>
        </p:spPr>
        <p:txBody>
          <a:bodyPr>
            <a:noAutofit/>
          </a:bodyPr>
          <a:lstStyle/>
          <a:p>
            <a:r>
              <a:rPr lang="en-US" altLang="vi-VN" sz="2400" b="1" dirty="0">
                <a:latin typeface="Times New Roman" panose="02020603050405020304" pitchFamily="18" charset="0"/>
                <a:cs typeface="Times New Roman" panose="02020603050405020304" pitchFamily="18" charset="0"/>
              </a:rPr>
              <a:t>1.1 EXAMPLE :      Street Lighting System</a:t>
            </a:r>
          </a:p>
        </p:txBody>
      </p:sp>
      <p:grpSp>
        <p:nvGrpSpPr>
          <p:cNvPr id="51203" name="Group 3">
            <a:extLst>
              <a:ext uri="{FF2B5EF4-FFF2-40B4-BE49-F238E27FC236}">
                <a16:creationId xmlns:a16="http://schemas.microsoft.com/office/drawing/2014/main" id="{44176BE7-E2F3-456E-A9E5-995DD0FA35F8}"/>
              </a:ext>
            </a:extLst>
          </p:cNvPr>
          <p:cNvGrpSpPr>
            <a:grpSpLocks/>
          </p:cNvGrpSpPr>
          <p:nvPr/>
        </p:nvGrpSpPr>
        <p:grpSpPr bwMode="auto">
          <a:xfrm>
            <a:off x="2162060" y="3511488"/>
            <a:ext cx="7488716" cy="1920607"/>
            <a:chOff x="2421" y="5533"/>
            <a:chExt cx="8160" cy="1080"/>
          </a:xfrm>
        </p:grpSpPr>
        <p:sp>
          <p:nvSpPr>
            <p:cNvPr id="51204" name="Text Box 4">
              <a:extLst>
                <a:ext uri="{FF2B5EF4-FFF2-40B4-BE49-F238E27FC236}">
                  <a16:creationId xmlns:a16="http://schemas.microsoft.com/office/drawing/2014/main" id="{D5E6B5B5-6342-434C-883C-5D7F20FDD6D1}"/>
                </a:ext>
              </a:extLst>
            </p:cNvPr>
            <p:cNvSpPr txBox="1">
              <a:spLocks noChangeArrowheads="1"/>
            </p:cNvSpPr>
            <p:nvPr/>
          </p:nvSpPr>
          <p:spPr bwMode="auto">
            <a:xfrm>
              <a:off x="4014" y="5774"/>
              <a:ext cx="1293" cy="480"/>
            </a:xfrm>
            <a:prstGeom prst="rect">
              <a:avLst/>
            </a:prstGeom>
            <a:solidFill>
              <a:srgbClr val="FFFFFF"/>
            </a:solidFill>
            <a:ln w="9525">
              <a:solidFill>
                <a:srgbClr val="000000"/>
              </a:solidFill>
              <a:miter lim="800000"/>
              <a:headEnd/>
              <a:tailEnd/>
            </a:ln>
          </p:spPr>
          <p:txBody>
            <a:bodyPr/>
            <a:lstStyle/>
            <a:p>
              <a:pPr algn="ctr" defTabSz="892175" eaLnBrk="1" hangingPunct="1"/>
              <a:r>
                <a:rPr lang="en-US" altLang="vi-VN">
                  <a:latin typeface="Times New Roman" panose="02020603050405020304" pitchFamily="18" charset="0"/>
                  <a:cs typeface="Times New Roman" panose="02020603050405020304" pitchFamily="18" charset="0"/>
                </a:rPr>
                <a:t>Controller</a:t>
              </a:r>
            </a:p>
            <a:p>
              <a:pPr algn="ctr" defTabSz="892175" eaLnBrk="1" hangingPunct="1"/>
              <a:r>
                <a:rPr lang="en-US" altLang="vi-VN">
                  <a:latin typeface="Times New Roman" panose="02020603050405020304" pitchFamily="18" charset="0"/>
                  <a:cs typeface="Times New Roman" panose="02020603050405020304" pitchFamily="18" charset="0"/>
                </a:rPr>
                <a:t>(timer)</a:t>
              </a:r>
            </a:p>
          </p:txBody>
        </p:sp>
        <p:sp>
          <p:nvSpPr>
            <p:cNvPr id="51205" name="Text Box 5">
              <a:extLst>
                <a:ext uri="{FF2B5EF4-FFF2-40B4-BE49-F238E27FC236}">
                  <a16:creationId xmlns:a16="http://schemas.microsoft.com/office/drawing/2014/main" id="{53F00DAA-5878-47AA-B8D1-AF110AC2260B}"/>
                </a:ext>
              </a:extLst>
            </p:cNvPr>
            <p:cNvSpPr txBox="1">
              <a:spLocks noChangeArrowheads="1"/>
            </p:cNvSpPr>
            <p:nvPr/>
          </p:nvSpPr>
          <p:spPr bwMode="auto">
            <a:xfrm>
              <a:off x="5901" y="5774"/>
              <a:ext cx="1200" cy="480"/>
            </a:xfrm>
            <a:prstGeom prst="rect">
              <a:avLst/>
            </a:prstGeom>
            <a:solidFill>
              <a:srgbClr val="FFFFFF"/>
            </a:solidFill>
            <a:ln w="9525">
              <a:solidFill>
                <a:srgbClr val="000000"/>
              </a:solidFill>
              <a:miter lim="800000"/>
              <a:headEnd/>
              <a:tailEnd/>
            </a:ln>
          </p:spPr>
          <p:txBody>
            <a:bodyPr/>
            <a:lstStyle/>
            <a:p>
              <a:pPr algn="ctr" eaLnBrk="1" hangingPunct="1"/>
              <a:r>
                <a:rPr lang="en-US" altLang="vi-VN" sz="2000">
                  <a:latin typeface="Times New Roman" panose="02020603050405020304" pitchFamily="18" charset="0"/>
                  <a:cs typeface="Times New Roman" panose="02020603050405020304" pitchFamily="18" charset="0"/>
                </a:rPr>
                <a:t>Actuator</a:t>
              </a:r>
            </a:p>
            <a:p>
              <a:pPr algn="ctr" eaLnBrk="1" hangingPunct="1"/>
              <a:r>
                <a:rPr lang="en-US" altLang="vi-VN" sz="2000">
                  <a:latin typeface="Times New Roman" panose="02020603050405020304" pitchFamily="18" charset="0"/>
                  <a:cs typeface="Times New Roman" panose="02020603050405020304" pitchFamily="18" charset="0"/>
                </a:rPr>
                <a:t>(Relay)</a:t>
              </a:r>
            </a:p>
          </p:txBody>
        </p:sp>
        <p:sp>
          <p:nvSpPr>
            <p:cNvPr id="51206" name="Text Box 6">
              <a:extLst>
                <a:ext uri="{FF2B5EF4-FFF2-40B4-BE49-F238E27FC236}">
                  <a16:creationId xmlns:a16="http://schemas.microsoft.com/office/drawing/2014/main" id="{C2B3CBFF-B449-46C4-9FD5-BD9CFF845C7A}"/>
                </a:ext>
              </a:extLst>
            </p:cNvPr>
            <p:cNvSpPr txBox="1">
              <a:spLocks noChangeArrowheads="1"/>
            </p:cNvSpPr>
            <p:nvPr/>
          </p:nvSpPr>
          <p:spPr bwMode="auto">
            <a:xfrm>
              <a:off x="7701" y="5533"/>
              <a:ext cx="960" cy="1080"/>
            </a:xfrm>
            <a:prstGeom prst="rect">
              <a:avLst/>
            </a:prstGeom>
            <a:solidFill>
              <a:srgbClr val="FFFFFF"/>
            </a:solidFill>
            <a:ln w="9525">
              <a:solidFill>
                <a:srgbClr val="000000"/>
              </a:solidFill>
              <a:miter lim="800000"/>
              <a:headEnd/>
              <a:tailEnd/>
            </a:ln>
          </p:spPr>
          <p:txBody>
            <a:bodyPr/>
            <a:lstStyle/>
            <a:p>
              <a:pPr algn="ctr" eaLnBrk="1" hangingPunct="1"/>
              <a:endParaRPr lang="en-US" altLang="vi-VN" sz="1400">
                <a:latin typeface="Times New Roman" panose="02020603050405020304" pitchFamily="18" charset="0"/>
                <a:cs typeface="Times New Roman" panose="02020603050405020304" pitchFamily="18" charset="0"/>
              </a:endParaRPr>
            </a:p>
            <a:p>
              <a:pPr algn="ctr" eaLnBrk="1" hangingPunct="1"/>
              <a:r>
                <a:rPr lang="en-US" altLang="vi-VN" sz="1600" b="1">
                  <a:latin typeface="Times New Roman" panose="02020603050405020304" pitchFamily="18" charset="0"/>
                  <a:cs typeface="Times New Roman" panose="02020603050405020304" pitchFamily="18" charset="0"/>
                </a:rPr>
                <a:t>System</a:t>
              </a:r>
            </a:p>
            <a:p>
              <a:pPr algn="ctr" eaLnBrk="1" hangingPunct="1"/>
              <a:r>
                <a:rPr lang="en-US" altLang="vi-VN" sz="1600" b="1">
                  <a:latin typeface="Times New Roman" panose="02020603050405020304" pitchFamily="18" charset="0"/>
                  <a:cs typeface="Times New Roman" panose="02020603050405020304" pitchFamily="18" charset="0"/>
                </a:rPr>
                <a:t>(street lighting system</a:t>
              </a:r>
              <a:r>
                <a:rPr lang="en-US" altLang="vi-VN" sz="1400">
                  <a:latin typeface="Times New Roman" panose="02020603050405020304" pitchFamily="18" charset="0"/>
                  <a:cs typeface="Times New Roman" panose="02020603050405020304" pitchFamily="18" charset="0"/>
                </a:rPr>
                <a:t>)</a:t>
              </a:r>
            </a:p>
          </p:txBody>
        </p:sp>
        <p:sp>
          <p:nvSpPr>
            <p:cNvPr id="51207" name="Text Box 7">
              <a:extLst>
                <a:ext uri="{FF2B5EF4-FFF2-40B4-BE49-F238E27FC236}">
                  <a16:creationId xmlns:a16="http://schemas.microsoft.com/office/drawing/2014/main" id="{0AFFA991-EFC7-4CA9-86B6-BD8381BC7BD9}"/>
                </a:ext>
              </a:extLst>
            </p:cNvPr>
            <p:cNvSpPr txBox="1">
              <a:spLocks noChangeArrowheads="1"/>
            </p:cNvSpPr>
            <p:nvPr/>
          </p:nvSpPr>
          <p:spPr bwMode="auto">
            <a:xfrm>
              <a:off x="2421" y="5774"/>
              <a:ext cx="960" cy="6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1" hangingPunct="1"/>
              <a:r>
                <a:rPr lang="en-US" altLang="vi-VN" sz="2000" dirty="0">
                  <a:latin typeface="Times New Roman" panose="02020603050405020304" pitchFamily="18" charset="0"/>
                  <a:cs typeface="Times New Roman" panose="02020603050405020304" pitchFamily="18" charset="0"/>
                </a:rPr>
                <a:t>Time set up</a:t>
              </a:r>
            </a:p>
          </p:txBody>
        </p:sp>
        <p:sp>
          <p:nvSpPr>
            <p:cNvPr id="51208" name="Line 8">
              <a:extLst>
                <a:ext uri="{FF2B5EF4-FFF2-40B4-BE49-F238E27FC236}">
                  <a16:creationId xmlns:a16="http://schemas.microsoft.com/office/drawing/2014/main" id="{9602C6E5-7DC6-4B42-B808-172584DECD04}"/>
                </a:ext>
              </a:extLst>
            </p:cNvPr>
            <p:cNvSpPr>
              <a:spLocks noChangeShapeType="1"/>
            </p:cNvSpPr>
            <p:nvPr/>
          </p:nvSpPr>
          <p:spPr bwMode="auto">
            <a:xfrm>
              <a:off x="3381" y="6014"/>
              <a:ext cx="600" cy="0"/>
            </a:xfrm>
            <a:prstGeom prst="line">
              <a:avLst/>
            </a:prstGeom>
            <a:noFill/>
            <a:ln w="9525">
              <a:solidFill>
                <a:srgbClr val="000000"/>
              </a:solidFill>
              <a:round/>
              <a:headEnd/>
              <a:tailEnd type="arrow" w="med" len="med"/>
            </a:ln>
            <a:extLst>
              <a:ext uri="{909E8E84-426E-40DD-AFC4-6F175D3DCCD1}">
                <a14:hiddenFill xmlns:a14="http://schemas.microsoft.com/office/drawing/2010/main">
                  <a:noFill/>
                </a14:hiddenFill>
              </a:ext>
            </a:extLst>
          </p:spPr>
          <p:txBody>
            <a:bodyPr/>
            <a:lstStyle/>
            <a:p>
              <a:endParaRPr lang="vi-VN" sz="1400">
                <a:latin typeface="Times New Roman" panose="02020603050405020304" pitchFamily="18" charset="0"/>
                <a:cs typeface="Times New Roman" panose="02020603050405020304" pitchFamily="18" charset="0"/>
              </a:endParaRPr>
            </a:p>
          </p:txBody>
        </p:sp>
        <p:sp>
          <p:nvSpPr>
            <p:cNvPr id="51209" name="Line 9">
              <a:extLst>
                <a:ext uri="{FF2B5EF4-FFF2-40B4-BE49-F238E27FC236}">
                  <a16:creationId xmlns:a16="http://schemas.microsoft.com/office/drawing/2014/main" id="{871DD3DF-F945-4124-BD1A-F8E150FC9862}"/>
                </a:ext>
              </a:extLst>
            </p:cNvPr>
            <p:cNvSpPr>
              <a:spLocks noChangeShapeType="1"/>
            </p:cNvSpPr>
            <p:nvPr/>
          </p:nvSpPr>
          <p:spPr bwMode="auto">
            <a:xfrm>
              <a:off x="5301" y="6014"/>
              <a:ext cx="600" cy="0"/>
            </a:xfrm>
            <a:prstGeom prst="line">
              <a:avLst/>
            </a:prstGeom>
            <a:noFill/>
            <a:ln w="9525">
              <a:solidFill>
                <a:srgbClr val="000000"/>
              </a:solidFill>
              <a:round/>
              <a:headEnd/>
              <a:tailEnd type="arrow" w="med" len="med"/>
            </a:ln>
            <a:extLst>
              <a:ext uri="{909E8E84-426E-40DD-AFC4-6F175D3DCCD1}">
                <a14:hiddenFill xmlns:a14="http://schemas.microsoft.com/office/drawing/2010/main">
                  <a:noFill/>
                </a14:hiddenFill>
              </a:ext>
            </a:extLst>
          </p:spPr>
          <p:txBody>
            <a:bodyPr/>
            <a:lstStyle/>
            <a:p>
              <a:endParaRPr lang="vi-VN" sz="1400">
                <a:latin typeface="Times New Roman" panose="02020603050405020304" pitchFamily="18" charset="0"/>
                <a:cs typeface="Times New Roman" panose="02020603050405020304" pitchFamily="18" charset="0"/>
              </a:endParaRPr>
            </a:p>
          </p:txBody>
        </p:sp>
        <p:sp>
          <p:nvSpPr>
            <p:cNvPr id="51210" name="Line 10">
              <a:extLst>
                <a:ext uri="{FF2B5EF4-FFF2-40B4-BE49-F238E27FC236}">
                  <a16:creationId xmlns:a16="http://schemas.microsoft.com/office/drawing/2014/main" id="{D29CB0AE-6E53-4307-8BE3-1155A3A93717}"/>
                </a:ext>
              </a:extLst>
            </p:cNvPr>
            <p:cNvSpPr>
              <a:spLocks noChangeShapeType="1"/>
            </p:cNvSpPr>
            <p:nvPr/>
          </p:nvSpPr>
          <p:spPr bwMode="auto">
            <a:xfrm>
              <a:off x="7101" y="6014"/>
              <a:ext cx="600" cy="0"/>
            </a:xfrm>
            <a:prstGeom prst="line">
              <a:avLst/>
            </a:prstGeom>
            <a:noFill/>
            <a:ln w="9525">
              <a:solidFill>
                <a:srgbClr val="000000"/>
              </a:solidFill>
              <a:round/>
              <a:headEnd/>
              <a:tailEnd type="arrow" w="med" len="med"/>
            </a:ln>
            <a:extLst>
              <a:ext uri="{909E8E84-426E-40DD-AFC4-6F175D3DCCD1}">
                <a14:hiddenFill xmlns:a14="http://schemas.microsoft.com/office/drawing/2010/main">
                  <a:noFill/>
                </a14:hiddenFill>
              </a:ext>
            </a:extLst>
          </p:spPr>
          <p:txBody>
            <a:bodyPr/>
            <a:lstStyle/>
            <a:p>
              <a:endParaRPr lang="vi-VN" sz="1400">
                <a:latin typeface="Times New Roman" panose="02020603050405020304" pitchFamily="18" charset="0"/>
                <a:cs typeface="Times New Roman" panose="02020603050405020304" pitchFamily="18" charset="0"/>
              </a:endParaRPr>
            </a:p>
          </p:txBody>
        </p:sp>
        <p:sp>
          <p:nvSpPr>
            <p:cNvPr id="51211" name="Text Box 11">
              <a:extLst>
                <a:ext uri="{FF2B5EF4-FFF2-40B4-BE49-F238E27FC236}">
                  <a16:creationId xmlns:a16="http://schemas.microsoft.com/office/drawing/2014/main" id="{7117FA39-BB2B-4ACE-817E-B5346F57919F}"/>
                </a:ext>
              </a:extLst>
            </p:cNvPr>
            <p:cNvSpPr txBox="1">
              <a:spLocks noChangeArrowheads="1"/>
            </p:cNvSpPr>
            <p:nvPr/>
          </p:nvSpPr>
          <p:spPr bwMode="auto">
            <a:xfrm>
              <a:off x="9261" y="5774"/>
              <a:ext cx="1320" cy="6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1" hangingPunct="1"/>
              <a:r>
                <a:rPr lang="en-US" altLang="vi-VN" b="1">
                  <a:latin typeface="Times New Roman" panose="02020603050405020304" pitchFamily="18" charset="0"/>
                  <a:cs typeface="Times New Roman" panose="02020603050405020304" pitchFamily="18" charset="0"/>
                </a:rPr>
                <a:t>Street Lamp ON @ OFF</a:t>
              </a:r>
            </a:p>
          </p:txBody>
        </p:sp>
        <p:sp>
          <p:nvSpPr>
            <p:cNvPr id="51212" name="Line 12">
              <a:extLst>
                <a:ext uri="{FF2B5EF4-FFF2-40B4-BE49-F238E27FC236}">
                  <a16:creationId xmlns:a16="http://schemas.microsoft.com/office/drawing/2014/main" id="{016DE966-C896-4E05-92D9-EDB4F441C2C0}"/>
                </a:ext>
              </a:extLst>
            </p:cNvPr>
            <p:cNvSpPr>
              <a:spLocks noChangeShapeType="1"/>
            </p:cNvSpPr>
            <p:nvPr/>
          </p:nvSpPr>
          <p:spPr bwMode="auto">
            <a:xfrm>
              <a:off x="8661" y="6014"/>
              <a:ext cx="840" cy="0"/>
            </a:xfrm>
            <a:prstGeom prst="line">
              <a:avLst/>
            </a:prstGeom>
            <a:noFill/>
            <a:ln w="9525">
              <a:solidFill>
                <a:srgbClr val="000000"/>
              </a:solidFill>
              <a:round/>
              <a:headEnd/>
              <a:tailEnd type="arrow" w="med" len="med"/>
            </a:ln>
            <a:extLst>
              <a:ext uri="{909E8E84-426E-40DD-AFC4-6F175D3DCCD1}">
                <a14:hiddenFill xmlns:a14="http://schemas.microsoft.com/office/drawing/2010/main">
                  <a:noFill/>
                </a14:hiddenFill>
              </a:ext>
            </a:extLst>
          </p:spPr>
          <p:txBody>
            <a:bodyPr/>
            <a:lstStyle/>
            <a:p>
              <a:endParaRPr lang="vi-VN" sz="1400">
                <a:latin typeface="Times New Roman" panose="02020603050405020304" pitchFamily="18" charset="0"/>
                <a:cs typeface="Times New Roman" panose="02020603050405020304" pitchFamily="18" charset="0"/>
              </a:endParaRPr>
            </a:p>
          </p:txBody>
        </p:sp>
      </p:grpSp>
      <p:sp>
        <p:nvSpPr>
          <p:cNvPr id="51213" name="Rectangle 13">
            <a:extLst>
              <a:ext uri="{FF2B5EF4-FFF2-40B4-BE49-F238E27FC236}">
                <a16:creationId xmlns:a16="http://schemas.microsoft.com/office/drawing/2014/main" id="{52E9F575-6D46-4501-9852-931F428C972B}"/>
              </a:ext>
            </a:extLst>
          </p:cNvPr>
          <p:cNvSpPr>
            <a:spLocks noChangeArrowheads="1"/>
          </p:cNvSpPr>
          <p:nvPr/>
        </p:nvSpPr>
        <p:spPr bwMode="auto">
          <a:xfrm>
            <a:off x="1135249" y="5781880"/>
            <a:ext cx="1019381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spcBef>
                <a:spcPct val="20000"/>
              </a:spcBef>
            </a:pPr>
            <a:r>
              <a:rPr lang="en-US" altLang="vi-VN" sz="2400" dirty="0">
                <a:latin typeface="Times New Roman" panose="02020603050405020304" pitchFamily="18" charset="0"/>
                <a:cs typeface="Times New Roman" panose="02020603050405020304" pitchFamily="18" charset="0"/>
              </a:rPr>
              <a:t>Fig. 2: Block diagram of Street Lighting System using Open loop control system </a:t>
            </a:r>
          </a:p>
        </p:txBody>
      </p:sp>
      <p:sp>
        <p:nvSpPr>
          <p:cNvPr id="51214" name="Rectangle 14">
            <a:extLst>
              <a:ext uri="{FF2B5EF4-FFF2-40B4-BE49-F238E27FC236}">
                <a16:creationId xmlns:a16="http://schemas.microsoft.com/office/drawing/2014/main" id="{8530B170-94E9-4AA2-9AEC-D6E5FB8C0D97}"/>
              </a:ext>
            </a:extLst>
          </p:cNvPr>
          <p:cNvSpPr>
            <a:spLocks noChangeArrowheads="1"/>
          </p:cNvSpPr>
          <p:nvPr/>
        </p:nvSpPr>
        <p:spPr bwMode="auto">
          <a:xfrm>
            <a:off x="1135249" y="1134048"/>
            <a:ext cx="6553200"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buFontTx/>
              <a:buChar char="•"/>
            </a:pPr>
            <a:r>
              <a:rPr lang="en-US" altLang="vi-VN" sz="2400" dirty="0">
                <a:latin typeface="Times New Roman" panose="02020603050405020304" pitchFamily="18" charset="0"/>
                <a:cs typeface="Times New Roman" panose="02020603050405020304" pitchFamily="18" charset="0"/>
              </a:rPr>
              <a:t> Commonly a system that using timer.</a:t>
            </a:r>
          </a:p>
          <a:p>
            <a:pPr eaLnBrk="1" hangingPunct="1">
              <a:buFontTx/>
              <a:buChar char="•"/>
            </a:pPr>
            <a:endParaRPr lang="en-US" altLang="vi-VN" sz="2400" dirty="0">
              <a:latin typeface="Times New Roman" panose="02020603050405020304" pitchFamily="18" charset="0"/>
              <a:cs typeface="Times New Roman" panose="02020603050405020304" pitchFamily="18" charset="0"/>
            </a:endParaRPr>
          </a:p>
          <a:p>
            <a:pPr eaLnBrk="1" hangingPunct="1">
              <a:buFontTx/>
              <a:buChar char="•"/>
            </a:pPr>
            <a:r>
              <a:rPr lang="en-US" altLang="vi-VN" sz="2400" dirty="0">
                <a:latin typeface="Times New Roman" panose="02020603050405020304" pitchFamily="18" charset="0"/>
                <a:cs typeface="Times New Roman" panose="02020603050405020304" pitchFamily="18" charset="0"/>
              </a:rPr>
              <a:t> ON and OFF at specific time </a:t>
            </a:r>
          </a:p>
          <a:p>
            <a:pPr eaLnBrk="1" hangingPunct="1"/>
            <a:r>
              <a:rPr lang="en-US" altLang="vi-VN" sz="2400" dirty="0">
                <a:latin typeface="Times New Roman" panose="02020603050405020304" pitchFamily="18" charset="0"/>
                <a:cs typeface="Times New Roman" panose="02020603050405020304" pitchFamily="18" charset="0"/>
              </a:rPr>
              <a:t>   ( Night = ON and Day = OFF)</a:t>
            </a:r>
          </a:p>
          <a:p>
            <a:pPr eaLnBrk="1" hangingPunct="1"/>
            <a:endParaRPr lang="en-US" altLang="vi-VN" sz="2400" dirty="0">
              <a:latin typeface="Times New Roman" panose="02020603050405020304" pitchFamily="18" charset="0"/>
              <a:cs typeface="Times New Roman" panose="02020603050405020304" pitchFamily="18" charset="0"/>
            </a:endParaRPr>
          </a:p>
          <a:p>
            <a:pPr eaLnBrk="1" hangingPunct="1">
              <a:buFontTx/>
              <a:buChar char="•"/>
            </a:pPr>
            <a:r>
              <a:rPr lang="en-US" altLang="vi-VN" sz="2400" dirty="0">
                <a:latin typeface="Times New Roman" panose="02020603050405020304" pitchFamily="18" charset="0"/>
                <a:cs typeface="Times New Roman" panose="02020603050405020304" pitchFamily="18" charset="0"/>
              </a:rPr>
              <a:t> Duration within ON and OFF is set up </a:t>
            </a:r>
            <a:r>
              <a:rPr lang="en-US" altLang="vi-VN" sz="2400" dirty="0" err="1">
                <a:latin typeface="Times New Roman" panose="02020603050405020304" pitchFamily="18" charset="0"/>
                <a:cs typeface="Times New Roman" panose="02020603050405020304" pitchFamily="18" charset="0"/>
              </a:rPr>
              <a:t>bytimer</a:t>
            </a:r>
            <a:r>
              <a:rPr lang="en-US" altLang="vi-VN" sz="2400" dirty="0">
                <a:latin typeface="Times New Roman" panose="02020603050405020304" pitchFamily="18" charset="0"/>
                <a:cs typeface="Times New Roman" panose="02020603050405020304" pitchFamily="18" charset="0"/>
              </a:rPr>
              <a:t>.</a:t>
            </a:r>
          </a:p>
          <a:p>
            <a:pPr eaLnBrk="1" hangingPunct="1">
              <a:spcBef>
                <a:spcPct val="50000"/>
              </a:spcBef>
            </a:pPr>
            <a:endParaRPr lang="en-US" altLang="vi-VN" sz="2400" dirty="0">
              <a:latin typeface="Times New Roman" panose="02020603050405020304" pitchFamily="18" charset="0"/>
              <a:cs typeface="Times New Roman" panose="02020603050405020304" pitchFamily="18" charset="0"/>
            </a:endParaRPr>
          </a:p>
        </p:txBody>
      </p:sp>
      <p:pic>
        <p:nvPicPr>
          <p:cNvPr id="15" name="Picture 14">
            <a:extLst>
              <a:ext uri="{FF2B5EF4-FFF2-40B4-BE49-F238E27FC236}">
                <a16:creationId xmlns:a16="http://schemas.microsoft.com/office/drawing/2014/main" id="{45F15C07-4C7D-4AC0-A855-CA639A6335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001" y="50721"/>
            <a:ext cx="2851037" cy="869371"/>
          </a:xfrm>
          <a:prstGeom prst="rect">
            <a:avLst/>
          </a:prstGeom>
        </p:spPr>
      </p:pic>
      <p:sp>
        <p:nvSpPr>
          <p:cNvPr id="16" name="Rectangle: Rounded Corners 15">
            <a:extLst>
              <a:ext uri="{FF2B5EF4-FFF2-40B4-BE49-F238E27FC236}">
                <a16:creationId xmlns:a16="http://schemas.microsoft.com/office/drawing/2014/main" id="{EABDAC8D-17AB-4C87-B31D-0C2F454E1DA7}"/>
              </a:ext>
            </a:extLst>
          </p:cNvPr>
          <p:cNvSpPr/>
          <p:nvPr/>
        </p:nvSpPr>
        <p:spPr>
          <a:xfrm>
            <a:off x="55002" y="6435176"/>
            <a:ext cx="12079705" cy="323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dirty="0">
                <a:solidFill>
                  <a:schemeClr val="bg1"/>
                </a:solidFill>
                <a:latin typeface="Times New Roman" panose="02020603050405020304" pitchFamily="18" charset="0"/>
                <a:cs typeface="Times New Roman" panose="02020603050405020304" pitchFamily="18" charset="0"/>
              </a:rPr>
              <a:t> PLC Programming                      1. AN INTRODUCTION TO PROGRAMABLE LOGIC CONTROLLERS</a:t>
            </a:r>
            <a:endParaRPr lang="vi-VN" sz="1800" dirty="0">
              <a:solidFill>
                <a:schemeClr val="bg1"/>
              </a:solidFill>
              <a:latin typeface="Times New Roman" panose="02020603050405020304" pitchFamily="18" charset="0"/>
              <a:cs typeface="Times New Roman" panose="02020603050405020304" pitchFamily="18" charset="0"/>
            </a:endParaRPr>
          </a:p>
        </p:txBody>
      </p:sp>
      <p:sp>
        <p:nvSpPr>
          <p:cNvPr id="17" name="Slide Number Placeholder 6">
            <a:extLst>
              <a:ext uri="{FF2B5EF4-FFF2-40B4-BE49-F238E27FC236}">
                <a16:creationId xmlns:a16="http://schemas.microsoft.com/office/drawing/2014/main" id="{E6F2F736-7C1A-4747-AEC2-51D7886E139A}"/>
              </a:ext>
            </a:extLst>
          </p:cNvPr>
          <p:cNvSpPr>
            <a:spLocks noGrp="1"/>
          </p:cNvSpPr>
          <p:nvPr>
            <p:ph type="sldNum" sz="quarter" idx="12"/>
          </p:nvPr>
        </p:nvSpPr>
        <p:spPr>
          <a:xfrm>
            <a:off x="9049011" y="6435176"/>
            <a:ext cx="2743200" cy="365125"/>
          </a:xfrm>
        </p:spPr>
        <p:txBody>
          <a:bodyPr/>
          <a:lstStyle/>
          <a:p>
            <a:fld id="{7922E462-5D99-474A-8333-BF14A8734AA9}" type="slidenum">
              <a:rPr lang="vi-VN" sz="1400" smtClean="0">
                <a:solidFill>
                  <a:schemeClr val="bg1"/>
                </a:solidFill>
                <a:latin typeface="Times New Roman" panose="02020603050405020304" pitchFamily="18" charset="0"/>
                <a:cs typeface="Times New Roman" panose="02020603050405020304" pitchFamily="18" charset="0"/>
              </a:rPr>
              <a:t>6</a:t>
            </a:fld>
            <a:endParaRPr lang="vi-VN" sz="140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3DE96F9E-D442-4E33-965B-936CB5AC01A5}"/>
              </a:ext>
            </a:extLst>
          </p:cNvPr>
          <p:cNvSpPr>
            <a:spLocks noGrp="1" noChangeArrowheads="1"/>
          </p:cNvSpPr>
          <p:nvPr>
            <p:ph type="title"/>
          </p:nvPr>
        </p:nvSpPr>
        <p:spPr>
          <a:xfrm>
            <a:off x="3059458" y="274638"/>
            <a:ext cx="7151341" cy="411162"/>
          </a:xfrm>
          <a:solidFill>
            <a:schemeClr val="accent1">
              <a:lumMod val="40000"/>
              <a:lumOff val="60000"/>
            </a:schemeClr>
          </a:solidFill>
        </p:spPr>
        <p:txBody>
          <a:bodyPr/>
          <a:lstStyle/>
          <a:p>
            <a:r>
              <a:rPr lang="en-US" altLang="vi-VN" sz="2100" b="1" dirty="0">
                <a:latin typeface="Times New Roman" panose="02020603050405020304" pitchFamily="18" charset="0"/>
                <a:cs typeface="Times New Roman" panose="02020603050405020304" pitchFamily="18" charset="0"/>
              </a:rPr>
              <a:t>1.2  CLOSED LOOP CONTROL SYSTEM</a:t>
            </a:r>
          </a:p>
        </p:txBody>
      </p:sp>
      <p:sp>
        <p:nvSpPr>
          <p:cNvPr id="52228" name="Text Box 4">
            <a:extLst>
              <a:ext uri="{FF2B5EF4-FFF2-40B4-BE49-F238E27FC236}">
                <a16:creationId xmlns:a16="http://schemas.microsoft.com/office/drawing/2014/main" id="{C2603E64-06B3-4385-AA03-15C4DC081ED1}"/>
              </a:ext>
            </a:extLst>
          </p:cNvPr>
          <p:cNvSpPr txBox="1">
            <a:spLocks noChangeArrowheads="1"/>
          </p:cNvSpPr>
          <p:nvPr/>
        </p:nvSpPr>
        <p:spPr bwMode="auto">
          <a:xfrm>
            <a:off x="2220687" y="5181600"/>
            <a:ext cx="6161313" cy="3048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vi-VN" sz="2400">
                <a:latin typeface="Times New Roman" panose="02020603050405020304" pitchFamily="18" charset="0"/>
                <a:cs typeface="Times New Roman" panose="02020603050405020304" pitchFamily="18" charset="0"/>
              </a:rPr>
              <a:t>Fig. 3: Block Diagram of Closed Loop System</a:t>
            </a:r>
          </a:p>
        </p:txBody>
      </p:sp>
      <p:sp>
        <p:nvSpPr>
          <p:cNvPr id="52231" name="Rectangle 7">
            <a:extLst>
              <a:ext uri="{FF2B5EF4-FFF2-40B4-BE49-F238E27FC236}">
                <a16:creationId xmlns:a16="http://schemas.microsoft.com/office/drawing/2014/main" id="{E4BAA1CA-70D7-4509-97D1-D4CB2CED4FC9}"/>
              </a:ext>
            </a:extLst>
          </p:cNvPr>
          <p:cNvSpPr>
            <a:spLocks noChangeArrowheads="1"/>
          </p:cNvSpPr>
          <p:nvPr/>
        </p:nvSpPr>
        <p:spPr bwMode="auto">
          <a:xfrm>
            <a:off x="3949701" y="4256089"/>
            <a:ext cx="269875"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tabLst>
                <a:tab pos="457200" algn="r"/>
                <a:tab pos="2743200" algn="ctr"/>
                <a:tab pos="5486400" algn="r"/>
              </a:tabLst>
              <a:defRPr>
                <a:solidFill>
                  <a:schemeClr val="tx1"/>
                </a:solidFill>
                <a:latin typeface="Arial" panose="020B0604020202020204" pitchFamily="34" charset="0"/>
              </a:defRPr>
            </a:lvl1pPr>
            <a:lvl2pPr>
              <a:tabLst>
                <a:tab pos="457200" algn="r"/>
                <a:tab pos="2743200" algn="ctr"/>
                <a:tab pos="5486400" algn="r"/>
              </a:tabLst>
              <a:defRPr>
                <a:solidFill>
                  <a:schemeClr val="tx1"/>
                </a:solidFill>
                <a:latin typeface="Arial" panose="020B0604020202020204" pitchFamily="34" charset="0"/>
              </a:defRPr>
            </a:lvl2pPr>
            <a:lvl3pPr>
              <a:tabLst>
                <a:tab pos="457200" algn="r"/>
                <a:tab pos="2743200" algn="ctr"/>
                <a:tab pos="5486400" algn="r"/>
              </a:tabLst>
              <a:defRPr>
                <a:solidFill>
                  <a:schemeClr val="tx1"/>
                </a:solidFill>
                <a:latin typeface="Arial" panose="020B0604020202020204" pitchFamily="34" charset="0"/>
              </a:defRPr>
            </a:lvl3pPr>
            <a:lvl4pPr>
              <a:tabLst>
                <a:tab pos="457200" algn="r"/>
                <a:tab pos="2743200" algn="ctr"/>
                <a:tab pos="5486400" algn="r"/>
              </a:tabLst>
              <a:defRPr>
                <a:solidFill>
                  <a:schemeClr val="tx1"/>
                </a:solidFill>
                <a:latin typeface="Arial" panose="020B0604020202020204" pitchFamily="34" charset="0"/>
              </a:defRPr>
            </a:lvl4pPr>
            <a:lvl5pPr>
              <a:tabLst>
                <a:tab pos="457200" algn="r"/>
                <a:tab pos="2743200" algn="ctr"/>
                <a:tab pos="5486400" algn="r"/>
              </a:tabLst>
              <a:defRPr>
                <a:solidFill>
                  <a:schemeClr val="tx1"/>
                </a:solidFill>
                <a:latin typeface="Arial" panose="020B0604020202020204" pitchFamily="34" charset="0"/>
              </a:defRPr>
            </a:lvl5pPr>
            <a:lvl6pPr fontAlgn="base">
              <a:spcBef>
                <a:spcPct val="0"/>
              </a:spcBef>
              <a:spcAft>
                <a:spcPct val="0"/>
              </a:spcAft>
              <a:tabLst>
                <a:tab pos="457200" algn="r"/>
                <a:tab pos="2743200" algn="ctr"/>
                <a:tab pos="5486400" algn="r"/>
              </a:tabLst>
              <a:defRPr>
                <a:solidFill>
                  <a:schemeClr val="tx1"/>
                </a:solidFill>
                <a:latin typeface="Arial" panose="020B0604020202020204" pitchFamily="34" charset="0"/>
              </a:defRPr>
            </a:lvl6pPr>
            <a:lvl7pPr fontAlgn="base">
              <a:spcBef>
                <a:spcPct val="0"/>
              </a:spcBef>
              <a:spcAft>
                <a:spcPct val="0"/>
              </a:spcAft>
              <a:tabLst>
                <a:tab pos="457200" algn="r"/>
                <a:tab pos="2743200" algn="ctr"/>
                <a:tab pos="5486400" algn="r"/>
              </a:tabLst>
              <a:defRPr>
                <a:solidFill>
                  <a:schemeClr val="tx1"/>
                </a:solidFill>
                <a:latin typeface="Arial" panose="020B0604020202020204" pitchFamily="34" charset="0"/>
              </a:defRPr>
            </a:lvl7pPr>
            <a:lvl8pPr fontAlgn="base">
              <a:spcBef>
                <a:spcPct val="0"/>
              </a:spcBef>
              <a:spcAft>
                <a:spcPct val="0"/>
              </a:spcAft>
              <a:tabLst>
                <a:tab pos="457200" algn="r"/>
                <a:tab pos="2743200" algn="ctr"/>
                <a:tab pos="5486400" algn="r"/>
              </a:tabLst>
              <a:defRPr>
                <a:solidFill>
                  <a:schemeClr val="tx1"/>
                </a:solidFill>
                <a:latin typeface="Arial" panose="020B0604020202020204" pitchFamily="34" charset="0"/>
              </a:defRPr>
            </a:lvl8pPr>
            <a:lvl9pPr fontAlgn="base">
              <a:spcBef>
                <a:spcPct val="0"/>
              </a:spcBef>
              <a:spcAft>
                <a:spcPct val="0"/>
              </a:spcAft>
              <a:tabLst>
                <a:tab pos="457200" algn="r"/>
                <a:tab pos="2743200" algn="ctr"/>
                <a:tab pos="5486400" algn="r"/>
              </a:tabLst>
              <a:defRPr>
                <a:solidFill>
                  <a:schemeClr val="tx1"/>
                </a:solidFill>
                <a:latin typeface="Arial" panose="020B0604020202020204" pitchFamily="34" charset="0"/>
              </a:defRPr>
            </a:lvl9pPr>
          </a:lstStyle>
          <a:p>
            <a:pPr eaLnBrk="1" hangingPunct="1"/>
            <a:r>
              <a:rPr lang="en-US" altLang="vi-VN" sz="1200">
                <a:latin typeface="Times New Roman" panose="02020603050405020304" pitchFamily="18" charset="0"/>
                <a:cs typeface="Times New Roman" panose="02020603050405020304" pitchFamily="18" charset="0"/>
              </a:rPr>
              <a:t>  </a:t>
            </a:r>
            <a:endParaRPr lang="en-US" altLang="vi-VN" sz="900">
              <a:latin typeface="Times New Roman" panose="02020603050405020304" pitchFamily="18" charset="0"/>
              <a:cs typeface="Times New Roman" panose="02020603050405020304" pitchFamily="18" charset="0"/>
            </a:endParaRPr>
          </a:p>
          <a:p>
            <a:endParaRPr lang="en-US" altLang="vi-VN">
              <a:latin typeface="Times New Roman" panose="02020603050405020304" pitchFamily="18" charset="0"/>
              <a:cs typeface="Times New Roman" panose="02020603050405020304" pitchFamily="18" charset="0"/>
            </a:endParaRPr>
          </a:p>
        </p:txBody>
      </p:sp>
      <p:sp>
        <p:nvSpPr>
          <p:cNvPr id="52232" name="Rectangle 8">
            <a:extLst>
              <a:ext uri="{FF2B5EF4-FFF2-40B4-BE49-F238E27FC236}">
                <a16:creationId xmlns:a16="http://schemas.microsoft.com/office/drawing/2014/main" id="{1CE41DF0-86CA-44CD-9D53-D4C667EADC7D}"/>
              </a:ext>
            </a:extLst>
          </p:cNvPr>
          <p:cNvSpPr>
            <a:spLocks noChangeArrowheads="1"/>
          </p:cNvSpPr>
          <p:nvPr/>
        </p:nvSpPr>
        <p:spPr bwMode="auto">
          <a:xfrm>
            <a:off x="1524001" y="462069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lang="vi-VN" altLang="vi-VN">
              <a:latin typeface="Times New Roman" panose="02020603050405020304" pitchFamily="18" charset="0"/>
              <a:cs typeface="Times New Roman" panose="02020603050405020304" pitchFamily="18" charset="0"/>
            </a:endParaRPr>
          </a:p>
        </p:txBody>
      </p:sp>
      <p:grpSp>
        <p:nvGrpSpPr>
          <p:cNvPr id="52233" name="Group 9">
            <a:extLst>
              <a:ext uri="{FF2B5EF4-FFF2-40B4-BE49-F238E27FC236}">
                <a16:creationId xmlns:a16="http://schemas.microsoft.com/office/drawing/2014/main" id="{80546277-E8CC-4F4E-ACB3-C0F45FFBDC12}"/>
              </a:ext>
            </a:extLst>
          </p:cNvPr>
          <p:cNvGrpSpPr>
            <a:grpSpLocks/>
          </p:cNvGrpSpPr>
          <p:nvPr/>
        </p:nvGrpSpPr>
        <p:grpSpPr bwMode="auto">
          <a:xfrm>
            <a:off x="1313161" y="2371069"/>
            <a:ext cx="8059439" cy="2353332"/>
            <a:chOff x="912" y="1937"/>
            <a:chExt cx="3840" cy="1039"/>
          </a:xfrm>
        </p:grpSpPr>
        <p:grpSp>
          <p:nvGrpSpPr>
            <p:cNvPr id="52234" name="Group 10">
              <a:extLst>
                <a:ext uri="{FF2B5EF4-FFF2-40B4-BE49-F238E27FC236}">
                  <a16:creationId xmlns:a16="http://schemas.microsoft.com/office/drawing/2014/main" id="{CC9900F2-63A4-4721-9B3A-4F0C88EEA0E6}"/>
                </a:ext>
              </a:extLst>
            </p:cNvPr>
            <p:cNvGrpSpPr>
              <a:grpSpLocks/>
            </p:cNvGrpSpPr>
            <p:nvPr/>
          </p:nvGrpSpPr>
          <p:grpSpPr bwMode="auto">
            <a:xfrm>
              <a:off x="912" y="1937"/>
              <a:ext cx="3840" cy="1039"/>
              <a:chOff x="912" y="1937"/>
              <a:chExt cx="3840" cy="1039"/>
            </a:xfrm>
          </p:grpSpPr>
          <p:sp>
            <p:nvSpPr>
              <p:cNvPr id="52235" name="Line 11">
                <a:extLst>
                  <a:ext uri="{FF2B5EF4-FFF2-40B4-BE49-F238E27FC236}">
                    <a16:creationId xmlns:a16="http://schemas.microsoft.com/office/drawing/2014/main" id="{8A941A00-A08F-4576-ACCF-3FDF00DF2913}"/>
                  </a:ext>
                </a:extLst>
              </p:cNvPr>
              <p:cNvSpPr>
                <a:spLocks noChangeShapeType="1"/>
              </p:cNvSpPr>
              <p:nvPr/>
            </p:nvSpPr>
            <p:spPr bwMode="auto">
              <a:xfrm flipV="1">
                <a:off x="1968" y="2304"/>
                <a:ext cx="0" cy="480"/>
              </a:xfrm>
              <a:prstGeom prst="line">
                <a:avLst/>
              </a:prstGeom>
              <a:noFill/>
              <a:ln w="9525">
                <a:solidFill>
                  <a:srgbClr val="000000"/>
                </a:solidFill>
                <a:round/>
                <a:headEnd/>
                <a:tailEnd type="arrow" w="med" len="med"/>
              </a:ln>
              <a:extLst>
                <a:ext uri="{909E8E84-426E-40DD-AFC4-6F175D3DCCD1}">
                  <a14:hiddenFill xmlns:a14="http://schemas.microsoft.com/office/drawing/2010/main">
                    <a:noFill/>
                  </a14:hiddenFill>
                </a:ext>
              </a:extLst>
            </p:spPr>
            <p:txBody>
              <a:bodyPr/>
              <a:lstStyle/>
              <a:p>
                <a:endParaRPr lang="vi-VN" sz="1400">
                  <a:latin typeface="Times New Roman" panose="02020603050405020304" pitchFamily="18" charset="0"/>
                  <a:cs typeface="Times New Roman" panose="02020603050405020304" pitchFamily="18" charset="0"/>
                </a:endParaRPr>
              </a:p>
            </p:txBody>
          </p:sp>
          <p:grpSp>
            <p:nvGrpSpPr>
              <p:cNvPr id="52236" name="Group 12">
                <a:extLst>
                  <a:ext uri="{FF2B5EF4-FFF2-40B4-BE49-F238E27FC236}">
                    <a16:creationId xmlns:a16="http://schemas.microsoft.com/office/drawing/2014/main" id="{052CA489-4A63-4AA8-BD6E-F72BAA63C3E0}"/>
                  </a:ext>
                </a:extLst>
              </p:cNvPr>
              <p:cNvGrpSpPr>
                <a:grpSpLocks/>
              </p:cNvGrpSpPr>
              <p:nvPr/>
            </p:nvGrpSpPr>
            <p:grpSpPr bwMode="auto">
              <a:xfrm>
                <a:off x="912" y="1937"/>
                <a:ext cx="3840" cy="1039"/>
                <a:chOff x="912" y="1457"/>
                <a:chExt cx="3840" cy="1039"/>
              </a:xfrm>
            </p:grpSpPr>
            <p:sp>
              <p:nvSpPr>
                <p:cNvPr id="52237" name="Text Box 13">
                  <a:extLst>
                    <a:ext uri="{FF2B5EF4-FFF2-40B4-BE49-F238E27FC236}">
                      <a16:creationId xmlns:a16="http://schemas.microsoft.com/office/drawing/2014/main" id="{31E079EF-5A4F-4DE1-B88B-451ECAEE12F4}"/>
                    </a:ext>
                  </a:extLst>
                </p:cNvPr>
                <p:cNvSpPr txBox="1">
                  <a:spLocks noChangeArrowheads="1"/>
                </p:cNvSpPr>
                <p:nvPr/>
              </p:nvSpPr>
              <p:spPr bwMode="auto">
                <a:xfrm>
                  <a:off x="912" y="1632"/>
                  <a:ext cx="720" cy="14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1" hangingPunct="1"/>
                  <a:r>
                    <a:rPr lang="en-US" altLang="vi-VN" sz="1400" b="1">
                      <a:latin typeface="Times New Roman" panose="02020603050405020304" pitchFamily="18" charset="0"/>
                      <a:cs typeface="Times New Roman" panose="02020603050405020304" pitchFamily="18" charset="0"/>
                    </a:rPr>
                    <a:t>Reference input</a:t>
                  </a:r>
                </a:p>
              </p:txBody>
            </p:sp>
            <p:sp>
              <p:nvSpPr>
                <p:cNvPr id="52238" name="Oval 14">
                  <a:extLst>
                    <a:ext uri="{FF2B5EF4-FFF2-40B4-BE49-F238E27FC236}">
                      <a16:creationId xmlns:a16="http://schemas.microsoft.com/office/drawing/2014/main" id="{F02381C5-7FD1-4BB3-A291-C7D3673C9C93}"/>
                    </a:ext>
                  </a:extLst>
                </p:cNvPr>
                <p:cNvSpPr>
                  <a:spLocks noChangeArrowheads="1"/>
                </p:cNvSpPr>
                <p:nvPr/>
              </p:nvSpPr>
              <p:spPr bwMode="auto">
                <a:xfrm>
                  <a:off x="1872" y="1632"/>
                  <a:ext cx="192" cy="192"/>
                </a:xfrm>
                <a:prstGeom prst="ellipse">
                  <a:avLst/>
                </a:prstGeom>
                <a:solidFill>
                  <a:srgbClr val="FFFFFF"/>
                </a:solidFill>
                <a:ln w="9525">
                  <a:solidFill>
                    <a:srgbClr val="000000"/>
                  </a:solidFill>
                  <a:round/>
                  <a:headEnd/>
                  <a:tailEnd/>
                </a:ln>
              </p:spPr>
              <p:txBody>
                <a:bodyPr/>
                <a:lstStyle/>
                <a:p>
                  <a:endParaRPr lang="vi-VN" sz="1400">
                    <a:latin typeface="Times New Roman" panose="02020603050405020304" pitchFamily="18" charset="0"/>
                    <a:cs typeface="Times New Roman" panose="02020603050405020304" pitchFamily="18" charset="0"/>
                  </a:endParaRPr>
                </a:p>
              </p:txBody>
            </p:sp>
            <p:sp>
              <p:nvSpPr>
                <p:cNvPr id="52239" name="Line 15">
                  <a:extLst>
                    <a:ext uri="{FF2B5EF4-FFF2-40B4-BE49-F238E27FC236}">
                      <a16:creationId xmlns:a16="http://schemas.microsoft.com/office/drawing/2014/main" id="{9B1885AA-835C-4D5D-AAD0-31CC2A524F7E}"/>
                    </a:ext>
                  </a:extLst>
                </p:cNvPr>
                <p:cNvSpPr>
                  <a:spLocks noChangeShapeType="1"/>
                </p:cNvSpPr>
                <p:nvPr/>
              </p:nvSpPr>
              <p:spPr bwMode="auto">
                <a:xfrm>
                  <a:off x="1920" y="1671"/>
                  <a:ext cx="96" cy="10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vi-VN" sz="1400">
                    <a:latin typeface="Times New Roman" panose="02020603050405020304" pitchFamily="18" charset="0"/>
                    <a:cs typeface="Times New Roman" panose="02020603050405020304" pitchFamily="18" charset="0"/>
                  </a:endParaRPr>
                </a:p>
              </p:txBody>
            </p:sp>
            <p:sp>
              <p:nvSpPr>
                <p:cNvPr id="52240" name="Line 16">
                  <a:extLst>
                    <a:ext uri="{FF2B5EF4-FFF2-40B4-BE49-F238E27FC236}">
                      <a16:creationId xmlns:a16="http://schemas.microsoft.com/office/drawing/2014/main" id="{DAF4655B-F24B-4B8E-A9D4-57E37FB4D706}"/>
                    </a:ext>
                  </a:extLst>
                </p:cNvPr>
                <p:cNvSpPr>
                  <a:spLocks noChangeShapeType="1"/>
                </p:cNvSpPr>
                <p:nvPr/>
              </p:nvSpPr>
              <p:spPr bwMode="auto">
                <a:xfrm>
                  <a:off x="1632" y="1706"/>
                  <a:ext cx="240" cy="0"/>
                </a:xfrm>
                <a:prstGeom prst="line">
                  <a:avLst/>
                </a:prstGeom>
                <a:noFill/>
                <a:ln w="9525">
                  <a:solidFill>
                    <a:srgbClr val="000000"/>
                  </a:solidFill>
                  <a:round/>
                  <a:headEnd/>
                  <a:tailEnd type="arrow" w="med" len="med"/>
                </a:ln>
                <a:extLst>
                  <a:ext uri="{909E8E84-426E-40DD-AFC4-6F175D3DCCD1}">
                    <a14:hiddenFill xmlns:a14="http://schemas.microsoft.com/office/drawing/2010/main">
                      <a:noFill/>
                    </a14:hiddenFill>
                  </a:ext>
                </a:extLst>
              </p:spPr>
              <p:txBody>
                <a:bodyPr/>
                <a:lstStyle/>
                <a:p>
                  <a:endParaRPr lang="vi-VN" sz="1400">
                    <a:latin typeface="Times New Roman" panose="02020603050405020304" pitchFamily="18" charset="0"/>
                    <a:cs typeface="Times New Roman" panose="02020603050405020304" pitchFamily="18" charset="0"/>
                  </a:endParaRPr>
                </a:p>
              </p:txBody>
            </p:sp>
            <p:sp>
              <p:nvSpPr>
                <p:cNvPr id="52241" name="Text Box 17">
                  <a:extLst>
                    <a:ext uri="{FF2B5EF4-FFF2-40B4-BE49-F238E27FC236}">
                      <a16:creationId xmlns:a16="http://schemas.microsoft.com/office/drawing/2014/main" id="{5BACE2EF-34DB-42E6-B41C-EBE86150BD98}"/>
                    </a:ext>
                  </a:extLst>
                </p:cNvPr>
                <p:cNvSpPr txBox="1">
                  <a:spLocks noChangeArrowheads="1"/>
                </p:cNvSpPr>
                <p:nvPr/>
              </p:nvSpPr>
              <p:spPr bwMode="auto">
                <a:xfrm>
                  <a:off x="2208" y="1614"/>
                  <a:ext cx="480" cy="192"/>
                </a:xfrm>
                <a:prstGeom prst="rect">
                  <a:avLst/>
                </a:prstGeom>
                <a:solidFill>
                  <a:srgbClr val="FFFFFF"/>
                </a:solidFill>
                <a:ln w="9525">
                  <a:solidFill>
                    <a:srgbClr val="000000"/>
                  </a:solidFill>
                  <a:miter lim="800000"/>
                  <a:headEnd/>
                  <a:tailEnd/>
                </a:ln>
              </p:spPr>
              <p:txBody>
                <a:bodyPr/>
                <a:lstStyle/>
                <a:p>
                  <a:pPr algn="ctr" eaLnBrk="1" hangingPunct="1"/>
                  <a:r>
                    <a:rPr lang="en-US" altLang="vi-VN" sz="1400" b="1" dirty="0">
                      <a:latin typeface="Times New Roman" panose="02020603050405020304" pitchFamily="18" charset="0"/>
                      <a:cs typeface="Times New Roman" panose="02020603050405020304" pitchFamily="18" charset="0"/>
                    </a:rPr>
                    <a:t>controller</a:t>
                  </a:r>
                </a:p>
              </p:txBody>
            </p:sp>
            <p:sp>
              <p:nvSpPr>
                <p:cNvPr id="52242" name="Text Box 18">
                  <a:extLst>
                    <a:ext uri="{FF2B5EF4-FFF2-40B4-BE49-F238E27FC236}">
                      <a16:creationId xmlns:a16="http://schemas.microsoft.com/office/drawing/2014/main" id="{B01BD48B-DF45-47D9-9C0E-1EE32AFD2770}"/>
                    </a:ext>
                  </a:extLst>
                </p:cNvPr>
                <p:cNvSpPr txBox="1">
                  <a:spLocks noChangeArrowheads="1"/>
                </p:cNvSpPr>
                <p:nvPr/>
              </p:nvSpPr>
              <p:spPr bwMode="auto">
                <a:xfrm>
                  <a:off x="2832" y="1614"/>
                  <a:ext cx="480" cy="192"/>
                </a:xfrm>
                <a:prstGeom prst="rect">
                  <a:avLst/>
                </a:prstGeom>
                <a:solidFill>
                  <a:srgbClr val="FFFFFF"/>
                </a:solidFill>
                <a:ln w="9525">
                  <a:solidFill>
                    <a:srgbClr val="000000"/>
                  </a:solidFill>
                  <a:miter lim="800000"/>
                  <a:headEnd/>
                  <a:tailEnd/>
                </a:ln>
              </p:spPr>
              <p:txBody>
                <a:bodyPr/>
                <a:lstStyle/>
                <a:p>
                  <a:pPr algn="ctr" eaLnBrk="1" hangingPunct="1"/>
                  <a:r>
                    <a:rPr lang="en-US" altLang="vi-VN" sz="1400" b="1">
                      <a:latin typeface="Times New Roman" panose="02020603050405020304" pitchFamily="18" charset="0"/>
                      <a:cs typeface="Times New Roman" panose="02020603050405020304" pitchFamily="18" charset="0"/>
                    </a:rPr>
                    <a:t>Actuator</a:t>
                  </a:r>
                </a:p>
              </p:txBody>
            </p:sp>
            <p:sp>
              <p:nvSpPr>
                <p:cNvPr id="52243" name="Text Box 19">
                  <a:extLst>
                    <a:ext uri="{FF2B5EF4-FFF2-40B4-BE49-F238E27FC236}">
                      <a16:creationId xmlns:a16="http://schemas.microsoft.com/office/drawing/2014/main" id="{264C40EC-748A-4E9E-944E-D99A58F8FDE7}"/>
                    </a:ext>
                  </a:extLst>
                </p:cNvPr>
                <p:cNvSpPr txBox="1">
                  <a:spLocks noChangeArrowheads="1"/>
                </p:cNvSpPr>
                <p:nvPr/>
              </p:nvSpPr>
              <p:spPr bwMode="auto">
                <a:xfrm>
                  <a:off x="3456" y="1536"/>
                  <a:ext cx="432" cy="432"/>
                </a:xfrm>
                <a:prstGeom prst="rect">
                  <a:avLst/>
                </a:prstGeom>
                <a:solidFill>
                  <a:srgbClr val="FFFFFF"/>
                </a:solidFill>
                <a:ln w="9525">
                  <a:solidFill>
                    <a:srgbClr val="000000"/>
                  </a:solidFill>
                  <a:miter lim="800000"/>
                  <a:headEnd/>
                  <a:tailEnd/>
                </a:ln>
              </p:spPr>
              <p:txBody>
                <a:bodyPr/>
                <a:lstStyle/>
                <a:p>
                  <a:pPr algn="ctr" eaLnBrk="1" hangingPunct="1"/>
                  <a:r>
                    <a:rPr lang="en-US" altLang="vi-VN" sz="1400" b="1">
                      <a:latin typeface="Times New Roman" panose="02020603050405020304" pitchFamily="18" charset="0"/>
                      <a:cs typeface="Times New Roman" panose="02020603050405020304" pitchFamily="18" charset="0"/>
                    </a:rPr>
                    <a:t>System</a:t>
                  </a:r>
                </a:p>
              </p:txBody>
            </p:sp>
            <p:sp>
              <p:nvSpPr>
                <p:cNvPr id="52244" name="Line 20">
                  <a:extLst>
                    <a:ext uri="{FF2B5EF4-FFF2-40B4-BE49-F238E27FC236}">
                      <a16:creationId xmlns:a16="http://schemas.microsoft.com/office/drawing/2014/main" id="{AA4FF2A0-D6E0-465E-B80D-5A29E03BF700}"/>
                    </a:ext>
                  </a:extLst>
                </p:cNvPr>
                <p:cNvSpPr>
                  <a:spLocks noChangeShapeType="1"/>
                </p:cNvSpPr>
                <p:nvPr/>
              </p:nvSpPr>
              <p:spPr bwMode="auto">
                <a:xfrm>
                  <a:off x="2064" y="1706"/>
                  <a:ext cx="144" cy="0"/>
                </a:xfrm>
                <a:prstGeom prst="line">
                  <a:avLst/>
                </a:prstGeom>
                <a:noFill/>
                <a:ln w="9525">
                  <a:solidFill>
                    <a:srgbClr val="000000"/>
                  </a:solidFill>
                  <a:round/>
                  <a:headEnd/>
                  <a:tailEnd type="arrow" w="med" len="med"/>
                </a:ln>
                <a:extLst>
                  <a:ext uri="{909E8E84-426E-40DD-AFC4-6F175D3DCCD1}">
                    <a14:hiddenFill xmlns:a14="http://schemas.microsoft.com/office/drawing/2010/main">
                      <a:noFill/>
                    </a14:hiddenFill>
                  </a:ext>
                </a:extLst>
              </p:spPr>
              <p:txBody>
                <a:bodyPr/>
                <a:lstStyle/>
                <a:p>
                  <a:endParaRPr lang="vi-VN" sz="1400">
                    <a:latin typeface="Times New Roman" panose="02020603050405020304" pitchFamily="18" charset="0"/>
                    <a:cs typeface="Times New Roman" panose="02020603050405020304" pitchFamily="18" charset="0"/>
                  </a:endParaRPr>
                </a:p>
              </p:txBody>
            </p:sp>
            <p:sp>
              <p:nvSpPr>
                <p:cNvPr id="52245" name="Line 21">
                  <a:extLst>
                    <a:ext uri="{FF2B5EF4-FFF2-40B4-BE49-F238E27FC236}">
                      <a16:creationId xmlns:a16="http://schemas.microsoft.com/office/drawing/2014/main" id="{BE134D6C-3813-48A4-AC57-F40D67EB54C5}"/>
                    </a:ext>
                  </a:extLst>
                </p:cNvPr>
                <p:cNvSpPr>
                  <a:spLocks noChangeShapeType="1"/>
                </p:cNvSpPr>
                <p:nvPr/>
              </p:nvSpPr>
              <p:spPr bwMode="auto">
                <a:xfrm>
                  <a:off x="2688" y="1706"/>
                  <a:ext cx="144" cy="0"/>
                </a:xfrm>
                <a:prstGeom prst="line">
                  <a:avLst/>
                </a:prstGeom>
                <a:noFill/>
                <a:ln w="9525">
                  <a:solidFill>
                    <a:srgbClr val="000000"/>
                  </a:solidFill>
                  <a:round/>
                  <a:headEnd/>
                  <a:tailEnd type="arrow" w="med" len="med"/>
                </a:ln>
                <a:extLst>
                  <a:ext uri="{909E8E84-426E-40DD-AFC4-6F175D3DCCD1}">
                    <a14:hiddenFill xmlns:a14="http://schemas.microsoft.com/office/drawing/2010/main">
                      <a:noFill/>
                    </a14:hiddenFill>
                  </a:ext>
                </a:extLst>
              </p:spPr>
              <p:txBody>
                <a:bodyPr/>
                <a:lstStyle/>
                <a:p>
                  <a:endParaRPr lang="vi-VN" sz="1400">
                    <a:latin typeface="Times New Roman" panose="02020603050405020304" pitchFamily="18" charset="0"/>
                    <a:cs typeface="Times New Roman" panose="02020603050405020304" pitchFamily="18" charset="0"/>
                  </a:endParaRPr>
                </a:p>
              </p:txBody>
            </p:sp>
            <p:sp>
              <p:nvSpPr>
                <p:cNvPr id="52246" name="Line 22">
                  <a:extLst>
                    <a:ext uri="{FF2B5EF4-FFF2-40B4-BE49-F238E27FC236}">
                      <a16:creationId xmlns:a16="http://schemas.microsoft.com/office/drawing/2014/main" id="{D7E3EF2D-3354-48DD-8B19-75F7CA1521E4}"/>
                    </a:ext>
                  </a:extLst>
                </p:cNvPr>
                <p:cNvSpPr>
                  <a:spLocks noChangeShapeType="1"/>
                </p:cNvSpPr>
                <p:nvPr/>
              </p:nvSpPr>
              <p:spPr bwMode="auto">
                <a:xfrm>
                  <a:off x="3312" y="1754"/>
                  <a:ext cx="144" cy="0"/>
                </a:xfrm>
                <a:prstGeom prst="line">
                  <a:avLst/>
                </a:prstGeom>
                <a:noFill/>
                <a:ln w="9525">
                  <a:solidFill>
                    <a:srgbClr val="000000"/>
                  </a:solidFill>
                  <a:round/>
                  <a:headEnd/>
                  <a:tailEnd type="arrow" w="med" len="med"/>
                </a:ln>
                <a:extLst>
                  <a:ext uri="{909E8E84-426E-40DD-AFC4-6F175D3DCCD1}">
                    <a14:hiddenFill xmlns:a14="http://schemas.microsoft.com/office/drawing/2010/main">
                      <a:noFill/>
                    </a14:hiddenFill>
                  </a:ext>
                </a:extLst>
              </p:spPr>
              <p:txBody>
                <a:bodyPr/>
                <a:lstStyle/>
                <a:p>
                  <a:endParaRPr lang="vi-VN" sz="1400">
                    <a:latin typeface="Times New Roman" panose="02020603050405020304" pitchFamily="18" charset="0"/>
                    <a:cs typeface="Times New Roman" panose="02020603050405020304" pitchFamily="18" charset="0"/>
                  </a:endParaRPr>
                </a:p>
              </p:txBody>
            </p:sp>
            <p:sp>
              <p:nvSpPr>
                <p:cNvPr id="52247" name="Line 23">
                  <a:extLst>
                    <a:ext uri="{FF2B5EF4-FFF2-40B4-BE49-F238E27FC236}">
                      <a16:creationId xmlns:a16="http://schemas.microsoft.com/office/drawing/2014/main" id="{39E912B2-FF1B-4944-9AB7-0E867B19ABDE}"/>
                    </a:ext>
                  </a:extLst>
                </p:cNvPr>
                <p:cNvSpPr>
                  <a:spLocks noChangeShapeType="1"/>
                </p:cNvSpPr>
                <p:nvPr/>
              </p:nvSpPr>
              <p:spPr bwMode="auto">
                <a:xfrm>
                  <a:off x="3888" y="1754"/>
                  <a:ext cx="336" cy="0"/>
                </a:xfrm>
                <a:prstGeom prst="line">
                  <a:avLst/>
                </a:prstGeom>
                <a:noFill/>
                <a:ln w="9525">
                  <a:solidFill>
                    <a:srgbClr val="000000"/>
                  </a:solidFill>
                  <a:round/>
                  <a:headEnd/>
                  <a:tailEnd type="arrow" w="med" len="med"/>
                </a:ln>
                <a:extLst>
                  <a:ext uri="{909E8E84-426E-40DD-AFC4-6F175D3DCCD1}">
                    <a14:hiddenFill xmlns:a14="http://schemas.microsoft.com/office/drawing/2010/main">
                      <a:noFill/>
                    </a14:hiddenFill>
                  </a:ext>
                </a:extLst>
              </p:spPr>
              <p:txBody>
                <a:bodyPr/>
                <a:lstStyle/>
                <a:p>
                  <a:endParaRPr lang="vi-VN" sz="1400">
                    <a:latin typeface="Times New Roman" panose="02020603050405020304" pitchFamily="18" charset="0"/>
                    <a:cs typeface="Times New Roman" panose="02020603050405020304" pitchFamily="18" charset="0"/>
                  </a:endParaRPr>
                </a:p>
              </p:txBody>
            </p:sp>
            <p:sp>
              <p:nvSpPr>
                <p:cNvPr id="52248" name="Text Box 24">
                  <a:extLst>
                    <a:ext uri="{FF2B5EF4-FFF2-40B4-BE49-F238E27FC236}">
                      <a16:creationId xmlns:a16="http://schemas.microsoft.com/office/drawing/2014/main" id="{C975AE37-0085-46BE-83F3-906577D8CAB6}"/>
                    </a:ext>
                  </a:extLst>
                </p:cNvPr>
                <p:cNvSpPr txBox="1">
                  <a:spLocks noChangeArrowheads="1"/>
                </p:cNvSpPr>
                <p:nvPr/>
              </p:nvSpPr>
              <p:spPr bwMode="auto">
                <a:xfrm>
                  <a:off x="2544" y="2219"/>
                  <a:ext cx="912" cy="277"/>
                </a:xfrm>
                <a:prstGeom prst="rect">
                  <a:avLst/>
                </a:prstGeom>
                <a:solidFill>
                  <a:srgbClr val="FFFFFF"/>
                </a:solidFill>
                <a:ln w="9525">
                  <a:solidFill>
                    <a:srgbClr val="000000"/>
                  </a:solidFill>
                  <a:miter lim="800000"/>
                  <a:headEnd/>
                  <a:tailEnd/>
                </a:ln>
              </p:spPr>
              <p:txBody>
                <a:bodyPr/>
                <a:lstStyle/>
                <a:p>
                  <a:pPr algn="ctr" eaLnBrk="1" hangingPunct="1"/>
                  <a:r>
                    <a:rPr lang="en-US" altLang="vi-VN" sz="1400" b="1">
                      <a:latin typeface="Times New Roman" panose="02020603050405020304" pitchFamily="18" charset="0"/>
                      <a:cs typeface="Times New Roman" panose="02020603050405020304" pitchFamily="18" charset="0"/>
                    </a:rPr>
                    <a:t>Measurement element</a:t>
                  </a:r>
                </a:p>
              </p:txBody>
            </p:sp>
            <p:sp>
              <p:nvSpPr>
                <p:cNvPr id="52249" name="Line 25">
                  <a:extLst>
                    <a:ext uri="{FF2B5EF4-FFF2-40B4-BE49-F238E27FC236}">
                      <a16:creationId xmlns:a16="http://schemas.microsoft.com/office/drawing/2014/main" id="{5207511B-B896-4F2B-BFC2-F0C045DBAB3C}"/>
                    </a:ext>
                  </a:extLst>
                </p:cNvPr>
                <p:cNvSpPr>
                  <a:spLocks noChangeShapeType="1"/>
                </p:cNvSpPr>
                <p:nvPr/>
              </p:nvSpPr>
              <p:spPr bwMode="auto">
                <a:xfrm flipH="1">
                  <a:off x="3456" y="2304"/>
                  <a:ext cx="528" cy="0"/>
                </a:xfrm>
                <a:prstGeom prst="line">
                  <a:avLst/>
                </a:prstGeom>
                <a:noFill/>
                <a:ln w="9525">
                  <a:solidFill>
                    <a:srgbClr val="000000"/>
                  </a:solidFill>
                  <a:round/>
                  <a:headEnd/>
                  <a:tailEnd type="arrow" w="med" len="med"/>
                </a:ln>
                <a:extLst>
                  <a:ext uri="{909E8E84-426E-40DD-AFC4-6F175D3DCCD1}">
                    <a14:hiddenFill xmlns:a14="http://schemas.microsoft.com/office/drawing/2010/main">
                      <a:noFill/>
                    </a14:hiddenFill>
                  </a:ext>
                </a:extLst>
              </p:spPr>
              <p:txBody>
                <a:bodyPr/>
                <a:lstStyle/>
                <a:p>
                  <a:endParaRPr lang="vi-VN" sz="1400">
                    <a:latin typeface="Times New Roman" panose="02020603050405020304" pitchFamily="18" charset="0"/>
                    <a:cs typeface="Times New Roman" panose="02020603050405020304" pitchFamily="18" charset="0"/>
                  </a:endParaRPr>
                </a:p>
              </p:txBody>
            </p:sp>
            <p:sp>
              <p:nvSpPr>
                <p:cNvPr id="52250" name="Line 26">
                  <a:extLst>
                    <a:ext uri="{FF2B5EF4-FFF2-40B4-BE49-F238E27FC236}">
                      <a16:creationId xmlns:a16="http://schemas.microsoft.com/office/drawing/2014/main" id="{3F077F9B-249B-45BF-8FD4-5EEEBD0BB7C5}"/>
                    </a:ext>
                  </a:extLst>
                </p:cNvPr>
                <p:cNvSpPr>
                  <a:spLocks noChangeShapeType="1"/>
                </p:cNvSpPr>
                <p:nvPr/>
              </p:nvSpPr>
              <p:spPr bwMode="auto">
                <a:xfrm>
                  <a:off x="1968" y="2304"/>
                  <a:ext cx="57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vi-VN" sz="1400">
                    <a:latin typeface="Times New Roman" panose="02020603050405020304" pitchFamily="18" charset="0"/>
                    <a:cs typeface="Times New Roman" panose="02020603050405020304" pitchFamily="18" charset="0"/>
                  </a:endParaRPr>
                </a:p>
              </p:txBody>
            </p:sp>
            <p:sp>
              <p:nvSpPr>
                <p:cNvPr id="52251" name="Line 27">
                  <a:extLst>
                    <a:ext uri="{FF2B5EF4-FFF2-40B4-BE49-F238E27FC236}">
                      <a16:creationId xmlns:a16="http://schemas.microsoft.com/office/drawing/2014/main" id="{A982A5ED-B7A5-4E29-8399-818717DAE040}"/>
                    </a:ext>
                  </a:extLst>
                </p:cNvPr>
                <p:cNvSpPr>
                  <a:spLocks noChangeShapeType="1"/>
                </p:cNvSpPr>
                <p:nvPr/>
              </p:nvSpPr>
              <p:spPr bwMode="auto">
                <a:xfrm>
                  <a:off x="3984" y="1754"/>
                  <a:ext cx="0" cy="5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vi-VN" sz="1400">
                    <a:latin typeface="Times New Roman" panose="02020603050405020304" pitchFamily="18" charset="0"/>
                    <a:cs typeface="Times New Roman" panose="02020603050405020304" pitchFamily="18" charset="0"/>
                  </a:endParaRPr>
                </a:p>
              </p:txBody>
            </p:sp>
            <p:sp>
              <p:nvSpPr>
                <p:cNvPr id="52252" name="Text Box 28">
                  <a:extLst>
                    <a:ext uri="{FF2B5EF4-FFF2-40B4-BE49-F238E27FC236}">
                      <a16:creationId xmlns:a16="http://schemas.microsoft.com/office/drawing/2014/main" id="{3FD202C4-6934-458A-8F0C-00AC8F94AC68}"/>
                    </a:ext>
                  </a:extLst>
                </p:cNvPr>
                <p:cNvSpPr txBox="1">
                  <a:spLocks noChangeArrowheads="1"/>
                </p:cNvSpPr>
                <p:nvPr/>
              </p:nvSpPr>
              <p:spPr bwMode="auto">
                <a:xfrm>
                  <a:off x="4224" y="1632"/>
                  <a:ext cx="528" cy="24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vi-VN" sz="1400" b="1">
                      <a:latin typeface="Times New Roman" panose="02020603050405020304" pitchFamily="18" charset="0"/>
                      <a:cs typeface="Times New Roman" panose="02020603050405020304" pitchFamily="18" charset="0"/>
                    </a:rPr>
                    <a:t>Output signal</a:t>
                  </a:r>
                </a:p>
              </p:txBody>
            </p:sp>
            <p:sp>
              <p:nvSpPr>
                <p:cNvPr id="52253" name="Rectangle 29">
                  <a:extLst>
                    <a:ext uri="{FF2B5EF4-FFF2-40B4-BE49-F238E27FC236}">
                      <a16:creationId xmlns:a16="http://schemas.microsoft.com/office/drawing/2014/main" id="{644609F5-A831-4097-A745-AAEBE1FDA864}"/>
                    </a:ext>
                  </a:extLst>
                </p:cNvPr>
                <p:cNvSpPr>
                  <a:spLocks noChangeArrowheads="1"/>
                </p:cNvSpPr>
                <p:nvPr/>
              </p:nvSpPr>
              <p:spPr bwMode="auto">
                <a:xfrm>
                  <a:off x="1632" y="1457"/>
                  <a:ext cx="736"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1" hangingPunct="1"/>
                  <a:r>
                    <a:rPr lang="en-US" altLang="vi-VN" sz="1400" b="1">
                      <a:latin typeface="Times New Roman" panose="02020603050405020304" pitchFamily="18" charset="0"/>
                      <a:cs typeface="Times New Roman" panose="02020603050405020304" pitchFamily="18" charset="0"/>
                    </a:rPr>
                    <a:t> comparator</a:t>
                  </a:r>
                </a:p>
              </p:txBody>
            </p:sp>
          </p:grpSp>
        </p:grpSp>
        <p:sp>
          <p:nvSpPr>
            <p:cNvPr id="52254" name="Line 30">
              <a:extLst>
                <a:ext uri="{FF2B5EF4-FFF2-40B4-BE49-F238E27FC236}">
                  <a16:creationId xmlns:a16="http://schemas.microsoft.com/office/drawing/2014/main" id="{E468C579-DA53-4C61-BD62-C5FEA7358624}"/>
                </a:ext>
              </a:extLst>
            </p:cNvPr>
            <p:cNvSpPr>
              <a:spLocks noChangeShapeType="1"/>
            </p:cNvSpPr>
            <p:nvPr/>
          </p:nvSpPr>
          <p:spPr bwMode="auto">
            <a:xfrm flipH="1">
              <a:off x="1920" y="2136"/>
              <a:ext cx="96"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sz="1400" dirty="0">
                <a:latin typeface="Times New Roman" panose="02020603050405020304" pitchFamily="18" charset="0"/>
                <a:cs typeface="Times New Roman" panose="02020603050405020304" pitchFamily="18" charset="0"/>
              </a:endParaRPr>
            </a:p>
          </p:txBody>
        </p:sp>
      </p:grpSp>
      <p:sp>
        <p:nvSpPr>
          <p:cNvPr id="52255" name="Text Box 31">
            <a:extLst>
              <a:ext uri="{FF2B5EF4-FFF2-40B4-BE49-F238E27FC236}">
                <a16:creationId xmlns:a16="http://schemas.microsoft.com/office/drawing/2014/main" id="{56D6D750-5935-441F-86BC-9C574048C454}"/>
              </a:ext>
            </a:extLst>
          </p:cNvPr>
          <p:cNvSpPr txBox="1">
            <a:spLocks noChangeArrowheads="1"/>
          </p:cNvSpPr>
          <p:nvPr/>
        </p:nvSpPr>
        <p:spPr bwMode="auto">
          <a:xfrm>
            <a:off x="1904427" y="1103313"/>
            <a:ext cx="8147623" cy="1237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buFontTx/>
              <a:buChar char="•"/>
            </a:pPr>
            <a:r>
              <a:rPr lang="en-US" altLang="vi-VN" sz="2400" dirty="0">
                <a:latin typeface="Times New Roman" panose="02020603050405020304" pitchFamily="18" charset="0"/>
                <a:cs typeface="Times New Roman" panose="02020603050405020304" pitchFamily="18" charset="0"/>
              </a:rPr>
              <a:t>Also known as Feedback Control System</a:t>
            </a:r>
          </a:p>
          <a:p>
            <a:pPr eaLnBrk="1" hangingPunct="1">
              <a:lnSpc>
                <a:spcPct val="90000"/>
              </a:lnSpc>
              <a:spcBef>
                <a:spcPct val="20000"/>
              </a:spcBef>
              <a:buFontTx/>
              <a:buChar char="•"/>
            </a:pPr>
            <a:r>
              <a:rPr lang="en-US" altLang="vi-VN" sz="2400" dirty="0">
                <a:latin typeface="Times New Roman" panose="02020603050405020304" pitchFamily="18" charset="0"/>
                <a:cs typeface="Times New Roman" panose="02020603050405020304" pitchFamily="18" charset="0"/>
              </a:rPr>
              <a:t> System Output affect the control function of the entire system.</a:t>
            </a:r>
          </a:p>
          <a:p>
            <a:pPr eaLnBrk="1" hangingPunct="1"/>
            <a:endParaRPr lang="en-US" altLang="vi-VN" sz="2400" dirty="0">
              <a:latin typeface="Times New Roman" panose="02020603050405020304" pitchFamily="18" charset="0"/>
              <a:cs typeface="Times New Roman" panose="02020603050405020304" pitchFamily="18" charset="0"/>
            </a:endParaRPr>
          </a:p>
        </p:txBody>
      </p:sp>
      <p:pic>
        <p:nvPicPr>
          <p:cNvPr id="32" name="Picture 31">
            <a:extLst>
              <a:ext uri="{FF2B5EF4-FFF2-40B4-BE49-F238E27FC236}">
                <a16:creationId xmlns:a16="http://schemas.microsoft.com/office/drawing/2014/main" id="{331DB761-AFDB-4033-B0B8-ABE2B8D5E92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001" y="50721"/>
            <a:ext cx="2851037" cy="869371"/>
          </a:xfrm>
          <a:prstGeom prst="rect">
            <a:avLst/>
          </a:prstGeom>
        </p:spPr>
      </p:pic>
      <p:sp>
        <p:nvSpPr>
          <p:cNvPr id="33" name="Rectangle: Rounded Corners 32">
            <a:extLst>
              <a:ext uri="{FF2B5EF4-FFF2-40B4-BE49-F238E27FC236}">
                <a16:creationId xmlns:a16="http://schemas.microsoft.com/office/drawing/2014/main" id="{071E1D32-CEF5-48AA-8A10-7F6FFE539368}"/>
              </a:ext>
            </a:extLst>
          </p:cNvPr>
          <p:cNvSpPr/>
          <p:nvPr/>
        </p:nvSpPr>
        <p:spPr>
          <a:xfrm>
            <a:off x="55002" y="6435176"/>
            <a:ext cx="12079705" cy="323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dirty="0">
                <a:solidFill>
                  <a:schemeClr val="bg1"/>
                </a:solidFill>
                <a:latin typeface="Times New Roman" panose="02020603050405020304" pitchFamily="18" charset="0"/>
                <a:cs typeface="Times New Roman" panose="02020603050405020304" pitchFamily="18" charset="0"/>
              </a:rPr>
              <a:t> PLC Programming                      1. AN INTRODUCTION TO PROGRAMABLE LOGIC CONTROLLERS</a:t>
            </a:r>
            <a:endParaRPr lang="vi-VN" sz="1800" dirty="0">
              <a:solidFill>
                <a:schemeClr val="bg1"/>
              </a:solidFill>
              <a:latin typeface="Times New Roman" panose="02020603050405020304" pitchFamily="18" charset="0"/>
              <a:cs typeface="Times New Roman" panose="02020603050405020304" pitchFamily="18" charset="0"/>
            </a:endParaRPr>
          </a:p>
        </p:txBody>
      </p:sp>
      <p:sp>
        <p:nvSpPr>
          <p:cNvPr id="34" name="Slide Number Placeholder 6">
            <a:extLst>
              <a:ext uri="{FF2B5EF4-FFF2-40B4-BE49-F238E27FC236}">
                <a16:creationId xmlns:a16="http://schemas.microsoft.com/office/drawing/2014/main" id="{1CD42BBF-C0CE-4C5E-A240-B42EE96D30A6}"/>
              </a:ext>
            </a:extLst>
          </p:cNvPr>
          <p:cNvSpPr>
            <a:spLocks noGrp="1"/>
          </p:cNvSpPr>
          <p:nvPr>
            <p:ph type="sldNum" sz="quarter" idx="12"/>
          </p:nvPr>
        </p:nvSpPr>
        <p:spPr>
          <a:xfrm>
            <a:off x="9049011" y="6435176"/>
            <a:ext cx="2743200" cy="365125"/>
          </a:xfrm>
        </p:spPr>
        <p:txBody>
          <a:bodyPr/>
          <a:lstStyle/>
          <a:p>
            <a:fld id="{7922E462-5D99-474A-8333-BF14A8734AA9}" type="slidenum">
              <a:rPr lang="vi-VN" sz="1400" smtClean="0">
                <a:solidFill>
                  <a:schemeClr val="bg1"/>
                </a:solidFill>
                <a:latin typeface="Times New Roman" panose="02020603050405020304" pitchFamily="18" charset="0"/>
                <a:cs typeface="Times New Roman" panose="02020603050405020304" pitchFamily="18" charset="0"/>
              </a:rPr>
              <a:t>7</a:t>
            </a:fld>
            <a:endParaRPr lang="vi-VN" sz="140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02A17B45-20E1-45E0-BDEC-46D220E98A4C}"/>
              </a:ext>
            </a:extLst>
          </p:cNvPr>
          <p:cNvSpPr>
            <a:spLocks noGrp="1" noChangeArrowheads="1"/>
          </p:cNvSpPr>
          <p:nvPr>
            <p:ph type="title"/>
          </p:nvPr>
        </p:nvSpPr>
        <p:spPr>
          <a:xfrm>
            <a:off x="3135086" y="274638"/>
            <a:ext cx="7075714" cy="411162"/>
          </a:xfrm>
          <a:solidFill>
            <a:schemeClr val="accent1">
              <a:lumMod val="40000"/>
              <a:lumOff val="60000"/>
            </a:schemeClr>
          </a:solidFill>
        </p:spPr>
        <p:txBody>
          <a:bodyPr/>
          <a:lstStyle/>
          <a:p>
            <a:r>
              <a:rPr lang="en-US" altLang="vi-VN" sz="1900" b="1" dirty="0">
                <a:latin typeface="Times New Roman" panose="02020603050405020304" pitchFamily="18" charset="0"/>
                <a:cs typeface="Times New Roman" panose="02020603050405020304" pitchFamily="18" charset="0"/>
              </a:rPr>
              <a:t>1.2 EXAMPLE :    STREET LIGHTING SYSTEM</a:t>
            </a:r>
          </a:p>
        </p:txBody>
      </p:sp>
      <p:grpSp>
        <p:nvGrpSpPr>
          <p:cNvPr id="53251" name="Group 3">
            <a:extLst>
              <a:ext uri="{FF2B5EF4-FFF2-40B4-BE49-F238E27FC236}">
                <a16:creationId xmlns:a16="http://schemas.microsoft.com/office/drawing/2014/main" id="{0B2DF199-49CE-48CE-B89C-4F9D3A50CF08}"/>
              </a:ext>
            </a:extLst>
          </p:cNvPr>
          <p:cNvGrpSpPr>
            <a:grpSpLocks/>
          </p:cNvGrpSpPr>
          <p:nvPr/>
        </p:nvGrpSpPr>
        <p:grpSpPr bwMode="auto">
          <a:xfrm>
            <a:off x="1182532" y="3400891"/>
            <a:ext cx="8401480" cy="2353333"/>
            <a:chOff x="912" y="1937"/>
            <a:chExt cx="3840" cy="1039"/>
          </a:xfrm>
        </p:grpSpPr>
        <p:grpSp>
          <p:nvGrpSpPr>
            <p:cNvPr id="53252" name="Group 4">
              <a:extLst>
                <a:ext uri="{FF2B5EF4-FFF2-40B4-BE49-F238E27FC236}">
                  <a16:creationId xmlns:a16="http://schemas.microsoft.com/office/drawing/2014/main" id="{4B81C5B5-D8CC-468C-89C3-C35FEBB9A4CA}"/>
                </a:ext>
              </a:extLst>
            </p:cNvPr>
            <p:cNvGrpSpPr>
              <a:grpSpLocks/>
            </p:cNvGrpSpPr>
            <p:nvPr/>
          </p:nvGrpSpPr>
          <p:grpSpPr bwMode="auto">
            <a:xfrm>
              <a:off x="912" y="1937"/>
              <a:ext cx="3840" cy="1039"/>
              <a:chOff x="912" y="1937"/>
              <a:chExt cx="3840" cy="1039"/>
            </a:xfrm>
          </p:grpSpPr>
          <p:sp>
            <p:nvSpPr>
              <p:cNvPr id="53253" name="Line 5">
                <a:extLst>
                  <a:ext uri="{FF2B5EF4-FFF2-40B4-BE49-F238E27FC236}">
                    <a16:creationId xmlns:a16="http://schemas.microsoft.com/office/drawing/2014/main" id="{08BEEEBE-0BDB-4168-B72A-40DAC437E4B3}"/>
                  </a:ext>
                </a:extLst>
              </p:cNvPr>
              <p:cNvSpPr>
                <a:spLocks noChangeShapeType="1"/>
              </p:cNvSpPr>
              <p:nvPr/>
            </p:nvSpPr>
            <p:spPr bwMode="auto">
              <a:xfrm flipV="1">
                <a:off x="1968" y="2304"/>
                <a:ext cx="0" cy="480"/>
              </a:xfrm>
              <a:prstGeom prst="line">
                <a:avLst/>
              </a:prstGeom>
              <a:noFill/>
              <a:ln w="9525">
                <a:solidFill>
                  <a:srgbClr val="000000"/>
                </a:solidFill>
                <a:round/>
                <a:headEnd/>
                <a:tailEnd type="arrow" w="med" len="med"/>
              </a:ln>
              <a:extLst>
                <a:ext uri="{909E8E84-426E-40DD-AFC4-6F175D3DCCD1}">
                  <a14:hiddenFill xmlns:a14="http://schemas.microsoft.com/office/drawing/2010/main">
                    <a:noFill/>
                  </a14:hiddenFill>
                </a:ext>
              </a:extLst>
            </p:spPr>
            <p:txBody>
              <a:bodyPr/>
              <a:lstStyle/>
              <a:p>
                <a:endParaRPr lang="vi-VN" sz="1400">
                  <a:latin typeface="Times New Roman" panose="02020603050405020304" pitchFamily="18" charset="0"/>
                  <a:cs typeface="Times New Roman" panose="02020603050405020304" pitchFamily="18" charset="0"/>
                </a:endParaRPr>
              </a:p>
            </p:txBody>
          </p:sp>
          <p:grpSp>
            <p:nvGrpSpPr>
              <p:cNvPr id="53254" name="Group 6">
                <a:extLst>
                  <a:ext uri="{FF2B5EF4-FFF2-40B4-BE49-F238E27FC236}">
                    <a16:creationId xmlns:a16="http://schemas.microsoft.com/office/drawing/2014/main" id="{EAD83023-9205-4BB7-B9EA-4123744D0F05}"/>
                  </a:ext>
                </a:extLst>
              </p:cNvPr>
              <p:cNvGrpSpPr>
                <a:grpSpLocks/>
              </p:cNvGrpSpPr>
              <p:nvPr/>
            </p:nvGrpSpPr>
            <p:grpSpPr bwMode="auto">
              <a:xfrm>
                <a:off x="912" y="1937"/>
                <a:ext cx="3840" cy="1039"/>
                <a:chOff x="912" y="1457"/>
                <a:chExt cx="3840" cy="1039"/>
              </a:xfrm>
            </p:grpSpPr>
            <p:sp>
              <p:nvSpPr>
                <p:cNvPr id="53255" name="Text Box 7">
                  <a:extLst>
                    <a:ext uri="{FF2B5EF4-FFF2-40B4-BE49-F238E27FC236}">
                      <a16:creationId xmlns:a16="http://schemas.microsoft.com/office/drawing/2014/main" id="{11625D10-DBBA-4267-A0CE-615C9E22B300}"/>
                    </a:ext>
                  </a:extLst>
                </p:cNvPr>
                <p:cNvSpPr txBox="1">
                  <a:spLocks noChangeArrowheads="1"/>
                </p:cNvSpPr>
                <p:nvPr/>
              </p:nvSpPr>
              <p:spPr bwMode="auto">
                <a:xfrm>
                  <a:off x="912" y="1632"/>
                  <a:ext cx="720" cy="14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1" hangingPunct="1"/>
                  <a:r>
                    <a:rPr lang="en-US" altLang="vi-VN" sz="1400" b="1">
                      <a:latin typeface="Times New Roman" panose="02020603050405020304" pitchFamily="18" charset="0"/>
                      <a:cs typeface="Times New Roman" panose="02020603050405020304" pitchFamily="18" charset="0"/>
                    </a:rPr>
                    <a:t>Reference input</a:t>
                  </a:r>
                </a:p>
                <a:p>
                  <a:pPr algn="ctr" eaLnBrk="1" hangingPunct="1"/>
                  <a:r>
                    <a:rPr lang="en-US" altLang="vi-VN" sz="1400" b="1">
                      <a:latin typeface="Times New Roman" panose="02020603050405020304" pitchFamily="18" charset="0"/>
                      <a:cs typeface="Times New Roman" panose="02020603050405020304" pitchFamily="18" charset="0"/>
                    </a:rPr>
                    <a:t>(Light intensity)</a:t>
                  </a:r>
                </a:p>
                <a:p>
                  <a:pPr algn="ctr" eaLnBrk="1" hangingPunct="1"/>
                  <a:endParaRPr lang="en-US" altLang="vi-VN" sz="1400" b="1">
                    <a:latin typeface="Times New Roman" panose="02020603050405020304" pitchFamily="18" charset="0"/>
                    <a:cs typeface="Times New Roman" panose="02020603050405020304" pitchFamily="18" charset="0"/>
                  </a:endParaRPr>
                </a:p>
              </p:txBody>
            </p:sp>
            <p:sp>
              <p:nvSpPr>
                <p:cNvPr id="53256" name="Oval 8">
                  <a:extLst>
                    <a:ext uri="{FF2B5EF4-FFF2-40B4-BE49-F238E27FC236}">
                      <a16:creationId xmlns:a16="http://schemas.microsoft.com/office/drawing/2014/main" id="{0C774163-03C2-40D7-BC77-A911F588C99D}"/>
                    </a:ext>
                  </a:extLst>
                </p:cNvPr>
                <p:cNvSpPr>
                  <a:spLocks noChangeArrowheads="1"/>
                </p:cNvSpPr>
                <p:nvPr/>
              </p:nvSpPr>
              <p:spPr bwMode="auto">
                <a:xfrm>
                  <a:off x="1872" y="1632"/>
                  <a:ext cx="192" cy="192"/>
                </a:xfrm>
                <a:prstGeom prst="ellipse">
                  <a:avLst/>
                </a:prstGeom>
                <a:solidFill>
                  <a:srgbClr val="FFFFFF"/>
                </a:solidFill>
                <a:ln w="9525">
                  <a:solidFill>
                    <a:srgbClr val="000000"/>
                  </a:solidFill>
                  <a:round/>
                  <a:headEnd/>
                  <a:tailEnd/>
                </a:ln>
              </p:spPr>
              <p:txBody>
                <a:bodyPr/>
                <a:lstStyle/>
                <a:p>
                  <a:endParaRPr lang="vi-VN" sz="1400">
                    <a:latin typeface="Times New Roman" panose="02020603050405020304" pitchFamily="18" charset="0"/>
                    <a:cs typeface="Times New Roman" panose="02020603050405020304" pitchFamily="18" charset="0"/>
                  </a:endParaRPr>
                </a:p>
              </p:txBody>
            </p:sp>
            <p:sp>
              <p:nvSpPr>
                <p:cNvPr id="53257" name="Line 9">
                  <a:extLst>
                    <a:ext uri="{FF2B5EF4-FFF2-40B4-BE49-F238E27FC236}">
                      <a16:creationId xmlns:a16="http://schemas.microsoft.com/office/drawing/2014/main" id="{09EF6CE0-5BCE-45EA-973F-947CC3A51E9D}"/>
                    </a:ext>
                  </a:extLst>
                </p:cNvPr>
                <p:cNvSpPr>
                  <a:spLocks noChangeShapeType="1"/>
                </p:cNvSpPr>
                <p:nvPr/>
              </p:nvSpPr>
              <p:spPr bwMode="auto">
                <a:xfrm>
                  <a:off x="1920" y="1662"/>
                  <a:ext cx="96" cy="9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vi-VN" sz="1400">
                    <a:latin typeface="Times New Roman" panose="02020603050405020304" pitchFamily="18" charset="0"/>
                    <a:cs typeface="Times New Roman" panose="02020603050405020304" pitchFamily="18" charset="0"/>
                  </a:endParaRPr>
                </a:p>
              </p:txBody>
            </p:sp>
            <p:sp>
              <p:nvSpPr>
                <p:cNvPr id="53258" name="Line 10">
                  <a:extLst>
                    <a:ext uri="{FF2B5EF4-FFF2-40B4-BE49-F238E27FC236}">
                      <a16:creationId xmlns:a16="http://schemas.microsoft.com/office/drawing/2014/main" id="{71C4D15A-69B2-44DF-9A19-8FE1259BB76C}"/>
                    </a:ext>
                  </a:extLst>
                </p:cNvPr>
                <p:cNvSpPr>
                  <a:spLocks noChangeShapeType="1"/>
                </p:cNvSpPr>
                <p:nvPr/>
              </p:nvSpPr>
              <p:spPr bwMode="auto">
                <a:xfrm>
                  <a:off x="1632" y="1706"/>
                  <a:ext cx="240" cy="0"/>
                </a:xfrm>
                <a:prstGeom prst="line">
                  <a:avLst/>
                </a:prstGeom>
                <a:noFill/>
                <a:ln w="9525">
                  <a:solidFill>
                    <a:srgbClr val="000000"/>
                  </a:solidFill>
                  <a:round/>
                  <a:headEnd/>
                  <a:tailEnd type="arrow" w="med" len="med"/>
                </a:ln>
                <a:extLst>
                  <a:ext uri="{909E8E84-426E-40DD-AFC4-6F175D3DCCD1}">
                    <a14:hiddenFill xmlns:a14="http://schemas.microsoft.com/office/drawing/2010/main">
                      <a:noFill/>
                    </a14:hiddenFill>
                  </a:ext>
                </a:extLst>
              </p:spPr>
              <p:txBody>
                <a:bodyPr/>
                <a:lstStyle/>
                <a:p>
                  <a:endParaRPr lang="vi-VN" sz="1400">
                    <a:latin typeface="Times New Roman" panose="02020603050405020304" pitchFamily="18" charset="0"/>
                    <a:cs typeface="Times New Roman" panose="02020603050405020304" pitchFamily="18" charset="0"/>
                  </a:endParaRPr>
                </a:p>
              </p:txBody>
            </p:sp>
            <p:sp>
              <p:nvSpPr>
                <p:cNvPr id="53259" name="Text Box 11">
                  <a:extLst>
                    <a:ext uri="{FF2B5EF4-FFF2-40B4-BE49-F238E27FC236}">
                      <a16:creationId xmlns:a16="http://schemas.microsoft.com/office/drawing/2014/main" id="{A6730B39-1E7D-4FAE-8C7D-9864E858059D}"/>
                    </a:ext>
                  </a:extLst>
                </p:cNvPr>
                <p:cNvSpPr txBox="1">
                  <a:spLocks noChangeArrowheads="1"/>
                </p:cNvSpPr>
                <p:nvPr/>
              </p:nvSpPr>
              <p:spPr bwMode="auto">
                <a:xfrm>
                  <a:off x="2208" y="1614"/>
                  <a:ext cx="480" cy="192"/>
                </a:xfrm>
                <a:prstGeom prst="rect">
                  <a:avLst/>
                </a:prstGeom>
                <a:solidFill>
                  <a:srgbClr val="FFFFFF"/>
                </a:solidFill>
                <a:ln w="9525">
                  <a:solidFill>
                    <a:srgbClr val="000000"/>
                  </a:solidFill>
                  <a:miter lim="800000"/>
                  <a:headEnd/>
                  <a:tailEnd/>
                </a:ln>
              </p:spPr>
              <p:txBody>
                <a:bodyPr/>
                <a:lstStyle/>
                <a:p>
                  <a:pPr algn="ctr" eaLnBrk="1" hangingPunct="1"/>
                  <a:r>
                    <a:rPr lang="en-US" altLang="vi-VN" sz="1400" b="1">
                      <a:latin typeface="Times New Roman" panose="02020603050405020304" pitchFamily="18" charset="0"/>
                      <a:cs typeface="Times New Roman" panose="02020603050405020304" pitchFamily="18" charset="0"/>
                    </a:rPr>
                    <a:t>controller</a:t>
                  </a:r>
                </a:p>
              </p:txBody>
            </p:sp>
            <p:sp>
              <p:nvSpPr>
                <p:cNvPr id="53260" name="Text Box 12">
                  <a:extLst>
                    <a:ext uri="{FF2B5EF4-FFF2-40B4-BE49-F238E27FC236}">
                      <a16:creationId xmlns:a16="http://schemas.microsoft.com/office/drawing/2014/main" id="{C1470599-9740-4490-AC47-02488FC739BA}"/>
                    </a:ext>
                  </a:extLst>
                </p:cNvPr>
                <p:cNvSpPr txBox="1">
                  <a:spLocks noChangeArrowheads="1"/>
                </p:cNvSpPr>
                <p:nvPr/>
              </p:nvSpPr>
              <p:spPr bwMode="auto">
                <a:xfrm>
                  <a:off x="2832" y="1614"/>
                  <a:ext cx="480" cy="192"/>
                </a:xfrm>
                <a:prstGeom prst="rect">
                  <a:avLst/>
                </a:prstGeom>
                <a:solidFill>
                  <a:srgbClr val="FFFFFF"/>
                </a:solidFill>
                <a:ln w="9525">
                  <a:solidFill>
                    <a:srgbClr val="000000"/>
                  </a:solidFill>
                  <a:miter lim="800000"/>
                  <a:headEnd/>
                  <a:tailEnd/>
                </a:ln>
              </p:spPr>
              <p:txBody>
                <a:bodyPr/>
                <a:lstStyle/>
                <a:p>
                  <a:pPr algn="ctr" eaLnBrk="1" hangingPunct="1"/>
                  <a:r>
                    <a:rPr lang="en-US" altLang="vi-VN" sz="1400" b="1">
                      <a:latin typeface="Times New Roman" panose="02020603050405020304" pitchFamily="18" charset="0"/>
                      <a:cs typeface="Times New Roman" panose="02020603050405020304" pitchFamily="18" charset="0"/>
                    </a:rPr>
                    <a:t>Actuator</a:t>
                  </a:r>
                </a:p>
                <a:p>
                  <a:pPr algn="ctr" eaLnBrk="1" hangingPunct="1"/>
                  <a:r>
                    <a:rPr lang="en-US" altLang="vi-VN" sz="1400" b="1">
                      <a:latin typeface="Times New Roman" panose="02020603050405020304" pitchFamily="18" charset="0"/>
                      <a:cs typeface="Times New Roman" panose="02020603050405020304" pitchFamily="18" charset="0"/>
                    </a:rPr>
                    <a:t>(relay)</a:t>
                  </a:r>
                </a:p>
              </p:txBody>
            </p:sp>
            <p:sp>
              <p:nvSpPr>
                <p:cNvPr id="53261" name="Text Box 13">
                  <a:extLst>
                    <a:ext uri="{FF2B5EF4-FFF2-40B4-BE49-F238E27FC236}">
                      <a16:creationId xmlns:a16="http://schemas.microsoft.com/office/drawing/2014/main" id="{7EC67BBA-C110-4E87-9518-64A73C195053}"/>
                    </a:ext>
                  </a:extLst>
                </p:cNvPr>
                <p:cNvSpPr txBox="1">
                  <a:spLocks noChangeArrowheads="1"/>
                </p:cNvSpPr>
                <p:nvPr/>
              </p:nvSpPr>
              <p:spPr bwMode="auto">
                <a:xfrm>
                  <a:off x="3456" y="1536"/>
                  <a:ext cx="432" cy="432"/>
                </a:xfrm>
                <a:prstGeom prst="rect">
                  <a:avLst/>
                </a:prstGeom>
                <a:solidFill>
                  <a:srgbClr val="FFFFFF"/>
                </a:solidFill>
                <a:ln w="9525">
                  <a:solidFill>
                    <a:srgbClr val="000000"/>
                  </a:solidFill>
                  <a:miter lim="800000"/>
                  <a:headEnd/>
                  <a:tailEnd/>
                </a:ln>
              </p:spPr>
              <p:txBody>
                <a:bodyPr/>
                <a:lstStyle/>
                <a:p>
                  <a:pPr algn="ctr" eaLnBrk="1" hangingPunct="1"/>
                  <a:r>
                    <a:rPr lang="en-US" altLang="vi-VN" sz="1400" b="1">
                      <a:latin typeface="Times New Roman" panose="02020603050405020304" pitchFamily="18" charset="0"/>
                      <a:cs typeface="Times New Roman" panose="02020603050405020304" pitchFamily="18" charset="0"/>
                    </a:rPr>
                    <a:t>System</a:t>
                  </a:r>
                </a:p>
                <a:p>
                  <a:pPr algn="ctr" eaLnBrk="1" hangingPunct="1"/>
                  <a:endParaRPr lang="en-US" altLang="vi-VN" sz="1400" b="1">
                    <a:latin typeface="Times New Roman" panose="02020603050405020304" pitchFamily="18" charset="0"/>
                    <a:cs typeface="Times New Roman" panose="02020603050405020304" pitchFamily="18" charset="0"/>
                  </a:endParaRPr>
                </a:p>
                <a:p>
                  <a:pPr algn="ctr" eaLnBrk="1" hangingPunct="1"/>
                  <a:r>
                    <a:rPr lang="en-US" altLang="vi-VN" sz="1400" b="1">
                      <a:latin typeface="Times New Roman" panose="02020603050405020304" pitchFamily="18" charset="0"/>
                      <a:cs typeface="Times New Roman" panose="02020603050405020304" pitchFamily="18" charset="0"/>
                    </a:rPr>
                    <a:t>(street lighting system)</a:t>
                  </a:r>
                </a:p>
              </p:txBody>
            </p:sp>
            <p:sp>
              <p:nvSpPr>
                <p:cNvPr id="53262" name="Line 14">
                  <a:extLst>
                    <a:ext uri="{FF2B5EF4-FFF2-40B4-BE49-F238E27FC236}">
                      <a16:creationId xmlns:a16="http://schemas.microsoft.com/office/drawing/2014/main" id="{36024F6E-577E-4840-8BCC-A09887DC9F1D}"/>
                    </a:ext>
                  </a:extLst>
                </p:cNvPr>
                <p:cNvSpPr>
                  <a:spLocks noChangeShapeType="1"/>
                </p:cNvSpPr>
                <p:nvPr/>
              </p:nvSpPr>
              <p:spPr bwMode="auto">
                <a:xfrm>
                  <a:off x="2064" y="1706"/>
                  <a:ext cx="144" cy="0"/>
                </a:xfrm>
                <a:prstGeom prst="line">
                  <a:avLst/>
                </a:prstGeom>
                <a:noFill/>
                <a:ln w="9525">
                  <a:solidFill>
                    <a:srgbClr val="000000"/>
                  </a:solidFill>
                  <a:round/>
                  <a:headEnd/>
                  <a:tailEnd type="arrow" w="med" len="med"/>
                </a:ln>
                <a:extLst>
                  <a:ext uri="{909E8E84-426E-40DD-AFC4-6F175D3DCCD1}">
                    <a14:hiddenFill xmlns:a14="http://schemas.microsoft.com/office/drawing/2010/main">
                      <a:noFill/>
                    </a14:hiddenFill>
                  </a:ext>
                </a:extLst>
              </p:spPr>
              <p:txBody>
                <a:bodyPr/>
                <a:lstStyle/>
                <a:p>
                  <a:endParaRPr lang="vi-VN" sz="1400">
                    <a:latin typeface="Times New Roman" panose="02020603050405020304" pitchFamily="18" charset="0"/>
                    <a:cs typeface="Times New Roman" panose="02020603050405020304" pitchFamily="18" charset="0"/>
                  </a:endParaRPr>
                </a:p>
              </p:txBody>
            </p:sp>
            <p:sp>
              <p:nvSpPr>
                <p:cNvPr id="53263" name="Line 15">
                  <a:extLst>
                    <a:ext uri="{FF2B5EF4-FFF2-40B4-BE49-F238E27FC236}">
                      <a16:creationId xmlns:a16="http://schemas.microsoft.com/office/drawing/2014/main" id="{C068EC08-E869-47B2-B4E8-2182E4B2A2BD}"/>
                    </a:ext>
                  </a:extLst>
                </p:cNvPr>
                <p:cNvSpPr>
                  <a:spLocks noChangeShapeType="1"/>
                </p:cNvSpPr>
                <p:nvPr/>
              </p:nvSpPr>
              <p:spPr bwMode="auto">
                <a:xfrm>
                  <a:off x="2688" y="1706"/>
                  <a:ext cx="144" cy="0"/>
                </a:xfrm>
                <a:prstGeom prst="line">
                  <a:avLst/>
                </a:prstGeom>
                <a:noFill/>
                <a:ln w="9525">
                  <a:solidFill>
                    <a:srgbClr val="000000"/>
                  </a:solidFill>
                  <a:round/>
                  <a:headEnd/>
                  <a:tailEnd type="arrow" w="med" len="med"/>
                </a:ln>
                <a:extLst>
                  <a:ext uri="{909E8E84-426E-40DD-AFC4-6F175D3DCCD1}">
                    <a14:hiddenFill xmlns:a14="http://schemas.microsoft.com/office/drawing/2010/main">
                      <a:noFill/>
                    </a14:hiddenFill>
                  </a:ext>
                </a:extLst>
              </p:spPr>
              <p:txBody>
                <a:bodyPr/>
                <a:lstStyle/>
                <a:p>
                  <a:endParaRPr lang="vi-VN" sz="1400">
                    <a:latin typeface="Times New Roman" panose="02020603050405020304" pitchFamily="18" charset="0"/>
                    <a:cs typeface="Times New Roman" panose="02020603050405020304" pitchFamily="18" charset="0"/>
                  </a:endParaRPr>
                </a:p>
              </p:txBody>
            </p:sp>
            <p:sp>
              <p:nvSpPr>
                <p:cNvPr id="53264" name="Line 16">
                  <a:extLst>
                    <a:ext uri="{FF2B5EF4-FFF2-40B4-BE49-F238E27FC236}">
                      <a16:creationId xmlns:a16="http://schemas.microsoft.com/office/drawing/2014/main" id="{E96AB533-DB87-4CE5-BCB3-5F79AFE61B94}"/>
                    </a:ext>
                  </a:extLst>
                </p:cNvPr>
                <p:cNvSpPr>
                  <a:spLocks noChangeShapeType="1"/>
                </p:cNvSpPr>
                <p:nvPr/>
              </p:nvSpPr>
              <p:spPr bwMode="auto">
                <a:xfrm>
                  <a:off x="3312" y="1754"/>
                  <a:ext cx="144" cy="0"/>
                </a:xfrm>
                <a:prstGeom prst="line">
                  <a:avLst/>
                </a:prstGeom>
                <a:noFill/>
                <a:ln w="9525">
                  <a:solidFill>
                    <a:srgbClr val="000000"/>
                  </a:solidFill>
                  <a:round/>
                  <a:headEnd/>
                  <a:tailEnd type="arrow" w="med" len="med"/>
                </a:ln>
                <a:extLst>
                  <a:ext uri="{909E8E84-426E-40DD-AFC4-6F175D3DCCD1}">
                    <a14:hiddenFill xmlns:a14="http://schemas.microsoft.com/office/drawing/2010/main">
                      <a:noFill/>
                    </a14:hiddenFill>
                  </a:ext>
                </a:extLst>
              </p:spPr>
              <p:txBody>
                <a:bodyPr/>
                <a:lstStyle/>
                <a:p>
                  <a:endParaRPr lang="vi-VN" sz="1400">
                    <a:latin typeface="Times New Roman" panose="02020603050405020304" pitchFamily="18" charset="0"/>
                    <a:cs typeface="Times New Roman" panose="02020603050405020304" pitchFamily="18" charset="0"/>
                  </a:endParaRPr>
                </a:p>
              </p:txBody>
            </p:sp>
            <p:sp>
              <p:nvSpPr>
                <p:cNvPr id="53265" name="Line 17">
                  <a:extLst>
                    <a:ext uri="{FF2B5EF4-FFF2-40B4-BE49-F238E27FC236}">
                      <a16:creationId xmlns:a16="http://schemas.microsoft.com/office/drawing/2014/main" id="{F1558976-93B5-43E9-8AF4-4F96108A35C4}"/>
                    </a:ext>
                  </a:extLst>
                </p:cNvPr>
                <p:cNvSpPr>
                  <a:spLocks noChangeShapeType="1"/>
                </p:cNvSpPr>
                <p:nvPr/>
              </p:nvSpPr>
              <p:spPr bwMode="auto">
                <a:xfrm>
                  <a:off x="3888" y="1754"/>
                  <a:ext cx="336" cy="0"/>
                </a:xfrm>
                <a:prstGeom prst="line">
                  <a:avLst/>
                </a:prstGeom>
                <a:noFill/>
                <a:ln w="9525">
                  <a:solidFill>
                    <a:srgbClr val="000000"/>
                  </a:solidFill>
                  <a:round/>
                  <a:headEnd/>
                  <a:tailEnd type="arrow" w="med" len="med"/>
                </a:ln>
                <a:extLst>
                  <a:ext uri="{909E8E84-426E-40DD-AFC4-6F175D3DCCD1}">
                    <a14:hiddenFill xmlns:a14="http://schemas.microsoft.com/office/drawing/2010/main">
                      <a:noFill/>
                    </a14:hiddenFill>
                  </a:ext>
                </a:extLst>
              </p:spPr>
              <p:txBody>
                <a:bodyPr/>
                <a:lstStyle/>
                <a:p>
                  <a:endParaRPr lang="vi-VN" sz="1400">
                    <a:latin typeface="Times New Roman" panose="02020603050405020304" pitchFamily="18" charset="0"/>
                    <a:cs typeface="Times New Roman" panose="02020603050405020304" pitchFamily="18" charset="0"/>
                  </a:endParaRPr>
                </a:p>
              </p:txBody>
            </p:sp>
            <p:sp>
              <p:nvSpPr>
                <p:cNvPr id="53266" name="Text Box 18">
                  <a:extLst>
                    <a:ext uri="{FF2B5EF4-FFF2-40B4-BE49-F238E27FC236}">
                      <a16:creationId xmlns:a16="http://schemas.microsoft.com/office/drawing/2014/main" id="{A2FE3F0F-D7F8-4CF4-A945-5A15E66704DC}"/>
                    </a:ext>
                  </a:extLst>
                </p:cNvPr>
                <p:cNvSpPr txBox="1">
                  <a:spLocks noChangeArrowheads="1"/>
                </p:cNvSpPr>
                <p:nvPr/>
              </p:nvSpPr>
              <p:spPr bwMode="auto">
                <a:xfrm>
                  <a:off x="2544" y="2219"/>
                  <a:ext cx="912" cy="277"/>
                </a:xfrm>
                <a:prstGeom prst="rect">
                  <a:avLst/>
                </a:prstGeom>
                <a:solidFill>
                  <a:srgbClr val="FFFFFF"/>
                </a:solidFill>
                <a:ln w="9525">
                  <a:solidFill>
                    <a:srgbClr val="000000"/>
                  </a:solidFill>
                  <a:miter lim="800000"/>
                  <a:headEnd/>
                  <a:tailEnd/>
                </a:ln>
              </p:spPr>
              <p:txBody>
                <a:bodyPr/>
                <a:lstStyle/>
                <a:p>
                  <a:pPr algn="ctr" eaLnBrk="1" hangingPunct="1"/>
                  <a:r>
                    <a:rPr lang="en-US" altLang="vi-VN" sz="1400" b="1">
                      <a:latin typeface="Times New Roman" panose="02020603050405020304" pitchFamily="18" charset="0"/>
                      <a:cs typeface="Times New Roman" panose="02020603050405020304" pitchFamily="18" charset="0"/>
                    </a:rPr>
                    <a:t>Measurement element</a:t>
                  </a:r>
                </a:p>
                <a:p>
                  <a:pPr algn="ctr" eaLnBrk="1" hangingPunct="1"/>
                  <a:r>
                    <a:rPr lang="en-US" altLang="vi-VN" sz="1400" b="1">
                      <a:latin typeface="Times New Roman" panose="02020603050405020304" pitchFamily="18" charset="0"/>
                      <a:cs typeface="Times New Roman" panose="02020603050405020304" pitchFamily="18" charset="0"/>
                    </a:rPr>
                    <a:t>(light sensor)</a:t>
                  </a:r>
                </a:p>
              </p:txBody>
            </p:sp>
            <p:sp>
              <p:nvSpPr>
                <p:cNvPr id="53267" name="Line 19">
                  <a:extLst>
                    <a:ext uri="{FF2B5EF4-FFF2-40B4-BE49-F238E27FC236}">
                      <a16:creationId xmlns:a16="http://schemas.microsoft.com/office/drawing/2014/main" id="{47E05EF2-EFE0-46FF-A23A-D9C25F5D4295}"/>
                    </a:ext>
                  </a:extLst>
                </p:cNvPr>
                <p:cNvSpPr>
                  <a:spLocks noChangeShapeType="1"/>
                </p:cNvSpPr>
                <p:nvPr/>
              </p:nvSpPr>
              <p:spPr bwMode="auto">
                <a:xfrm flipH="1">
                  <a:off x="3456" y="2304"/>
                  <a:ext cx="528" cy="0"/>
                </a:xfrm>
                <a:prstGeom prst="line">
                  <a:avLst/>
                </a:prstGeom>
                <a:noFill/>
                <a:ln w="9525">
                  <a:solidFill>
                    <a:srgbClr val="000000"/>
                  </a:solidFill>
                  <a:round/>
                  <a:headEnd/>
                  <a:tailEnd type="arrow" w="med" len="med"/>
                </a:ln>
                <a:extLst>
                  <a:ext uri="{909E8E84-426E-40DD-AFC4-6F175D3DCCD1}">
                    <a14:hiddenFill xmlns:a14="http://schemas.microsoft.com/office/drawing/2010/main">
                      <a:noFill/>
                    </a14:hiddenFill>
                  </a:ext>
                </a:extLst>
              </p:spPr>
              <p:txBody>
                <a:bodyPr/>
                <a:lstStyle/>
                <a:p>
                  <a:endParaRPr lang="vi-VN" sz="1400">
                    <a:latin typeface="Times New Roman" panose="02020603050405020304" pitchFamily="18" charset="0"/>
                    <a:cs typeface="Times New Roman" panose="02020603050405020304" pitchFamily="18" charset="0"/>
                  </a:endParaRPr>
                </a:p>
              </p:txBody>
            </p:sp>
            <p:sp>
              <p:nvSpPr>
                <p:cNvPr id="53268" name="Line 20">
                  <a:extLst>
                    <a:ext uri="{FF2B5EF4-FFF2-40B4-BE49-F238E27FC236}">
                      <a16:creationId xmlns:a16="http://schemas.microsoft.com/office/drawing/2014/main" id="{00EFCE7E-08D5-4134-974D-DC6FDF5E0C2C}"/>
                    </a:ext>
                  </a:extLst>
                </p:cNvPr>
                <p:cNvSpPr>
                  <a:spLocks noChangeShapeType="1"/>
                </p:cNvSpPr>
                <p:nvPr/>
              </p:nvSpPr>
              <p:spPr bwMode="auto">
                <a:xfrm>
                  <a:off x="1968" y="2304"/>
                  <a:ext cx="57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vi-VN" sz="1400">
                    <a:latin typeface="Times New Roman" panose="02020603050405020304" pitchFamily="18" charset="0"/>
                    <a:cs typeface="Times New Roman" panose="02020603050405020304" pitchFamily="18" charset="0"/>
                  </a:endParaRPr>
                </a:p>
              </p:txBody>
            </p:sp>
            <p:sp>
              <p:nvSpPr>
                <p:cNvPr id="53269" name="Line 21">
                  <a:extLst>
                    <a:ext uri="{FF2B5EF4-FFF2-40B4-BE49-F238E27FC236}">
                      <a16:creationId xmlns:a16="http://schemas.microsoft.com/office/drawing/2014/main" id="{AB24AD09-4DF8-4E29-8F18-9F6ADD0C6EE5}"/>
                    </a:ext>
                  </a:extLst>
                </p:cNvPr>
                <p:cNvSpPr>
                  <a:spLocks noChangeShapeType="1"/>
                </p:cNvSpPr>
                <p:nvPr/>
              </p:nvSpPr>
              <p:spPr bwMode="auto">
                <a:xfrm>
                  <a:off x="3984" y="1754"/>
                  <a:ext cx="0" cy="5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vi-VN" sz="1400">
                    <a:latin typeface="Times New Roman" panose="02020603050405020304" pitchFamily="18" charset="0"/>
                    <a:cs typeface="Times New Roman" panose="02020603050405020304" pitchFamily="18" charset="0"/>
                  </a:endParaRPr>
                </a:p>
              </p:txBody>
            </p:sp>
            <p:sp>
              <p:nvSpPr>
                <p:cNvPr id="53270" name="Text Box 22">
                  <a:extLst>
                    <a:ext uri="{FF2B5EF4-FFF2-40B4-BE49-F238E27FC236}">
                      <a16:creationId xmlns:a16="http://schemas.microsoft.com/office/drawing/2014/main" id="{13EC984F-0362-4745-B5DB-04967B0C2D01}"/>
                    </a:ext>
                  </a:extLst>
                </p:cNvPr>
                <p:cNvSpPr txBox="1">
                  <a:spLocks noChangeArrowheads="1"/>
                </p:cNvSpPr>
                <p:nvPr/>
              </p:nvSpPr>
              <p:spPr bwMode="auto">
                <a:xfrm>
                  <a:off x="4224" y="1632"/>
                  <a:ext cx="528" cy="24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1" hangingPunct="1"/>
                  <a:r>
                    <a:rPr lang="en-US" altLang="vi-VN" sz="1400" b="1">
                      <a:latin typeface="Times New Roman" panose="02020603050405020304" pitchFamily="18" charset="0"/>
                      <a:cs typeface="Times New Roman" panose="02020603050405020304" pitchFamily="18" charset="0"/>
                    </a:rPr>
                    <a:t>Output signal</a:t>
                  </a:r>
                </a:p>
                <a:p>
                  <a:pPr algn="ctr" eaLnBrk="1" hangingPunct="1"/>
                  <a:r>
                    <a:rPr lang="en-US" altLang="vi-VN" sz="1400" b="1">
                      <a:latin typeface="Times New Roman" panose="02020603050405020304" pitchFamily="18" charset="0"/>
                      <a:cs typeface="Times New Roman" panose="02020603050405020304" pitchFamily="18" charset="0"/>
                    </a:rPr>
                    <a:t>(lamp ON@OFF)</a:t>
                  </a:r>
                </a:p>
              </p:txBody>
            </p:sp>
            <p:sp>
              <p:nvSpPr>
                <p:cNvPr id="53271" name="Rectangle 23">
                  <a:extLst>
                    <a:ext uri="{FF2B5EF4-FFF2-40B4-BE49-F238E27FC236}">
                      <a16:creationId xmlns:a16="http://schemas.microsoft.com/office/drawing/2014/main" id="{5A815B58-3EDE-487A-8CAB-C36C5E381D7D}"/>
                    </a:ext>
                  </a:extLst>
                </p:cNvPr>
                <p:cNvSpPr>
                  <a:spLocks noChangeArrowheads="1"/>
                </p:cNvSpPr>
                <p:nvPr/>
              </p:nvSpPr>
              <p:spPr bwMode="auto">
                <a:xfrm>
                  <a:off x="1632" y="1457"/>
                  <a:ext cx="736"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1" hangingPunct="1"/>
                  <a:r>
                    <a:rPr lang="en-US" altLang="vi-VN" sz="1400" b="1">
                      <a:latin typeface="Times New Roman" panose="02020603050405020304" pitchFamily="18" charset="0"/>
                      <a:cs typeface="Times New Roman" panose="02020603050405020304" pitchFamily="18" charset="0"/>
                    </a:rPr>
                    <a:t> comparator</a:t>
                  </a:r>
                </a:p>
              </p:txBody>
            </p:sp>
          </p:grpSp>
        </p:grpSp>
        <p:sp>
          <p:nvSpPr>
            <p:cNvPr id="53272" name="Line 24">
              <a:extLst>
                <a:ext uri="{FF2B5EF4-FFF2-40B4-BE49-F238E27FC236}">
                  <a16:creationId xmlns:a16="http://schemas.microsoft.com/office/drawing/2014/main" id="{923C323F-5D4B-4C4A-87DB-790E8D380684}"/>
                </a:ext>
              </a:extLst>
            </p:cNvPr>
            <p:cNvSpPr>
              <a:spLocks noChangeShapeType="1"/>
            </p:cNvSpPr>
            <p:nvPr/>
          </p:nvSpPr>
          <p:spPr bwMode="auto">
            <a:xfrm flipH="1">
              <a:off x="1920" y="2112"/>
              <a:ext cx="96"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sz="1400">
                <a:latin typeface="Times New Roman" panose="02020603050405020304" pitchFamily="18" charset="0"/>
                <a:cs typeface="Times New Roman" panose="02020603050405020304" pitchFamily="18" charset="0"/>
              </a:endParaRPr>
            </a:p>
          </p:txBody>
        </p:sp>
      </p:grpSp>
      <p:sp>
        <p:nvSpPr>
          <p:cNvPr id="53273" name="Rectangle 25">
            <a:extLst>
              <a:ext uri="{FF2B5EF4-FFF2-40B4-BE49-F238E27FC236}">
                <a16:creationId xmlns:a16="http://schemas.microsoft.com/office/drawing/2014/main" id="{B2BC31B4-536F-4900-B7FC-422FD7DFF9C5}"/>
              </a:ext>
            </a:extLst>
          </p:cNvPr>
          <p:cNvSpPr>
            <a:spLocks noChangeArrowheads="1"/>
          </p:cNvSpPr>
          <p:nvPr/>
        </p:nvSpPr>
        <p:spPr bwMode="auto">
          <a:xfrm>
            <a:off x="1791616" y="1097566"/>
            <a:ext cx="7971149"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buFontTx/>
              <a:buChar char="•"/>
            </a:pPr>
            <a:r>
              <a:rPr lang="en-US" altLang="vi-VN" sz="2400" dirty="0">
                <a:latin typeface="Times New Roman" panose="02020603050405020304" pitchFamily="18" charset="0"/>
                <a:cs typeface="Times New Roman" panose="02020603050405020304" pitchFamily="18" charset="0"/>
              </a:rPr>
              <a:t> Commonly a system that using sensor as input element.</a:t>
            </a:r>
          </a:p>
          <a:p>
            <a:pPr eaLnBrk="1" hangingPunct="1">
              <a:buFontTx/>
              <a:buChar char="•"/>
            </a:pPr>
            <a:endParaRPr lang="en-US" altLang="vi-VN" sz="2400" dirty="0">
              <a:latin typeface="Times New Roman" panose="02020603050405020304" pitchFamily="18" charset="0"/>
              <a:cs typeface="Times New Roman" panose="02020603050405020304" pitchFamily="18" charset="0"/>
            </a:endParaRPr>
          </a:p>
          <a:p>
            <a:pPr eaLnBrk="1" hangingPunct="1">
              <a:buFontTx/>
              <a:buChar char="•"/>
            </a:pPr>
            <a:r>
              <a:rPr lang="en-US" altLang="vi-VN" sz="2400" dirty="0">
                <a:latin typeface="Times New Roman" panose="02020603050405020304" pitchFamily="18" charset="0"/>
                <a:cs typeface="Times New Roman" panose="02020603050405020304" pitchFamily="18" charset="0"/>
              </a:rPr>
              <a:t> ON and OFF automatically as the light sensor detect the light   </a:t>
            </a:r>
          </a:p>
          <a:p>
            <a:pPr eaLnBrk="1" hangingPunct="1"/>
            <a:r>
              <a:rPr lang="vi-VN" altLang="vi-VN" sz="2400" dirty="0">
                <a:latin typeface="Times New Roman" panose="02020603050405020304" pitchFamily="18" charset="0"/>
                <a:cs typeface="Times New Roman" panose="02020603050405020304" pitchFamily="18" charset="0"/>
              </a:rPr>
              <a:t>   regardless of the particular time.</a:t>
            </a:r>
          </a:p>
          <a:p>
            <a:pPr eaLnBrk="1" hangingPunct="1"/>
            <a:endParaRPr lang="vi-VN" altLang="vi-VN" sz="2400" dirty="0">
              <a:latin typeface="Times New Roman" panose="02020603050405020304" pitchFamily="18" charset="0"/>
              <a:cs typeface="Times New Roman" panose="02020603050405020304" pitchFamily="18" charset="0"/>
            </a:endParaRPr>
          </a:p>
          <a:p>
            <a:pPr eaLnBrk="1" hangingPunct="1">
              <a:buFontTx/>
              <a:buChar char="•"/>
            </a:pPr>
            <a:r>
              <a:rPr lang="en-US" altLang="vi-VN" sz="2400" dirty="0">
                <a:latin typeface="Times New Roman" panose="02020603050405020304" pitchFamily="18" charset="0"/>
                <a:cs typeface="Times New Roman" panose="02020603050405020304" pitchFamily="18" charset="0"/>
              </a:rPr>
              <a:t> Dark = ON and Bright = OFF)</a:t>
            </a:r>
          </a:p>
          <a:p>
            <a:pPr eaLnBrk="1" hangingPunct="1"/>
            <a:endParaRPr lang="en-US" altLang="vi-VN" sz="2400" dirty="0">
              <a:latin typeface="Times New Roman" panose="02020603050405020304" pitchFamily="18" charset="0"/>
              <a:cs typeface="Times New Roman" panose="02020603050405020304" pitchFamily="18" charset="0"/>
            </a:endParaRPr>
          </a:p>
        </p:txBody>
      </p:sp>
      <p:pic>
        <p:nvPicPr>
          <p:cNvPr id="26" name="Picture 25">
            <a:extLst>
              <a:ext uri="{FF2B5EF4-FFF2-40B4-BE49-F238E27FC236}">
                <a16:creationId xmlns:a16="http://schemas.microsoft.com/office/drawing/2014/main" id="{140FF036-6856-45F5-9C6B-C6F7E58EA3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001" y="50721"/>
            <a:ext cx="2851037" cy="869371"/>
          </a:xfrm>
          <a:prstGeom prst="rect">
            <a:avLst/>
          </a:prstGeom>
        </p:spPr>
      </p:pic>
      <p:sp>
        <p:nvSpPr>
          <p:cNvPr id="27" name="Rectangle: Rounded Corners 26">
            <a:extLst>
              <a:ext uri="{FF2B5EF4-FFF2-40B4-BE49-F238E27FC236}">
                <a16:creationId xmlns:a16="http://schemas.microsoft.com/office/drawing/2014/main" id="{681D53C8-E547-4AB2-9403-DC0FA95EA3E0}"/>
              </a:ext>
            </a:extLst>
          </p:cNvPr>
          <p:cNvSpPr/>
          <p:nvPr/>
        </p:nvSpPr>
        <p:spPr>
          <a:xfrm>
            <a:off x="55002" y="6435176"/>
            <a:ext cx="12079705" cy="323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dirty="0">
                <a:solidFill>
                  <a:schemeClr val="bg1"/>
                </a:solidFill>
                <a:latin typeface="Times New Roman" panose="02020603050405020304" pitchFamily="18" charset="0"/>
                <a:cs typeface="Times New Roman" panose="02020603050405020304" pitchFamily="18" charset="0"/>
              </a:rPr>
              <a:t> PLC Programming                      1. AN INTRODUCTION TO PROGRAMABLE LOGIC CONTROLLERS</a:t>
            </a:r>
            <a:endParaRPr lang="vi-VN" sz="1800" dirty="0">
              <a:solidFill>
                <a:schemeClr val="bg1"/>
              </a:solidFill>
              <a:latin typeface="Times New Roman" panose="02020603050405020304" pitchFamily="18" charset="0"/>
              <a:cs typeface="Times New Roman" panose="02020603050405020304" pitchFamily="18" charset="0"/>
            </a:endParaRPr>
          </a:p>
        </p:txBody>
      </p:sp>
      <p:sp>
        <p:nvSpPr>
          <p:cNvPr id="28" name="Slide Number Placeholder 6">
            <a:extLst>
              <a:ext uri="{FF2B5EF4-FFF2-40B4-BE49-F238E27FC236}">
                <a16:creationId xmlns:a16="http://schemas.microsoft.com/office/drawing/2014/main" id="{3D23B8A0-6C11-4B72-BD57-01AE61B56A32}"/>
              </a:ext>
            </a:extLst>
          </p:cNvPr>
          <p:cNvSpPr>
            <a:spLocks noGrp="1"/>
          </p:cNvSpPr>
          <p:nvPr>
            <p:ph type="sldNum" sz="quarter" idx="12"/>
          </p:nvPr>
        </p:nvSpPr>
        <p:spPr>
          <a:xfrm>
            <a:off x="9049011" y="6435176"/>
            <a:ext cx="2743200" cy="365125"/>
          </a:xfrm>
        </p:spPr>
        <p:txBody>
          <a:bodyPr/>
          <a:lstStyle/>
          <a:p>
            <a:fld id="{7922E462-5D99-474A-8333-BF14A8734AA9}" type="slidenum">
              <a:rPr lang="vi-VN" sz="1400" smtClean="0">
                <a:solidFill>
                  <a:schemeClr val="bg1"/>
                </a:solidFill>
                <a:latin typeface="Times New Roman" panose="02020603050405020304" pitchFamily="18" charset="0"/>
                <a:cs typeface="Times New Roman" panose="02020603050405020304" pitchFamily="18" charset="0"/>
              </a:rPr>
              <a:t>8</a:t>
            </a:fld>
            <a:endParaRPr lang="vi-VN" sz="140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4BCFBA8F-3F8D-42DF-A290-AD678DDB8068}"/>
              </a:ext>
            </a:extLst>
          </p:cNvPr>
          <p:cNvSpPr>
            <a:spLocks noGrp="1" noChangeArrowheads="1"/>
          </p:cNvSpPr>
          <p:nvPr>
            <p:ph type="title"/>
          </p:nvPr>
        </p:nvSpPr>
        <p:spPr>
          <a:xfrm>
            <a:off x="3304032" y="283370"/>
            <a:ext cx="8229600" cy="487362"/>
          </a:xfrm>
          <a:solidFill>
            <a:schemeClr val="accent1">
              <a:lumMod val="40000"/>
              <a:lumOff val="60000"/>
            </a:schemeClr>
          </a:solidFill>
        </p:spPr>
        <p:txBody>
          <a:bodyPr/>
          <a:lstStyle/>
          <a:p>
            <a:r>
              <a:rPr lang="en-US" altLang="vi-VN" sz="2800" b="1" dirty="0">
                <a:latin typeface="Times New Roman" panose="02020603050405020304" pitchFamily="18" charset="0"/>
                <a:cs typeface="Times New Roman" panose="02020603050405020304" pitchFamily="18" charset="0"/>
              </a:rPr>
              <a:t>1.3 COMPUTERISED CONTROL SYSTEM</a:t>
            </a:r>
          </a:p>
        </p:txBody>
      </p:sp>
      <p:sp>
        <p:nvSpPr>
          <p:cNvPr id="58371" name="Rectangle 3">
            <a:extLst>
              <a:ext uri="{FF2B5EF4-FFF2-40B4-BE49-F238E27FC236}">
                <a16:creationId xmlns:a16="http://schemas.microsoft.com/office/drawing/2014/main" id="{2832966A-EE52-4184-AD41-B0F243582C77}"/>
              </a:ext>
            </a:extLst>
          </p:cNvPr>
          <p:cNvSpPr>
            <a:spLocks noChangeArrowheads="1"/>
          </p:cNvSpPr>
          <p:nvPr/>
        </p:nvSpPr>
        <p:spPr bwMode="auto">
          <a:xfrm>
            <a:off x="3454401" y="1484314"/>
            <a:ext cx="227013"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tabLst>
                <a:tab pos="457200" algn="r"/>
                <a:tab pos="2743200" algn="ctr"/>
                <a:tab pos="5486400" algn="r"/>
              </a:tabLst>
              <a:defRPr>
                <a:solidFill>
                  <a:schemeClr val="tx1"/>
                </a:solidFill>
                <a:latin typeface="Arial" panose="020B0604020202020204" pitchFamily="34" charset="0"/>
              </a:defRPr>
            </a:lvl1pPr>
            <a:lvl2pPr>
              <a:tabLst>
                <a:tab pos="457200" algn="r"/>
                <a:tab pos="2743200" algn="ctr"/>
                <a:tab pos="5486400" algn="r"/>
              </a:tabLst>
              <a:defRPr>
                <a:solidFill>
                  <a:schemeClr val="tx1"/>
                </a:solidFill>
                <a:latin typeface="Arial" panose="020B0604020202020204" pitchFamily="34" charset="0"/>
              </a:defRPr>
            </a:lvl2pPr>
            <a:lvl3pPr>
              <a:tabLst>
                <a:tab pos="457200" algn="r"/>
                <a:tab pos="2743200" algn="ctr"/>
                <a:tab pos="5486400" algn="r"/>
              </a:tabLst>
              <a:defRPr>
                <a:solidFill>
                  <a:schemeClr val="tx1"/>
                </a:solidFill>
                <a:latin typeface="Arial" panose="020B0604020202020204" pitchFamily="34" charset="0"/>
              </a:defRPr>
            </a:lvl3pPr>
            <a:lvl4pPr>
              <a:tabLst>
                <a:tab pos="457200" algn="r"/>
                <a:tab pos="2743200" algn="ctr"/>
                <a:tab pos="5486400" algn="r"/>
              </a:tabLst>
              <a:defRPr>
                <a:solidFill>
                  <a:schemeClr val="tx1"/>
                </a:solidFill>
                <a:latin typeface="Arial" panose="020B0604020202020204" pitchFamily="34" charset="0"/>
              </a:defRPr>
            </a:lvl4pPr>
            <a:lvl5pPr>
              <a:tabLst>
                <a:tab pos="457200" algn="r"/>
                <a:tab pos="2743200" algn="ctr"/>
                <a:tab pos="5486400" algn="r"/>
              </a:tabLst>
              <a:defRPr>
                <a:solidFill>
                  <a:schemeClr val="tx1"/>
                </a:solidFill>
                <a:latin typeface="Arial" panose="020B0604020202020204" pitchFamily="34" charset="0"/>
              </a:defRPr>
            </a:lvl5pPr>
            <a:lvl6pPr fontAlgn="base">
              <a:spcBef>
                <a:spcPct val="0"/>
              </a:spcBef>
              <a:spcAft>
                <a:spcPct val="0"/>
              </a:spcAft>
              <a:tabLst>
                <a:tab pos="457200" algn="r"/>
                <a:tab pos="2743200" algn="ctr"/>
                <a:tab pos="5486400" algn="r"/>
              </a:tabLst>
              <a:defRPr>
                <a:solidFill>
                  <a:schemeClr val="tx1"/>
                </a:solidFill>
                <a:latin typeface="Arial" panose="020B0604020202020204" pitchFamily="34" charset="0"/>
              </a:defRPr>
            </a:lvl6pPr>
            <a:lvl7pPr fontAlgn="base">
              <a:spcBef>
                <a:spcPct val="0"/>
              </a:spcBef>
              <a:spcAft>
                <a:spcPct val="0"/>
              </a:spcAft>
              <a:tabLst>
                <a:tab pos="457200" algn="r"/>
                <a:tab pos="2743200" algn="ctr"/>
                <a:tab pos="5486400" algn="r"/>
              </a:tabLst>
              <a:defRPr>
                <a:solidFill>
                  <a:schemeClr val="tx1"/>
                </a:solidFill>
                <a:latin typeface="Arial" panose="020B0604020202020204" pitchFamily="34" charset="0"/>
              </a:defRPr>
            </a:lvl7pPr>
            <a:lvl8pPr fontAlgn="base">
              <a:spcBef>
                <a:spcPct val="0"/>
              </a:spcBef>
              <a:spcAft>
                <a:spcPct val="0"/>
              </a:spcAft>
              <a:tabLst>
                <a:tab pos="457200" algn="r"/>
                <a:tab pos="2743200" algn="ctr"/>
                <a:tab pos="5486400" algn="r"/>
              </a:tabLst>
              <a:defRPr>
                <a:solidFill>
                  <a:schemeClr val="tx1"/>
                </a:solidFill>
                <a:latin typeface="Arial" panose="020B0604020202020204" pitchFamily="34" charset="0"/>
              </a:defRPr>
            </a:lvl8pPr>
            <a:lvl9pPr fontAlgn="base">
              <a:spcBef>
                <a:spcPct val="0"/>
              </a:spcBef>
              <a:spcAft>
                <a:spcPct val="0"/>
              </a:spcAft>
              <a:tabLst>
                <a:tab pos="457200" algn="r"/>
                <a:tab pos="2743200" algn="ctr"/>
                <a:tab pos="5486400" algn="r"/>
              </a:tabLst>
              <a:defRPr>
                <a:solidFill>
                  <a:schemeClr val="tx1"/>
                </a:solidFill>
                <a:latin typeface="Arial" panose="020B0604020202020204" pitchFamily="34" charset="0"/>
              </a:defRPr>
            </a:lvl9pPr>
          </a:lstStyle>
          <a:p>
            <a:pPr eaLnBrk="1" hangingPunct="1"/>
            <a:r>
              <a:rPr lang="en-US" altLang="vi-VN" sz="1200">
                <a:latin typeface="Times New Roman" panose="02020603050405020304" pitchFamily="18" charset="0"/>
                <a:cs typeface="Times New Roman" panose="02020603050405020304" pitchFamily="18" charset="0"/>
              </a:rPr>
              <a:t> </a:t>
            </a:r>
            <a:endParaRPr lang="en-US" altLang="vi-VN" sz="900">
              <a:latin typeface="Times New Roman" panose="02020603050405020304" pitchFamily="18" charset="0"/>
              <a:cs typeface="Times New Roman" panose="02020603050405020304" pitchFamily="18" charset="0"/>
            </a:endParaRPr>
          </a:p>
          <a:p>
            <a:endParaRPr lang="en-US" altLang="vi-VN">
              <a:latin typeface="Times New Roman" panose="02020603050405020304" pitchFamily="18" charset="0"/>
              <a:cs typeface="Times New Roman" panose="02020603050405020304" pitchFamily="18" charset="0"/>
            </a:endParaRPr>
          </a:p>
        </p:txBody>
      </p:sp>
      <p:sp>
        <p:nvSpPr>
          <p:cNvPr id="58372" name="Rectangle 4">
            <a:extLst>
              <a:ext uri="{FF2B5EF4-FFF2-40B4-BE49-F238E27FC236}">
                <a16:creationId xmlns:a16="http://schemas.microsoft.com/office/drawing/2014/main" id="{1E8099B1-5322-4C35-BAE4-0E4225F9391A}"/>
              </a:ext>
            </a:extLst>
          </p:cNvPr>
          <p:cNvSpPr>
            <a:spLocks noChangeArrowheads="1"/>
          </p:cNvSpPr>
          <p:nvPr/>
        </p:nvSpPr>
        <p:spPr bwMode="auto">
          <a:xfrm>
            <a:off x="3911600" y="2033589"/>
            <a:ext cx="184150" cy="915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tabLst>
                <a:tab pos="457200" algn="r"/>
                <a:tab pos="2743200" algn="ctr"/>
                <a:tab pos="5486400" algn="r"/>
              </a:tabLst>
              <a:defRPr>
                <a:solidFill>
                  <a:schemeClr val="tx1"/>
                </a:solidFill>
                <a:latin typeface="Arial" panose="020B0604020202020204" pitchFamily="34" charset="0"/>
              </a:defRPr>
            </a:lvl1pPr>
            <a:lvl2pPr>
              <a:tabLst>
                <a:tab pos="457200" algn="r"/>
                <a:tab pos="2743200" algn="ctr"/>
                <a:tab pos="5486400" algn="r"/>
              </a:tabLst>
              <a:defRPr>
                <a:solidFill>
                  <a:schemeClr val="tx1"/>
                </a:solidFill>
                <a:latin typeface="Arial" panose="020B0604020202020204" pitchFamily="34" charset="0"/>
              </a:defRPr>
            </a:lvl2pPr>
            <a:lvl3pPr>
              <a:tabLst>
                <a:tab pos="457200" algn="r"/>
                <a:tab pos="2743200" algn="ctr"/>
                <a:tab pos="5486400" algn="r"/>
              </a:tabLst>
              <a:defRPr>
                <a:solidFill>
                  <a:schemeClr val="tx1"/>
                </a:solidFill>
                <a:latin typeface="Arial" panose="020B0604020202020204" pitchFamily="34" charset="0"/>
              </a:defRPr>
            </a:lvl3pPr>
            <a:lvl4pPr>
              <a:tabLst>
                <a:tab pos="457200" algn="r"/>
                <a:tab pos="2743200" algn="ctr"/>
                <a:tab pos="5486400" algn="r"/>
              </a:tabLst>
              <a:defRPr>
                <a:solidFill>
                  <a:schemeClr val="tx1"/>
                </a:solidFill>
                <a:latin typeface="Arial" panose="020B0604020202020204" pitchFamily="34" charset="0"/>
              </a:defRPr>
            </a:lvl4pPr>
            <a:lvl5pPr>
              <a:tabLst>
                <a:tab pos="457200" algn="r"/>
                <a:tab pos="2743200" algn="ctr"/>
                <a:tab pos="5486400" algn="r"/>
              </a:tabLst>
              <a:defRPr>
                <a:solidFill>
                  <a:schemeClr val="tx1"/>
                </a:solidFill>
                <a:latin typeface="Arial" panose="020B0604020202020204" pitchFamily="34" charset="0"/>
              </a:defRPr>
            </a:lvl5pPr>
            <a:lvl6pPr fontAlgn="base">
              <a:spcBef>
                <a:spcPct val="0"/>
              </a:spcBef>
              <a:spcAft>
                <a:spcPct val="0"/>
              </a:spcAft>
              <a:tabLst>
                <a:tab pos="457200" algn="r"/>
                <a:tab pos="2743200" algn="ctr"/>
                <a:tab pos="5486400" algn="r"/>
              </a:tabLst>
              <a:defRPr>
                <a:solidFill>
                  <a:schemeClr val="tx1"/>
                </a:solidFill>
                <a:latin typeface="Arial" panose="020B0604020202020204" pitchFamily="34" charset="0"/>
              </a:defRPr>
            </a:lvl6pPr>
            <a:lvl7pPr fontAlgn="base">
              <a:spcBef>
                <a:spcPct val="0"/>
              </a:spcBef>
              <a:spcAft>
                <a:spcPct val="0"/>
              </a:spcAft>
              <a:tabLst>
                <a:tab pos="457200" algn="r"/>
                <a:tab pos="2743200" algn="ctr"/>
                <a:tab pos="5486400" algn="r"/>
              </a:tabLst>
              <a:defRPr>
                <a:solidFill>
                  <a:schemeClr val="tx1"/>
                </a:solidFill>
                <a:latin typeface="Arial" panose="020B0604020202020204" pitchFamily="34" charset="0"/>
              </a:defRPr>
            </a:lvl7pPr>
            <a:lvl8pPr fontAlgn="base">
              <a:spcBef>
                <a:spcPct val="0"/>
              </a:spcBef>
              <a:spcAft>
                <a:spcPct val="0"/>
              </a:spcAft>
              <a:tabLst>
                <a:tab pos="457200" algn="r"/>
                <a:tab pos="2743200" algn="ctr"/>
                <a:tab pos="5486400" algn="r"/>
              </a:tabLst>
              <a:defRPr>
                <a:solidFill>
                  <a:schemeClr val="tx1"/>
                </a:solidFill>
                <a:latin typeface="Arial" panose="020B0604020202020204" pitchFamily="34" charset="0"/>
              </a:defRPr>
            </a:lvl8pPr>
            <a:lvl9pPr fontAlgn="base">
              <a:spcBef>
                <a:spcPct val="0"/>
              </a:spcBef>
              <a:spcAft>
                <a:spcPct val="0"/>
              </a:spcAft>
              <a:tabLst>
                <a:tab pos="457200" algn="r"/>
                <a:tab pos="2743200" algn="ctr"/>
                <a:tab pos="5486400" algn="r"/>
              </a:tabLst>
              <a:defRPr>
                <a:solidFill>
                  <a:schemeClr val="tx1"/>
                </a:solidFill>
                <a:latin typeface="Arial" panose="020B0604020202020204" pitchFamily="34" charset="0"/>
              </a:defRPr>
            </a:lvl9pPr>
          </a:lstStyle>
          <a:p>
            <a:pPr eaLnBrk="1" hangingPunct="1"/>
            <a:br>
              <a:rPr lang="en-US" altLang="vi-VN">
                <a:latin typeface="Times New Roman" panose="02020603050405020304" pitchFamily="18" charset="0"/>
                <a:cs typeface="Times New Roman" panose="02020603050405020304" pitchFamily="18" charset="0"/>
              </a:rPr>
            </a:br>
            <a:endParaRPr lang="en-US" altLang="vi-VN">
              <a:latin typeface="Times New Roman" panose="02020603050405020304" pitchFamily="18" charset="0"/>
              <a:cs typeface="Times New Roman" panose="02020603050405020304" pitchFamily="18" charset="0"/>
            </a:endParaRPr>
          </a:p>
          <a:p>
            <a:endParaRPr lang="en-US" altLang="vi-VN">
              <a:latin typeface="Times New Roman" panose="02020603050405020304" pitchFamily="18" charset="0"/>
              <a:cs typeface="Times New Roman" panose="02020603050405020304" pitchFamily="18" charset="0"/>
            </a:endParaRPr>
          </a:p>
        </p:txBody>
      </p:sp>
      <p:sp>
        <p:nvSpPr>
          <p:cNvPr id="58373" name="Rectangle 5">
            <a:extLst>
              <a:ext uri="{FF2B5EF4-FFF2-40B4-BE49-F238E27FC236}">
                <a16:creationId xmlns:a16="http://schemas.microsoft.com/office/drawing/2014/main" id="{7DBC823F-335B-4757-8D94-1C1247DA3599}"/>
              </a:ext>
            </a:extLst>
          </p:cNvPr>
          <p:cNvSpPr>
            <a:spLocks noChangeArrowheads="1"/>
          </p:cNvSpPr>
          <p:nvPr/>
        </p:nvSpPr>
        <p:spPr bwMode="auto">
          <a:xfrm>
            <a:off x="3454401" y="4551363"/>
            <a:ext cx="227013" cy="823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tabLst>
                <a:tab pos="457200" algn="r"/>
                <a:tab pos="2743200" algn="ctr"/>
                <a:tab pos="5486400" algn="r"/>
              </a:tabLst>
              <a:defRPr>
                <a:solidFill>
                  <a:schemeClr val="tx1"/>
                </a:solidFill>
                <a:latin typeface="Arial" panose="020B0604020202020204" pitchFamily="34" charset="0"/>
              </a:defRPr>
            </a:lvl1pPr>
            <a:lvl2pPr>
              <a:tabLst>
                <a:tab pos="457200" algn="r"/>
                <a:tab pos="2743200" algn="ctr"/>
                <a:tab pos="5486400" algn="r"/>
              </a:tabLst>
              <a:defRPr>
                <a:solidFill>
                  <a:schemeClr val="tx1"/>
                </a:solidFill>
                <a:latin typeface="Arial" panose="020B0604020202020204" pitchFamily="34" charset="0"/>
              </a:defRPr>
            </a:lvl2pPr>
            <a:lvl3pPr>
              <a:tabLst>
                <a:tab pos="457200" algn="r"/>
                <a:tab pos="2743200" algn="ctr"/>
                <a:tab pos="5486400" algn="r"/>
              </a:tabLst>
              <a:defRPr>
                <a:solidFill>
                  <a:schemeClr val="tx1"/>
                </a:solidFill>
                <a:latin typeface="Arial" panose="020B0604020202020204" pitchFamily="34" charset="0"/>
              </a:defRPr>
            </a:lvl3pPr>
            <a:lvl4pPr>
              <a:tabLst>
                <a:tab pos="457200" algn="r"/>
                <a:tab pos="2743200" algn="ctr"/>
                <a:tab pos="5486400" algn="r"/>
              </a:tabLst>
              <a:defRPr>
                <a:solidFill>
                  <a:schemeClr val="tx1"/>
                </a:solidFill>
                <a:latin typeface="Arial" panose="020B0604020202020204" pitchFamily="34" charset="0"/>
              </a:defRPr>
            </a:lvl4pPr>
            <a:lvl5pPr>
              <a:tabLst>
                <a:tab pos="457200" algn="r"/>
                <a:tab pos="2743200" algn="ctr"/>
                <a:tab pos="5486400" algn="r"/>
              </a:tabLst>
              <a:defRPr>
                <a:solidFill>
                  <a:schemeClr val="tx1"/>
                </a:solidFill>
                <a:latin typeface="Arial" panose="020B0604020202020204" pitchFamily="34" charset="0"/>
              </a:defRPr>
            </a:lvl5pPr>
            <a:lvl6pPr fontAlgn="base">
              <a:spcBef>
                <a:spcPct val="0"/>
              </a:spcBef>
              <a:spcAft>
                <a:spcPct val="0"/>
              </a:spcAft>
              <a:tabLst>
                <a:tab pos="457200" algn="r"/>
                <a:tab pos="2743200" algn="ctr"/>
                <a:tab pos="5486400" algn="r"/>
              </a:tabLst>
              <a:defRPr>
                <a:solidFill>
                  <a:schemeClr val="tx1"/>
                </a:solidFill>
                <a:latin typeface="Arial" panose="020B0604020202020204" pitchFamily="34" charset="0"/>
              </a:defRPr>
            </a:lvl6pPr>
            <a:lvl7pPr fontAlgn="base">
              <a:spcBef>
                <a:spcPct val="0"/>
              </a:spcBef>
              <a:spcAft>
                <a:spcPct val="0"/>
              </a:spcAft>
              <a:tabLst>
                <a:tab pos="457200" algn="r"/>
                <a:tab pos="2743200" algn="ctr"/>
                <a:tab pos="5486400" algn="r"/>
              </a:tabLst>
              <a:defRPr>
                <a:solidFill>
                  <a:schemeClr val="tx1"/>
                </a:solidFill>
                <a:latin typeface="Arial" panose="020B0604020202020204" pitchFamily="34" charset="0"/>
              </a:defRPr>
            </a:lvl7pPr>
            <a:lvl8pPr fontAlgn="base">
              <a:spcBef>
                <a:spcPct val="0"/>
              </a:spcBef>
              <a:spcAft>
                <a:spcPct val="0"/>
              </a:spcAft>
              <a:tabLst>
                <a:tab pos="457200" algn="r"/>
                <a:tab pos="2743200" algn="ctr"/>
                <a:tab pos="5486400" algn="r"/>
              </a:tabLst>
              <a:defRPr>
                <a:solidFill>
                  <a:schemeClr val="tx1"/>
                </a:solidFill>
                <a:latin typeface="Arial" panose="020B0604020202020204" pitchFamily="34" charset="0"/>
              </a:defRPr>
            </a:lvl8pPr>
            <a:lvl9pPr fontAlgn="base">
              <a:spcBef>
                <a:spcPct val="0"/>
              </a:spcBef>
              <a:spcAft>
                <a:spcPct val="0"/>
              </a:spcAft>
              <a:tabLst>
                <a:tab pos="457200" algn="r"/>
                <a:tab pos="2743200" algn="ctr"/>
                <a:tab pos="5486400" algn="r"/>
              </a:tabLst>
              <a:defRPr>
                <a:solidFill>
                  <a:schemeClr val="tx1"/>
                </a:solidFill>
                <a:latin typeface="Arial" panose="020B0604020202020204" pitchFamily="34" charset="0"/>
              </a:defRPr>
            </a:lvl9pPr>
          </a:lstStyle>
          <a:p>
            <a:pPr eaLnBrk="1" hangingPunct="1"/>
            <a:endParaRPr lang="en-US" altLang="vi-VN">
              <a:latin typeface="Times New Roman" panose="02020603050405020304" pitchFamily="18" charset="0"/>
              <a:cs typeface="Times New Roman" panose="02020603050405020304" pitchFamily="18" charset="0"/>
            </a:endParaRPr>
          </a:p>
          <a:p>
            <a:r>
              <a:rPr lang="en-US" altLang="vi-VN" sz="1200">
                <a:latin typeface="Times New Roman" panose="02020603050405020304" pitchFamily="18" charset="0"/>
                <a:cs typeface="Times New Roman" panose="02020603050405020304" pitchFamily="18" charset="0"/>
              </a:rPr>
              <a:t> </a:t>
            </a:r>
            <a:endParaRPr lang="en-US" altLang="vi-VN" sz="900">
              <a:latin typeface="Times New Roman" panose="02020603050405020304" pitchFamily="18" charset="0"/>
              <a:cs typeface="Times New Roman" panose="02020603050405020304" pitchFamily="18" charset="0"/>
            </a:endParaRPr>
          </a:p>
          <a:p>
            <a:endParaRPr lang="en-US" altLang="vi-VN">
              <a:latin typeface="Times New Roman" panose="02020603050405020304" pitchFamily="18" charset="0"/>
              <a:cs typeface="Times New Roman" panose="02020603050405020304" pitchFamily="18" charset="0"/>
            </a:endParaRPr>
          </a:p>
        </p:txBody>
      </p:sp>
      <p:sp>
        <p:nvSpPr>
          <p:cNvPr id="58398" name="Rectangle 30">
            <a:extLst>
              <a:ext uri="{FF2B5EF4-FFF2-40B4-BE49-F238E27FC236}">
                <a16:creationId xmlns:a16="http://schemas.microsoft.com/office/drawing/2014/main" id="{03566E33-2E78-45DF-84A2-385C55E74462}"/>
              </a:ext>
            </a:extLst>
          </p:cNvPr>
          <p:cNvSpPr>
            <a:spLocks noChangeArrowheads="1"/>
          </p:cNvSpPr>
          <p:nvPr/>
        </p:nvSpPr>
        <p:spPr bwMode="auto">
          <a:xfrm>
            <a:off x="3373583" y="5860615"/>
            <a:ext cx="592502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vi-VN" sz="2400" dirty="0">
                <a:latin typeface="Times New Roman" panose="02020603050405020304" pitchFamily="18" charset="0"/>
                <a:cs typeface="Times New Roman" panose="02020603050405020304" pitchFamily="18" charset="0"/>
              </a:rPr>
              <a:t>Fig. 5: Block Diagram of Closed Loop System</a:t>
            </a:r>
          </a:p>
        </p:txBody>
      </p:sp>
      <p:sp>
        <p:nvSpPr>
          <p:cNvPr id="58399" name="Rectangle 31">
            <a:extLst>
              <a:ext uri="{FF2B5EF4-FFF2-40B4-BE49-F238E27FC236}">
                <a16:creationId xmlns:a16="http://schemas.microsoft.com/office/drawing/2014/main" id="{0840EA35-4D20-4405-A923-E4457140BF20}"/>
              </a:ext>
            </a:extLst>
          </p:cNvPr>
          <p:cNvSpPr>
            <a:spLocks noChangeArrowheads="1"/>
          </p:cNvSpPr>
          <p:nvPr/>
        </p:nvSpPr>
        <p:spPr bwMode="auto">
          <a:xfrm>
            <a:off x="3163159" y="1043778"/>
            <a:ext cx="7706511"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eaLnBrk="1" hangingPunct="1">
              <a:buFontTx/>
              <a:buChar char="•"/>
            </a:pPr>
            <a:r>
              <a:rPr lang="en-US" altLang="vi-VN" dirty="0">
                <a:latin typeface="Times New Roman" panose="02020603050405020304" pitchFamily="18" charset="0"/>
                <a:cs typeface="Times New Roman" panose="02020603050405020304" pitchFamily="18" charset="0"/>
              </a:rPr>
              <a:t> 	</a:t>
            </a:r>
            <a:r>
              <a:rPr lang="en-US" altLang="vi-VN" sz="2400" dirty="0">
                <a:latin typeface="Times New Roman" panose="02020603050405020304" pitchFamily="18" charset="0"/>
                <a:cs typeface="Times New Roman" panose="02020603050405020304" pitchFamily="18" charset="0"/>
              </a:rPr>
              <a:t>A control system that use a computer as a controller.</a:t>
            </a:r>
          </a:p>
          <a:p>
            <a:pPr eaLnBrk="1" hangingPunct="1">
              <a:buFontTx/>
              <a:buChar char="•"/>
            </a:pPr>
            <a:r>
              <a:rPr lang="en-US" altLang="vi-VN" sz="2400">
                <a:latin typeface="Times New Roman" panose="02020603050405020304" pitchFamily="18" charset="0"/>
                <a:cs typeface="Times New Roman" panose="02020603050405020304" pitchFamily="18" charset="0"/>
              </a:rPr>
              <a:t> </a:t>
            </a:r>
            <a:r>
              <a:rPr lang="en-US" altLang="vi-VN" sz="2400" dirty="0">
                <a:latin typeface="Times New Roman" panose="02020603050405020304" pitchFamily="18" charset="0"/>
                <a:cs typeface="Times New Roman" panose="02020603050405020304" pitchFamily="18" charset="0"/>
              </a:rPr>
              <a:t>	This system can be represented by the block diagram 	as in figure 5.</a:t>
            </a:r>
          </a:p>
        </p:txBody>
      </p:sp>
      <p:pic>
        <p:nvPicPr>
          <p:cNvPr id="32" name="Picture 31">
            <a:extLst>
              <a:ext uri="{FF2B5EF4-FFF2-40B4-BE49-F238E27FC236}">
                <a16:creationId xmlns:a16="http://schemas.microsoft.com/office/drawing/2014/main" id="{757027A9-AC78-4A55-85E2-14A8D85093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001" y="50721"/>
            <a:ext cx="2851037" cy="869371"/>
          </a:xfrm>
          <a:prstGeom prst="rect">
            <a:avLst/>
          </a:prstGeom>
        </p:spPr>
      </p:pic>
      <p:sp>
        <p:nvSpPr>
          <p:cNvPr id="33" name="Rectangle: Rounded Corners 32">
            <a:extLst>
              <a:ext uri="{FF2B5EF4-FFF2-40B4-BE49-F238E27FC236}">
                <a16:creationId xmlns:a16="http://schemas.microsoft.com/office/drawing/2014/main" id="{689FD3AE-CCDB-4D8B-B37D-35A7FFE74EFB}"/>
              </a:ext>
            </a:extLst>
          </p:cNvPr>
          <p:cNvSpPr/>
          <p:nvPr/>
        </p:nvSpPr>
        <p:spPr>
          <a:xfrm>
            <a:off x="55002" y="6435176"/>
            <a:ext cx="12079705" cy="323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dirty="0">
                <a:solidFill>
                  <a:schemeClr val="bg1"/>
                </a:solidFill>
                <a:latin typeface="Times New Roman" panose="02020603050405020304" pitchFamily="18" charset="0"/>
                <a:cs typeface="Times New Roman" panose="02020603050405020304" pitchFamily="18" charset="0"/>
              </a:rPr>
              <a:t> PLC Programming                      1. AN INTRODUCTION TO PROGRAMABLE LOGIC CONTROLLERS</a:t>
            </a:r>
            <a:endParaRPr lang="vi-VN" sz="1800" dirty="0">
              <a:solidFill>
                <a:schemeClr val="bg1"/>
              </a:solidFill>
              <a:latin typeface="Times New Roman" panose="02020603050405020304" pitchFamily="18" charset="0"/>
              <a:cs typeface="Times New Roman" panose="02020603050405020304" pitchFamily="18" charset="0"/>
            </a:endParaRPr>
          </a:p>
        </p:txBody>
      </p:sp>
      <p:sp>
        <p:nvSpPr>
          <p:cNvPr id="34" name="Slide Number Placeholder 6">
            <a:extLst>
              <a:ext uri="{FF2B5EF4-FFF2-40B4-BE49-F238E27FC236}">
                <a16:creationId xmlns:a16="http://schemas.microsoft.com/office/drawing/2014/main" id="{B793F665-28F6-4B4E-BECB-501D8406EE41}"/>
              </a:ext>
            </a:extLst>
          </p:cNvPr>
          <p:cNvSpPr>
            <a:spLocks noGrp="1"/>
          </p:cNvSpPr>
          <p:nvPr>
            <p:ph type="sldNum" sz="quarter" idx="12"/>
          </p:nvPr>
        </p:nvSpPr>
        <p:spPr>
          <a:xfrm>
            <a:off x="9049011" y="6435176"/>
            <a:ext cx="2743200" cy="365125"/>
          </a:xfrm>
        </p:spPr>
        <p:txBody>
          <a:bodyPr/>
          <a:lstStyle/>
          <a:p>
            <a:fld id="{7922E462-5D99-474A-8333-BF14A8734AA9}" type="slidenum">
              <a:rPr lang="vi-VN" sz="1400" smtClean="0">
                <a:solidFill>
                  <a:schemeClr val="bg1"/>
                </a:solidFill>
                <a:latin typeface="Times New Roman" panose="02020603050405020304" pitchFamily="18" charset="0"/>
                <a:cs typeface="Times New Roman" panose="02020603050405020304" pitchFamily="18" charset="0"/>
              </a:rPr>
              <a:t>9</a:t>
            </a:fld>
            <a:endParaRPr lang="vi-VN" sz="1400" dirty="0">
              <a:solidFill>
                <a:schemeClr val="bg1"/>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45FABA25-7E6A-40F1-A344-801BAAF40B3C}"/>
              </a:ext>
            </a:extLst>
          </p:cNvPr>
          <p:cNvPicPr>
            <a:picLocks noChangeAspect="1"/>
          </p:cNvPicPr>
          <p:nvPr/>
        </p:nvPicPr>
        <p:blipFill>
          <a:blip r:embed="rId4"/>
          <a:stretch>
            <a:fillRect/>
          </a:stretch>
        </p:blipFill>
        <p:spPr>
          <a:xfrm>
            <a:off x="1048336" y="2565843"/>
            <a:ext cx="10093036" cy="304868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014C4D43-B2E3-4770-ABF1-8FDE652FF851}"/>
              </a:ext>
            </a:extLst>
          </p:cNvPr>
          <p:cNvSpPr>
            <a:spLocks noGrp="1" noChangeArrowheads="1"/>
          </p:cNvSpPr>
          <p:nvPr>
            <p:ph type="title"/>
          </p:nvPr>
        </p:nvSpPr>
        <p:spPr>
          <a:xfrm>
            <a:off x="3231338" y="274638"/>
            <a:ext cx="6979462" cy="334962"/>
          </a:xfrm>
          <a:solidFill>
            <a:schemeClr val="accent1">
              <a:lumMod val="40000"/>
              <a:lumOff val="60000"/>
            </a:schemeClr>
          </a:solidFill>
        </p:spPr>
        <p:txBody>
          <a:bodyPr>
            <a:normAutofit fontScale="90000"/>
          </a:bodyPr>
          <a:lstStyle/>
          <a:p>
            <a:r>
              <a:rPr lang="en-US" altLang="vi-VN" sz="2800" b="1" dirty="0">
                <a:latin typeface="Times New Roman" panose="02020603050405020304" pitchFamily="18" charset="0"/>
                <a:cs typeface="Times New Roman" panose="02020603050405020304" pitchFamily="18" charset="0"/>
              </a:rPr>
              <a:t>6.	COMPARISON</a:t>
            </a:r>
          </a:p>
        </p:txBody>
      </p:sp>
      <p:graphicFrame>
        <p:nvGraphicFramePr>
          <p:cNvPr id="59395" name="Group 3">
            <a:extLst>
              <a:ext uri="{FF2B5EF4-FFF2-40B4-BE49-F238E27FC236}">
                <a16:creationId xmlns:a16="http://schemas.microsoft.com/office/drawing/2014/main" id="{02AC3002-9430-43C7-8519-A1B48E3BB8A1}"/>
              </a:ext>
            </a:extLst>
          </p:cNvPr>
          <p:cNvGraphicFramePr>
            <a:graphicFrameLocks noGrp="1"/>
          </p:cNvGraphicFramePr>
          <p:nvPr>
            <p:ph idx="1"/>
            <p:extLst>
              <p:ext uri="{D42A27DB-BD31-4B8C-83A1-F6EECF244321}">
                <p14:modId xmlns:p14="http://schemas.microsoft.com/office/powerpoint/2010/main" val="2890804295"/>
              </p:ext>
            </p:extLst>
          </p:nvPr>
        </p:nvGraphicFramePr>
        <p:xfrm>
          <a:off x="1981200" y="1600200"/>
          <a:ext cx="8229600" cy="4393248"/>
        </p:xfrm>
        <a:graphic>
          <a:graphicData uri="http://schemas.openxmlformats.org/drawingml/2006/table">
            <a:tbl>
              <a:tblPr/>
              <a:tblGrid>
                <a:gridCol w="4114800">
                  <a:extLst>
                    <a:ext uri="{9D8B030D-6E8A-4147-A177-3AD203B41FA5}">
                      <a16:colId xmlns:a16="http://schemas.microsoft.com/office/drawing/2014/main" val="1424849175"/>
                    </a:ext>
                  </a:extLst>
                </a:gridCol>
                <a:gridCol w="4114800">
                  <a:extLst>
                    <a:ext uri="{9D8B030D-6E8A-4147-A177-3AD203B41FA5}">
                      <a16:colId xmlns:a16="http://schemas.microsoft.com/office/drawing/2014/main" val="604367348"/>
                    </a:ext>
                  </a:extLst>
                </a:gridCol>
              </a:tblGrid>
              <a:tr h="533400">
                <a:tc>
                  <a:txBody>
                    <a:bodyPr/>
                    <a:lstStyle>
                      <a:lvl1pPr>
                        <a:spcBef>
                          <a:spcPct val="20000"/>
                        </a:spcBef>
                        <a:buClr>
                          <a:schemeClr val="accent1"/>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300">
                          <a:solidFill>
                            <a:schemeClr val="tx1"/>
                          </a:solidFill>
                          <a:latin typeface="Arial" panose="020B0604020202020204" pitchFamily="34" charset="0"/>
                        </a:defRPr>
                      </a:lvl2pPr>
                      <a:lvl3pPr>
                        <a:spcBef>
                          <a:spcPct val="20000"/>
                        </a:spcBef>
                        <a:buClr>
                          <a:schemeClr val="accent1"/>
                        </a:buClr>
                        <a:buFont typeface="Wingdings" panose="05000000000000000000" pitchFamily="2" charset="2"/>
                        <a:defRPr sz="2100">
                          <a:solidFill>
                            <a:schemeClr val="tx1"/>
                          </a:solidFill>
                          <a:latin typeface="Arial" panose="020B0604020202020204" pitchFamily="34" charset="0"/>
                        </a:defRPr>
                      </a:lvl3pPr>
                      <a:lvl4pPr>
                        <a:spcBef>
                          <a:spcPct val="20000"/>
                        </a:spcBef>
                        <a:buClr>
                          <a:schemeClr val="accent1"/>
                        </a:buClr>
                        <a:defRPr>
                          <a:solidFill>
                            <a:schemeClr val="tx1"/>
                          </a:solidFill>
                          <a:latin typeface="Arial" panose="020B0604020202020204" pitchFamily="34" charset="0"/>
                        </a:defRPr>
                      </a:lvl4pPr>
                      <a:lvl5pPr>
                        <a:spcBef>
                          <a:spcPct val="20000"/>
                        </a:spcBef>
                        <a:buClr>
                          <a:schemeClr val="accent1"/>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tabLst/>
                      </a:pPr>
                      <a:r>
                        <a:rPr kumimoji="0" lang="en-US" altLang="vi-VN"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Open Loop System (OLS)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lvl1pPr>
                        <a:spcBef>
                          <a:spcPct val="20000"/>
                        </a:spcBef>
                        <a:buClr>
                          <a:schemeClr val="accent1"/>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300">
                          <a:solidFill>
                            <a:schemeClr val="tx1"/>
                          </a:solidFill>
                          <a:latin typeface="Arial" panose="020B0604020202020204" pitchFamily="34" charset="0"/>
                        </a:defRPr>
                      </a:lvl2pPr>
                      <a:lvl3pPr>
                        <a:spcBef>
                          <a:spcPct val="20000"/>
                        </a:spcBef>
                        <a:buClr>
                          <a:schemeClr val="accent1"/>
                        </a:buClr>
                        <a:buFont typeface="Wingdings" panose="05000000000000000000" pitchFamily="2" charset="2"/>
                        <a:defRPr sz="2100">
                          <a:solidFill>
                            <a:schemeClr val="tx1"/>
                          </a:solidFill>
                          <a:latin typeface="Arial" panose="020B0604020202020204" pitchFamily="34" charset="0"/>
                        </a:defRPr>
                      </a:lvl3pPr>
                      <a:lvl4pPr>
                        <a:spcBef>
                          <a:spcPct val="20000"/>
                        </a:spcBef>
                        <a:buClr>
                          <a:schemeClr val="accent1"/>
                        </a:buClr>
                        <a:defRPr>
                          <a:solidFill>
                            <a:schemeClr val="tx1"/>
                          </a:solidFill>
                          <a:latin typeface="Arial" panose="020B0604020202020204" pitchFamily="34" charset="0"/>
                        </a:defRPr>
                      </a:lvl4pPr>
                      <a:lvl5pPr>
                        <a:spcBef>
                          <a:spcPct val="20000"/>
                        </a:spcBef>
                        <a:buClr>
                          <a:schemeClr val="accent1"/>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tabLst/>
                      </a:pPr>
                      <a:r>
                        <a:rPr kumimoji="0" lang="en-US" altLang="vi-VN"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Close Loop System (CLS)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3914739101"/>
                  </a:ext>
                </a:extLst>
              </a:tr>
              <a:tr h="762000">
                <a:tc>
                  <a:txBody>
                    <a:bodyPr/>
                    <a:lstStyle>
                      <a:lvl1pPr>
                        <a:spcBef>
                          <a:spcPct val="20000"/>
                        </a:spcBef>
                        <a:buClr>
                          <a:schemeClr val="accent1"/>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300">
                          <a:solidFill>
                            <a:schemeClr val="tx1"/>
                          </a:solidFill>
                          <a:latin typeface="Arial" panose="020B0604020202020204" pitchFamily="34" charset="0"/>
                        </a:defRPr>
                      </a:lvl2pPr>
                      <a:lvl3pPr>
                        <a:spcBef>
                          <a:spcPct val="20000"/>
                        </a:spcBef>
                        <a:buClr>
                          <a:schemeClr val="accent1"/>
                        </a:buClr>
                        <a:buFont typeface="Wingdings" panose="05000000000000000000" pitchFamily="2" charset="2"/>
                        <a:defRPr sz="2100">
                          <a:solidFill>
                            <a:schemeClr val="tx1"/>
                          </a:solidFill>
                          <a:latin typeface="Arial" panose="020B0604020202020204" pitchFamily="34" charset="0"/>
                        </a:defRPr>
                      </a:lvl3pPr>
                      <a:lvl4pPr>
                        <a:spcBef>
                          <a:spcPct val="20000"/>
                        </a:spcBef>
                        <a:buClr>
                          <a:schemeClr val="accent1"/>
                        </a:buClr>
                        <a:defRPr>
                          <a:solidFill>
                            <a:schemeClr val="tx1"/>
                          </a:solidFill>
                          <a:latin typeface="Arial" panose="020B0604020202020204" pitchFamily="34" charset="0"/>
                        </a:defRPr>
                      </a:lvl4pPr>
                      <a:lvl5pPr>
                        <a:spcBef>
                          <a:spcPct val="20000"/>
                        </a:spcBef>
                        <a:buClr>
                          <a:schemeClr val="accent1"/>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tabLst/>
                      </a:pPr>
                      <a:r>
                        <a:rPr kumimoji="0" lang="en-US" altLang="vi-VN"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Easy to design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300">
                          <a:solidFill>
                            <a:schemeClr val="tx1"/>
                          </a:solidFill>
                          <a:latin typeface="Arial" panose="020B0604020202020204" pitchFamily="34" charset="0"/>
                        </a:defRPr>
                      </a:lvl2pPr>
                      <a:lvl3pPr>
                        <a:spcBef>
                          <a:spcPct val="20000"/>
                        </a:spcBef>
                        <a:buClr>
                          <a:schemeClr val="accent1"/>
                        </a:buClr>
                        <a:buFont typeface="Wingdings" panose="05000000000000000000" pitchFamily="2" charset="2"/>
                        <a:defRPr sz="2100">
                          <a:solidFill>
                            <a:schemeClr val="tx1"/>
                          </a:solidFill>
                          <a:latin typeface="Arial" panose="020B0604020202020204" pitchFamily="34" charset="0"/>
                        </a:defRPr>
                      </a:lvl3pPr>
                      <a:lvl4pPr>
                        <a:spcBef>
                          <a:spcPct val="20000"/>
                        </a:spcBef>
                        <a:buClr>
                          <a:schemeClr val="accent1"/>
                        </a:buClr>
                        <a:defRPr>
                          <a:solidFill>
                            <a:schemeClr val="tx1"/>
                          </a:solidFill>
                          <a:latin typeface="Arial" panose="020B0604020202020204" pitchFamily="34" charset="0"/>
                        </a:defRPr>
                      </a:lvl4pPr>
                      <a:lvl5pPr>
                        <a:spcBef>
                          <a:spcPct val="20000"/>
                        </a:spcBef>
                        <a:buClr>
                          <a:schemeClr val="accent1"/>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tabLst/>
                      </a:pPr>
                      <a:r>
                        <a:rPr kumimoji="0" lang="en-US" altLang="vi-VN"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The design is complicated or Complex.</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76928567"/>
                  </a:ext>
                </a:extLst>
              </a:tr>
              <a:tr h="1133475">
                <a:tc>
                  <a:txBody>
                    <a:bodyPr/>
                    <a:lstStyle>
                      <a:lvl1pPr>
                        <a:spcBef>
                          <a:spcPct val="20000"/>
                        </a:spcBef>
                        <a:buClr>
                          <a:schemeClr val="accent1"/>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300">
                          <a:solidFill>
                            <a:schemeClr val="tx1"/>
                          </a:solidFill>
                          <a:latin typeface="Arial" panose="020B0604020202020204" pitchFamily="34" charset="0"/>
                        </a:defRPr>
                      </a:lvl2pPr>
                      <a:lvl3pPr>
                        <a:spcBef>
                          <a:spcPct val="20000"/>
                        </a:spcBef>
                        <a:buClr>
                          <a:schemeClr val="accent1"/>
                        </a:buClr>
                        <a:buFont typeface="Wingdings" panose="05000000000000000000" pitchFamily="2" charset="2"/>
                        <a:defRPr sz="2100">
                          <a:solidFill>
                            <a:schemeClr val="tx1"/>
                          </a:solidFill>
                          <a:latin typeface="Arial" panose="020B0604020202020204" pitchFamily="34" charset="0"/>
                        </a:defRPr>
                      </a:lvl3pPr>
                      <a:lvl4pPr>
                        <a:spcBef>
                          <a:spcPct val="20000"/>
                        </a:spcBef>
                        <a:buClr>
                          <a:schemeClr val="accent1"/>
                        </a:buClr>
                        <a:defRPr>
                          <a:solidFill>
                            <a:schemeClr val="tx1"/>
                          </a:solidFill>
                          <a:latin typeface="Arial" panose="020B0604020202020204" pitchFamily="34" charset="0"/>
                        </a:defRPr>
                      </a:lvl4pPr>
                      <a:lvl5pPr>
                        <a:spcBef>
                          <a:spcPct val="20000"/>
                        </a:spcBef>
                        <a:buClr>
                          <a:schemeClr val="accent1"/>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tabLst/>
                      </a:pPr>
                      <a:r>
                        <a:rPr kumimoji="0" lang="en-US" altLang="vi-VN"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accuracy depends on the calibration elements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40000"/>
                        <a:lumOff val="60000"/>
                      </a:schemeClr>
                    </a:solidFill>
                  </a:tcPr>
                </a:tc>
                <a:tc>
                  <a:txBody>
                    <a:bodyPr/>
                    <a:lstStyle>
                      <a:lvl1pPr>
                        <a:spcBef>
                          <a:spcPct val="20000"/>
                        </a:spcBef>
                        <a:buClr>
                          <a:schemeClr val="accent1"/>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300">
                          <a:solidFill>
                            <a:schemeClr val="tx1"/>
                          </a:solidFill>
                          <a:latin typeface="Arial" panose="020B0604020202020204" pitchFamily="34" charset="0"/>
                        </a:defRPr>
                      </a:lvl2pPr>
                      <a:lvl3pPr>
                        <a:spcBef>
                          <a:spcPct val="20000"/>
                        </a:spcBef>
                        <a:buClr>
                          <a:schemeClr val="accent1"/>
                        </a:buClr>
                        <a:buFont typeface="Wingdings" panose="05000000000000000000" pitchFamily="2" charset="2"/>
                        <a:defRPr sz="2100">
                          <a:solidFill>
                            <a:schemeClr val="tx1"/>
                          </a:solidFill>
                          <a:latin typeface="Arial" panose="020B0604020202020204" pitchFamily="34" charset="0"/>
                        </a:defRPr>
                      </a:lvl3pPr>
                      <a:lvl4pPr>
                        <a:spcBef>
                          <a:spcPct val="20000"/>
                        </a:spcBef>
                        <a:buClr>
                          <a:schemeClr val="accent1"/>
                        </a:buClr>
                        <a:defRPr>
                          <a:solidFill>
                            <a:schemeClr val="tx1"/>
                          </a:solidFill>
                          <a:latin typeface="Arial" panose="020B0604020202020204" pitchFamily="34" charset="0"/>
                        </a:defRPr>
                      </a:lvl4pPr>
                      <a:lvl5pPr>
                        <a:spcBef>
                          <a:spcPct val="20000"/>
                        </a:spcBef>
                        <a:buClr>
                          <a:schemeClr val="accent1"/>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tabLst/>
                      </a:pPr>
                      <a:r>
                        <a:rPr kumimoji="0" lang="en-US" altLang="vi-VN"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is very accurate.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40000"/>
                        <a:lumOff val="60000"/>
                      </a:schemeClr>
                    </a:solidFill>
                  </a:tcPr>
                </a:tc>
                <a:extLst>
                  <a:ext uri="{0D108BD9-81ED-4DB2-BD59-A6C34878D82A}">
                    <a16:rowId xmlns:a16="http://schemas.microsoft.com/office/drawing/2014/main" val="1465343698"/>
                  </a:ext>
                </a:extLst>
              </a:tr>
              <a:tr h="771525">
                <a:tc>
                  <a:txBody>
                    <a:bodyPr/>
                    <a:lstStyle>
                      <a:lvl1pPr>
                        <a:spcBef>
                          <a:spcPct val="20000"/>
                        </a:spcBef>
                        <a:buClr>
                          <a:schemeClr val="accent1"/>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300">
                          <a:solidFill>
                            <a:schemeClr val="tx1"/>
                          </a:solidFill>
                          <a:latin typeface="Arial" panose="020B0604020202020204" pitchFamily="34" charset="0"/>
                        </a:defRPr>
                      </a:lvl2pPr>
                      <a:lvl3pPr>
                        <a:spcBef>
                          <a:spcPct val="20000"/>
                        </a:spcBef>
                        <a:buClr>
                          <a:schemeClr val="accent1"/>
                        </a:buClr>
                        <a:buFont typeface="Wingdings" panose="05000000000000000000" pitchFamily="2" charset="2"/>
                        <a:defRPr sz="2100">
                          <a:solidFill>
                            <a:schemeClr val="tx1"/>
                          </a:solidFill>
                          <a:latin typeface="Arial" panose="020B0604020202020204" pitchFamily="34" charset="0"/>
                        </a:defRPr>
                      </a:lvl3pPr>
                      <a:lvl4pPr>
                        <a:spcBef>
                          <a:spcPct val="20000"/>
                        </a:spcBef>
                        <a:buClr>
                          <a:schemeClr val="accent1"/>
                        </a:buClr>
                        <a:defRPr>
                          <a:solidFill>
                            <a:schemeClr val="tx1"/>
                          </a:solidFill>
                          <a:latin typeface="Arial" panose="020B0604020202020204" pitchFamily="34" charset="0"/>
                        </a:defRPr>
                      </a:lvl4pPr>
                      <a:lvl5pPr>
                        <a:spcBef>
                          <a:spcPct val="20000"/>
                        </a:spcBef>
                        <a:buClr>
                          <a:schemeClr val="accent1"/>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tabLst/>
                      </a:pPr>
                      <a:r>
                        <a:rPr kumimoji="0" lang="en-US" altLang="vi-VN"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less instability problem.</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300">
                          <a:solidFill>
                            <a:schemeClr val="tx1"/>
                          </a:solidFill>
                          <a:latin typeface="Arial" panose="020B0604020202020204" pitchFamily="34" charset="0"/>
                        </a:defRPr>
                      </a:lvl2pPr>
                      <a:lvl3pPr>
                        <a:spcBef>
                          <a:spcPct val="20000"/>
                        </a:spcBef>
                        <a:buClr>
                          <a:schemeClr val="accent1"/>
                        </a:buClr>
                        <a:buFont typeface="Wingdings" panose="05000000000000000000" pitchFamily="2" charset="2"/>
                        <a:defRPr sz="2100">
                          <a:solidFill>
                            <a:schemeClr val="tx1"/>
                          </a:solidFill>
                          <a:latin typeface="Arial" panose="020B0604020202020204" pitchFamily="34" charset="0"/>
                        </a:defRPr>
                      </a:lvl3pPr>
                      <a:lvl4pPr>
                        <a:spcBef>
                          <a:spcPct val="20000"/>
                        </a:spcBef>
                        <a:buClr>
                          <a:schemeClr val="accent1"/>
                        </a:buClr>
                        <a:defRPr>
                          <a:solidFill>
                            <a:schemeClr val="tx1"/>
                          </a:solidFill>
                          <a:latin typeface="Arial" panose="020B0604020202020204" pitchFamily="34" charset="0"/>
                        </a:defRPr>
                      </a:lvl4pPr>
                      <a:lvl5pPr>
                        <a:spcBef>
                          <a:spcPct val="20000"/>
                        </a:spcBef>
                        <a:buClr>
                          <a:schemeClr val="accent1"/>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tabLst/>
                      </a:pPr>
                      <a:r>
                        <a:rPr kumimoji="0" lang="vi-VN" altLang="vi-VN"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problems of instability.</a:t>
                      </a:r>
                      <a:endParaRPr kumimoji="0" lang="en-US" altLang="vi-VN"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929933861"/>
                  </a:ext>
                </a:extLst>
              </a:tr>
              <a:tr h="1131888">
                <a:tc>
                  <a:txBody>
                    <a:bodyPr/>
                    <a:lstStyle>
                      <a:lvl1pPr>
                        <a:spcBef>
                          <a:spcPct val="20000"/>
                        </a:spcBef>
                        <a:buClr>
                          <a:schemeClr val="accent1"/>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300">
                          <a:solidFill>
                            <a:schemeClr val="tx1"/>
                          </a:solidFill>
                          <a:latin typeface="Arial" panose="020B0604020202020204" pitchFamily="34" charset="0"/>
                        </a:defRPr>
                      </a:lvl2pPr>
                      <a:lvl3pPr>
                        <a:spcBef>
                          <a:spcPct val="20000"/>
                        </a:spcBef>
                        <a:buClr>
                          <a:schemeClr val="accent1"/>
                        </a:buClr>
                        <a:buFont typeface="Wingdings" panose="05000000000000000000" pitchFamily="2" charset="2"/>
                        <a:defRPr sz="2100">
                          <a:solidFill>
                            <a:schemeClr val="tx1"/>
                          </a:solidFill>
                          <a:latin typeface="Arial" panose="020B0604020202020204" pitchFamily="34" charset="0"/>
                        </a:defRPr>
                      </a:lvl3pPr>
                      <a:lvl4pPr>
                        <a:spcBef>
                          <a:spcPct val="20000"/>
                        </a:spcBef>
                        <a:buClr>
                          <a:schemeClr val="accent1"/>
                        </a:buClr>
                        <a:defRPr>
                          <a:solidFill>
                            <a:schemeClr val="tx1"/>
                          </a:solidFill>
                          <a:latin typeface="Arial" panose="020B0604020202020204" pitchFamily="34" charset="0"/>
                        </a:defRPr>
                      </a:lvl4pPr>
                      <a:lvl5pPr>
                        <a:spcBef>
                          <a:spcPct val="20000"/>
                        </a:spcBef>
                        <a:buClr>
                          <a:schemeClr val="accent1"/>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tabLst/>
                      </a:pPr>
                      <a:r>
                        <a:rPr kumimoji="0" lang="en-US" altLang="vi-VN"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Unable to reduce the impact of non-linearity.</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lvl1pPr>
                        <a:spcBef>
                          <a:spcPct val="20000"/>
                        </a:spcBef>
                        <a:buClr>
                          <a:schemeClr val="accent1"/>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300">
                          <a:solidFill>
                            <a:schemeClr val="tx1"/>
                          </a:solidFill>
                          <a:latin typeface="Arial" panose="020B0604020202020204" pitchFamily="34" charset="0"/>
                        </a:defRPr>
                      </a:lvl2pPr>
                      <a:lvl3pPr>
                        <a:spcBef>
                          <a:spcPct val="20000"/>
                        </a:spcBef>
                        <a:buClr>
                          <a:schemeClr val="accent1"/>
                        </a:buClr>
                        <a:buFont typeface="Wingdings" panose="05000000000000000000" pitchFamily="2" charset="2"/>
                        <a:defRPr sz="2100">
                          <a:solidFill>
                            <a:schemeClr val="tx1"/>
                          </a:solidFill>
                          <a:latin typeface="Arial" panose="020B0604020202020204" pitchFamily="34" charset="0"/>
                        </a:defRPr>
                      </a:lvl3pPr>
                      <a:lvl4pPr>
                        <a:spcBef>
                          <a:spcPct val="20000"/>
                        </a:spcBef>
                        <a:buClr>
                          <a:schemeClr val="accent1"/>
                        </a:buClr>
                        <a:defRPr>
                          <a:solidFill>
                            <a:schemeClr val="tx1"/>
                          </a:solidFill>
                          <a:latin typeface="Arial" panose="020B0604020202020204" pitchFamily="34" charset="0"/>
                        </a:defRPr>
                      </a:lvl4pPr>
                      <a:lvl5pPr>
                        <a:spcBef>
                          <a:spcPct val="20000"/>
                        </a:spcBef>
                        <a:buClr>
                          <a:schemeClr val="accent1"/>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tabLst/>
                      </a:pPr>
                      <a:r>
                        <a:rPr kumimoji="0" lang="en-US" altLang="vi-VN"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Non-linearity effects can be minimized.</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762242485"/>
                  </a:ext>
                </a:extLst>
              </a:tr>
            </a:tbl>
          </a:graphicData>
        </a:graphic>
      </p:graphicFrame>
      <p:pic>
        <p:nvPicPr>
          <p:cNvPr id="4" name="Picture 3">
            <a:extLst>
              <a:ext uri="{FF2B5EF4-FFF2-40B4-BE49-F238E27FC236}">
                <a16:creationId xmlns:a16="http://schemas.microsoft.com/office/drawing/2014/main" id="{3BB6979D-24DD-49C9-93CB-AE9E0C04CD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001" y="50721"/>
            <a:ext cx="2851037" cy="869371"/>
          </a:xfrm>
          <a:prstGeom prst="rect">
            <a:avLst/>
          </a:prstGeom>
        </p:spPr>
      </p:pic>
      <p:sp>
        <p:nvSpPr>
          <p:cNvPr id="5" name="Rectangle: Rounded Corners 4">
            <a:extLst>
              <a:ext uri="{FF2B5EF4-FFF2-40B4-BE49-F238E27FC236}">
                <a16:creationId xmlns:a16="http://schemas.microsoft.com/office/drawing/2014/main" id="{9596E091-8CB9-46C9-BBC1-251CC121F6F5}"/>
              </a:ext>
            </a:extLst>
          </p:cNvPr>
          <p:cNvSpPr/>
          <p:nvPr/>
        </p:nvSpPr>
        <p:spPr>
          <a:xfrm>
            <a:off x="55002" y="6435176"/>
            <a:ext cx="12079705" cy="323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dirty="0">
                <a:solidFill>
                  <a:schemeClr val="bg1"/>
                </a:solidFill>
                <a:latin typeface="Times New Roman" panose="02020603050405020304" pitchFamily="18" charset="0"/>
                <a:cs typeface="Times New Roman" panose="02020603050405020304" pitchFamily="18" charset="0"/>
              </a:rPr>
              <a:t> PLC Programming                      1. AN INTRODUCTION TO PROGRAMABLE LOGIC CONTROLLERS</a:t>
            </a:r>
            <a:endParaRPr lang="vi-VN" sz="1800" dirty="0">
              <a:solidFill>
                <a:schemeClr val="bg1"/>
              </a:solidFill>
              <a:latin typeface="Times New Roman" panose="02020603050405020304" pitchFamily="18" charset="0"/>
              <a:cs typeface="Times New Roman" panose="02020603050405020304" pitchFamily="18" charset="0"/>
            </a:endParaRPr>
          </a:p>
        </p:txBody>
      </p:sp>
      <p:sp>
        <p:nvSpPr>
          <p:cNvPr id="6" name="Slide Number Placeholder 6">
            <a:extLst>
              <a:ext uri="{FF2B5EF4-FFF2-40B4-BE49-F238E27FC236}">
                <a16:creationId xmlns:a16="http://schemas.microsoft.com/office/drawing/2014/main" id="{935C5918-B164-4DBD-9E21-DA9867A4CD77}"/>
              </a:ext>
            </a:extLst>
          </p:cNvPr>
          <p:cNvSpPr>
            <a:spLocks noGrp="1"/>
          </p:cNvSpPr>
          <p:nvPr>
            <p:ph type="sldNum" sz="quarter" idx="12"/>
          </p:nvPr>
        </p:nvSpPr>
        <p:spPr>
          <a:xfrm>
            <a:off x="9049011" y="6435176"/>
            <a:ext cx="2743200" cy="365125"/>
          </a:xfrm>
        </p:spPr>
        <p:txBody>
          <a:bodyPr/>
          <a:lstStyle/>
          <a:p>
            <a:fld id="{7922E462-5D99-474A-8333-BF14A8734AA9}" type="slidenum">
              <a:rPr lang="vi-VN" sz="1400" smtClean="0">
                <a:solidFill>
                  <a:schemeClr val="bg1"/>
                </a:solidFill>
                <a:latin typeface="Times New Roman" panose="02020603050405020304" pitchFamily="18" charset="0"/>
                <a:cs typeface="Times New Roman" panose="02020603050405020304" pitchFamily="18" charset="0"/>
              </a:rPr>
              <a:t>10</a:t>
            </a:fld>
            <a:endParaRPr lang="vi-VN" sz="140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7434C020-C8DA-40E1-BA57-6D3CCF710784}"/>
              </a:ext>
            </a:extLst>
          </p:cNvPr>
          <p:cNvSpPr>
            <a:spLocks noGrp="1" noChangeArrowheads="1"/>
          </p:cNvSpPr>
          <p:nvPr>
            <p:ph type="title"/>
          </p:nvPr>
        </p:nvSpPr>
        <p:spPr>
          <a:xfrm>
            <a:off x="2991737" y="44689"/>
            <a:ext cx="8229600" cy="476422"/>
          </a:xfrm>
          <a:noFill/>
        </p:spPr>
        <p:txBody>
          <a:bodyPr>
            <a:noAutofit/>
          </a:bodyPr>
          <a:lstStyle/>
          <a:p>
            <a:pPr algn="ctr"/>
            <a:r>
              <a:rPr lang="en-US" altLang="vi-VN" sz="2400" b="1" dirty="0">
                <a:latin typeface="Times New Roman" panose="02020603050405020304" pitchFamily="18" charset="0"/>
                <a:cs typeface="Times New Roman" panose="02020603050405020304" pitchFamily="18" charset="0"/>
              </a:rPr>
              <a:t>2. REFERENCE INPUT:</a:t>
            </a:r>
          </a:p>
        </p:txBody>
      </p:sp>
      <p:sp>
        <p:nvSpPr>
          <p:cNvPr id="49155" name="Rectangle 3">
            <a:extLst>
              <a:ext uri="{FF2B5EF4-FFF2-40B4-BE49-F238E27FC236}">
                <a16:creationId xmlns:a16="http://schemas.microsoft.com/office/drawing/2014/main" id="{FAFE8034-BDF8-4E79-A8B2-994B4B4BC692}"/>
              </a:ext>
            </a:extLst>
          </p:cNvPr>
          <p:cNvSpPr>
            <a:spLocks noGrp="1" noChangeArrowheads="1"/>
          </p:cNvSpPr>
          <p:nvPr>
            <p:ph type="body" idx="1"/>
          </p:nvPr>
        </p:nvSpPr>
        <p:spPr>
          <a:xfrm>
            <a:off x="3218618" y="567776"/>
            <a:ext cx="7924800" cy="5867400"/>
          </a:xfrm>
        </p:spPr>
        <p:txBody>
          <a:bodyPr>
            <a:noAutofit/>
          </a:bodyPr>
          <a:lstStyle/>
          <a:p>
            <a:pPr>
              <a:lnSpc>
                <a:spcPct val="90000"/>
              </a:lnSpc>
            </a:pPr>
            <a:r>
              <a:rPr lang="en-US" altLang="vi-VN" sz="2400" dirty="0">
                <a:latin typeface="Times New Roman" panose="02020603050405020304" pitchFamily="18" charset="0"/>
                <a:cs typeface="Times New Roman" panose="02020603050405020304" pitchFamily="18" charset="0"/>
              </a:rPr>
              <a:t>Is a signal to start a system.</a:t>
            </a:r>
          </a:p>
          <a:p>
            <a:pPr>
              <a:lnSpc>
                <a:spcPct val="90000"/>
              </a:lnSpc>
            </a:pPr>
            <a:r>
              <a:rPr lang="en-US" altLang="vi-VN" sz="2400" dirty="0">
                <a:latin typeface="Times New Roman" panose="02020603050405020304" pitchFamily="18" charset="0"/>
                <a:cs typeface="Times New Roman" panose="02020603050405020304" pitchFamily="18" charset="0"/>
              </a:rPr>
              <a:t>Ex: such as temperature, pressure and level.</a:t>
            </a:r>
          </a:p>
          <a:p>
            <a:pPr>
              <a:lnSpc>
                <a:spcPct val="90000"/>
              </a:lnSpc>
            </a:pPr>
            <a:r>
              <a:rPr lang="en-US" altLang="vi-VN" sz="2400" dirty="0">
                <a:latin typeface="Times New Roman" panose="02020603050405020304" pitchFamily="18" charset="0"/>
                <a:cs typeface="Times New Roman" panose="02020603050405020304" pitchFamily="18" charset="0"/>
              </a:rPr>
              <a:t>Fix value.</a:t>
            </a:r>
          </a:p>
          <a:p>
            <a:pPr>
              <a:lnSpc>
                <a:spcPct val="90000"/>
              </a:lnSpc>
              <a:buFont typeface="Wingdings" panose="05000000000000000000" pitchFamily="2" charset="2"/>
              <a:buNone/>
            </a:pPr>
            <a:r>
              <a:rPr lang="en-US" altLang="vi-VN" sz="2400" dirty="0">
                <a:latin typeface="Times New Roman" panose="02020603050405020304" pitchFamily="18" charset="0"/>
                <a:cs typeface="Times New Roman" panose="02020603050405020304" pitchFamily="18" charset="0"/>
              </a:rPr>
              <a:t>			</a:t>
            </a:r>
            <a:r>
              <a:rPr lang="en-US" altLang="vi-VN" sz="2400" b="1" dirty="0">
                <a:latin typeface="Times New Roman" panose="02020603050405020304" pitchFamily="18" charset="0"/>
                <a:cs typeface="Times New Roman" panose="02020603050405020304" pitchFamily="18" charset="0"/>
              </a:rPr>
              <a:t>3.</a:t>
            </a:r>
            <a:r>
              <a:rPr lang="en-US" altLang="vi-VN" sz="2400" dirty="0">
                <a:latin typeface="Times New Roman" panose="02020603050405020304" pitchFamily="18" charset="0"/>
                <a:cs typeface="Times New Roman" panose="02020603050405020304" pitchFamily="18" charset="0"/>
              </a:rPr>
              <a:t> </a:t>
            </a:r>
            <a:r>
              <a:rPr lang="en-US" altLang="vi-VN" sz="2400" b="1" dirty="0">
                <a:latin typeface="Times New Roman" panose="02020603050405020304" pitchFamily="18" charset="0"/>
                <a:cs typeface="Times New Roman" panose="02020603050405020304" pitchFamily="18" charset="0"/>
              </a:rPr>
              <a:t>CONTROLLED VARIABLE:</a:t>
            </a:r>
          </a:p>
          <a:p>
            <a:pPr>
              <a:lnSpc>
                <a:spcPct val="90000"/>
              </a:lnSpc>
            </a:pPr>
            <a:r>
              <a:rPr lang="en-US" altLang="vi-VN" sz="2400" dirty="0">
                <a:latin typeface="Times New Roman" panose="02020603050405020304" pitchFamily="18" charset="0"/>
                <a:cs typeface="Times New Roman" panose="02020603050405020304" pitchFamily="18" charset="0"/>
              </a:rPr>
              <a:t>Is a signal or variable that is controlled at its output.</a:t>
            </a:r>
          </a:p>
          <a:p>
            <a:pPr>
              <a:lnSpc>
                <a:spcPct val="90000"/>
              </a:lnSpc>
            </a:pPr>
            <a:r>
              <a:rPr lang="en-US" altLang="vi-VN" sz="2400" dirty="0">
                <a:latin typeface="Times New Roman" panose="02020603050405020304" pitchFamily="18" charset="0"/>
                <a:cs typeface="Times New Roman" panose="02020603050405020304" pitchFamily="18" charset="0"/>
              </a:rPr>
              <a:t>Ex: Temperature, pressure and level. </a:t>
            </a:r>
          </a:p>
          <a:p>
            <a:pPr>
              <a:lnSpc>
                <a:spcPct val="90000"/>
              </a:lnSpc>
            </a:pPr>
            <a:r>
              <a:rPr lang="en-US" altLang="vi-VN" sz="2400" dirty="0">
                <a:latin typeface="Times New Roman" panose="02020603050405020304" pitchFamily="18" charset="0"/>
                <a:cs typeface="Times New Roman" panose="02020603050405020304" pitchFamily="18" charset="0"/>
              </a:rPr>
              <a:t>Fix value.</a:t>
            </a:r>
          </a:p>
          <a:p>
            <a:pPr>
              <a:lnSpc>
                <a:spcPct val="90000"/>
              </a:lnSpc>
              <a:buFont typeface="Wingdings" panose="05000000000000000000" pitchFamily="2" charset="2"/>
              <a:buNone/>
            </a:pPr>
            <a:r>
              <a:rPr lang="en-US" altLang="vi-VN" sz="2400" dirty="0">
                <a:latin typeface="Times New Roman" panose="02020603050405020304" pitchFamily="18" charset="0"/>
                <a:cs typeface="Times New Roman" panose="02020603050405020304" pitchFamily="18" charset="0"/>
              </a:rPr>
              <a:t>		           </a:t>
            </a:r>
            <a:r>
              <a:rPr lang="en-US" altLang="vi-VN" sz="2400" b="1" dirty="0">
                <a:latin typeface="Times New Roman" panose="02020603050405020304" pitchFamily="18" charset="0"/>
                <a:cs typeface="Times New Roman" panose="02020603050405020304" pitchFamily="18" charset="0"/>
              </a:rPr>
              <a:t>4. DISTURBANCE:</a:t>
            </a:r>
          </a:p>
          <a:p>
            <a:pPr>
              <a:lnSpc>
                <a:spcPct val="90000"/>
              </a:lnSpc>
            </a:pPr>
            <a:r>
              <a:rPr lang="en-US" altLang="vi-VN" sz="2400" dirty="0">
                <a:latin typeface="Times New Roman" panose="02020603050405020304" pitchFamily="18" charset="0"/>
                <a:cs typeface="Times New Roman" panose="02020603050405020304" pitchFamily="18" charset="0"/>
              </a:rPr>
              <a:t>Element that disturb a control signal in control system.</a:t>
            </a:r>
          </a:p>
          <a:p>
            <a:pPr>
              <a:lnSpc>
                <a:spcPct val="90000"/>
              </a:lnSpc>
            </a:pPr>
            <a:r>
              <a:rPr lang="en-US" altLang="vi-VN" sz="2400" dirty="0">
                <a:latin typeface="Times New Roman" panose="02020603050405020304" pitchFamily="18" charset="0"/>
                <a:cs typeface="Times New Roman" panose="02020603050405020304" pitchFamily="18" charset="0"/>
              </a:rPr>
              <a:t>Can be from within the system itself or external.</a:t>
            </a:r>
          </a:p>
          <a:p>
            <a:pPr>
              <a:lnSpc>
                <a:spcPct val="90000"/>
              </a:lnSpc>
              <a:buFont typeface="Wingdings" panose="05000000000000000000" pitchFamily="2" charset="2"/>
              <a:buNone/>
            </a:pPr>
            <a:r>
              <a:rPr lang="en-US" altLang="vi-VN" sz="2400" dirty="0">
                <a:latin typeface="Times New Roman" panose="02020603050405020304" pitchFamily="18" charset="0"/>
                <a:cs typeface="Times New Roman" panose="02020603050405020304" pitchFamily="18" charset="0"/>
              </a:rPr>
              <a:t>			</a:t>
            </a:r>
            <a:r>
              <a:rPr lang="en-US" altLang="vi-VN" sz="2400" b="1" dirty="0">
                <a:latin typeface="Times New Roman" panose="02020603050405020304" pitchFamily="18" charset="0"/>
                <a:cs typeface="Times New Roman" panose="02020603050405020304" pitchFamily="18" charset="0"/>
              </a:rPr>
              <a:t>5.</a:t>
            </a:r>
            <a:r>
              <a:rPr lang="en-US" altLang="vi-VN" sz="2400" dirty="0">
                <a:latin typeface="Times New Roman" panose="02020603050405020304" pitchFamily="18" charset="0"/>
                <a:cs typeface="Times New Roman" panose="02020603050405020304" pitchFamily="18" charset="0"/>
              </a:rPr>
              <a:t>  </a:t>
            </a:r>
            <a:r>
              <a:rPr lang="en-US" altLang="vi-VN" sz="2400" b="1" dirty="0">
                <a:latin typeface="Times New Roman" panose="02020603050405020304" pitchFamily="18" charset="0"/>
                <a:cs typeface="Times New Roman" panose="02020603050405020304" pitchFamily="18" charset="0"/>
              </a:rPr>
              <a:t>FEEDBACK ELEMENT</a:t>
            </a:r>
          </a:p>
          <a:p>
            <a:pPr>
              <a:lnSpc>
                <a:spcPct val="90000"/>
              </a:lnSpc>
            </a:pPr>
            <a:r>
              <a:rPr lang="en-US" altLang="vi-VN" sz="2400" dirty="0">
                <a:latin typeface="Times New Roman" panose="02020603050405020304" pitchFamily="18" charset="0"/>
                <a:cs typeface="Times New Roman" panose="02020603050405020304" pitchFamily="18" charset="0"/>
              </a:rPr>
              <a:t>Element that use to send output signal to be compared with input signal by comparator in closed loop system.</a:t>
            </a:r>
            <a:endParaRPr lang="en-US" altLang="vi-VN" sz="2400" b="1" dirty="0">
              <a:latin typeface="Times New Roman" panose="02020603050405020304" pitchFamily="18" charset="0"/>
              <a:cs typeface="Times New Roman" panose="02020603050405020304" pitchFamily="18" charset="0"/>
            </a:endParaRPr>
          </a:p>
          <a:p>
            <a:pPr>
              <a:lnSpc>
                <a:spcPct val="90000"/>
              </a:lnSpc>
              <a:buFont typeface="Wingdings" panose="05000000000000000000" pitchFamily="2" charset="2"/>
              <a:buNone/>
            </a:pPr>
            <a:endParaRPr lang="en-US" altLang="vi-VN" sz="24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17F38F6F-3747-41F7-86CA-41618598A4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001" y="63247"/>
            <a:ext cx="2851037" cy="869371"/>
          </a:xfrm>
          <a:prstGeom prst="rect">
            <a:avLst/>
          </a:prstGeom>
        </p:spPr>
      </p:pic>
      <p:sp>
        <p:nvSpPr>
          <p:cNvPr id="5" name="Rectangle: Rounded Corners 4">
            <a:extLst>
              <a:ext uri="{FF2B5EF4-FFF2-40B4-BE49-F238E27FC236}">
                <a16:creationId xmlns:a16="http://schemas.microsoft.com/office/drawing/2014/main" id="{CDD6570E-26A6-495C-96B3-8419827D4AA4}"/>
              </a:ext>
            </a:extLst>
          </p:cNvPr>
          <p:cNvSpPr/>
          <p:nvPr/>
        </p:nvSpPr>
        <p:spPr>
          <a:xfrm>
            <a:off x="55002" y="6435176"/>
            <a:ext cx="12079705" cy="323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dirty="0">
                <a:solidFill>
                  <a:schemeClr val="bg1"/>
                </a:solidFill>
                <a:latin typeface="Times New Roman" panose="02020603050405020304" pitchFamily="18" charset="0"/>
                <a:cs typeface="Times New Roman" panose="02020603050405020304" pitchFamily="18" charset="0"/>
              </a:rPr>
              <a:t> PLC Programming                      1. AN INTRODUCTION TO PROGRAMABLE LOGIC CONTROLLERS</a:t>
            </a:r>
            <a:endParaRPr lang="vi-VN" sz="1800" dirty="0">
              <a:solidFill>
                <a:schemeClr val="bg1"/>
              </a:solidFill>
              <a:latin typeface="Times New Roman" panose="02020603050405020304" pitchFamily="18" charset="0"/>
              <a:cs typeface="Times New Roman" panose="02020603050405020304" pitchFamily="18" charset="0"/>
            </a:endParaRPr>
          </a:p>
        </p:txBody>
      </p:sp>
      <p:sp>
        <p:nvSpPr>
          <p:cNvPr id="6" name="Slide Number Placeholder 6">
            <a:extLst>
              <a:ext uri="{FF2B5EF4-FFF2-40B4-BE49-F238E27FC236}">
                <a16:creationId xmlns:a16="http://schemas.microsoft.com/office/drawing/2014/main" id="{A716BC15-1261-4376-9817-ECA2D168D232}"/>
              </a:ext>
            </a:extLst>
          </p:cNvPr>
          <p:cNvSpPr>
            <a:spLocks noGrp="1"/>
          </p:cNvSpPr>
          <p:nvPr>
            <p:ph type="sldNum" sz="quarter" idx="12"/>
          </p:nvPr>
        </p:nvSpPr>
        <p:spPr>
          <a:xfrm>
            <a:off x="9049011" y="6435176"/>
            <a:ext cx="2743200" cy="365125"/>
          </a:xfrm>
        </p:spPr>
        <p:txBody>
          <a:bodyPr/>
          <a:lstStyle/>
          <a:p>
            <a:fld id="{7922E462-5D99-474A-8333-BF14A8734AA9}" type="slidenum">
              <a:rPr lang="vi-VN" sz="1400" smtClean="0">
                <a:solidFill>
                  <a:schemeClr val="bg1"/>
                </a:solidFill>
                <a:latin typeface="Times New Roman" panose="02020603050405020304" pitchFamily="18" charset="0"/>
                <a:cs typeface="Times New Roman" panose="02020603050405020304" pitchFamily="18" charset="0"/>
              </a:rPr>
              <a:t>11</a:t>
            </a:fld>
            <a:endParaRPr lang="vi-VN" sz="140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9DD8918F-3BC2-44AC-A0B8-39DB699C41B0}"/>
              </a:ext>
            </a:extLst>
          </p:cNvPr>
          <p:cNvSpPr>
            <a:spLocks noGrp="1" noChangeArrowheads="1"/>
          </p:cNvSpPr>
          <p:nvPr>
            <p:ph type="ctrTitle"/>
          </p:nvPr>
        </p:nvSpPr>
        <p:spPr>
          <a:xfrm>
            <a:off x="1524000" y="1122363"/>
            <a:ext cx="9144000" cy="1545210"/>
          </a:xfrm>
        </p:spPr>
        <p:txBody>
          <a:bodyPr/>
          <a:lstStyle/>
          <a:p>
            <a:r>
              <a:rPr lang="en-US" altLang="vi-VN" dirty="0">
                <a:latin typeface="Times New Roman" panose="02020603050405020304" pitchFamily="18" charset="0"/>
                <a:cs typeface="Times New Roman" panose="02020603050405020304" pitchFamily="18" charset="0"/>
              </a:rPr>
              <a:t>INTRODUCTION TO PLC</a:t>
            </a:r>
          </a:p>
        </p:txBody>
      </p:sp>
      <p:sp>
        <p:nvSpPr>
          <p:cNvPr id="2051" name="Rectangle 3">
            <a:extLst>
              <a:ext uri="{FF2B5EF4-FFF2-40B4-BE49-F238E27FC236}">
                <a16:creationId xmlns:a16="http://schemas.microsoft.com/office/drawing/2014/main" id="{CD46359E-8066-4290-9195-D85F0AF5D14B}"/>
              </a:ext>
            </a:extLst>
          </p:cNvPr>
          <p:cNvSpPr>
            <a:spLocks noGrp="1" noChangeArrowheads="1"/>
          </p:cNvSpPr>
          <p:nvPr>
            <p:ph type="subTitle" idx="1"/>
          </p:nvPr>
        </p:nvSpPr>
        <p:spPr>
          <a:xfrm>
            <a:off x="1365871" y="3278904"/>
            <a:ext cx="9144000" cy="1655762"/>
          </a:xfrm>
        </p:spPr>
        <p:txBody>
          <a:bodyPr>
            <a:noAutofit/>
          </a:bodyPr>
          <a:lstStyle/>
          <a:p>
            <a:pPr algn="l">
              <a:lnSpc>
                <a:spcPct val="80000"/>
              </a:lnSpc>
            </a:pPr>
            <a:r>
              <a:rPr lang="en-US" altLang="vi-VN" dirty="0">
                <a:latin typeface="Times New Roman" panose="02020603050405020304" pitchFamily="18" charset="0"/>
                <a:cs typeface="Times New Roman" panose="02020603050405020304" pitchFamily="18" charset="0"/>
              </a:rPr>
              <a:t>II. Explain PLC</a:t>
            </a:r>
          </a:p>
          <a:p>
            <a:pPr algn="l">
              <a:lnSpc>
                <a:spcPct val="80000"/>
              </a:lnSpc>
            </a:pPr>
            <a:r>
              <a:rPr lang="en-US" altLang="vi-VN" dirty="0">
                <a:latin typeface="Times New Roman" panose="02020603050405020304" pitchFamily="18" charset="0"/>
                <a:cs typeface="Times New Roman" panose="02020603050405020304" pitchFamily="18" charset="0"/>
              </a:rPr>
              <a:t>	II.1.1	Define PLC terminologies</a:t>
            </a:r>
          </a:p>
          <a:p>
            <a:pPr algn="l">
              <a:lnSpc>
                <a:spcPct val="80000"/>
              </a:lnSpc>
            </a:pPr>
            <a:r>
              <a:rPr lang="en-US" altLang="vi-VN" dirty="0">
                <a:latin typeface="Times New Roman" panose="02020603050405020304" pitchFamily="18" charset="0"/>
                <a:cs typeface="Times New Roman" panose="02020603050405020304" pitchFamily="18" charset="0"/>
              </a:rPr>
              <a:t>	II.1.2	Explain PLC background</a:t>
            </a:r>
          </a:p>
          <a:p>
            <a:pPr algn="l">
              <a:lnSpc>
                <a:spcPct val="80000"/>
              </a:lnSpc>
            </a:pPr>
            <a:r>
              <a:rPr lang="en-US" altLang="vi-VN" dirty="0">
                <a:latin typeface="Times New Roman" panose="02020603050405020304" pitchFamily="18" charset="0"/>
                <a:cs typeface="Times New Roman" panose="02020603050405020304" pitchFamily="18" charset="0"/>
              </a:rPr>
              <a:t>	II.1.3	Explain PLC functions</a:t>
            </a:r>
          </a:p>
          <a:p>
            <a:pPr algn="l">
              <a:lnSpc>
                <a:spcPct val="80000"/>
              </a:lnSpc>
            </a:pPr>
            <a:r>
              <a:rPr lang="en-US" altLang="vi-VN" dirty="0">
                <a:latin typeface="Times New Roman" panose="02020603050405020304" pitchFamily="18" charset="0"/>
                <a:cs typeface="Times New Roman" panose="02020603050405020304" pitchFamily="18" charset="0"/>
              </a:rPr>
              <a:t>	II.1.4	List and explain the types and advantages of PLC.</a:t>
            </a:r>
          </a:p>
        </p:txBody>
      </p:sp>
      <p:pic>
        <p:nvPicPr>
          <p:cNvPr id="4" name="Picture 3">
            <a:extLst>
              <a:ext uri="{FF2B5EF4-FFF2-40B4-BE49-F238E27FC236}">
                <a16:creationId xmlns:a16="http://schemas.microsoft.com/office/drawing/2014/main" id="{8958A180-E162-4430-BDB2-380F26B7A9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001" y="50721"/>
            <a:ext cx="2851037" cy="869371"/>
          </a:xfrm>
          <a:prstGeom prst="rect">
            <a:avLst/>
          </a:prstGeom>
        </p:spPr>
      </p:pic>
      <p:sp>
        <p:nvSpPr>
          <p:cNvPr id="5" name="Rectangle: Rounded Corners 4">
            <a:extLst>
              <a:ext uri="{FF2B5EF4-FFF2-40B4-BE49-F238E27FC236}">
                <a16:creationId xmlns:a16="http://schemas.microsoft.com/office/drawing/2014/main" id="{0EDC29D2-52C2-45FA-97F1-CB776BF30A83}"/>
              </a:ext>
            </a:extLst>
          </p:cNvPr>
          <p:cNvSpPr/>
          <p:nvPr/>
        </p:nvSpPr>
        <p:spPr>
          <a:xfrm>
            <a:off x="55002" y="6435176"/>
            <a:ext cx="12079705" cy="323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dirty="0">
                <a:solidFill>
                  <a:schemeClr val="bg1"/>
                </a:solidFill>
                <a:latin typeface="Times New Roman" panose="02020603050405020304" pitchFamily="18" charset="0"/>
                <a:cs typeface="Times New Roman" panose="02020603050405020304" pitchFamily="18" charset="0"/>
              </a:rPr>
              <a:t> PLC Programming                      1. AN INTRODUCTION TO PROGRAMABLE LOGIC CONTROLLERS</a:t>
            </a:r>
            <a:endParaRPr lang="vi-VN" sz="1800" dirty="0">
              <a:solidFill>
                <a:schemeClr val="bg1"/>
              </a:solidFill>
              <a:latin typeface="Times New Roman" panose="02020603050405020304" pitchFamily="18" charset="0"/>
              <a:cs typeface="Times New Roman" panose="02020603050405020304" pitchFamily="18" charset="0"/>
            </a:endParaRPr>
          </a:p>
        </p:txBody>
      </p:sp>
      <p:sp>
        <p:nvSpPr>
          <p:cNvPr id="6" name="Slide Number Placeholder 6">
            <a:extLst>
              <a:ext uri="{FF2B5EF4-FFF2-40B4-BE49-F238E27FC236}">
                <a16:creationId xmlns:a16="http://schemas.microsoft.com/office/drawing/2014/main" id="{04ACE657-D511-4FD7-B5F5-4034DE658198}"/>
              </a:ext>
            </a:extLst>
          </p:cNvPr>
          <p:cNvSpPr>
            <a:spLocks noGrp="1"/>
          </p:cNvSpPr>
          <p:nvPr>
            <p:ph type="sldNum" sz="quarter" idx="12"/>
          </p:nvPr>
        </p:nvSpPr>
        <p:spPr>
          <a:xfrm>
            <a:off x="9049011" y="6435176"/>
            <a:ext cx="2743200" cy="365125"/>
          </a:xfrm>
        </p:spPr>
        <p:txBody>
          <a:bodyPr/>
          <a:lstStyle/>
          <a:p>
            <a:fld id="{7922E462-5D99-474A-8333-BF14A8734AA9}" type="slidenum">
              <a:rPr lang="vi-VN" sz="1400" smtClean="0">
                <a:solidFill>
                  <a:schemeClr val="bg1"/>
                </a:solidFill>
                <a:latin typeface="Times New Roman" panose="02020603050405020304" pitchFamily="18" charset="0"/>
                <a:cs typeface="Times New Roman" panose="02020603050405020304" pitchFamily="18" charset="0"/>
              </a:rPr>
              <a:t>12</a:t>
            </a:fld>
            <a:endParaRPr lang="vi-VN" sz="140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B98678EE-2DBA-4B57-A22F-8D82C07869CC}"/>
              </a:ext>
            </a:extLst>
          </p:cNvPr>
          <p:cNvSpPr>
            <a:spLocks noGrp="1" noChangeArrowheads="1"/>
          </p:cNvSpPr>
          <p:nvPr>
            <p:ph type="title"/>
          </p:nvPr>
        </p:nvSpPr>
        <p:spPr>
          <a:xfrm>
            <a:off x="3595722" y="240262"/>
            <a:ext cx="6615077" cy="639762"/>
          </a:xfrm>
        </p:spPr>
        <p:txBody>
          <a:bodyPr/>
          <a:lstStyle/>
          <a:p>
            <a:r>
              <a:rPr lang="en-US" altLang="vi-VN" sz="2600" b="1" dirty="0">
                <a:latin typeface="Times New Roman" panose="02020603050405020304" pitchFamily="18" charset="0"/>
                <a:cs typeface="Times New Roman" panose="02020603050405020304" pitchFamily="18" charset="0"/>
              </a:rPr>
              <a:t>II.1.1	Define PLC</a:t>
            </a:r>
          </a:p>
        </p:txBody>
      </p:sp>
      <p:sp>
        <p:nvSpPr>
          <p:cNvPr id="3075" name="Rectangle 3">
            <a:extLst>
              <a:ext uri="{FF2B5EF4-FFF2-40B4-BE49-F238E27FC236}">
                <a16:creationId xmlns:a16="http://schemas.microsoft.com/office/drawing/2014/main" id="{CFE8A8F2-1BC9-4A31-9727-AB55E29BAE71}"/>
              </a:ext>
            </a:extLst>
          </p:cNvPr>
          <p:cNvSpPr>
            <a:spLocks noGrp="1" noChangeArrowheads="1"/>
          </p:cNvSpPr>
          <p:nvPr>
            <p:ph type="body" idx="1"/>
          </p:nvPr>
        </p:nvSpPr>
        <p:spPr>
          <a:xfrm>
            <a:off x="1843696" y="1215190"/>
            <a:ext cx="8229600" cy="4724400"/>
          </a:xfrm>
        </p:spPr>
        <p:txBody>
          <a:bodyPr/>
          <a:lstStyle/>
          <a:p>
            <a:pPr>
              <a:buFont typeface="Wingdings" panose="05000000000000000000" pitchFamily="2" charset="2"/>
              <a:buNone/>
            </a:pPr>
            <a:r>
              <a:rPr lang="en-US" altLang="vi-VN" dirty="0">
                <a:latin typeface="Times New Roman" panose="02020603050405020304" pitchFamily="18" charset="0"/>
                <a:cs typeface="Times New Roman" panose="02020603050405020304" pitchFamily="18" charset="0"/>
              </a:rPr>
              <a:t>What is Programmable Logic Controller (PLC) ?</a:t>
            </a:r>
          </a:p>
          <a:p>
            <a:pPr>
              <a:buFont typeface="Wingdings" panose="05000000000000000000" pitchFamily="2" charset="2"/>
              <a:buNone/>
            </a:pPr>
            <a:endParaRPr lang="en-US" altLang="vi-VN" dirty="0">
              <a:latin typeface="Times New Roman" panose="02020603050405020304" pitchFamily="18" charset="0"/>
              <a:cs typeface="Times New Roman" panose="02020603050405020304" pitchFamily="18" charset="0"/>
            </a:endParaRPr>
          </a:p>
          <a:p>
            <a:pPr>
              <a:buFont typeface="Wingdings" panose="05000000000000000000" pitchFamily="2" charset="2"/>
              <a:buNone/>
            </a:pPr>
            <a:r>
              <a:rPr lang="en-US" altLang="vi-VN" sz="2000" dirty="0">
                <a:latin typeface="Times New Roman" panose="02020603050405020304" pitchFamily="18" charset="0"/>
                <a:cs typeface="Times New Roman" panose="02020603050405020304" pitchFamily="18" charset="0"/>
              </a:rPr>
              <a:t>	Definition:  National Electrical Manufacturers Association 		          US (NEMA)	</a:t>
            </a:r>
          </a:p>
          <a:p>
            <a:pPr>
              <a:buFont typeface="Wingdings" panose="05000000000000000000" pitchFamily="2" charset="2"/>
              <a:buNone/>
            </a:pPr>
            <a:endParaRPr lang="en-US" altLang="vi-VN" sz="2000" dirty="0">
              <a:latin typeface="Times New Roman" panose="02020603050405020304" pitchFamily="18" charset="0"/>
              <a:cs typeface="Times New Roman" panose="02020603050405020304" pitchFamily="18" charset="0"/>
            </a:endParaRPr>
          </a:p>
          <a:p>
            <a:pPr algn="just">
              <a:buFont typeface="Wingdings" panose="05000000000000000000" pitchFamily="2" charset="2"/>
              <a:buNone/>
            </a:pPr>
            <a:r>
              <a:rPr lang="en-US" altLang="vi-VN" sz="2000" dirty="0">
                <a:latin typeface="Times New Roman" panose="02020603050405020304" pitchFamily="18" charset="0"/>
                <a:cs typeface="Times New Roman" panose="02020603050405020304" pitchFamily="18" charset="0"/>
              </a:rPr>
              <a:t>	</a:t>
            </a:r>
            <a:r>
              <a:rPr lang="en-US" altLang="vi-VN" sz="2400" dirty="0">
                <a:latin typeface="Times New Roman" panose="02020603050405020304" pitchFamily="18" charset="0"/>
                <a:cs typeface="Times New Roman" panose="02020603050405020304" pitchFamily="18" charset="0"/>
              </a:rPr>
              <a:t>	A PLC is a </a:t>
            </a:r>
            <a:r>
              <a:rPr lang="en-US" altLang="vi-VN" sz="2400" dirty="0">
                <a:solidFill>
                  <a:srgbClr val="FF0000"/>
                </a:solidFill>
                <a:latin typeface="Times New Roman" panose="02020603050405020304" pitchFamily="18" charset="0"/>
                <a:cs typeface="Times New Roman" panose="02020603050405020304" pitchFamily="18" charset="0"/>
              </a:rPr>
              <a:t>digital operating electronic apparatus 	</a:t>
            </a:r>
            <a:r>
              <a:rPr lang="en-US" altLang="vi-VN" sz="2400" dirty="0">
                <a:latin typeface="Times New Roman" panose="02020603050405020304" pitchFamily="18" charset="0"/>
                <a:cs typeface="Times New Roman" panose="02020603050405020304" pitchFamily="18" charset="0"/>
              </a:rPr>
              <a:t>which uses a programmable memory for internal 	storage of instruction for implementing specific 	function such as logic, sequencing, timing, counting 	and arithmetic to control through analog or digital 	input/output modules various types of machines or 	process.</a:t>
            </a:r>
          </a:p>
        </p:txBody>
      </p:sp>
      <p:pic>
        <p:nvPicPr>
          <p:cNvPr id="4" name="Picture 3">
            <a:extLst>
              <a:ext uri="{FF2B5EF4-FFF2-40B4-BE49-F238E27FC236}">
                <a16:creationId xmlns:a16="http://schemas.microsoft.com/office/drawing/2014/main" id="{CF8BF751-614A-4712-A601-FA5317C8A4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001" y="50721"/>
            <a:ext cx="2851037" cy="869371"/>
          </a:xfrm>
          <a:prstGeom prst="rect">
            <a:avLst/>
          </a:prstGeom>
        </p:spPr>
      </p:pic>
      <p:sp>
        <p:nvSpPr>
          <p:cNvPr id="5" name="Rectangle: Rounded Corners 4">
            <a:extLst>
              <a:ext uri="{FF2B5EF4-FFF2-40B4-BE49-F238E27FC236}">
                <a16:creationId xmlns:a16="http://schemas.microsoft.com/office/drawing/2014/main" id="{DDFB9227-DD5E-4A9E-997E-377C2CF23FFE}"/>
              </a:ext>
            </a:extLst>
          </p:cNvPr>
          <p:cNvSpPr/>
          <p:nvPr/>
        </p:nvSpPr>
        <p:spPr>
          <a:xfrm>
            <a:off x="55002" y="6435176"/>
            <a:ext cx="12079705" cy="323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dirty="0">
                <a:solidFill>
                  <a:schemeClr val="bg1"/>
                </a:solidFill>
                <a:latin typeface="Times New Roman" panose="02020603050405020304" pitchFamily="18" charset="0"/>
                <a:cs typeface="Times New Roman" panose="02020603050405020304" pitchFamily="18" charset="0"/>
              </a:rPr>
              <a:t> PLC Programming                      1. AN INTRODUCTION TO PROGRAMABLE LOGIC CONTROLLERS</a:t>
            </a:r>
            <a:endParaRPr lang="vi-VN" sz="1800" dirty="0">
              <a:solidFill>
                <a:schemeClr val="bg1"/>
              </a:solidFill>
              <a:latin typeface="Times New Roman" panose="02020603050405020304" pitchFamily="18" charset="0"/>
              <a:cs typeface="Times New Roman" panose="02020603050405020304" pitchFamily="18" charset="0"/>
            </a:endParaRPr>
          </a:p>
        </p:txBody>
      </p:sp>
      <p:sp>
        <p:nvSpPr>
          <p:cNvPr id="6" name="Slide Number Placeholder 6">
            <a:extLst>
              <a:ext uri="{FF2B5EF4-FFF2-40B4-BE49-F238E27FC236}">
                <a16:creationId xmlns:a16="http://schemas.microsoft.com/office/drawing/2014/main" id="{5E88070C-F1F9-4B19-9B58-016AFB429418}"/>
              </a:ext>
            </a:extLst>
          </p:cNvPr>
          <p:cNvSpPr>
            <a:spLocks noGrp="1"/>
          </p:cNvSpPr>
          <p:nvPr>
            <p:ph type="sldNum" sz="quarter" idx="12"/>
          </p:nvPr>
        </p:nvSpPr>
        <p:spPr>
          <a:xfrm>
            <a:off x="9049011" y="6435176"/>
            <a:ext cx="2743200" cy="365125"/>
          </a:xfrm>
        </p:spPr>
        <p:txBody>
          <a:bodyPr/>
          <a:lstStyle/>
          <a:p>
            <a:fld id="{7922E462-5D99-474A-8333-BF14A8734AA9}" type="slidenum">
              <a:rPr lang="vi-VN" sz="1400" smtClean="0">
                <a:solidFill>
                  <a:schemeClr val="bg1"/>
                </a:solidFill>
                <a:latin typeface="Times New Roman" panose="02020603050405020304" pitchFamily="18" charset="0"/>
                <a:cs typeface="Times New Roman" panose="02020603050405020304" pitchFamily="18" charset="0"/>
              </a:rPr>
              <a:t>13</a:t>
            </a:fld>
            <a:endParaRPr lang="vi-VN" sz="140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67326F14-EC73-47D5-B17F-B943B86C00A2}"/>
              </a:ext>
            </a:extLst>
          </p:cNvPr>
          <p:cNvSpPr>
            <a:spLocks noGrp="1" noChangeArrowheads="1"/>
          </p:cNvSpPr>
          <p:nvPr>
            <p:ph type="title"/>
          </p:nvPr>
        </p:nvSpPr>
        <p:spPr>
          <a:xfrm>
            <a:off x="1120083" y="612632"/>
            <a:ext cx="10515600" cy="1325563"/>
          </a:xfrm>
        </p:spPr>
        <p:txBody>
          <a:bodyPr>
            <a:normAutofit/>
          </a:bodyPr>
          <a:lstStyle/>
          <a:p>
            <a:r>
              <a:rPr lang="en-US" altLang="vi-VN" sz="2400" b="1" dirty="0">
                <a:latin typeface="Times New Roman" panose="02020603050405020304" pitchFamily="18" charset="0"/>
                <a:cs typeface="Times New Roman" panose="02020603050405020304" pitchFamily="18" charset="0"/>
              </a:rPr>
              <a:t>Define PLC terminologies:</a:t>
            </a:r>
          </a:p>
        </p:txBody>
      </p:sp>
      <p:sp>
        <p:nvSpPr>
          <p:cNvPr id="4099" name="Rectangle 3">
            <a:extLst>
              <a:ext uri="{FF2B5EF4-FFF2-40B4-BE49-F238E27FC236}">
                <a16:creationId xmlns:a16="http://schemas.microsoft.com/office/drawing/2014/main" id="{29DE5B8C-F879-4F57-8C00-FCD210B380FE}"/>
              </a:ext>
            </a:extLst>
          </p:cNvPr>
          <p:cNvSpPr>
            <a:spLocks noGrp="1" noChangeArrowheads="1"/>
          </p:cNvSpPr>
          <p:nvPr>
            <p:ph type="body" idx="1"/>
          </p:nvPr>
        </p:nvSpPr>
        <p:spPr/>
        <p:txBody>
          <a:bodyPr>
            <a:normAutofit/>
          </a:bodyPr>
          <a:lstStyle/>
          <a:p>
            <a:r>
              <a:rPr lang="en-US" altLang="vi-VN" sz="2400" dirty="0">
                <a:latin typeface="Times New Roman" panose="02020603050405020304" pitchFamily="18" charset="0"/>
                <a:cs typeface="Times New Roman" panose="02020603050405020304" pitchFamily="18" charset="0"/>
              </a:rPr>
              <a:t>    Several different terms used to </a:t>
            </a:r>
            <a:r>
              <a:rPr lang="en-US" altLang="vi-VN" sz="2400">
                <a:latin typeface="Times New Roman" panose="02020603050405020304" pitchFamily="18" charset="0"/>
                <a:cs typeface="Times New Roman" panose="02020603050405020304" pitchFamily="18" charset="0"/>
              </a:rPr>
              <a:t>described programmable </a:t>
            </a:r>
            <a:r>
              <a:rPr lang="en-US" altLang="vi-VN" sz="2400" dirty="0">
                <a:latin typeface="Times New Roman" panose="02020603050405020304" pitchFamily="18" charset="0"/>
                <a:cs typeface="Times New Roman" panose="02020603050405020304" pitchFamily="18" charset="0"/>
              </a:rPr>
              <a:t>controllers:</a:t>
            </a:r>
          </a:p>
          <a:p>
            <a:pPr>
              <a:buFont typeface="Wingdings" panose="05000000000000000000" pitchFamily="2" charset="2"/>
              <a:buNone/>
            </a:pPr>
            <a:endParaRPr lang="en-US" altLang="vi-VN" sz="2400" dirty="0">
              <a:latin typeface="Times New Roman" panose="02020603050405020304" pitchFamily="18" charset="0"/>
              <a:cs typeface="Times New Roman" panose="02020603050405020304" pitchFamily="18" charset="0"/>
            </a:endParaRPr>
          </a:p>
          <a:p>
            <a:pPr>
              <a:buFont typeface="Wingdings" panose="05000000000000000000" pitchFamily="2" charset="2"/>
              <a:buNone/>
            </a:pPr>
            <a:r>
              <a:rPr lang="en-US" altLang="vi-VN" sz="2400" dirty="0">
                <a:latin typeface="Times New Roman" panose="02020603050405020304" pitchFamily="18" charset="0"/>
                <a:cs typeface="Times New Roman" panose="02020603050405020304" pitchFamily="18" charset="0"/>
              </a:rPr>
              <a:t>		</a:t>
            </a:r>
            <a:r>
              <a:rPr lang="en-US" altLang="vi-VN" sz="2400" dirty="0" err="1">
                <a:latin typeface="Times New Roman" panose="02020603050405020304" pitchFamily="18" charset="0"/>
                <a:cs typeface="Times New Roman" panose="02020603050405020304" pitchFamily="18" charset="0"/>
              </a:rPr>
              <a:t>i</a:t>
            </a:r>
            <a:r>
              <a:rPr lang="en-US" altLang="vi-VN" sz="2400" dirty="0">
                <a:latin typeface="Times New Roman" panose="02020603050405020304" pitchFamily="18" charset="0"/>
                <a:cs typeface="Times New Roman" panose="02020603050405020304" pitchFamily="18" charset="0"/>
              </a:rPr>
              <a:t>.  PLC –Programmable Logic Controller (UK origin)</a:t>
            </a:r>
          </a:p>
          <a:p>
            <a:pPr>
              <a:buFont typeface="Wingdings" panose="05000000000000000000" pitchFamily="2" charset="2"/>
              <a:buNone/>
            </a:pPr>
            <a:r>
              <a:rPr lang="en-US" altLang="vi-VN" sz="2400" dirty="0">
                <a:latin typeface="Times New Roman" panose="02020603050405020304" pitchFamily="18" charset="0"/>
                <a:cs typeface="Times New Roman" panose="02020603050405020304" pitchFamily="18" charset="0"/>
              </a:rPr>
              <a:t>		ii. PC – Programmable controller (US origin)</a:t>
            </a:r>
          </a:p>
          <a:p>
            <a:endParaRPr lang="en-US" altLang="vi-VN" sz="2400" dirty="0">
              <a:latin typeface="Times New Roman" panose="02020603050405020304" pitchFamily="18" charset="0"/>
              <a:cs typeface="Times New Roman" panose="02020603050405020304" pitchFamily="18" charset="0"/>
            </a:endParaRPr>
          </a:p>
          <a:p>
            <a:r>
              <a:rPr lang="en-US" altLang="vi-VN" sz="2400">
                <a:latin typeface="Times New Roman" panose="02020603050405020304" pitchFamily="18" charset="0"/>
                <a:cs typeface="Times New Roman" panose="02020603050405020304" pitchFamily="18" charset="0"/>
              </a:rPr>
              <a:t>Most </a:t>
            </a:r>
            <a:r>
              <a:rPr lang="en-US" altLang="vi-VN" sz="2400" dirty="0">
                <a:latin typeface="Times New Roman" panose="02020603050405020304" pitchFamily="18" charset="0"/>
                <a:cs typeface="Times New Roman" panose="02020603050405020304" pitchFamily="18" charset="0"/>
              </a:rPr>
              <a:t>referring to the functional operation of </a:t>
            </a:r>
            <a:r>
              <a:rPr lang="en-US" altLang="vi-VN" sz="2400">
                <a:latin typeface="Times New Roman" panose="02020603050405020304" pitchFamily="18" charset="0"/>
                <a:cs typeface="Times New Roman" panose="02020603050405020304" pitchFamily="18" charset="0"/>
              </a:rPr>
              <a:t>the machine</a:t>
            </a:r>
            <a:r>
              <a:rPr lang="en-US" altLang="vi-VN" sz="2400" dirty="0">
                <a:latin typeface="Times New Roman" panose="02020603050405020304" pitchFamily="18" charset="0"/>
                <a:cs typeface="Times New Roman" panose="02020603050405020304" pitchFamily="18" charset="0"/>
              </a:rPr>
              <a:t>.</a:t>
            </a:r>
          </a:p>
          <a:p>
            <a:r>
              <a:rPr lang="en-US" altLang="vi-VN" sz="2400">
                <a:latin typeface="Times New Roman" panose="02020603050405020304" pitchFamily="18" charset="0"/>
                <a:cs typeface="Times New Roman" panose="02020603050405020304" pitchFamily="18" charset="0"/>
              </a:rPr>
              <a:t>PLC </a:t>
            </a:r>
            <a:r>
              <a:rPr lang="en-US" altLang="vi-VN" sz="2400" dirty="0">
                <a:latin typeface="Times New Roman" panose="02020603050405020304" pitchFamily="18" charset="0"/>
                <a:cs typeface="Times New Roman" panose="02020603050405020304" pitchFamily="18" charset="0"/>
              </a:rPr>
              <a:t>has been used in this text to </a:t>
            </a:r>
            <a:r>
              <a:rPr lang="en-US" altLang="vi-VN" sz="2400" dirty="0">
                <a:solidFill>
                  <a:srgbClr val="FF0000"/>
                </a:solidFill>
                <a:latin typeface="Times New Roman" panose="02020603050405020304" pitchFamily="18" charset="0"/>
                <a:cs typeface="Times New Roman" panose="02020603050405020304" pitchFamily="18" charset="0"/>
              </a:rPr>
              <a:t>avoid </a:t>
            </a:r>
            <a:r>
              <a:rPr lang="en-US" altLang="vi-VN" sz="2400">
                <a:solidFill>
                  <a:srgbClr val="FF0000"/>
                </a:solidFill>
                <a:latin typeface="Times New Roman" panose="02020603050405020304" pitchFamily="18" charset="0"/>
                <a:cs typeface="Times New Roman" panose="02020603050405020304" pitchFamily="18" charset="0"/>
              </a:rPr>
              <a:t>confusion</a:t>
            </a:r>
            <a:r>
              <a:rPr lang="en-US" altLang="vi-VN" sz="2400">
                <a:latin typeface="Times New Roman" panose="02020603050405020304" pitchFamily="18" charset="0"/>
                <a:cs typeface="Times New Roman" panose="02020603050405020304" pitchFamily="18" charset="0"/>
              </a:rPr>
              <a:t> with </a:t>
            </a:r>
            <a:r>
              <a:rPr lang="en-US" altLang="vi-VN" sz="2400" dirty="0">
                <a:latin typeface="Times New Roman" panose="02020603050405020304" pitchFamily="18" charset="0"/>
                <a:cs typeface="Times New Roman" panose="02020603050405020304" pitchFamily="18" charset="0"/>
              </a:rPr>
              <a:t>the personal computer.</a:t>
            </a:r>
          </a:p>
        </p:txBody>
      </p:sp>
      <p:pic>
        <p:nvPicPr>
          <p:cNvPr id="4" name="Picture 3">
            <a:extLst>
              <a:ext uri="{FF2B5EF4-FFF2-40B4-BE49-F238E27FC236}">
                <a16:creationId xmlns:a16="http://schemas.microsoft.com/office/drawing/2014/main" id="{2539DCC4-19B6-49EF-8040-E3E1DB76DE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001" y="50721"/>
            <a:ext cx="2851037" cy="869371"/>
          </a:xfrm>
          <a:prstGeom prst="rect">
            <a:avLst/>
          </a:prstGeom>
        </p:spPr>
      </p:pic>
      <p:sp>
        <p:nvSpPr>
          <p:cNvPr id="5" name="Rectangle: Rounded Corners 4">
            <a:extLst>
              <a:ext uri="{FF2B5EF4-FFF2-40B4-BE49-F238E27FC236}">
                <a16:creationId xmlns:a16="http://schemas.microsoft.com/office/drawing/2014/main" id="{3244683D-5F02-43DD-AB79-D8180B0FC49E}"/>
              </a:ext>
            </a:extLst>
          </p:cNvPr>
          <p:cNvSpPr/>
          <p:nvPr/>
        </p:nvSpPr>
        <p:spPr>
          <a:xfrm>
            <a:off x="55002" y="6435176"/>
            <a:ext cx="12079705" cy="323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dirty="0">
                <a:solidFill>
                  <a:schemeClr val="bg1"/>
                </a:solidFill>
                <a:latin typeface="Times New Roman" panose="02020603050405020304" pitchFamily="18" charset="0"/>
                <a:cs typeface="Times New Roman" panose="02020603050405020304" pitchFamily="18" charset="0"/>
              </a:rPr>
              <a:t> </a:t>
            </a:r>
            <a:r>
              <a:rPr lang="en-US" sz="1600" dirty="0">
                <a:solidFill>
                  <a:schemeClr val="bg1"/>
                </a:solidFill>
                <a:latin typeface="Times New Roman" panose="02020603050405020304" pitchFamily="18" charset="0"/>
                <a:cs typeface="Times New Roman" panose="02020603050405020304" pitchFamily="18" charset="0"/>
              </a:rPr>
              <a:t>PLC Programming                      1. AN INTRODUCTION TO PROGRAMABLE LOGIC CONTROLLERS</a:t>
            </a:r>
            <a:endParaRPr lang="vi-VN" sz="1600" dirty="0">
              <a:solidFill>
                <a:schemeClr val="bg1"/>
              </a:solidFill>
              <a:latin typeface="Times New Roman" panose="02020603050405020304" pitchFamily="18" charset="0"/>
              <a:cs typeface="Times New Roman" panose="02020603050405020304" pitchFamily="18" charset="0"/>
            </a:endParaRPr>
          </a:p>
        </p:txBody>
      </p:sp>
      <p:sp>
        <p:nvSpPr>
          <p:cNvPr id="6" name="Slide Number Placeholder 6">
            <a:extLst>
              <a:ext uri="{FF2B5EF4-FFF2-40B4-BE49-F238E27FC236}">
                <a16:creationId xmlns:a16="http://schemas.microsoft.com/office/drawing/2014/main" id="{47E09732-EFB4-47DD-810C-B15F43BE3329}"/>
              </a:ext>
            </a:extLst>
          </p:cNvPr>
          <p:cNvSpPr>
            <a:spLocks noGrp="1"/>
          </p:cNvSpPr>
          <p:nvPr>
            <p:ph type="sldNum" sz="quarter" idx="12"/>
          </p:nvPr>
        </p:nvSpPr>
        <p:spPr>
          <a:xfrm>
            <a:off x="9049011" y="6435176"/>
            <a:ext cx="2743200" cy="365125"/>
          </a:xfrm>
        </p:spPr>
        <p:txBody>
          <a:bodyPr/>
          <a:lstStyle/>
          <a:p>
            <a:fld id="{7922E462-5D99-474A-8333-BF14A8734AA9}" type="slidenum">
              <a:rPr lang="vi-VN" sz="1600" smtClean="0">
                <a:solidFill>
                  <a:schemeClr val="bg1"/>
                </a:solidFill>
                <a:latin typeface="Times New Roman" panose="02020603050405020304" pitchFamily="18" charset="0"/>
                <a:cs typeface="Times New Roman" panose="02020603050405020304" pitchFamily="18" charset="0"/>
              </a:rPr>
              <a:t>14</a:t>
            </a:fld>
            <a:endParaRPr lang="vi-VN" sz="160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F6FCD656-2422-4C50-AE70-4D91091B1480}"/>
              </a:ext>
            </a:extLst>
          </p:cNvPr>
          <p:cNvSpPr>
            <a:spLocks noGrp="1" noChangeArrowheads="1"/>
          </p:cNvSpPr>
          <p:nvPr>
            <p:ph type="title"/>
          </p:nvPr>
        </p:nvSpPr>
        <p:spPr>
          <a:xfrm>
            <a:off x="3231338" y="274638"/>
            <a:ext cx="6979462" cy="487362"/>
          </a:xfrm>
          <a:solidFill>
            <a:schemeClr val="accent1">
              <a:lumMod val="40000"/>
              <a:lumOff val="60000"/>
            </a:schemeClr>
          </a:solidFill>
        </p:spPr>
        <p:txBody>
          <a:bodyPr/>
          <a:lstStyle/>
          <a:p>
            <a:r>
              <a:rPr lang="en-US" altLang="vi-VN" sz="2100" b="1" dirty="0">
                <a:latin typeface="Times New Roman" panose="02020603050405020304" pitchFamily="18" charset="0"/>
                <a:cs typeface="Times New Roman" panose="02020603050405020304" pitchFamily="18" charset="0"/>
              </a:rPr>
              <a:t>II.1.2   Explain PLC background</a:t>
            </a:r>
          </a:p>
        </p:txBody>
      </p:sp>
      <p:pic>
        <p:nvPicPr>
          <p:cNvPr id="4" name="Picture 3">
            <a:extLst>
              <a:ext uri="{FF2B5EF4-FFF2-40B4-BE49-F238E27FC236}">
                <a16:creationId xmlns:a16="http://schemas.microsoft.com/office/drawing/2014/main" id="{504DD476-41C9-42FB-88A9-4B568C08F2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001" y="50721"/>
            <a:ext cx="2851037" cy="869371"/>
          </a:xfrm>
          <a:prstGeom prst="rect">
            <a:avLst/>
          </a:prstGeom>
        </p:spPr>
      </p:pic>
      <p:sp>
        <p:nvSpPr>
          <p:cNvPr id="5" name="Rectangle: Rounded Corners 4">
            <a:extLst>
              <a:ext uri="{FF2B5EF4-FFF2-40B4-BE49-F238E27FC236}">
                <a16:creationId xmlns:a16="http://schemas.microsoft.com/office/drawing/2014/main" id="{C6DB9CA6-CD85-414D-B313-F69331961B30}"/>
              </a:ext>
            </a:extLst>
          </p:cNvPr>
          <p:cNvSpPr/>
          <p:nvPr/>
        </p:nvSpPr>
        <p:spPr>
          <a:xfrm>
            <a:off x="55002" y="6435176"/>
            <a:ext cx="12079705" cy="323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dirty="0">
                <a:solidFill>
                  <a:schemeClr val="bg1"/>
                </a:solidFill>
                <a:latin typeface="Times New Roman" panose="02020603050405020304" pitchFamily="18" charset="0"/>
                <a:cs typeface="Times New Roman" panose="02020603050405020304" pitchFamily="18" charset="0"/>
              </a:rPr>
              <a:t> PLC Programming                      1. AN INTRODUCTION TO PROGRAMABLE LOGIC CONTROLLERS</a:t>
            </a:r>
            <a:endParaRPr lang="vi-VN" sz="1800" dirty="0">
              <a:solidFill>
                <a:schemeClr val="bg1"/>
              </a:solidFill>
              <a:latin typeface="Times New Roman" panose="02020603050405020304" pitchFamily="18" charset="0"/>
              <a:cs typeface="Times New Roman" panose="02020603050405020304" pitchFamily="18" charset="0"/>
            </a:endParaRPr>
          </a:p>
        </p:txBody>
      </p:sp>
      <p:sp>
        <p:nvSpPr>
          <p:cNvPr id="6" name="Slide Number Placeholder 6">
            <a:extLst>
              <a:ext uri="{FF2B5EF4-FFF2-40B4-BE49-F238E27FC236}">
                <a16:creationId xmlns:a16="http://schemas.microsoft.com/office/drawing/2014/main" id="{32DD2A82-86EA-4966-B2E6-881C035B2DB4}"/>
              </a:ext>
            </a:extLst>
          </p:cNvPr>
          <p:cNvSpPr>
            <a:spLocks noGrp="1"/>
          </p:cNvSpPr>
          <p:nvPr>
            <p:ph type="sldNum" sz="quarter" idx="12"/>
          </p:nvPr>
        </p:nvSpPr>
        <p:spPr>
          <a:xfrm>
            <a:off x="9049011" y="6435176"/>
            <a:ext cx="2743200" cy="365125"/>
          </a:xfrm>
        </p:spPr>
        <p:txBody>
          <a:bodyPr/>
          <a:lstStyle/>
          <a:p>
            <a:fld id="{7922E462-5D99-474A-8333-BF14A8734AA9}" type="slidenum">
              <a:rPr lang="vi-VN" sz="1400" smtClean="0">
                <a:solidFill>
                  <a:schemeClr val="bg1"/>
                </a:solidFill>
                <a:latin typeface="Times New Roman" panose="02020603050405020304" pitchFamily="18" charset="0"/>
                <a:cs typeface="Times New Roman" panose="02020603050405020304" pitchFamily="18" charset="0"/>
              </a:rPr>
              <a:t>15</a:t>
            </a:fld>
            <a:endParaRPr lang="vi-VN" sz="1400" dirty="0">
              <a:solidFill>
                <a:schemeClr val="bg1"/>
              </a:solidFill>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6A81F638-B621-422D-80C0-BE273C3A7154}"/>
              </a:ext>
            </a:extLst>
          </p:cNvPr>
          <p:cNvPicPr>
            <a:picLocks noChangeAspect="1"/>
          </p:cNvPicPr>
          <p:nvPr/>
        </p:nvPicPr>
        <p:blipFill>
          <a:blip r:embed="rId4"/>
          <a:stretch>
            <a:fillRect/>
          </a:stretch>
        </p:blipFill>
        <p:spPr>
          <a:xfrm>
            <a:off x="1413828" y="1081009"/>
            <a:ext cx="8177848" cy="5035157"/>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BC7CF203-4FE2-4A8E-B6FA-8D56437BB1B4}"/>
              </a:ext>
            </a:extLst>
          </p:cNvPr>
          <p:cNvSpPr>
            <a:spLocks noGrp="1" noChangeArrowheads="1"/>
          </p:cNvSpPr>
          <p:nvPr>
            <p:ph type="title"/>
          </p:nvPr>
        </p:nvSpPr>
        <p:spPr>
          <a:xfrm>
            <a:off x="3313840" y="274638"/>
            <a:ext cx="6896959" cy="411162"/>
          </a:xfrm>
          <a:solidFill>
            <a:srgbClr val="00CCFF"/>
          </a:solidFill>
        </p:spPr>
        <p:txBody>
          <a:bodyPr>
            <a:normAutofit fontScale="90000"/>
          </a:bodyPr>
          <a:lstStyle/>
          <a:p>
            <a:r>
              <a:rPr lang="en-US" altLang="vi-VN" sz="2600" b="1" dirty="0">
                <a:latin typeface="Times New Roman" panose="02020603050405020304" pitchFamily="18" charset="0"/>
                <a:cs typeface="Times New Roman" panose="02020603050405020304" pitchFamily="18" charset="0"/>
              </a:rPr>
              <a:t>Historical Background:</a:t>
            </a:r>
          </a:p>
        </p:txBody>
      </p:sp>
      <p:sp>
        <p:nvSpPr>
          <p:cNvPr id="6147" name="Rectangle 3">
            <a:extLst>
              <a:ext uri="{FF2B5EF4-FFF2-40B4-BE49-F238E27FC236}">
                <a16:creationId xmlns:a16="http://schemas.microsoft.com/office/drawing/2014/main" id="{EA369D08-1522-4AFF-AA63-707328D4A0AC}"/>
              </a:ext>
            </a:extLst>
          </p:cNvPr>
          <p:cNvSpPr>
            <a:spLocks noGrp="1" noChangeArrowheads="1"/>
          </p:cNvSpPr>
          <p:nvPr>
            <p:ph type="body" idx="1"/>
          </p:nvPr>
        </p:nvSpPr>
        <p:spPr>
          <a:xfrm>
            <a:off x="1981200" y="1143000"/>
            <a:ext cx="8229600" cy="5334000"/>
          </a:xfrm>
        </p:spPr>
        <p:txBody>
          <a:bodyPr/>
          <a:lstStyle/>
          <a:p>
            <a:pPr>
              <a:buFont typeface="Wingdings" panose="05000000000000000000" pitchFamily="2" charset="2"/>
              <a:buNone/>
            </a:pPr>
            <a:r>
              <a:rPr lang="en-US" altLang="vi-VN" dirty="0">
                <a:latin typeface="Times New Roman" panose="02020603050405020304" pitchFamily="18" charset="0"/>
                <a:cs typeface="Times New Roman" panose="02020603050405020304" pitchFamily="18" charset="0"/>
              </a:rPr>
              <a:t>   In 1968, a group of engineers from General Motors developed the concept of PLC with an initial specification. </a:t>
            </a:r>
            <a:r>
              <a:rPr lang="en-US" altLang="vi-VN" dirty="0">
                <a:solidFill>
                  <a:srgbClr val="FF0000"/>
                </a:solidFill>
                <a:latin typeface="Times New Roman" panose="02020603050405020304" pitchFamily="18" charset="0"/>
                <a:cs typeface="Times New Roman" panose="02020603050405020304" pitchFamily="18" charset="0"/>
              </a:rPr>
              <a:t>The PLC must be</a:t>
            </a:r>
            <a:r>
              <a:rPr lang="en-US" altLang="vi-VN" dirty="0">
                <a:latin typeface="Times New Roman" panose="02020603050405020304" pitchFamily="18" charset="0"/>
                <a:cs typeface="Times New Roman" panose="02020603050405020304" pitchFamily="18" charset="0"/>
              </a:rPr>
              <a:t>:</a:t>
            </a:r>
          </a:p>
          <a:p>
            <a:pPr>
              <a:buFont typeface="Wingdings" panose="05000000000000000000" pitchFamily="2" charset="2"/>
              <a:buNone/>
            </a:pPr>
            <a:endParaRPr lang="en-US" altLang="vi-VN" dirty="0">
              <a:latin typeface="Times New Roman" panose="02020603050405020304" pitchFamily="18" charset="0"/>
              <a:cs typeface="Times New Roman" panose="02020603050405020304" pitchFamily="18" charset="0"/>
            </a:endParaRPr>
          </a:p>
          <a:p>
            <a:pPr>
              <a:buFont typeface="Wingdings" panose="05000000000000000000" pitchFamily="2" charset="2"/>
              <a:buNone/>
            </a:pPr>
            <a:r>
              <a:rPr lang="en-US" altLang="vi-VN" dirty="0">
                <a:latin typeface="Times New Roman" panose="02020603050405020304" pitchFamily="18" charset="0"/>
                <a:cs typeface="Times New Roman" panose="02020603050405020304" pitchFamily="18" charset="0"/>
              </a:rPr>
              <a:t>	</a:t>
            </a:r>
            <a:r>
              <a:rPr lang="en-US" altLang="vi-VN" dirty="0" err="1">
                <a:latin typeface="Times New Roman" panose="02020603050405020304" pitchFamily="18" charset="0"/>
                <a:cs typeface="Times New Roman" panose="02020603050405020304" pitchFamily="18" charset="0"/>
              </a:rPr>
              <a:t>i</a:t>
            </a:r>
            <a:r>
              <a:rPr lang="en-US" altLang="vi-VN" dirty="0">
                <a:latin typeface="Times New Roman" panose="02020603050405020304" pitchFamily="18" charset="0"/>
                <a:cs typeface="Times New Roman" panose="02020603050405020304" pitchFamily="18" charset="0"/>
              </a:rPr>
              <a:t>.	Easy to program.</a:t>
            </a:r>
          </a:p>
          <a:p>
            <a:pPr>
              <a:buFont typeface="Wingdings" panose="05000000000000000000" pitchFamily="2" charset="2"/>
              <a:buNone/>
            </a:pPr>
            <a:r>
              <a:rPr lang="en-US" altLang="vi-VN" dirty="0">
                <a:latin typeface="Times New Roman" panose="02020603050405020304" pitchFamily="18" charset="0"/>
                <a:cs typeface="Times New Roman" panose="02020603050405020304" pitchFamily="18" charset="0"/>
              </a:rPr>
              <a:t>	ii.	N</a:t>
            </a:r>
            <a:r>
              <a:rPr lang="vi-VN" altLang="vi-VN" dirty="0">
                <a:latin typeface="Times New Roman" panose="02020603050405020304" pitchFamily="18" charset="0"/>
                <a:cs typeface="Times New Roman" panose="02020603050405020304" pitchFamily="18" charset="0"/>
              </a:rPr>
              <a:t>ot need rewiring the control system if 	change the program.</a:t>
            </a:r>
          </a:p>
          <a:p>
            <a:pPr>
              <a:buFont typeface="Wingdings" panose="05000000000000000000" pitchFamily="2" charset="2"/>
              <a:buNone/>
            </a:pPr>
            <a:r>
              <a:rPr lang="en-US" altLang="vi-VN" dirty="0">
                <a:latin typeface="Times New Roman" panose="02020603050405020304" pitchFamily="18" charset="0"/>
                <a:cs typeface="Times New Roman" panose="02020603050405020304" pitchFamily="18" charset="0"/>
              </a:rPr>
              <a:t>	iii.	Smaller in size, cheaper and high reliability.</a:t>
            </a:r>
          </a:p>
          <a:p>
            <a:pPr>
              <a:buFont typeface="Wingdings" panose="05000000000000000000" pitchFamily="2" charset="2"/>
              <a:buNone/>
            </a:pPr>
            <a:r>
              <a:rPr lang="vi-VN" altLang="vi-VN" dirty="0">
                <a:latin typeface="Times New Roman" panose="02020603050405020304" pitchFamily="18" charset="0"/>
                <a:cs typeface="Times New Roman" panose="02020603050405020304" pitchFamily="18" charset="0"/>
              </a:rPr>
              <a:t>	iv.	simple construction and low maintenance</a:t>
            </a:r>
            <a:r>
              <a:rPr lang="en-US" altLang="vi-VN" dirty="0">
                <a:latin typeface="Times New Roman" panose="02020603050405020304" pitchFamily="18" charset="0"/>
                <a:cs typeface="Times New Roman" panose="02020603050405020304" pitchFamily="18" charset="0"/>
              </a:rPr>
              <a:t> </a:t>
            </a:r>
          </a:p>
          <a:p>
            <a:pPr>
              <a:buFont typeface="Wingdings" panose="05000000000000000000" pitchFamily="2" charset="2"/>
              <a:buNone/>
            </a:pPr>
            <a:r>
              <a:rPr lang="en-US" altLang="vi-VN" dirty="0">
                <a:latin typeface="Times New Roman" panose="02020603050405020304" pitchFamily="18" charset="0"/>
                <a:cs typeface="Times New Roman" panose="02020603050405020304" pitchFamily="18" charset="0"/>
              </a:rPr>
              <a:t>	v.	Cost- competitive</a:t>
            </a:r>
          </a:p>
          <a:p>
            <a:endParaRPr lang="en-US" altLang="vi-VN"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83ED3CB2-8AC1-4CE8-A278-8A48C94346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001" y="50721"/>
            <a:ext cx="2851037" cy="869371"/>
          </a:xfrm>
          <a:prstGeom prst="rect">
            <a:avLst/>
          </a:prstGeom>
        </p:spPr>
      </p:pic>
      <p:sp>
        <p:nvSpPr>
          <p:cNvPr id="5" name="Rectangle: Rounded Corners 4">
            <a:extLst>
              <a:ext uri="{FF2B5EF4-FFF2-40B4-BE49-F238E27FC236}">
                <a16:creationId xmlns:a16="http://schemas.microsoft.com/office/drawing/2014/main" id="{18155958-AF50-455D-932D-804B5DB94B44}"/>
              </a:ext>
            </a:extLst>
          </p:cNvPr>
          <p:cNvSpPr/>
          <p:nvPr/>
        </p:nvSpPr>
        <p:spPr>
          <a:xfrm>
            <a:off x="55002" y="6435176"/>
            <a:ext cx="12079705" cy="323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dirty="0">
                <a:solidFill>
                  <a:schemeClr val="bg1"/>
                </a:solidFill>
                <a:latin typeface="Times New Roman" panose="02020603050405020304" pitchFamily="18" charset="0"/>
                <a:cs typeface="Times New Roman" panose="02020603050405020304" pitchFamily="18" charset="0"/>
              </a:rPr>
              <a:t> PLC Programming                      1. AN INTRODUCTION TO PROGRAMABLE LOGIC CONTROLLERS</a:t>
            </a:r>
            <a:endParaRPr lang="vi-VN" sz="1800" dirty="0">
              <a:solidFill>
                <a:schemeClr val="bg1"/>
              </a:solidFill>
              <a:latin typeface="Times New Roman" panose="02020603050405020304" pitchFamily="18" charset="0"/>
              <a:cs typeface="Times New Roman" panose="02020603050405020304" pitchFamily="18" charset="0"/>
            </a:endParaRPr>
          </a:p>
        </p:txBody>
      </p:sp>
      <p:sp>
        <p:nvSpPr>
          <p:cNvPr id="6" name="Slide Number Placeholder 6">
            <a:extLst>
              <a:ext uri="{FF2B5EF4-FFF2-40B4-BE49-F238E27FC236}">
                <a16:creationId xmlns:a16="http://schemas.microsoft.com/office/drawing/2014/main" id="{4C46635E-9B7F-4EC5-9396-CAD7F619477D}"/>
              </a:ext>
            </a:extLst>
          </p:cNvPr>
          <p:cNvSpPr>
            <a:spLocks noGrp="1"/>
          </p:cNvSpPr>
          <p:nvPr>
            <p:ph type="sldNum" sz="quarter" idx="12"/>
          </p:nvPr>
        </p:nvSpPr>
        <p:spPr>
          <a:xfrm>
            <a:off x="9049011" y="6435176"/>
            <a:ext cx="2743200" cy="365125"/>
          </a:xfrm>
        </p:spPr>
        <p:txBody>
          <a:bodyPr/>
          <a:lstStyle/>
          <a:p>
            <a:fld id="{7922E462-5D99-474A-8333-BF14A8734AA9}" type="slidenum">
              <a:rPr lang="vi-VN" sz="1400" smtClean="0">
                <a:solidFill>
                  <a:schemeClr val="bg1"/>
                </a:solidFill>
                <a:latin typeface="Times New Roman" panose="02020603050405020304" pitchFamily="18" charset="0"/>
                <a:cs typeface="Times New Roman" panose="02020603050405020304" pitchFamily="18" charset="0"/>
              </a:rPr>
              <a:t>16</a:t>
            </a:fld>
            <a:endParaRPr lang="vi-VN" sz="140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441DCAAB-169C-4873-80B0-35BFD2472E97}"/>
              </a:ext>
            </a:extLst>
          </p:cNvPr>
          <p:cNvSpPr>
            <a:spLocks noGrp="1" noChangeArrowheads="1"/>
          </p:cNvSpPr>
          <p:nvPr>
            <p:ph type="title"/>
          </p:nvPr>
        </p:nvSpPr>
        <p:spPr>
          <a:xfrm>
            <a:off x="4934211" y="143458"/>
            <a:ext cx="8229600" cy="487362"/>
          </a:xfrm>
        </p:spPr>
        <p:txBody>
          <a:bodyPr/>
          <a:lstStyle/>
          <a:p>
            <a:r>
              <a:rPr lang="en-US" altLang="vi-VN" sz="2600" b="1" dirty="0">
                <a:latin typeface="Times New Roman" panose="02020603050405020304" pitchFamily="18" charset="0"/>
                <a:cs typeface="Times New Roman" panose="02020603050405020304" pitchFamily="18" charset="0"/>
              </a:rPr>
              <a:t>2.1.3	  PLC functions</a:t>
            </a:r>
          </a:p>
        </p:txBody>
      </p:sp>
      <p:graphicFrame>
        <p:nvGraphicFramePr>
          <p:cNvPr id="7220" name="Group 52">
            <a:extLst>
              <a:ext uri="{FF2B5EF4-FFF2-40B4-BE49-F238E27FC236}">
                <a16:creationId xmlns:a16="http://schemas.microsoft.com/office/drawing/2014/main" id="{2B999534-AA23-4FFF-BD47-3C4B4F02AFF3}"/>
              </a:ext>
            </a:extLst>
          </p:cNvPr>
          <p:cNvGraphicFramePr>
            <a:graphicFrameLocks noGrp="1"/>
          </p:cNvGraphicFramePr>
          <p:nvPr>
            <p:ph idx="1"/>
            <p:extLst>
              <p:ext uri="{D42A27DB-BD31-4B8C-83A1-F6EECF244321}">
                <p14:modId xmlns:p14="http://schemas.microsoft.com/office/powerpoint/2010/main" val="2143673758"/>
              </p:ext>
            </p:extLst>
          </p:nvPr>
        </p:nvGraphicFramePr>
        <p:xfrm>
          <a:off x="2806222" y="1033494"/>
          <a:ext cx="8229600" cy="5288280"/>
        </p:xfrm>
        <a:graphic>
          <a:graphicData uri="http://schemas.openxmlformats.org/drawingml/2006/table">
            <a:tbl>
              <a:tblPr/>
              <a:tblGrid>
                <a:gridCol w="2819400">
                  <a:extLst>
                    <a:ext uri="{9D8B030D-6E8A-4147-A177-3AD203B41FA5}">
                      <a16:colId xmlns:a16="http://schemas.microsoft.com/office/drawing/2014/main" val="2937383146"/>
                    </a:ext>
                  </a:extLst>
                </a:gridCol>
                <a:gridCol w="5410200">
                  <a:extLst>
                    <a:ext uri="{9D8B030D-6E8A-4147-A177-3AD203B41FA5}">
                      <a16:colId xmlns:a16="http://schemas.microsoft.com/office/drawing/2014/main" val="976703225"/>
                    </a:ext>
                  </a:extLst>
                </a:gridCol>
              </a:tblGrid>
              <a:tr h="533400">
                <a:tc>
                  <a:txBody>
                    <a:bodyPr/>
                    <a:lstStyle>
                      <a:lvl1pPr>
                        <a:spcBef>
                          <a:spcPct val="20000"/>
                        </a:spcBef>
                        <a:buClr>
                          <a:schemeClr val="accent1"/>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300">
                          <a:solidFill>
                            <a:schemeClr val="tx1"/>
                          </a:solidFill>
                          <a:latin typeface="Arial" panose="020B0604020202020204" pitchFamily="34" charset="0"/>
                        </a:defRPr>
                      </a:lvl2pPr>
                      <a:lvl3pPr>
                        <a:spcBef>
                          <a:spcPct val="20000"/>
                        </a:spcBef>
                        <a:buClr>
                          <a:schemeClr val="accent1"/>
                        </a:buClr>
                        <a:buFont typeface="Wingdings" panose="05000000000000000000" pitchFamily="2" charset="2"/>
                        <a:defRPr sz="2100">
                          <a:solidFill>
                            <a:schemeClr val="tx1"/>
                          </a:solidFill>
                          <a:latin typeface="Arial" panose="020B0604020202020204" pitchFamily="34" charset="0"/>
                        </a:defRPr>
                      </a:lvl3pPr>
                      <a:lvl4pPr>
                        <a:spcBef>
                          <a:spcPct val="20000"/>
                        </a:spcBef>
                        <a:buClr>
                          <a:schemeClr val="accent1"/>
                        </a:buClr>
                        <a:defRPr>
                          <a:solidFill>
                            <a:schemeClr val="tx1"/>
                          </a:solidFill>
                          <a:latin typeface="Arial" panose="020B0604020202020204" pitchFamily="34" charset="0"/>
                        </a:defRPr>
                      </a:lvl4pPr>
                      <a:lvl5pPr>
                        <a:spcBef>
                          <a:spcPct val="20000"/>
                        </a:spcBef>
                        <a:buClr>
                          <a:schemeClr val="accent1"/>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tabLst/>
                      </a:pPr>
                      <a:r>
                        <a:rPr kumimoji="0" lang="en-US" altLang="vi-VN" sz="2000" b="1" i="0" u="none" strike="noStrike" cap="none" normalizeH="0" baseline="0">
                          <a:ln>
                            <a:noFill/>
                          </a:ln>
                          <a:solidFill>
                            <a:schemeClr val="tx1"/>
                          </a:solidFill>
                          <a:effectLst/>
                          <a:latin typeface="Bookman Old Style" panose="02050604050505020204" pitchFamily="18" charset="0"/>
                        </a:rPr>
                        <a:t>CONTROL TYPE: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lvl1pPr>
                        <a:spcBef>
                          <a:spcPct val="20000"/>
                        </a:spcBef>
                        <a:buClr>
                          <a:schemeClr val="accent1"/>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300">
                          <a:solidFill>
                            <a:schemeClr val="tx1"/>
                          </a:solidFill>
                          <a:latin typeface="Arial" panose="020B0604020202020204" pitchFamily="34" charset="0"/>
                        </a:defRPr>
                      </a:lvl2pPr>
                      <a:lvl3pPr>
                        <a:spcBef>
                          <a:spcPct val="20000"/>
                        </a:spcBef>
                        <a:buClr>
                          <a:schemeClr val="accent1"/>
                        </a:buClr>
                        <a:buFont typeface="Wingdings" panose="05000000000000000000" pitchFamily="2" charset="2"/>
                        <a:defRPr sz="2100">
                          <a:solidFill>
                            <a:schemeClr val="tx1"/>
                          </a:solidFill>
                          <a:latin typeface="Arial" panose="020B0604020202020204" pitchFamily="34" charset="0"/>
                        </a:defRPr>
                      </a:lvl3pPr>
                      <a:lvl4pPr>
                        <a:spcBef>
                          <a:spcPct val="20000"/>
                        </a:spcBef>
                        <a:buClr>
                          <a:schemeClr val="accent1"/>
                        </a:buClr>
                        <a:defRPr>
                          <a:solidFill>
                            <a:schemeClr val="tx1"/>
                          </a:solidFill>
                          <a:latin typeface="Arial" panose="020B0604020202020204" pitchFamily="34" charset="0"/>
                        </a:defRPr>
                      </a:lvl4pPr>
                      <a:lvl5pPr>
                        <a:spcBef>
                          <a:spcPct val="20000"/>
                        </a:spcBef>
                        <a:buClr>
                          <a:schemeClr val="accent1"/>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tabLst/>
                      </a:pPr>
                      <a:r>
                        <a:rPr kumimoji="0" lang="en-US" altLang="vi-VN" sz="2000" b="1" i="0" u="none" strike="noStrike" cap="none" normalizeH="0" baseline="0">
                          <a:ln>
                            <a:noFill/>
                          </a:ln>
                          <a:solidFill>
                            <a:schemeClr val="tx1"/>
                          </a:solidFill>
                          <a:effectLst/>
                          <a:latin typeface="Bookman Old Style" panose="02050604050505020204" pitchFamily="18" charset="0"/>
                        </a:rPr>
                        <a:t>FUNCTIONS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extLst>
                  <a:ext uri="{0D108BD9-81ED-4DB2-BD59-A6C34878D82A}">
                    <a16:rowId xmlns:a16="http://schemas.microsoft.com/office/drawing/2014/main" val="2238108749"/>
                  </a:ext>
                </a:extLst>
              </a:tr>
              <a:tr h="1047750">
                <a:tc>
                  <a:txBody>
                    <a:bodyPr/>
                    <a:lstStyle>
                      <a:lvl1pPr>
                        <a:spcBef>
                          <a:spcPct val="20000"/>
                        </a:spcBef>
                        <a:buClr>
                          <a:schemeClr val="accent1"/>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300">
                          <a:solidFill>
                            <a:schemeClr val="tx1"/>
                          </a:solidFill>
                          <a:latin typeface="Arial" panose="020B0604020202020204" pitchFamily="34" charset="0"/>
                        </a:defRPr>
                      </a:lvl2pPr>
                      <a:lvl3pPr>
                        <a:spcBef>
                          <a:spcPct val="20000"/>
                        </a:spcBef>
                        <a:buClr>
                          <a:schemeClr val="accent1"/>
                        </a:buClr>
                        <a:buFont typeface="Wingdings" panose="05000000000000000000" pitchFamily="2" charset="2"/>
                        <a:defRPr sz="2100">
                          <a:solidFill>
                            <a:schemeClr val="tx1"/>
                          </a:solidFill>
                          <a:latin typeface="Arial" panose="020B0604020202020204" pitchFamily="34" charset="0"/>
                        </a:defRPr>
                      </a:lvl3pPr>
                      <a:lvl4pPr>
                        <a:spcBef>
                          <a:spcPct val="20000"/>
                        </a:spcBef>
                        <a:buClr>
                          <a:schemeClr val="accent1"/>
                        </a:buClr>
                        <a:defRPr>
                          <a:solidFill>
                            <a:schemeClr val="tx1"/>
                          </a:solidFill>
                          <a:latin typeface="Arial" panose="020B0604020202020204" pitchFamily="34" charset="0"/>
                        </a:defRPr>
                      </a:lvl4pPr>
                      <a:lvl5pPr>
                        <a:spcBef>
                          <a:spcPct val="20000"/>
                        </a:spcBef>
                        <a:buClr>
                          <a:schemeClr val="accent1"/>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tabLst/>
                      </a:pPr>
                      <a:endParaRPr kumimoji="0" lang="en-US" altLang="vi-VN"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ctr"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tabLst/>
                      </a:pPr>
                      <a:r>
                        <a:rPr kumimoji="0" lang="en-US" altLang="vi-VN"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Sequence Control</a:t>
                      </a:r>
                    </a:p>
                    <a:p>
                      <a:pPr marL="0" marR="0" lvl="0" indent="0" algn="ctr"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tabLst/>
                      </a:pPr>
                      <a:endParaRPr kumimoji="0" lang="en-US" altLang="vi-VN"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BEC84"/>
                    </a:solidFill>
                  </a:tcPr>
                </a:tc>
                <a:tc>
                  <a:txBody>
                    <a:bodyPr/>
                    <a:lstStyle>
                      <a:lvl1pPr marL="577850" indent="-577850">
                        <a:spcBef>
                          <a:spcPct val="20000"/>
                        </a:spcBef>
                        <a:buClr>
                          <a:schemeClr val="accent1"/>
                        </a:buClr>
                        <a:buFont typeface="Wingdings" panose="05000000000000000000" pitchFamily="2" charset="2"/>
                        <a:defRPr sz="2800">
                          <a:solidFill>
                            <a:schemeClr val="tx1"/>
                          </a:solidFill>
                          <a:latin typeface="Arial" panose="020B0604020202020204" pitchFamily="34" charset="0"/>
                        </a:defRPr>
                      </a:lvl1pPr>
                      <a:lvl2pPr marL="952500" indent="-495300">
                        <a:spcBef>
                          <a:spcPct val="20000"/>
                        </a:spcBef>
                        <a:buClr>
                          <a:schemeClr val="accent1"/>
                        </a:buClr>
                        <a:buFont typeface="Wingdings" panose="05000000000000000000" pitchFamily="2" charset="2"/>
                        <a:defRPr sz="2300">
                          <a:solidFill>
                            <a:schemeClr val="tx1"/>
                          </a:solidFill>
                          <a:latin typeface="Arial" panose="020B0604020202020204" pitchFamily="34" charset="0"/>
                        </a:defRPr>
                      </a:lvl2pPr>
                      <a:lvl3pPr marL="1327150" indent="-412750">
                        <a:spcBef>
                          <a:spcPct val="20000"/>
                        </a:spcBef>
                        <a:buClr>
                          <a:schemeClr val="accent1"/>
                        </a:buClr>
                        <a:buFont typeface="Wingdings" panose="05000000000000000000" pitchFamily="2" charset="2"/>
                        <a:defRPr sz="2100">
                          <a:solidFill>
                            <a:schemeClr val="tx1"/>
                          </a:solidFill>
                          <a:latin typeface="Arial" panose="020B0604020202020204" pitchFamily="34" charset="0"/>
                        </a:defRPr>
                      </a:lvl3pPr>
                      <a:lvl4pPr marL="1743075" indent="-371475">
                        <a:spcBef>
                          <a:spcPct val="20000"/>
                        </a:spcBef>
                        <a:buClr>
                          <a:schemeClr val="accent1"/>
                        </a:buClr>
                        <a:defRPr>
                          <a:solidFill>
                            <a:schemeClr val="tx1"/>
                          </a:solidFill>
                          <a:latin typeface="Arial" panose="020B0604020202020204" pitchFamily="34" charset="0"/>
                        </a:defRPr>
                      </a:lvl4pPr>
                      <a:lvl5pPr marL="2200275" indent="-371475">
                        <a:spcBef>
                          <a:spcPct val="20000"/>
                        </a:spcBef>
                        <a:buClr>
                          <a:schemeClr val="accent1"/>
                        </a:buClr>
                        <a:buFont typeface="Wingdings" panose="05000000000000000000" pitchFamily="2" charset="2"/>
                        <a:defRPr>
                          <a:solidFill>
                            <a:schemeClr val="tx1"/>
                          </a:solidFill>
                          <a:latin typeface="Arial" panose="020B0604020202020204" pitchFamily="34" charset="0"/>
                        </a:defRPr>
                      </a:lvl5pPr>
                      <a:lvl6pPr marL="2657475" indent="-371475"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6pPr>
                      <a:lvl7pPr marL="3114675" indent="-371475"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7pPr>
                      <a:lvl8pPr marL="3571875" indent="-371475"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8pPr>
                      <a:lvl9pPr marL="4029075" indent="-371475"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9pPr>
                    </a:lstStyle>
                    <a:p>
                      <a:pPr marL="577850" marR="0" lvl="0" indent="-577850" algn="l" defTabSz="914400" rtl="0" eaLnBrk="1" fontAlgn="base" latinLnBrk="0" hangingPunct="1">
                        <a:lnSpc>
                          <a:spcPct val="100000"/>
                        </a:lnSpc>
                        <a:spcBef>
                          <a:spcPct val="20000"/>
                        </a:spcBef>
                        <a:spcAft>
                          <a:spcPct val="0"/>
                        </a:spcAft>
                        <a:buClr>
                          <a:schemeClr val="accent1"/>
                        </a:buClr>
                        <a:buSzTx/>
                        <a:buFontTx/>
                        <a:buAutoNum type="romanLcPeriod"/>
                        <a:tabLst/>
                      </a:pPr>
                      <a:r>
                        <a:rPr kumimoji="0" lang="en-US" altLang="vi-VN"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Conventional Relay Control Logic replacer</a:t>
                      </a:r>
                    </a:p>
                    <a:p>
                      <a:pPr marL="577850" marR="0" lvl="0" indent="-577850" algn="l" defTabSz="914400" rtl="0" eaLnBrk="1" fontAlgn="base" latinLnBrk="0" hangingPunct="1">
                        <a:lnSpc>
                          <a:spcPct val="100000"/>
                        </a:lnSpc>
                        <a:spcBef>
                          <a:spcPct val="20000"/>
                        </a:spcBef>
                        <a:spcAft>
                          <a:spcPct val="0"/>
                        </a:spcAft>
                        <a:buClr>
                          <a:schemeClr val="accent1"/>
                        </a:buClr>
                        <a:buSzTx/>
                        <a:buFontTx/>
                        <a:buAutoNum type="romanLcPeriod"/>
                        <a:tabLst/>
                      </a:pPr>
                      <a:r>
                        <a:rPr kumimoji="0" lang="en-US" altLang="vi-VN" sz="2000" b="0" i="0" u="none" strike="noStrike" cap="none" normalizeH="0" baseline="0">
                          <a:ln>
                            <a:noFill/>
                          </a:ln>
                          <a:solidFill>
                            <a:srgbClr val="0000FF"/>
                          </a:solidFill>
                          <a:effectLst/>
                          <a:latin typeface="Times New Roman" panose="02020603050405020304" pitchFamily="18" charset="0"/>
                          <a:cs typeface="Times New Roman" panose="02020603050405020304" pitchFamily="18" charset="0"/>
                        </a:rPr>
                        <a:t>Timers/ Counter</a:t>
                      </a:r>
                    </a:p>
                    <a:p>
                      <a:pPr marL="577850" marR="0" lvl="0" indent="-577850" algn="l" defTabSz="914400" rtl="0" eaLnBrk="1" fontAlgn="base" latinLnBrk="0" hangingPunct="1">
                        <a:lnSpc>
                          <a:spcPct val="100000"/>
                        </a:lnSpc>
                        <a:spcBef>
                          <a:spcPct val="20000"/>
                        </a:spcBef>
                        <a:spcAft>
                          <a:spcPct val="0"/>
                        </a:spcAft>
                        <a:buClr>
                          <a:schemeClr val="accent1"/>
                        </a:buClr>
                        <a:buSzTx/>
                        <a:buFontTx/>
                        <a:buAutoNum type="romanLcPeriod"/>
                        <a:tabLst/>
                      </a:pPr>
                      <a:r>
                        <a:rPr kumimoji="0" lang="en-US" altLang="vi-VN"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PCB Card controller replacer</a:t>
                      </a:r>
                    </a:p>
                    <a:p>
                      <a:pPr marL="577850" marR="0" lvl="0" indent="-577850" algn="l" defTabSz="914400" rtl="0" eaLnBrk="1" fontAlgn="base" latinLnBrk="0" hangingPunct="1">
                        <a:lnSpc>
                          <a:spcPct val="100000"/>
                        </a:lnSpc>
                        <a:spcBef>
                          <a:spcPct val="20000"/>
                        </a:spcBef>
                        <a:spcAft>
                          <a:spcPct val="0"/>
                        </a:spcAft>
                        <a:buClr>
                          <a:schemeClr val="accent1"/>
                        </a:buClr>
                        <a:buSzTx/>
                        <a:buFontTx/>
                        <a:buAutoNum type="romanLcPeriod"/>
                        <a:tabLst/>
                      </a:pPr>
                      <a:r>
                        <a:rPr kumimoji="0" lang="en-US" altLang="vi-VN" sz="2000" b="0" i="0" u="none" strike="noStrike" cap="none" normalizeH="0" baseline="0">
                          <a:ln>
                            <a:noFill/>
                          </a:ln>
                          <a:solidFill>
                            <a:srgbClr val="0000FF"/>
                          </a:solidFill>
                          <a:effectLst/>
                          <a:latin typeface="Times New Roman" panose="02020603050405020304" pitchFamily="18" charset="0"/>
                          <a:cs typeface="Times New Roman" panose="02020603050405020304" pitchFamily="18" charset="0"/>
                        </a:rPr>
                        <a:t>Auto/Semi-auto/Manual control of machine and process.</a:t>
                      </a:r>
                    </a:p>
                    <a:p>
                      <a:pPr marL="577850" marR="0" lvl="0" indent="-577850" algn="l" defTabSz="914400" rtl="0" eaLnBrk="1" fontAlgn="base" latinLnBrk="0" hangingPunct="1">
                        <a:lnSpc>
                          <a:spcPct val="100000"/>
                        </a:lnSpc>
                        <a:spcBef>
                          <a:spcPct val="20000"/>
                        </a:spcBef>
                        <a:spcAft>
                          <a:spcPct val="0"/>
                        </a:spcAft>
                        <a:buClr>
                          <a:schemeClr val="accent1"/>
                        </a:buClr>
                        <a:buSzTx/>
                        <a:buFontTx/>
                        <a:buNone/>
                        <a:tabLst/>
                      </a:pPr>
                      <a:endParaRPr kumimoji="0" lang="en-US" altLang="vi-VN" sz="2000" b="0" i="0" u="none" strike="noStrike" cap="none" normalizeH="0" baseline="0">
                        <a:ln>
                          <a:noFill/>
                        </a:ln>
                        <a:solidFill>
                          <a:srgbClr val="0000FF"/>
                        </a:solidFill>
                        <a:effectLst/>
                        <a:latin typeface="Times New Roman" panose="02020603050405020304" pitchFamily="18" charset="0"/>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BEC84"/>
                    </a:solidFill>
                  </a:tcPr>
                </a:tc>
                <a:extLst>
                  <a:ext uri="{0D108BD9-81ED-4DB2-BD59-A6C34878D82A}">
                    <a16:rowId xmlns:a16="http://schemas.microsoft.com/office/drawing/2014/main" val="1508858427"/>
                  </a:ext>
                </a:extLst>
              </a:tr>
              <a:tr h="1047750">
                <a:tc>
                  <a:txBody>
                    <a:bodyPr/>
                    <a:lstStyle>
                      <a:lvl1pPr>
                        <a:spcBef>
                          <a:spcPct val="20000"/>
                        </a:spcBef>
                        <a:buClr>
                          <a:schemeClr val="accent1"/>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300">
                          <a:solidFill>
                            <a:schemeClr val="tx1"/>
                          </a:solidFill>
                          <a:latin typeface="Arial" panose="020B0604020202020204" pitchFamily="34" charset="0"/>
                        </a:defRPr>
                      </a:lvl2pPr>
                      <a:lvl3pPr>
                        <a:spcBef>
                          <a:spcPct val="20000"/>
                        </a:spcBef>
                        <a:buClr>
                          <a:schemeClr val="accent1"/>
                        </a:buClr>
                        <a:buFont typeface="Wingdings" panose="05000000000000000000" pitchFamily="2" charset="2"/>
                        <a:defRPr sz="2100">
                          <a:solidFill>
                            <a:schemeClr val="tx1"/>
                          </a:solidFill>
                          <a:latin typeface="Arial" panose="020B0604020202020204" pitchFamily="34" charset="0"/>
                        </a:defRPr>
                      </a:lvl3pPr>
                      <a:lvl4pPr>
                        <a:spcBef>
                          <a:spcPct val="20000"/>
                        </a:spcBef>
                        <a:buClr>
                          <a:schemeClr val="accent1"/>
                        </a:buClr>
                        <a:defRPr>
                          <a:solidFill>
                            <a:schemeClr val="tx1"/>
                          </a:solidFill>
                          <a:latin typeface="Arial" panose="020B0604020202020204" pitchFamily="34" charset="0"/>
                        </a:defRPr>
                      </a:lvl4pPr>
                      <a:lvl5pPr>
                        <a:spcBef>
                          <a:spcPct val="20000"/>
                        </a:spcBef>
                        <a:buClr>
                          <a:schemeClr val="accent1"/>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tabLst/>
                      </a:pPr>
                      <a:endParaRPr kumimoji="0" lang="en-US" altLang="vi-VN"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ctr"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tabLst/>
                      </a:pPr>
                      <a:r>
                        <a:rPr kumimoji="0" lang="en-US" altLang="vi-VN"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Advanced/ Sophisticated Control</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B0DBDE"/>
                    </a:solidFill>
                  </a:tcPr>
                </a:tc>
                <a:tc>
                  <a:txBody>
                    <a:bodyPr/>
                    <a:lstStyle>
                      <a:lvl1pPr marL="577850" indent="-577850">
                        <a:spcBef>
                          <a:spcPct val="20000"/>
                        </a:spcBef>
                        <a:buClr>
                          <a:schemeClr val="accent1"/>
                        </a:buClr>
                        <a:buFont typeface="Wingdings" panose="05000000000000000000" pitchFamily="2" charset="2"/>
                        <a:defRPr sz="2800">
                          <a:solidFill>
                            <a:schemeClr val="tx1"/>
                          </a:solidFill>
                          <a:latin typeface="Arial" panose="020B0604020202020204" pitchFamily="34" charset="0"/>
                        </a:defRPr>
                      </a:lvl1pPr>
                      <a:lvl2pPr marL="952500" indent="-495300">
                        <a:spcBef>
                          <a:spcPct val="20000"/>
                        </a:spcBef>
                        <a:buClr>
                          <a:schemeClr val="accent1"/>
                        </a:buClr>
                        <a:buFont typeface="Wingdings" panose="05000000000000000000" pitchFamily="2" charset="2"/>
                        <a:defRPr sz="2300">
                          <a:solidFill>
                            <a:schemeClr val="tx1"/>
                          </a:solidFill>
                          <a:latin typeface="Arial" panose="020B0604020202020204" pitchFamily="34" charset="0"/>
                        </a:defRPr>
                      </a:lvl2pPr>
                      <a:lvl3pPr marL="1347788" indent="-433388">
                        <a:spcBef>
                          <a:spcPct val="20000"/>
                        </a:spcBef>
                        <a:buClr>
                          <a:schemeClr val="accent1"/>
                        </a:buClr>
                        <a:buFont typeface="Wingdings" panose="05000000000000000000" pitchFamily="2" charset="2"/>
                        <a:defRPr sz="2100">
                          <a:solidFill>
                            <a:schemeClr val="tx1"/>
                          </a:solidFill>
                          <a:latin typeface="Arial" panose="020B0604020202020204" pitchFamily="34" charset="0"/>
                        </a:defRPr>
                      </a:lvl3pPr>
                      <a:lvl4pPr marL="1743075" indent="-371475">
                        <a:spcBef>
                          <a:spcPct val="20000"/>
                        </a:spcBef>
                        <a:buClr>
                          <a:schemeClr val="accent1"/>
                        </a:buClr>
                        <a:defRPr>
                          <a:solidFill>
                            <a:schemeClr val="tx1"/>
                          </a:solidFill>
                          <a:latin typeface="Arial" panose="020B0604020202020204" pitchFamily="34" charset="0"/>
                        </a:defRPr>
                      </a:lvl4pPr>
                      <a:lvl5pPr marL="2200275" indent="-371475">
                        <a:spcBef>
                          <a:spcPct val="20000"/>
                        </a:spcBef>
                        <a:buClr>
                          <a:schemeClr val="accent1"/>
                        </a:buClr>
                        <a:buFont typeface="Wingdings" panose="05000000000000000000" pitchFamily="2" charset="2"/>
                        <a:defRPr>
                          <a:solidFill>
                            <a:schemeClr val="tx1"/>
                          </a:solidFill>
                          <a:latin typeface="Arial" panose="020B0604020202020204" pitchFamily="34" charset="0"/>
                        </a:defRPr>
                      </a:lvl5pPr>
                      <a:lvl6pPr marL="2657475" indent="-371475"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6pPr>
                      <a:lvl7pPr marL="3114675" indent="-371475"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7pPr>
                      <a:lvl8pPr marL="3571875" indent="-371475"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8pPr>
                      <a:lvl9pPr marL="4029075" indent="-371475"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9pPr>
                    </a:lstStyle>
                    <a:p>
                      <a:pPr marL="577850" marR="0" lvl="0" indent="-577850" algn="l" defTabSz="914400" rtl="0" eaLnBrk="1" fontAlgn="base" latinLnBrk="0" hangingPunct="1">
                        <a:lnSpc>
                          <a:spcPct val="100000"/>
                        </a:lnSpc>
                        <a:spcBef>
                          <a:spcPct val="20000"/>
                        </a:spcBef>
                        <a:spcAft>
                          <a:spcPct val="0"/>
                        </a:spcAft>
                        <a:buClr>
                          <a:schemeClr val="accent1"/>
                        </a:buClr>
                        <a:buSzTx/>
                        <a:buFontTx/>
                        <a:buAutoNum type="romanLcPeriod"/>
                        <a:tabLst/>
                      </a:pPr>
                      <a:r>
                        <a:rPr kumimoji="0" lang="en-US" altLang="vi-VN"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Arithmetic operation (+, -, × , ÷)</a:t>
                      </a:r>
                    </a:p>
                    <a:p>
                      <a:pPr marL="577850" marR="0" lvl="0" indent="-577850" algn="l" defTabSz="914400" rtl="0" eaLnBrk="1" fontAlgn="base" latinLnBrk="0" hangingPunct="1">
                        <a:lnSpc>
                          <a:spcPct val="100000"/>
                        </a:lnSpc>
                        <a:spcBef>
                          <a:spcPct val="20000"/>
                        </a:spcBef>
                        <a:spcAft>
                          <a:spcPct val="0"/>
                        </a:spcAft>
                        <a:buClr>
                          <a:schemeClr val="accent1"/>
                        </a:buClr>
                        <a:buSzTx/>
                        <a:buFontTx/>
                        <a:buAutoNum type="romanLcPeriod"/>
                        <a:tabLst/>
                      </a:pPr>
                      <a:r>
                        <a:rPr kumimoji="0" lang="en-US" altLang="vi-VN" sz="2000" b="0" i="0" u="none" strike="noStrike" cap="none" normalizeH="0" baseline="0" dirty="0">
                          <a:ln>
                            <a:noFill/>
                          </a:ln>
                          <a:solidFill>
                            <a:srgbClr val="0000FF"/>
                          </a:solidFill>
                          <a:effectLst/>
                          <a:latin typeface="Times New Roman" panose="02020603050405020304" pitchFamily="18" charset="0"/>
                          <a:cs typeface="Times New Roman" panose="02020603050405020304" pitchFamily="18" charset="0"/>
                        </a:rPr>
                        <a:t>Information Handling</a:t>
                      </a:r>
                    </a:p>
                    <a:p>
                      <a:pPr marL="577850" marR="0" lvl="0" indent="-577850" algn="l" defTabSz="914400" rtl="0" eaLnBrk="1" fontAlgn="base" latinLnBrk="0" hangingPunct="1">
                        <a:lnSpc>
                          <a:spcPct val="100000"/>
                        </a:lnSpc>
                        <a:spcBef>
                          <a:spcPct val="20000"/>
                        </a:spcBef>
                        <a:spcAft>
                          <a:spcPct val="0"/>
                        </a:spcAft>
                        <a:buClr>
                          <a:schemeClr val="accent1"/>
                        </a:buClr>
                        <a:buSzTx/>
                        <a:buFontTx/>
                        <a:buAutoNum type="romanLcPeriod"/>
                        <a:tabLst/>
                      </a:pPr>
                      <a:r>
                        <a:rPr kumimoji="0" lang="en-US" altLang="vi-VN"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Analog Control (Temperature, Pressure )</a:t>
                      </a:r>
                    </a:p>
                    <a:p>
                      <a:pPr marL="577850" marR="0" lvl="0" indent="-577850" algn="l" defTabSz="914400" rtl="0" eaLnBrk="1" fontAlgn="base" latinLnBrk="0" hangingPunct="1">
                        <a:lnSpc>
                          <a:spcPct val="100000"/>
                        </a:lnSpc>
                        <a:spcBef>
                          <a:spcPct val="20000"/>
                        </a:spcBef>
                        <a:spcAft>
                          <a:spcPct val="0"/>
                        </a:spcAft>
                        <a:buClr>
                          <a:schemeClr val="accent1"/>
                        </a:buClr>
                        <a:buSzTx/>
                        <a:buFontTx/>
                        <a:buAutoNum type="romanLcPeriod"/>
                        <a:tabLst/>
                      </a:pPr>
                      <a:r>
                        <a:rPr kumimoji="0" lang="en-US" altLang="vi-VN" sz="2000" b="0" i="0" u="none" strike="noStrike" cap="none" normalizeH="0" baseline="0" dirty="0">
                          <a:ln>
                            <a:noFill/>
                          </a:ln>
                          <a:solidFill>
                            <a:srgbClr val="0000FF"/>
                          </a:solidFill>
                          <a:effectLst/>
                          <a:latin typeface="Times New Roman" panose="02020603050405020304" pitchFamily="18" charset="0"/>
                          <a:cs typeface="Times New Roman" panose="02020603050405020304" pitchFamily="18" charset="0"/>
                        </a:rPr>
                        <a:t>P.I.D (Proportional Integral Derivation)</a:t>
                      </a:r>
                    </a:p>
                    <a:p>
                      <a:pPr marL="577850" marR="0" lvl="0" indent="-577850" algn="l" defTabSz="914400" rtl="0" eaLnBrk="1" fontAlgn="base" latinLnBrk="0" hangingPunct="1">
                        <a:lnSpc>
                          <a:spcPct val="100000"/>
                        </a:lnSpc>
                        <a:spcBef>
                          <a:spcPct val="20000"/>
                        </a:spcBef>
                        <a:spcAft>
                          <a:spcPct val="0"/>
                        </a:spcAft>
                        <a:buClr>
                          <a:schemeClr val="accent1"/>
                        </a:buClr>
                        <a:buSzTx/>
                        <a:buFontTx/>
                        <a:buAutoNum type="romanLcPeriod"/>
                        <a:tabLst/>
                      </a:pPr>
                      <a:r>
                        <a:rPr kumimoji="0" lang="en-US" altLang="vi-VN"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Servo Motor Control</a:t>
                      </a:r>
                    </a:p>
                    <a:p>
                      <a:pPr marL="577850" marR="0" lvl="0" indent="-577850" algn="l" defTabSz="914400" rtl="0" eaLnBrk="1" fontAlgn="base" latinLnBrk="0" hangingPunct="1">
                        <a:lnSpc>
                          <a:spcPct val="100000"/>
                        </a:lnSpc>
                        <a:spcBef>
                          <a:spcPct val="20000"/>
                        </a:spcBef>
                        <a:spcAft>
                          <a:spcPct val="0"/>
                        </a:spcAft>
                        <a:buClr>
                          <a:schemeClr val="accent1"/>
                        </a:buClr>
                        <a:buSzTx/>
                        <a:buFontTx/>
                        <a:buAutoNum type="romanLcPeriod"/>
                        <a:tabLst/>
                      </a:pPr>
                      <a:r>
                        <a:rPr kumimoji="0" lang="en-US" altLang="vi-VN" sz="2000" b="0" i="0" u="none" strike="noStrike" cap="none" normalizeH="0" baseline="0" dirty="0">
                          <a:ln>
                            <a:noFill/>
                          </a:ln>
                          <a:solidFill>
                            <a:srgbClr val="0000FF"/>
                          </a:solidFill>
                          <a:effectLst/>
                          <a:latin typeface="Times New Roman" panose="02020603050405020304" pitchFamily="18" charset="0"/>
                          <a:cs typeface="Times New Roman" panose="02020603050405020304" pitchFamily="18" charset="0"/>
                        </a:rPr>
                        <a:t>Stepper Motor control</a:t>
                      </a:r>
                    </a:p>
                    <a:p>
                      <a:pPr marL="577850" marR="0" lvl="0" indent="-577850" algn="l" defTabSz="914400" rtl="0" eaLnBrk="1" fontAlgn="base" latinLnBrk="0" hangingPunct="1">
                        <a:lnSpc>
                          <a:spcPct val="100000"/>
                        </a:lnSpc>
                        <a:spcBef>
                          <a:spcPct val="20000"/>
                        </a:spcBef>
                        <a:spcAft>
                          <a:spcPct val="0"/>
                        </a:spcAft>
                        <a:buClr>
                          <a:schemeClr val="accent1"/>
                        </a:buClr>
                        <a:buSzTx/>
                        <a:buFontTx/>
                        <a:buNone/>
                        <a:tabLst/>
                      </a:pPr>
                      <a:endParaRPr kumimoji="0" lang="en-US" altLang="vi-VN" sz="2000" b="0" i="0" u="none" strike="noStrike" cap="none" normalizeH="0" baseline="0" dirty="0">
                        <a:ln>
                          <a:noFill/>
                        </a:ln>
                        <a:solidFill>
                          <a:srgbClr val="0000FF"/>
                        </a:solidFill>
                        <a:effectLst/>
                        <a:latin typeface="Times New Roman" panose="02020603050405020304" pitchFamily="18" charset="0"/>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B0DBDE"/>
                    </a:solidFill>
                  </a:tcPr>
                </a:tc>
                <a:extLst>
                  <a:ext uri="{0D108BD9-81ED-4DB2-BD59-A6C34878D82A}">
                    <a16:rowId xmlns:a16="http://schemas.microsoft.com/office/drawing/2014/main" val="815078557"/>
                  </a:ext>
                </a:extLst>
              </a:tr>
            </a:tbl>
          </a:graphicData>
        </a:graphic>
      </p:graphicFrame>
      <p:pic>
        <p:nvPicPr>
          <p:cNvPr id="4" name="Picture 3">
            <a:extLst>
              <a:ext uri="{FF2B5EF4-FFF2-40B4-BE49-F238E27FC236}">
                <a16:creationId xmlns:a16="http://schemas.microsoft.com/office/drawing/2014/main" id="{FFAF99E5-F23D-4143-A108-7A1F4E8AF1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001" y="50721"/>
            <a:ext cx="2851037" cy="869371"/>
          </a:xfrm>
          <a:prstGeom prst="rect">
            <a:avLst/>
          </a:prstGeom>
        </p:spPr>
      </p:pic>
      <p:sp>
        <p:nvSpPr>
          <p:cNvPr id="5" name="Rectangle: Rounded Corners 4">
            <a:extLst>
              <a:ext uri="{FF2B5EF4-FFF2-40B4-BE49-F238E27FC236}">
                <a16:creationId xmlns:a16="http://schemas.microsoft.com/office/drawing/2014/main" id="{8BF4FBEF-97ED-4FCA-A29F-C37C4B8B501D}"/>
              </a:ext>
            </a:extLst>
          </p:cNvPr>
          <p:cNvSpPr/>
          <p:nvPr/>
        </p:nvSpPr>
        <p:spPr>
          <a:xfrm>
            <a:off x="55002" y="6435176"/>
            <a:ext cx="12079705" cy="323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dirty="0">
                <a:solidFill>
                  <a:schemeClr val="bg1"/>
                </a:solidFill>
                <a:latin typeface="Times New Roman" panose="02020603050405020304" pitchFamily="18" charset="0"/>
                <a:cs typeface="Times New Roman" panose="02020603050405020304" pitchFamily="18" charset="0"/>
              </a:rPr>
              <a:t> PLC Programming                      1. AN INTRODUCTION TO PROGRAMABLE LOGIC CONTROLLERS</a:t>
            </a:r>
            <a:endParaRPr lang="vi-VN" sz="1800" dirty="0">
              <a:solidFill>
                <a:schemeClr val="bg1"/>
              </a:solidFill>
              <a:latin typeface="Times New Roman" panose="02020603050405020304" pitchFamily="18" charset="0"/>
              <a:cs typeface="Times New Roman" panose="02020603050405020304" pitchFamily="18" charset="0"/>
            </a:endParaRPr>
          </a:p>
        </p:txBody>
      </p:sp>
      <p:sp>
        <p:nvSpPr>
          <p:cNvPr id="6" name="Slide Number Placeholder 6">
            <a:extLst>
              <a:ext uri="{FF2B5EF4-FFF2-40B4-BE49-F238E27FC236}">
                <a16:creationId xmlns:a16="http://schemas.microsoft.com/office/drawing/2014/main" id="{F88F4092-7359-4AF4-9C1C-0C87519B97DC}"/>
              </a:ext>
            </a:extLst>
          </p:cNvPr>
          <p:cNvSpPr>
            <a:spLocks noGrp="1"/>
          </p:cNvSpPr>
          <p:nvPr>
            <p:ph type="sldNum" sz="quarter" idx="12"/>
          </p:nvPr>
        </p:nvSpPr>
        <p:spPr>
          <a:xfrm>
            <a:off x="9049011" y="6435176"/>
            <a:ext cx="2743200" cy="365125"/>
          </a:xfrm>
        </p:spPr>
        <p:txBody>
          <a:bodyPr/>
          <a:lstStyle/>
          <a:p>
            <a:fld id="{7922E462-5D99-474A-8333-BF14A8734AA9}" type="slidenum">
              <a:rPr lang="vi-VN" sz="1400" smtClean="0">
                <a:solidFill>
                  <a:schemeClr val="bg1"/>
                </a:solidFill>
                <a:latin typeface="Times New Roman" panose="02020603050405020304" pitchFamily="18" charset="0"/>
                <a:cs typeface="Times New Roman" panose="02020603050405020304" pitchFamily="18" charset="0"/>
              </a:rPr>
              <a:t>17</a:t>
            </a:fld>
            <a:endParaRPr lang="vi-VN" sz="140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32" name="Rectangle 16">
            <a:extLst>
              <a:ext uri="{FF2B5EF4-FFF2-40B4-BE49-F238E27FC236}">
                <a16:creationId xmlns:a16="http://schemas.microsoft.com/office/drawing/2014/main" id="{97CFEA9A-09CC-4C66-898E-40C209E11277}"/>
              </a:ext>
            </a:extLst>
          </p:cNvPr>
          <p:cNvSpPr>
            <a:spLocks noGrp="1" noChangeArrowheads="1"/>
          </p:cNvSpPr>
          <p:nvPr>
            <p:ph type="title"/>
          </p:nvPr>
        </p:nvSpPr>
        <p:spPr>
          <a:xfrm>
            <a:off x="3114460" y="240262"/>
            <a:ext cx="7096340" cy="563562"/>
          </a:xfrm>
          <a:solidFill>
            <a:schemeClr val="accent1">
              <a:lumMod val="40000"/>
              <a:lumOff val="60000"/>
            </a:schemeClr>
          </a:solidFill>
        </p:spPr>
        <p:txBody>
          <a:bodyPr/>
          <a:lstStyle/>
          <a:p>
            <a:r>
              <a:rPr lang="en-US" altLang="vi-VN" sz="3000" b="1">
                <a:latin typeface="Bookman Old Style" panose="02050604050505020204" pitchFamily="18" charset="0"/>
              </a:rPr>
              <a:t>PLC functions:</a:t>
            </a:r>
          </a:p>
        </p:txBody>
      </p:sp>
      <p:graphicFrame>
        <p:nvGraphicFramePr>
          <p:cNvPr id="9290" name="Group 74">
            <a:extLst>
              <a:ext uri="{FF2B5EF4-FFF2-40B4-BE49-F238E27FC236}">
                <a16:creationId xmlns:a16="http://schemas.microsoft.com/office/drawing/2014/main" id="{04B64318-88E9-4F0B-9ADD-3C02DCA9FAD6}"/>
              </a:ext>
            </a:extLst>
          </p:cNvPr>
          <p:cNvGraphicFramePr>
            <a:graphicFrameLocks noGrp="1"/>
          </p:cNvGraphicFramePr>
          <p:nvPr>
            <p:ph type="tbl" idx="1"/>
            <p:extLst>
              <p:ext uri="{D42A27DB-BD31-4B8C-83A1-F6EECF244321}">
                <p14:modId xmlns:p14="http://schemas.microsoft.com/office/powerpoint/2010/main" val="4051439106"/>
              </p:ext>
            </p:extLst>
          </p:nvPr>
        </p:nvGraphicFramePr>
        <p:xfrm>
          <a:off x="1981200" y="1600201"/>
          <a:ext cx="8229600" cy="4099560"/>
        </p:xfrm>
        <a:graphic>
          <a:graphicData uri="http://schemas.openxmlformats.org/drawingml/2006/table">
            <a:tbl>
              <a:tblPr/>
              <a:tblGrid>
                <a:gridCol w="2640013">
                  <a:extLst>
                    <a:ext uri="{9D8B030D-6E8A-4147-A177-3AD203B41FA5}">
                      <a16:colId xmlns:a16="http://schemas.microsoft.com/office/drawing/2014/main" val="1007361873"/>
                    </a:ext>
                  </a:extLst>
                </a:gridCol>
                <a:gridCol w="5589587">
                  <a:extLst>
                    <a:ext uri="{9D8B030D-6E8A-4147-A177-3AD203B41FA5}">
                      <a16:colId xmlns:a16="http://schemas.microsoft.com/office/drawing/2014/main" val="4254942000"/>
                    </a:ext>
                  </a:extLst>
                </a:gridCol>
              </a:tblGrid>
              <a:tr h="533400">
                <a:tc>
                  <a:txBody>
                    <a:bodyPr/>
                    <a:lstStyle>
                      <a:lvl1pPr>
                        <a:spcBef>
                          <a:spcPct val="20000"/>
                        </a:spcBef>
                        <a:buClr>
                          <a:schemeClr val="accent1"/>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300">
                          <a:solidFill>
                            <a:schemeClr val="tx1"/>
                          </a:solidFill>
                          <a:latin typeface="Arial" panose="020B0604020202020204" pitchFamily="34" charset="0"/>
                        </a:defRPr>
                      </a:lvl2pPr>
                      <a:lvl3pPr>
                        <a:spcBef>
                          <a:spcPct val="20000"/>
                        </a:spcBef>
                        <a:buClr>
                          <a:schemeClr val="accent1"/>
                        </a:buClr>
                        <a:buFont typeface="Wingdings" panose="05000000000000000000" pitchFamily="2" charset="2"/>
                        <a:defRPr sz="2100">
                          <a:solidFill>
                            <a:schemeClr val="tx1"/>
                          </a:solidFill>
                          <a:latin typeface="Arial" panose="020B0604020202020204" pitchFamily="34" charset="0"/>
                        </a:defRPr>
                      </a:lvl3pPr>
                      <a:lvl4pPr>
                        <a:spcBef>
                          <a:spcPct val="20000"/>
                        </a:spcBef>
                        <a:buClr>
                          <a:schemeClr val="accent1"/>
                        </a:buClr>
                        <a:defRPr>
                          <a:solidFill>
                            <a:schemeClr val="tx1"/>
                          </a:solidFill>
                          <a:latin typeface="Arial" panose="020B0604020202020204" pitchFamily="34" charset="0"/>
                        </a:defRPr>
                      </a:lvl4pPr>
                      <a:lvl5pPr>
                        <a:spcBef>
                          <a:spcPct val="20000"/>
                        </a:spcBef>
                        <a:buClr>
                          <a:schemeClr val="accent1"/>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tabLst/>
                      </a:pPr>
                      <a:r>
                        <a:rPr kumimoji="0" lang="en-US" altLang="vi-VN" sz="2000" b="1" i="0" u="none" strike="noStrike" cap="none" normalizeH="0" baseline="0">
                          <a:ln>
                            <a:noFill/>
                          </a:ln>
                          <a:solidFill>
                            <a:schemeClr val="tx1"/>
                          </a:solidFill>
                          <a:effectLst/>
                          <a:latin typeface="Bookman Old Style" panose="02050604050505020204" pitchFamily="18" charset="0"/>
                        </a:rPr>
                        <a:t>CONTROL TYPE: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lvl1pPr>
                        <a:spcBef>
                          <a:spcPct val="20000"/>
                        </a:spcBef>
                        <a:buClr>
                          <a:schemeClr val="accent1"/>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300">
                          <a:solidFill>
                            <a:schemeClr val="tx1"/>
                          </a:solidFill>
                          <a:latin typeface="Arial" panose="020B0604020202020204" pitchFamily="34" charset="0"/>
                        </a:defRPr>
                      </a:lvl2pPr>
                      <a:lvl3pPr>
                        <a:spcBef>
                          <a:spcPct val="20000"/>
                        </a:spcBef>
                        <a:buClr>
                          <a:schemeClr val="accent1"/>
                        </a:buClr>
                        <a:buFont typeface="Wingdings" panose="05000000000000000000" pitchFamily="2" charset="2"/>
                        <a:defRPr sz="2100">
                          <a:solidFill>
                            <a:schemeClr val="tx1"/>
                          </a:solidFill>
                          <a:latin typeface="Arial" panose="020B0604020202020204" pitchFamily="34" charset="0"/>
                        </a:defRPr>
                      </a:lvl3pPr>
                      <a:lvl4pPr>
                        <a:spcBef>
                          <a:spcPct val="20000"/>
                        </a:spcBef>
                        <a:buClr>
                          <a:schemeClr val="accent1"/>
                        </a:buClr>
                        <a:defRPr>
                          <a:solidFill>
                            <a:schemeClr val="tx1"/>
                          </a:solidFill>
                          <a:latin typeface="Arial" panose="020B0604020202020204" pitchFamily="34" charset="0"/>
                        </a:defRPr>
                      </a:lvl4pPr>
                      <a:lvl5pPr>
                        <a:spcBef>
                          <a:spcPct val="20000"/>
                        </a:spcBef>
                        <a:buClr>
                          <a:schemeClr val="accent1"/>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tabLst/>
                      </a:pPr>
                      <a:r>
                        <a:rPr kumimoji="0" lang="en-US" altLang="vi-VN" sz="2000" b="1" i="0" u="none" strike="noStrike" cap="none" normalizeH="0" baseline="0">
                          <a:ln>
                            <a:noFill/>
                          </a:ln>
                          <a:solidFill>
                            <a:schemeClr val="tx1"/>
                          </a:solidFill>
                          <a:effectLst/>
                          <a:latin typeface="Bookman Old Style" panose="02050604050505020204" pitchFamily="18" charset="0"/>
                        </a:rPr>
                        <a:t>FUNCTIONS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extLst>
                  <a:ext uri="{0D108BD9-81ED-4DB2-BD59-A6C34878D82A}">
                    <a16:rowId xmlns:a16="http://schemas.microsoft.com/office/drawing/2014/main" val="3591646326"/>
                  </a:ext>
                </a:extLst>
              </a:tr>
              <a:tr h="2262188">
                <a:tc>
                  <a:txBody>
                    <a:bodyPr/>
                    <a:lstStyle>
                      <a:lvl1pPr>
                        <a:spcBef>
                          <a:spcPct val="20000"/>
                        </a:spcBef>
                        <a:buClr>
                          <a:schemeClr val="accent1"/>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300">
                          <a:solidFill>
                            <a:schemeClr val="tx1"/>
                          </a:solidFill>
                          <a:latin typeface="Arial" panose="020B0604020202020204" pitchFamily="34" charset="0"/>
                        </a:defRPr>
                      </a:lvl2pPr>
                      <a:lvl3pPr>
                        <a:spcBef>
                          <a:spcPct val="20000"/>
                        </a:spcBef>
                        <a:buClr>
                          <a:schemeClr val="accent1"/>
                        </a:buClr>
                        <a:buFont typeface="Wingdings" panose="05000000000000000000" pitchFamily="2" charset="2"/>
                        <a:defRPr sz="2100">
                          <a:solidFill>
                            <a:schemeClr val="tx1"/>
                          </a:solidFill>
                          <a:latin typeface="Arial" panose="020B0604020202020204" pitchFamily="34" charset="0"/>
                        </a:defRPr>
                      </a:lvl3pPr>
                      <a:lvl4pPr>
                        <a:spcBef>
                          <a:spcPct val="20000"/>
                        </a:spcBef>
                        <a:buClr>
                          <a:schemeClr val="accent1"/>
                        </a:buClr>
                        <a:defRPr>
                          <a:solidFill>
                            <a:schemeClr val="tx1"/>
                          </a:solidFill>
                          <a:latin typeface="Arial" panose="020B0604020202020204" pitchFamily="34" charset="0"/>
                        </a:defRPr>
                      </a:lvl4pPr>
                      <a:lvl5pPr>
                        <a:spcBef>
                          <a:spcPct val="20000"/>
                        </a:spcBef>
                        <a:buClr>
                          <a:schemeClr val="accent1"/>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tabLst/>
                      </a:pPr>
                      <a:endParaRPr kumimoji="0" lang="en-US" altLang="vi-VN" sz="2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tabLst/>
                      </a:pPr>
                      <a:r>
                        <a:rPr kumimoji="0" lang="en-US" altLang="vi-VN"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Supervisory Control</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marL="577850" indent="-577850">
                        <a:spcBef>
                          <a:spcPct val="20000"/>
                        </a:spcBef>
                        <a:buClr>
                          <a:schemeClr val="accent1"/>
                        </a:buClr>
                        <a:buFont typeface="Wingdings" panose="05000000000000000000" pitchFamily="2" charset="2"/>
                        <a:defRPr sz="2800">
                          <a:solidFill>
                            <a:schemeClr val="tx1"/>
                          </a:solidFill>
                          <a:latin typeface="Arial" panose="020B0604020202020204" pitchFamily="34" charset="0"/>
                        </a:defRPr>
                      </a:lvl1pPr>
                      <a:lvl2pPr marL="952500" indent="-495300">
                        <a:spcBef>
                          <a:spcPct val="20000"/>
                        </a:spcBef>
                        <a:buClr>
                          <a:schemeClr val="accent1"/>
                        </a:buClr>
                        <a:buFont typeface="Wingdings" panose="05000000000000000000" pitchFamily="2" charset="2"/>
                        <a:defRPr sz="2300">
                          <a:solidFill>
                            <a:schemeClr val="tx1"/>
                          </a:solidFill>
                          <a:latin typeface="Arial" panose="020B0604020202020204" pitchFamily="34" charset="0"/>
                        </a:defRPr>
                      </a:lvl2pPr>
                      <a:lvl3pPr marL="1327150" indent="-412750">
                        <a:spcBef>
                          <a:spcPct val="20000"/>
                        </a:spcBef>
                        <a:buClr>
                          <a:schemeClr val="accent1"/>
                        </a:buClr>
                        <a:buFont typeface="Wingdings" panose="05000000000000000000" pitchFamily="2" charset="2"/>
                        <a:defRPr sz="2100">
                          <a:solidFill>
                            <a:schemeClr val="tx1"/>
                          </a:solidFill>
                          <a:latin typeface="Arial" panose="020B0604020202020204" pitchFamily="34" charset="0"/>
                        </a:defRPr>
                      </a:lvl3pPr>
                      <a:lvl4pPr marL="1743075" indent="-371475">
                        <a:spcBef>
                          <a:spcPct val="20000"/>
                        </a:spcBef>
                        <a:buClr>
                          <a:schemeClr val="accent1"/>
                        </a:buClr>
                        <a:defRPr>
                          <a:solidFill>
                            <a:schemeClr val="tx1"/>
                          </a:solidFill>
                          <a:latin typeface="Arial" panose="020B0604020202020204" pitchFamily="34" charset="0"/>
                        </a:defRPr>
                      </a:lvl4pPr>
                      <a:lvl5pPr marL="2200275" indent="-371475">
                        <a:spcBef>
                          <a:spcPct val="20000"/>
                        </a:spcBef>
                        <a:buClr>
                          <a:schemeClr val="accent1"/>
                        </a:buClr>
                        <a:buFont typeface="Wingdings" panose="05000000000000000000" pitchFamily="2" charset="2"/>
                        <a:defRPr>
                          <a:solidFill>
                            <a:schemeClr val="tx1"/>
                          </a:solidFill>
                          <a:latin typeface="Arial" panose="020B0604020202020204" pitchFamily="34" charset="0"/>
                        </a:defRPr>
                      </a:lvl5pPr>
                      <a:lvl6pPr marL="2657475" indent="-371475"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6pPr>
                      <a:lvl7pPr marL="3114675" indent="-371475"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7pPr>
                      <a:lvl8pPr marL="3571875" indent="-371475"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8pPr>
                      <a:lvl9pPr marL="4029075" indent="-371475"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9pPr>
                    </a:lstStyle>
                    <a:p>
                      <a:pPr marL="577850" marR="0" lvl="0" indent="-577850" algn="l" defTabSz="914400" rtl="0" eaLnBrk="1" fontAlgn="base" latinLnBrk="0" hangingPunct="1">
                        <a:lnSpc>
                          <a:spcPct val="100000"/>
                        </a:lnSpc>
                        <a:spcBef>
                          <a:spcPct val="20000"/>
                        </a:spcBef>
                        <a:spcAft>
                          <a:spcPct val="0"/>
                        </a:spcAft>
                        <a:buClr>
                          <a:schemeClr val="accent1"/>
                        </a:buClr>
                        <a:buSzTx/>
                        <a:buFontTx/>
                        <a:buAutoNum type="romanLcPeriod"/>
                        <a:tabLst/>
                      </a:pPr>
                      <a:r>
                        <a:rPr kumimoji="0" lang="en-US" altLang="vi-VN"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Process monitoring and alarm.</a:t>
                      </a:r>
                    </a:p>
                    <a:p>
                      <a:pPr marL="577850" marR="0" lvl="0" indent="-577850" algn="l" defTabSz="914400" rtl="0" eaLnBrk="1" fontAlgn="base" latinLnBrk="0" hangingPunct="1">
                        <a:lnSpc>
                          <a:spcPct val="100000"/>
                        </a:lnSpc>
                        <a:spcBef>
                          <a:spcPct val="20000"/>
                        </a:spcBef>
                        <a:spcAft>
                          <a:spcPct val="0"/>
                        </a:spcAft>
                        <a:buClr>
                          <a:schemeClr val="accent1"/>
                        </a:buClr>
                        <a:buSzTx/>
                        <a:buFontTx/>
                        <a:buAutoNum type="romanLcPeriod"/>
                        <a:tabLst/>
                      </a:pPr>
                      <a:r>
                        <a:rPr kumimoji="0" lang="en-US" altLang="vi-VN" sz="2000" b="0" i="0" u="none" strike="noStrike" cap="none" normalizeH="0" baseline="0" dirty="0">
                          <a:ln>
                            <a:noFill/>
                          </a:ln>
                          <a:solidFill>
                            <a:srgbClr val="0000FF"/>
                          </a:solidFill>
                          <a:effectLst/>
                          <a:latin typeface="Times New Roman" panose="02020603050405020304" pitchFamily="18" charset="0"/>
                          <a:cs typeface="Times New Roman" panose="02020603050405020304" pitchFamily="18" charset="0"/>
                        </a:rPr>
                        <a:t>Fault Diagnostic and monitoring</a:t>
                      </a:r>
                    </a:p>
                    <a:p>
                      <a:pPr marL="577850" marR="0" lvl="0" indent="-577850" algn="l" defTabSz="914400" rtl="0" eaLnBrk="1" fontAlgn="base" latinLnBrk="0" hangingPunct="1">
                        <a:lnSpc>
                          <a:spcPct val="100000"/>
                        </a:lnSpc>
                        <a:spcBef>
                          <a:spcPct val="20000"/>
                        </a:spcBef>
                        <a:spcAft>
                          <a:spcPct val="0"/>
                        </a:spcAft>
                        <a:buClr>
                          <a:schemeClr val="accent1"/>
                        </a:buClr>
                        <a:buSzTx/>
                        <a:buFontTx/>
                        <a:buAutoNum type="romanLcPeriod"/>
                        <a:tabLst/>
                      </a:pPr>
                      <a:r>
                        <a:rPr kumimoji="0" lang="en-US" altLang="vi-VN"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Interfacing with Computer (RS-232C/RS 422)</a:t>
                      </a:r>
                    </a:p>
                    <a:p>
                      <a:pPr marL="577850" marR="0" lvl="0" indent="-577850" algn="l" defTabSz="914400" rtl="0" eaLnBrk="1" fontAlgn="base" latinLnBrk="0" hangingPunct="1">
                        <a:lnSpc>
                          <a:spcPct val="100000"/>
                        </a:lnSpc>
                        <a:spcBef>
                          <a:spcPct val="20000"/>
                        </a:spcBef>
                        <a:spcAft>
                          <a:spcPct val="0"/>
                        </a:spcAft>
                        <a:buClr>
                          <a:schemeClr val="accent1"/>
                        </a:buClr>
                        <a:buSzTx/>
                        <a:buFontTx/>
                        <a:buAutoNum type="romanLcPeriod"/>
                        <a:tabLst/>
                      </a:pPr>
                      <a:r>
                        <a:rPr kumimoji="0" lang="en-US" altLang="vi-VN" sz="2000" b="0" i="0" u="none" strike="noStrike" cap="none" normalizeH="0" baseline="0" dirty="0">
                          <a:ln>
                            <a:noFill/>
                          </a:ln>
                          <a:solidFill>
                            <a:srgbClr val="0000FF"/>
                          </a:solidFill>
                          <a:effectLst/>
                          <a:latin typeface="Times New Roman" panose="02020603050405020304" pitchFamily="18" charset="0"/>
                          <a:cs typeface="Times New Roman" panose="02020603050405020304" pitchFamily="18" charset="0"/>
                        </a:rPr>
                        <a:t>Printer/ ASCII Interfacing</a:t>
                      </a:r>
                    </a:p>
                    <a:p>
                      <a:pPr marL="577850" marR="0" lvl="0" indent="-577850" algn="l" defTabSz="914400" rtl="0" eaLnBrk="1" fontAlgn="base" latinLnBrk="0" hangingPunct="1">
                        <a:lnSpc>
                          <a:spcPct val="100000"/>
                        </a:lnSpc>
                        <a:spcBef>
                          <a:spcPct val="20000"/>
                        </a:spcBef>
                        <a:spcAft>
                          <a:spcPct val="0"/>
                        </a:spcAft>
                        <a:buClr>
                          <a:schemeClr val="accent1"/>
                        </a:buClr>
                        <a:buSzTx/>
                        <a:buFontTx/>
                        <a:buAutoNum type="romanLcPeriod"/>
                        <a:tabLst/>
                      </a:pPr>
                      <a:r>
                        <a:rPr kumimoji="0" lang="en-US" altLang="vi-VN"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Factory Automation Networking</a:t>
                      </a:r>
                    </a:p>
                    <a:p>
                      <a:pPr marL="577850" marR="0" lvl="0" indent="-577850" algn="l" defTabSz="914400" rtl="0" eaLnBrk="1" fontAlgn="base" latinLnBrk="0" hangingPunct="1">
                        <a:lnSpc>
                          <a:spcPct val="100000"/>
                        </a:lnSpc>
                        <a:spcBef>
                          <a:spcPct val="20000"/>
                        </a:spcBef>
                        <a:spcAft>
                          <a:spcPct val="0"/>
                        </a:spcAft>
                        <a:buClr>
                          <a:schemeClr val="accent1"/>
                        </a:buClr>
                        <a:buSzTx/>
                        <a:buFontTx/>
                        <a:buAutoNum type="romanLcPeriod"/>
                        <a:tabLst/>
                      </a:pPr>
                      <a:r>
                        <a:rPr kumimoji="0" lang="en-US" altLang="vi-VN" sz="2000" b="0" i="0" u="none" strike="noStrike" cap="none" normalizeH="0" baseline="0" dirty="0">
                          <a:ln>
                            <a:noFill/>
                          </a:ln>
                          <a:solidFill>
                            <a:srgbClr val="0000FF"/>
                          </a:solidFill>
                          <a:effectLst/>
                          <a:latin typeface="Times New Roman" panose="02020603050405020304" pitchFamily="18" charset="0"/>
                          <a:cs typeface="Times New Roman" panose="02020603050405020304" pitchFamily="18" charset="0"/>
                        </a:rPr>
                        <a:t>Local Area Network (LAN)</a:t>
                      </a:r>
                    </a:p>
                    <a:p>
                      <a:pPr marL="577850" marR="0" lvl="0" indent="-577850" algn="l" defTabSz="914400" rtl="0" eaLnBrk="1" fontAlgn="base" latinLnBrk="0" hangingPunct="1">
                        <a:lnSpc>
                          <a:spcPct val="100000"/>
                        </a:lnSpc>
                        <a:spcBef>
                          <a:spcPct val="20000"/>
                        </a:spcBef>
                        <a:spcAft>
                          <a:spcPct val="0"/>
                        </a:spcAft>
                        <a:buClr>
                          <a:schemeClr val="accent1"/>
                        </a:buClr>
                        <a:buSzTx/>
                        <a:buFontTx/>
                        <a:buAutoNum type="romanLcPeriod"/>
                        <a:tabLst/>
                      </a:pPr>
                      <a:r>
                        <a:rPr kumimoji="0" lang="en-US" altLang="vi-VN"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Wide Area Network (WAN)</a:t>
                      </a:r>
                    </a:p>
                    <a:p>
                      <a:pPr marL="577850" marR="0" lvl="0" indent="-577850" algn="l" defTabSz="914400" rtl="0" eaLnBrk="1" fontAlgn="base" latinLnBrk="0" hangingPunct="1">
                        <a:lnSpc>
                          <a:spcPct val="100000"/>
                        </a:lnSpc>
                        <a:spcBef>
                          <a:spcPct val="20000"/>
                        </a:spcBef>
                        <a:spcAft>
                          <a:spcPct val="0"/>
                        </a:spcAft>
                        <a:buClr>
                          <a:schemeClr val="accent1"/>
                        </a:buClr>
                        <a:buSzTx/>
                        <a:buFontTx/>
                        <a:buAutoNum type="romanLcPeriod"/>
                        <a:tabLst/>
                      </a:pPr>
                      <a:r>
                        <a:rPr kumimoji="0" lang="en-US" altLang="vi-VN" sz="2000" b="0" i="0" u="none" strike="noStrike" cap="none" normalizeH="0" baseline="0" dirty="0">
                          <a:ln>
                            <a:noFill/>
                          </a:ln>
                          <a:solidFill>
                            <a:srgbClr val="0000FF"/>
                          </a:solidFill>
                          <a:effectLst/>
                          <a:latin typeface="Times New Roman" panose="02020603050405020304" pitchFamily="18" charset="0"/>
                          <a:cs typeface="Times New Roman" panose="02020603050405020304" pitchFamily="18" charset="0"/>
                        </a:rPr>
                        <a:t>Factory Automation (F.A), Flexible Manufacturing System (F.M.S) &amp; Computer Integrated Manufacturing (C.I.M).</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306734580"/>
                  </a:ext>
                </a:extLst>
              </a:tr>
            </a:tbl>
          </a:graphicData>
        </a:graphic>
      </p:graphicFrame>
      <p:pic>
        <p:nvPicPr>
          <p:cNvPr id="4" name="Picture 3">
            <a:extLst>
              <a:ext uri="{FF2B5EF4-FFF2-40B4-BE49-F238E27FC236}">
                <a16:creationId xmlns:a16="http://schemas.microsoft.com/office/drawing/2014/main" id="{AA10D01D-A8F7-468B-B9FA-9392EC8D7A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001" y="50721"/>
            <a:ext cx="2851037" cy="869371"/>
          </a:xfrm>
          <a:prstGeom prst="rect">
            <a:avLst/>
          </a:prstGeom>
        </p:spPr>
      </p:pic>
      <p:sp>
        <p:nvSpPr>
          <p:cNvPr id="5" name="Rectangle: Rounded Corners 4">
            <a:extLst>
              <a:ext uri="{FF2B5EF4-FFF2-40B4-BE49-F238E27FC236}">
                <a16:creationId xmlns:a16="http://schemas.microsoft.com/office/drawing/2014/main" id="{F7A704A0-A324-4BCB-A70A-6A85FF5B152C}"/>
              </a:ext>
            </a:extLst>
          </p:cNvPr>
          <p:cNvSpPr/>
          <p:nvPr/>
        </p:nvSpPr>
        <p:spPr>
          <a:xfrm>
            <a:off x="55002" y="6435176"/>
            <a:ext cx="12079705" cy="323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dirty="0">
                <a:solidFill>
                  <a:schemeClr val="bg1"/>
                </a:solidFill>
                <a:latin typeface="Times New Roman" panose="02020603050405020304" pitchFamily="18" charset="0"/>
                <a:cs typeface="Times New Roman" panose="02020603050405020304" pitchFamily="18" charset="0"/>
              </a:rPr>
              <a:t> PLC Programming                      1. AN INTRODUCTION TO PROGRAMABLE LOGIC CONTROLLERS</a:t>
            </a:r>
            <a:endParaRPr lang="vi-VN" sz="1800" dirty="0">
              <a:solidFill>
                <a:schemeClr val="bg1"/>
              </a:solidFill>
              <a:latin typeface="Times New Roman" panose="02020603050405020304" pitchFamily="18" charset="0"/>
              <a:cs typeface="Times New Roman" panose="02020603050405020304" pitchFamily="18" charset="0"/>
            </a:endParaRPr>
          </a:p>
        </p:txBody>
      </p:sp>
      <p:sp>
        <p:nvSpPr>
          <p:cNvPr id="6" name="Slide Number Placeholder 6">
            <a:extLst>
              <a:ext uri="{FF2B5EF4-FFF2-40B4-BE49-F238E27FC236}">
                <a16:creationId xmlns:a16="http://schemas.microsoft.com/office/drawing/2014/main" id="{E1EB93FD-91B7-4E73-A744-AA4EA958EBF9}"/>
              </a:ext>
            </a:extLst>
          </p:cNvPr>
          <p:cNvSpPr>
            <a:spLocks noGrp="1"/>
          </p:cNvSpPr>
          <p:nvPr>
            <p:ph type="sldNum" sz="quarter" idx="12"/>
          </p:nvPr>
        </p:nvSpPr>
        <p:spPr>
          <a:xfrm>
            <a:off x="9049011" y="6435176"/>
            <a:ext cx="2743200" cy="365125"/>
          </a:xfrm>
        </p:spPr>
        <p:txBody>
          <a:bodyPr/>
          <a:lstStyle/>
          <a:p>
            <a:fld id="{7922E462-5D99-474A-8333-BF14A8734AA9}" type="slidenum">
              <a:rPr lang="vi-VN" sz="1400" smtClean="0">
                <a:solidFill>
                  <a:schemeClr val="bg1"/>
                </a:solidFill>
                <a:latin typeface="Times New Roman" panose="02020603050405020304" pitchFamily="18" charset="0"/>
                <a:cs typeface="Times New Roman" panose="02020603050405020304" pitchFamily="18" charset="0"/>
              </a:rPr>
              <a:t>18</a:t>
            </a:fld>
            <a:endParaRPr lang="vi-VN" sz="140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5" name="Rectangle 3">
            <a:extLst>
              <a:ext uri="{FF2B5EF4-FFF2-40B4-BE49-F238E27FC236}">
                <a16:creationId xmlns:a16="http://schemas.microsoft.com/office/drawing/2014/main" id="{0A955E95-3B2F-4C68-B0CB-A7868D10E6CC}"/>
              </a:ext>
            </a:extLst>
          </p:cNvPr>
          <p:cNvSpPr>
            <a:spLocks noGrp="1" noChangeArrowheads="1"/>
          </p:cNvSpPr>
          <p:nvPr>
            <p:ph type="body" idx="1"/>
          </p:nvPr>
        </p:nvSpPr>
        <p:spPr>
          <a:xfrm>
            <a:off x="1903854" y="1143654"/>
            <a:ext cx="8382000" cy="4530725"/>
          </a:xfrm>
        </p:spPr>
        <p:txBody>
          <a:bodyPr>
            <a:noAutofit/>
          </a:bodyPr>
          <a:lstStyle/>
          <a:p>
            <a:r>
              <a:rPr lang="en-US" altLang="vi-VN" sz="2400" b="1" dirty="0">
                <a:solidFill>
                  <a:srgbClr val="0000FF"/>
                </a:solidFill>
                <a:latin typeface="Times New Roman" panose="02020603050405020304" pitchFamily="18" charset="0"/>
                <a:cs typeface="Times New Roman" panose="02020603050405020304" pitchFamily="18" charset="0"/>
              </a:rPr>
              <a:t>Small :</a:t>
            </a:r>
          </a:p>
          <a:p>
            <a:pPr>
              <a:buFont typeface="Wingdings" panose="05000000000000000000" pitchFamily="2" charset="2"/>
              <a:buNone/>
            </a:pPr>
            <a:r>
              <a:rPr lang="en-US" altLang="vi-VN" sz="2400" dirty="0">
                <a:latin typeface="Times New Roman" panose="02020603050405020304" pitchFamily="18" charset="0"/>
                <a:cs typeface="Times New Roman" panose="02020603050405020304" pitchFamily="18" charset="0"/>
              </a:rPr>
              <a:t>	- it covers units with up to 128 I/O’s and memories up to 2 Kbytes.</a:t>
            </a:r>
          </a:p>
          <a:p>
            <a:pPr>
              <a:buFont typeface="Wingdings" panose="05000000000000000000" pitchFamily="2" charset="2"/>
              <a:buNone/>
            </a:pPr>
            <a:r>
              <a:rPr lang="en-US" altLang="vi-VN" sz="2400" dirty="0">
                <a:latin typeface="Times New Roman" panose="02020603050405020304" pitchFamily="18" charset="0"/>
                <a:cs typeface="Times New Roman" panose="02020603050405020304" pitchFamily="18" charset="0"/>
              </a:rPr>
              <a:t>	- Capable of providing simple to advance levels or machine controls.</a:t>
            </a:r>
          </a:p>
          <a:p>
            <a:r>
              <a:rPr lang="en-US" altLang="vi-VN" sz="2400" b="1" dirty="0">
                <a:solidFill>
                  <a:srgbClr val="0000FF"/>
                </a:solidFill>
                <a:latin typeface="Times New Roman" panose="02020603050405020304" pitchFamily="18" charset="0"/>
                <a:cs typeface="Times New Roman" panose="02020603050405020304" pitchFamily="18" charset="0"/>
              </a:rPr>
              <a:t>Medium :</a:t>
            </a:r>
            <a:r>
              <a:rPr lang="en-US" altLang="vi-VN" sz="2400" dirty="0">
                <a:latin typeface="Times New Roman" panose="02020603050405020304" pitchFamily="18" charset="0"/>
                <a:cs typeface="Times New Roman" panose="02020603050405020304" pitchFamily="18" charset="0"/>
              </a:rPr>
              <a:t> </a:t>
            </a:r>
          </a:p>
          <a:p>
            <a:pPr>
              <a:buFont typeface="Wingdings" panose="05000000000000000000" pitchFamily="2" charset="2"/>
              <a:buNone/>
            </a:pPr>
            <a:r>
              <a:rPr lang="en-US" altLang="vi-VN" sz="2400" dirty="0">
                <a:latin typeface="Times New Roman" panose="02020603050405020304" pitchFamily="18" charset="0"/>
                <a:cs typeface="Times New Roman" panose="02020603050405020304" pitchFamily="18" charset="0"/>
              </a:rPr>
              <a:t>	- Have up to 2048 I/O’s and memories up to 32 Kbytes.</a:t>
            </a:r>
          </a:p>
          <a:p>
            <a:r>
              <a:rPr lang="en-US" altLang="vi-VN" sz="2400" b="1" dirty="0">
                <a:solidFill>
                  <a:srgbClr val="0000FF"/>
                </a:solidFill>
                <a:latin typeface="Times New Roman" panose="02020603050405020304" pitchFamily="18" charset="0"/>
                <a:cs typeface="Times New Roman" panose="02020603050405020304" pitchFamily="18" charset="0"/>
              </a:rPr>
              <a:t>Large : </a:t>
            </a:r>
          </a:p>
          <a:p>
            <a:pPr>
              <a:buFont typeface="Wingdings" panose="05000000000000000000" pitchFamily="2" charset="2"/>
              <a:buNone/>
            </a:pPr>
            <a:r>
              <a:rPr lang="en-US" altLang="vi-VN" sz="2400" dirty="0">
                <a:latin typeface="Times New Roman" panose="02020603050405020304" pitchFamily="18" charset="0"/>
                <a:cs typeface="Times New Roman" panose="02020603050405020304" pitchFamily="18" charset="0"/>
              </a:rPr>
              <a:t>	- The most sophisticated units of the PLC family. They have up to  </a:t>
            </a:r>
          </a:p>
          <a:p>
            <a:pPr>
              <a:buFont typeface="Wingdings" panose="05000000000000000000" pitchFamily="2" charset="2"/>
              <a:buNone/>
            </a:pPr>
            <a:r>
              <a:rPr lang="en-US" altLang="vi-VN" sz="2400" dirty="0">
                <a:latin typeface="Times New Roman" panose="02020603050405020304" pitchFamily="18" charset="0"/>
                <a:cs typeface="Times New Roman" panose="02020603050405020304" pitchFamily="18" charset="0"/>
              </a:rPr>
              <a:t>       8192 I/O and memories up to 750 Kbytes.</a:t>
            </a:r>
          </a:p>
          <a:p>
            <a:pPr>
              <a:buFont typeface="Wingdings" panose="05000000000000000000" pitchFamily="2" charset="2"/>
              <a:buNone/>
            </a:pPr>
            <a:r>
              <a:rPr lang="en-US" altLang="vi-VN" sz="2400" dirty="0">
                <a:latin typeface="Times New Roman" panose="02020603050405020304" pitchFamily="18" charset="0"/>
                <a:cs typeface="Times New Roman" panose="02020603050405020304" pitchFamily="18" charset="0"/>
              </a:rPr>
              <a:t>	- Can control individual production processes or entire plant.</a:t>
            </a:r>
          </a:p>
        </p:txBody>
      </p:sp>
      <p:sp>
        <p:nvSpPr>
          <p:cNvPr id="74756" name="Rectangle 4">
            <a:extLst>
              <a:ext uri="{FF2B5EF4-FFF2-40B4-BE49-F238E27FC236}">
                <a16:creationId xmlns:a16="http://schemas.microsoft.com/office/drawing/2014/main" id="{6DC228B4-E577-43F8-A3F9-E723EA5A0DD9}"/>
              </a:ext>
            </a:extLst>
          </p:cNvPr>
          <p:cNvSpPr>
            <a:spLocks noChangeArrowheads="1"/>
          </p:cNvSpPr>
          <p:nvPr/>
        </p:nvSpPr>
        <p:spPr bwMode="auto">
          <a:xfrm>
            <a:off x="3741248" y="256674"/>
            <a:ext cx="1951175" cy="584775"/>
          </a:xfrm>
          <a:prstGeom prst="rect">
            <a:avLst/>
          </a:prstGeom>
          <a:solidFill>
            <a:schemeClr val="accent1">
              <a:lumMod val="40000"/>
              <a:lumOff val="60000"/>
            </a:schemeClr>
          </a:solidFill>
          <a:ln>
            <a:noFill/>
          </a:ln>
          <a:effectLst/>
        </p:spPr>
        <p:txBody>
          <a:bodyPr wrap="none">
            <a:spAutoFit/>
          </a:bodyPr>
          <a:lstStyle/>
          <a:p>
            <a:pPr eaLnBrk="1" hangingPunct="1"/>
            <a:r>
              <a:rPr lang="en-US" altLang="vi-VN" sz="3200" b="1" dirty="0">
                <a:solidFill>
                  <a:schemeClr val="tx2"/>
                </a:solidFill>
                <a:latin typeface="Times New Roman" panose="02020603050405020304" pitchFamily="18" charset="0"/>
                <a:cs typeface="Times New Roman" panose="02020603050405020304" pitchFamily="18" charset="0"/>
              </a:rPr>
              <a:t>PLC Size:</a:t>
            </a:r>
          </a:p>
        </p:txBody>
      </p:sp>
      <p:pic>
        <p:nvPicPr>
          <p:cNvPr id="4" name="Picture 3">
            <a:extLst>
              <a:ext uri="{FF2B5EF4-FFF2-40B4-BE49-F238E27FC236}">
                <a16:creationId xmlns:a16="http://schemas.microsoft.com/office/drawing/2014/main" id="{9A6FF592-FC43-4610-A7F9-7E9B19EDAF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001" y="50721"/>
            <a:ext cx="2851037" cy="869371"/>
          </a:xfrm>
          <a:prstGeom prst="rect">
            <a:avLst/>
          </a:prstGeom>
        </p:spPr>
      </p:pic>
      <p:sp>
        <p:nvSpPr>
          <p:cNvPr id="5" name="Rectangle: Rounded Corners 4">
            <a:extLst>
              <a:ext uri="{FF2B5EF4-FFF2-40B4-BE49-F238E27FC236}">
                <a16:creationId xmlns:a16="http://schemas.microsoft.com/office/drawing/2014/main" id="{E53453A3-29D0-403C-985D-24059EBFDE94}"/>
              </a:ext>
            </a:extLst>
          </p:cNvPr>
          <p:cNvSpPr/>
          <p:nvPr/>
        </p:nvSpPr>
        <p:spPr>
          <a:xfrm>
            <a:off x="55002" y="6435176"/>
            <a:ext cx="12079705" cy="323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dirty="0">
                <a:solidFill>
                  <a:schemeClr val="bg1"/>
                </a:solidFill>
                <a:latin typeface="Times New Roman" panose="02020603050405020304" pitchFamily="18" charset="0"/>
                <a:cs typeface="Times New Roman" panose="02020603050405020304" pitchFamily="18" charset="0"/>
              </a:rPr>
              <a:t> PLC Programming                      1. AN INTRODUCTION TO PROGRAMABLE LOGIC CONTROLLERS</a:t>
            </a:r>
            <a:endParaRPr lang="vi-VN" sz="1800" dirty="0">
              <a:solidFill>
                <a:schemeClr val="bg1"/>
              </a:solidFill>
              <a:latin typeface="Times New Roman" panose="02020603050405020304" pitchFamily="18" charset="0"/>
              <a:cs typeface="Times New Roman" panose="02020603050405020304" pitchFamily="18" charset="0"/>
            </a:endParaRPr>
          </a:p>
        </p:txBody>
      </p:sp>
      <p:sp>
        <p:nvSpPr>
          <p:cNvPr id="6" name="Slide Number Placeholder 6">
            <a:extLst>
              <a:ext uri="{FF2B5EF4-FFF2-40B4-BE49-F238E27FC236}">
                <a16:creationId xmlns:a16="http://schemas.microsoft.com/office/drawing/2014/main" id="{8C894384-CD3A-4266-AD42-85D5B2D5579D}"/>
              </a:ext>
            </a:extLst>
          </p:cNvPr>
          <p:cNvSpPr>
            <a:spLocks noGrp="1"/>
          </p:cNvSpPr>
          <p:nvPr>
            <p:ph type="sldNum" sz="quarter" idx="12"/>
          </p:nvPr>
        </p:nvSpPr>
        <p:spPr>
          <a:xfrm>
            <a:off x="9049011" y="6435176"/>
            <a:ext cx="2743200" cy="365125"/>
          </a:xfrm>
        </p:spPr>
        <p:txBody>
          <a:bodyPr/>
          <a:lstStyle/>
          <a:p>
            <a:fld id="{7922E462-5D99-474A-8333-BF14A8734AA9}" type="slidenum">
              <a:rPr lang="vi-VN" sz="1400" smtClean="0">
                <a:solidFill>
                  <a:schemeClr val="bg1"/>
                </a:solidFill>
                <a:latin typeface="Times New Roman" panose="02020603050405020304" pitchFamily="18" charset="0"/>
                <a:cs typeface="Times New Roman" panose="02020603050405020304" pitchFamily="18" charset="0"/>
              </a:rPr>
              <a:t>19</a:t>
            </a:fld>
            <a:endParaRPr lang="vi-VN" sz="140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3">
            <a:extLst>
              <a:ext uri="{FF2B5EF4-FFF2-40B4-BE49-F238E27FC236}">
                <a16:creationId xmlns:a16="http://schemas.microsoft.com/office/drawing/2014/main" id="{7344F3BD-FA0E-4299-A5D4-B798995A385E}"/>
              </a:ext>
            </a:extLst>
          </p:cNvPr>
          <p:cNvSpPr>
            <a:spLocks noGrp="1" noChangeArrowheads="1"/>
          </p:cNvSpPr>
          <p:nvPr>
            <p:ph type="body" idx="1"/>
          </p:nvPr>
        </p:nvSpPr>
        <p:spPr>
          <a:xfrm>
            <a:off x="587680" y="2406972"/>
            <a:ext cx="10515600" cy="4351338"/>
          </a:xfrm>
        </p:spPr>
        <p:txBody>
          <a:bodyPr>
            <a:normAutofit/>
          </a:bodyPr>
          <a:lstStyle/>
          <a:p>
            <a:pPr marL="660400" indent="-660400">
              <a:buFontTx/>
              <a:buAutoNum type="romanLcPeriod"/>
            </a:pPr>
            <a:r>
              <a:rPr lang="en-US" altLang="vi-VN" dirty="0">
                <a:latin typeface="Times New Roman" panose="02020603050405020304" pitchFamily="18" charset="0"/>
                <a:cs typeface="Times New Roman" panose="02020603050405020304" pitchFamily="18" charset="0"/>
              </a:rPr>
              <a:t>Compact PLC</a:t>
            </a:r>
          </a:p>
          <a:p>
            <a:pPr marL="660400" indent="-660400">
              <a:buFontTx/>
              <a:buAutoNum type="romanLcPeriod"/>
            </a:pPr>
            <a:r>
              <a:rPr lang="en-US" altLang="vi-VN" dirty="0">
                <a:latin typeface="Times New Roman" panose="02020603050405020304" pitchFamily="18" charset="0"/>
                <a:cs typeface="Times New Roman" panose="02020603050405020304" pitchFamily="18" charset="0"/>
              </a:rPr>
              <a:t>Modular PLC</a:t>
            </a:r>
          </a:p>
          <a:p>
            <a:pPr marL="660400" indent="-660400">
              <a:buFontTx/>
              <a:buAutoNum type="romanLcPeriod"/>
            </a:pPr>
            <a:r>
              <a:rPr lang="en-US" altLang="vi-VN" dirty="0">
                <a:latin typeface="Times New Roman" panose="02020603050405020304" pitchFamily="18" charset="0"/>
                <a:cs typeface="Times New Roman" panose="02020603050405020304" pitchFamily="18" charset="0"/>
              </a:rPr>
              <a:t>PLC Plug-in Card</a:t>
            </a:r>
          </a:p>
          <a:p>
            <a:pPr marL="660400" indent="-660400">
              <a:buFontTx/>
              <a:buAutoNum type="romanLcPeriod"/>
            </a:pPr>
            <a:endParaRPr lang="en-US" altLang="vi-VN" dirty="0">
              <a:latin typeface="Times New Roman" panose="02020603050405020304" pitchFamily="18" charset="0"/>
              <a:cs typeface="Times New Roman" panose="02020603050405020304" pitchFamily="18" charset="0"/>
            </a:endParaRPr>
          </a:p>
          <a:p>
            <a:pPr marL="660400" indent="-660400">
              <a:buNone/>
            </a:pPr>
            <a:r>
              <a:rPr lang="en-US" altLang="vi-VN" dirty="0">
                <a:latin typeface="Times New Roman" panose="02020603050405020304" pitchFamily="18" charset="0"/>
                <a:cs typeface="Times New Roman" panose="02020603050405020304" pitchFamily="18" charset="0"/>
              </a:rPr>
              <a:t>Manufacturer:  OMRON, Allen Bradley, 				Mitsubishi, NAIS, Siemens, 			Toshiba, Festo etc.</a:t>
            </a:r>
          </a:p>
        </p:txBody>
      </p:sp>
      <p:sp>
        <p:nvSpPr>
          <p:cNvPr id="13316" name="Rectangle 4">
            <a:extLst>
              <a:ext uri="{FF2B5EF4-FFF2-40B4-BE49-F238E27FC236}">
                <a16:creationId xmlns:a16="http://schemas.microsoft.com/office/drawing/2014/main" id="{8104EC36-1A43-4884-8084-454E295320B6}"/>
              </a:ext>
            </a:extLst>
          </p:cNvPr>
          <p:cNvSpPr>
            <a:spLocks noChangeArrowheads="1"/>
          </p:cNvSpPr>
          <p:nvPr/>
        </p:nvSpPr>
        <p:spPr bwMode="auto">
          <a:xfrm>
            <a:off x="2231720" y="1117081"/>
            <a:ext cx="5479898" cy="523220"/>
          </a:xfrm>
          <a:prstGeom prst="rect">
            <a:avLst/>
          </a:prstGeom>
          <a:solidFill>
            <a:schemeClr val="accent1">
              <a:lumMod val="40000"/>
              <a:lumOff val="60000"/>
            </a:schemeClr>
          </a:solidFill>
          <a:ln>
            <a:noFill/>
          </a:ln>
          <a:effectLst/>
        </p:spPr>
        <p:txBody>
          <a:bodyPr wrap="none">
            <a:spAutoFit/>
          </a:bodyPr>
          <a:lstStyle/>
          <a:p>
            <a:pPr eaLnBrk="1" hangingPunct="1"/>
            <a:r>
              <a:rPr lang="en-US" altLang="vi-VN" sz="2800" b="1" dirty="0">
                <a:solidFill>
                  <a:schemeClr val="tx2"/>
                </a:solidFill>
                <a:latin typeface="Times New Roman" panose="02020603050405020304" pitchFamily="18" charset="0"/>
                <a:cs typeface="Times New Roman" panose="02020603050405020304" pitchFamily="18" charset="0"/>
              </a:rPr>
              <a:t>2.1.4   Types of PLC Construction:</a:t>
            </a:r>
          </a:p>
        </p:txBody>
      </p:sp>
      <p:pic>
        <p:nvPicPr>
          <p:cNvPr id="4" name="Picture 3">
            <a:extLst>
              <a:ext uri="{FF2B5EF4-FFF2-40B4-BE49-F238E27FC236}">
                <a16:creationId xmlns:a16="http://schemas.microsoft.com/office/drawing/2014/main" id="{1669522B-EF8F-4502-8EB5-A86DF86ADE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001" y="50721"/>
            <a:ext cx="2851037" cy="869371"/>
          </a:xfrm>
          <a:prstGeom prst="rect">
            <a:avLst/>
          </a:prstGeom>
        </p:spPr>
      </p:pic>
      <p:sp>
        <p:nvSpPr>
          <p:cNvPr id="5" name="Rectangle: Rounded Corners 4">
            <a:extLst>
              <a:ext uri="{FF2B5EF4-FFF2-40B4-BE49-F238E27FC236}">
                <a16:creationId xmlns:a16="http://schemas.microsoft.com/office/drawing/2014/main" id="{26718A29-549F-446F-A50B-B5D6B31C0C9B}"/>
              </a:ext>
            </a:extLst>
          </p:cNvPr>
          <p:cNvSpPr/>
          <p:nvPr/>
        </p:nvSpPr>
        <p:spPr>
          <a:xfrm>
            <a:off x="55002" y="6393185"/>
            <a:ext cx="12079705" cy="3651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solidFill>
                  <a:schemeClr val="bg1"/>
                </a:solidFill>
                <a:latin typeface="Times New Roman" panose="02020603050405020304" pitchFamily="18" charset="0"/>
                <a:cs typeface="Times New Roman" panose="02020603050405020304" pitchFamily="18" charset="0"/>
              </a:rPr>
              <a:t> PLC Programming                      1. AN INTRODUCTION TO PROGRAMABLE LOGIC CONTROLLERS</a:t>
            </a:r>
            <a:endParaRPr lang="vi-VN" sz="1600" dirty="0">
              <a:solidFill>
                <a:schemeClr val="bg1"/>
              </a:solidFill>
              <a:latin typeface="Times New Roman" panose="02020603050405020304" pitchFamily="18" charset="0"/>
              <a:cs typeface="Times New Roman" panose="02020603050405020304" pitchFamily="18" charset="0"/>
            </a:endParaRPr>
          </a:p>
        </p:txBody>
      </p:sp>
      <p:sp>
        <p:nvSpPr>
          <p:cNvPr id="6" name="Slide Number Placeholder 6">
            <a:extLst>
              <a:ext uri="{FF2B5EF4-FFF2-40B4-BE49-F238E27FC236}">
                <a16:creationId xmlns:a16="http://schemas.microsoft.com/office/drawing/2014/main" id="{097D5007-71BF-4DB5-B7CF-48E77BEB97E6}"/>
              </a:ext>
            </a:extLst>
          </p:cNvPr>
          <p:cNvSpPr>
            <a:spLocks noGrp="1"/>
          </p:cNvSpPr>
          <p:nvPr>
            <p:ph type="sldNum" sz="quarter" idx="12"/>
          </p:nvPr>
        </p:nvSpPr>
        <p:spPr>
          <a:xfrm>
            <a:off x="9049011" y="6435176"/>
            <a:ext cx="2743200" cy="365125"/>
          </a:xfrm>
        </p:spPr>
        <p:txBody>
          <a:bodyPr/>
          <a:lstStyle/>
          <a:p>
            <a:fld id="{7922E462-5D99-474A-8333-BF14A8734AA9}" type="slidenum">
              <a:rPr lang="vi-VN" sz="1600" smtClean="0">
                <a:solidFill>
                  <a:schemeClr val="bg1"/>
                </a:solidFill>
                <a:latin typeface="Times New Roman" panose="02020603050405020304" pitchFamily="18" charset="0"/>
                <a:cs typeface="Times New Roman" panose="02020603050405020304" pitchFamily="18" charset="0"/>
              </a:rPr>
              <a:t>20</a:t>
            </a:fld>
            <a:endParaRPr lang="vi-VN" sz="160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4" name="Picture 6">
            <a:extLst>
              <a:ext uri="{FF2B5EF4-FFF2-40B4-BE49-F238E27FC236}">
                <a16:creationId xmlns:a16="http://schemas.microsoft.com/office/drawing/2014/main" id="{680AF449-7CBC-4222-BEEC-352B0F429A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24600" y="3352800"/>
            <a:ext cx="4191000" cy="281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290" name="Rectangle 2">
            <a:extLst>
              <a:ext uri="{FF2B5EF4-FFF2-40B4-BE49-F238E27FC236}">
                <a16:creationId xmlns:a16="http://schemas.microsoft.com/office/drawing/2014/main" id="{565E3A96-AF5F-482D-A079-61FE0E18E8D2}"/>
              </a:ext>
            </a:extLst>
          </p:cNvPr>
          <p:cNvSpPr>
            <a:spLocks noGrp="1" noChangeArrowheads="1"/>
          </p:cNvSpPr>
          <p:nvPr>
            <p:ph type="title"/>
          </p:nvPr>
        </p:nvSpPr>
        <p:spPr>
          <a:xfrm>
            <a:off x="1981200" y="274638"/>
            <a:ext cx="8229600" cy="411162"/>
          </a:xfrm>
        </p:spPr>
        <p:txBody>
          <a:bodyPr>
            <a:normAutofit fontScale="90000"/>
          </a:bodyPr>
          <a:lstStyle/>
          <a:p>
            <a:r>
              <a:rPr lang="en-US" altLang="vi-VN" sz="2600" b="1">
                <a:latin typeface="Bookman Old Style" panose="02050604050505020204" pitchFamily="18" charset="0"/>
              </a:rPr>
              <a:t>2.1.4   Types of PLC Construction:</a:t>
            </a:r>
          </a:p>
        </p:txBody>
      </p:sp>
      <p:sp>
        <p:nvSpPr>
          <p:cNvPr id="12291" name="Rectangle 3">
            <a:extLst>
              <a:ext uri="{FF2B5EF4-FFF2-40B4-BE49-F238E27FC236}">
                <a16:creationId xmlns:a16="http://schemas.microsoft.com/office/drawing/2014/main" id="{508B339C-7770-496E-9887-E27938B47FAA}"/>
              </a:ext>
            </a:extLst>
          </p:cNvPr>
          <p:cNvSpPr>
            <a:spLocks noGrp="1" noChangeArrowheads="1"/>
          </p:cNvSpPr>
          <p:nvPr>
            <p:ph type="body" idx="1"/>
          </p:nvPr>
        </p:nvSpPr>
        <p:spPr>
          <a:xfrm>
            <a:off x="1981200" y="1066800"/>
            <a:ext cx="3276600" cy="533400"/>
          </a:xfrm>
        </p:spPr>
        <p:txBody>
          <a:bodyPr/>
          <a:lstStyle/>
          <a:p>
            <a:pPr>
              <a:lnSpc>
                <a:spcPct val="90000"/>
              </a:lnSpc>
              <a:buFont typeface="Wingdings" panose="05000000000000000000" pitchFamily="2" charset="2"/>
              <a:buNone/>
            </a:pPr>
            <a:r>
              <a:rPr lang="en-US" altLang="vi-VN"/>
              <a:t>i. Compact PLC:</a:t>
            </a:r>
          </a:p>
          <a:p>
            <a:pPr>
              <a:lnSpc>
                <a:spcPct val="90000"/>
              </a:lnSpc>
            </a:pPr>
            <a:endParaRPr lang="en-US" altLang="vi-VN"/>
          </a:p>
        </p:txBody>
      </p:sp>
      <p:sp>
        <p:nvSpPr>
          <p:cNvPr id="12293" name="Rectangle 5">
            <a:extLst>
              <a:ext uri="{FF2B5EF4-FFF2-40B4-BE49-F238E27FC236}">
                <a16:creationId xmlns:a16="http://schemas.microsoft.com/office/drawing/2014/main" id="{BDE57C6C-305B-4EAB-B1F5-3F6951F335FB}"/>
              </a:ext>
            </a:extLst>
          </p:cNvPr>
          <p:cNvSpPr>
            <a:spLocks noChangeArrowheads="1"/>
          </p:cNvSpPr>
          <p:nvPr/>
        </p:nvSpPr>
        <p:spPr bwMode="auto">
          <a:xfrm>
            <a:off x="6934201" y="5804178"/>
            <a:ext cx="298511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r>
              <a:rPr lang="en-US" altLang="vi-VN" b="1"/>
              <a:t>Compact PLC</a:t>
            </a:r>
            <a:r>
              <a:rPr lang="en-US" altLang="vi-VN"/>
              <a:t> – MELSEC FX3U </a:t>
            </a:r>
          </a:p>
        </p:txBody>
      </p:sp>
      <p:pic>
        <p:nvPicPr>
          <p:cNvPr id="12295" name="Picture 7">
            <a:extLst>
              <a:ext uri="{FF2B5EF4-FFF2-40B4-BE49-F238E27FC236}">
                <a16:creationId xmlns:a16="http://schemas.microsoft.com/office/drawing/2014/main" id="{46B1286E-B749-41AF-8C40-A973438790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2895600"/>
            <a:ext cx="4762500" cy="381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296" name="Picture 8">
            <a:extLst>
              <a:ext uri="{FF2B5EF4-FFF2-40B4-BE49-F238E27FC236}">
                <a16:creationId xmlns:a16="http://schemas.microsoft.com/office/drawing/2014/main" id="{226A9C9E-0954-40C3-B60D-1DEB79505A8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1" y="1447800"/>
            <a:ext cx="1628775" cy="190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292" name="Picture 4">
            <a:extLst>
              <a:ext uri="{FF2B5EF4-FFF2-40B4-BE49-F238E27FC236}">
                <a16:creationId xmlns:a16="http://schemas.microsoft.com/office/drawing/2014/main" id="{A8D437F2-AA43-453A-A432-6703AC17BC8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81601" y="762000"/>
            <a:ext cx="2981325" cy="266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297" name="Text Box 9">
            <a:extLst>
              <a:ext uri="{FF2B5EF4-FFF2-40B4-BE49-F238E27FC236}">
                <a16:creationId xmlns:a16="http://schemas.microsoft.com/office/drawing/2014/main" id="{438EFE21-EE48-4B1F-9E04-92FD52B58680}"/>
              </a:ext>
            </a:extLst>
          </p:cNvPr>
          <p:cNvSpPr txBox="1">
            <a:spLocks noChangeArrowheads="1"/>
          </p:cNvSpPr>
          <p:nvPr/>
        </p:nvSpPr>
        <p:spPr bwMode="auto">
          <a:xfrm>
            <a:off x="6019801" y="6324600"/>
            <a:ext cx="227908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vi-VN"/>
              <a:t>Figure 1: Compact PLC</a:t>
            </a:r>
          </a:p>
        </p:txBody>
      </p:sp>
      <p:pic>
        <p:nvPicPr>
          <p:cNvPr id="10" name="Picture 9">
            <a:extLst>
              <a:ext uri="{FF2B5EF4-FFF2-40B4-BE49-F238E27FC236}">
                <a16:creationId xmlns:a16="http://schemas.microsoft.com/office/drawing/2014/main" id="{A25BA53A-97A9-4E9D-89B5-762E6C97566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5001" y="50721"/>
            <a:ext cx="2851037" cy="869371"/>
          </a:xfrm>
          <a:prstGeom prst="rect">
            <a:avLst/>
          </a:prstGeom>
        </p:spPr>
      </p:pic>
      <p:sp>
        <p:nvSpPr>
          <p:cNvPr id="11" name="Rectangle: Rounded Corners 10">
            <a:extLst>
              <a:ext uri="{FF2B5EF4-FFF2-40B4-BE49-F238E27FC236}">
                <a16:creationId xmlns:a16="http://schemas.microsoft.com/office/drawing/2014/main" id="{A5798FEF-399F-48C3-A13E-E595393D128D}"/>
              </a:ext>
            </a:extLst>
          </p:cNvPr>
          <p:cNvSpPr/>
          <p:nvPr/>
        </p:nvSpPr>
        <p:spPr>
          <a:xfrm>
            <a:off x="55002" y="6435176"/>
            <a:ext cx="12079705" cy="323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dirty="0">
                <a:solidFill>
                  <a:schemeClr val="bg1"/>
                </a:solidFill>
                <a:latin typeface="Times New Roman" panose="02020603050405020304" pitchFamily="18" charset="0"/>
                <a:cs typeface="Times New Roman" panose="02020603050405020304" pitchFamily="18" charset="0"/>
              </a:rPr>
              <a:t> PLC Programming                      1. AN INTRODUCTION TO PROGRAMABLE LOGIC CONTROLLERS</a:t>
            </a:r>
            <a:endParaRPr lang="vi-VN" sz="1800" dirty="0">
              <a:solidFill>
                <a:schemeClr val="bg1"/>
              </a:solidFill>
              <a:latin typeface="Times New Roman" panose="02020603050405020304" pitchFamily="18" charset="0"/>
              <a:cs typeface="Times New Roman" panose="02020603050405020304" pitchFamily="18" charset="0"/>
            </a:endParaRPr>
          </a:p>
        </p:txBody>
      </p:sp>
      <p:sp>
        <p:nvSpPr>
          <p:cNvPr id="12" name="Slide Number Placeholder 6">
            <a:extLst>
              <a:ext uri="{FF2B5EF4-FFF2-40B4-BE49-F238E27FC236}">
                <a16:creationId xmlns:a16="http://schemas.microsoft.com/office/drawing/2014/main" id="{CF5F406D-8A48-480F-BA03-091AD7A815EF}"/>
              </a:ext>
            </a:extLst>
          </p:cNvPr>
          <p:cNvSpPr>
            <a:spLocks noGrp="1"/>
          </p:cNvSpPr>
          <p:nvPr>
            <p:ph type="sldNum" sz="quarter" idx="12"/>
          </p:nvPr>
        </p:nvSpPr>
        <p:spPr>
          <a:xfrm>
            <a:off x="9049011" y="6435176"/>
            <a:ext cx="2743200" cy="365125"/>
          </a:xfrm>
        </p:spPr>
        <p:txBody>
          <a:bodyPr/>
          <a:lstStyle/>
          <a:p>
            <a:fld id="{7922E462-5D99-474A-8333-BF14A8734AA9}" type="slidenum">
              <a:rPr lang="vi-VN" sz="1400" smtClean="0">
                <a:solidFill>
                  <a:schemeClr val="bg1"/>
                </a:solidFill>
                <a:latin typeface="Times New Roman" panose="02020603050405020304" pitchFamily="18" charset="0"/>
                <a:cs typeface="Times New Roman" panose="02020603050405020304" pitchFamily="18" charset="0"/>
              </a:rPr>
              <a:t>21</a:t>
            </a:fld>
            <a:endParaRPr lang="vi-VN" sz="140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Rectangle 4">
            <a:extLst>
              <a:ext uri="{FF2B5EF4-FFF2-40B4-BE49-F238E27FC236}">
                <a16:creationId xmlns:a16="http://schemas.microsoft.com/office/drawing/2014/main" id="{357BFFD8-E530-47DE-BC0F-0F4CCDE3DCB2}"/>
              </a:ext>
            </a:extLst>
          </p:cNvPr>
          <p:cNvSpPr>
            <a:spLocks noChangeArrowheads="1"/>
          </p:cNvSpPr>
          <p:nvPr/>
        </p:nvSpPr>
        <p:spPr bwMode="auto">
          <a:xfrm>
            <a:off x="3225800" y="335238"/>
            <a:ext cx="2235200" cy="396875"/>
          </a:xfrm>
          <a:prstGeom prst="rect">
            <a:avLst/>
          </a:prstGeom>
          <a:solidFill>
            <a:schemeClr val="accent1">
              <a:lumMod val="40000"/>
              <a:lumOff val="60000"/>
            </a:schemeClr>
          </a:solidFill>
          <a:ln>
            <a:noFill/>
          </a:ln>
          <a:effectLst/>
        </p:spPr>
        <p:txBody>
          <a:bodyPr wrap="none">
            <a:spAutoFit/>
          </a:bodyPr>
          <a:lstStyle>
            <a:lvl1pPr marL="371475" indent="-371475">
              <a:defRPr>
                <a:solidFill>
                  <a:schemeClr val="tx1"/>
                </a:solidFill>
                <a:latin typeface="Arial" panose="020B0604020202020204" pitchFamily="34" charset="0"/>
              </a:defRPr>
            </a:lvl1pPr>
            <a:lvl2pPr marL="828675" indent="-371475">
              <a:defRPr>
                <a:solidFill>
                  <a:schemeClr val="tx1"/>
                </a:solidFill>
                <a:latin typeface="Arial" panose="020B0604020202020204" pitchFamily="34" charset="0"/>
              </a:defRPr>
            </a:lvl2pPr>
            <a:lvl3pPr marL="1285875" indent="-371475">
              <a:defRPr>
                <a:solidFill>
                  <a:schemeClr val="tx1"/>
                </a:solidFill>
                <a:latin typeface="Arial" panose="020B0604020202020204" pitchFamily="34" charset="0"/>
              </a:defRPr>
            </a:lvl3pPr>
            <a:lvl4pPr marL="1743075" indent="-371475">
              <a:defRPr>
                <a:solidFill>
                  <a:schemeClr val="tx1"/>
                </a:solidFill>
                <a:latin typeface="Arial" panose="020B0604020202020204" pitchFamily="34" charset="0"/>
              </a:defRPr>
            </a:lvl4pPr>
            <a:lvl5pPr marL="2200275" indent="-371475">
              <a:defRPr>
                <a:solidFill>
                  <a:schemeClr val="tx1"/>
                </a:solidFill>
                <a:latin typeface="Arial" panose="020B0604020202020204" pitchFamily="34" charset="0"/>
              </a:defRPr>
            </a:lvl5pPr>
            <a:lvl6pPr marL="2657475" indent="-371475" fontAlgn="base">
              <a:spcBef>
                <a:spcPct val="0"/>
              </a:spcBef>
              <a:spcAft>
                <a:spcPct val="0"/>
              </a:spcAft>
              <a:defRPr>
                <a:solidFill>
                  <a:schemeClr val="tx1"/>
                </a:solidFill>
                <a:latin typeface="Arial" panose="020B0604020202020204" pitchFamily="34" charset="0"/>
              </a:defRPr>
            </a:lvl6pPr>
            <a:lvl7pPr marL="3114675" indent="-371475" fontAlgn="base">
              <a:spcBef>
                <a:spcPct val="0"/>
              </a:spcBef>
              <a:spcAft>
                <a:spcPct val="0"/>
              </a:spcAft>
              <a:defRPr>
                <a:solidFill>
                  <a:schemeClr val="tx1"/>
                </a:solidFill>
                <a:latin typeface="Arial" panose="020B0604020202020204" pitchFamily="34" charset="0"/>
              </a:defRPr>
            </a:lvl7pPr>
            <a:lvl8pPr marL="3571875" indent="-371475" fontAlgn="base">
              <a:spcBef>
                <a:spcPct val="0"/>
              </a:spcBef>
              <a:spcAft>
                <a:spcPct val="0"/>
              </a:spcAft>
              <a:defRPr>
                <a:solidFill>
                  <a:schemeClr val="tx1"/>
                </a:solidFill>
                <a:latin typeface="Arial" panose="020B0604020202020204" pitchFamily="34" charset="0"/>
              </a:defRPr>
            </a:lvl8pPr>
            <a:lvl9pPr marL="4029075" indent="-371475" fontAlgn="base">
              <a:spcBef>
                <a:spcPct val="0"/>
              </a:spcBef>
              <a:spcAft>
                <a:spcPct val="0"/>
              </a:spcAft>
              <a:defRPr>
                <a:solidFill>
                  <a:schemeClr val="tx1"/>
                </a:solidFill>
                <a:latin typeface="Arial" panose="020B0604020202020204" pitchFamily="34" charset="0"/>
              </a:defRPr>
            </a:lvl9pPr>
          </a:lstStyle>
          <a:p>
            <a:pPr eaLnBrk="1" hangingPunct="1">
              <a:spcBef>
                <a:spcPct val="20000"/>
              </a:spcBef>
              <a:buFontTx/>
              <a:buAutoNum type="romanLcPeriod"/>
            </a:pPr>
            <a:r>
              <a:rPr lang="en-US" altLang="vi-VN" sz="2000" b="1" dirty="0">
                <a:latin typeface="Bookman Old Style" panose="02050604050505020204" pitchFamily="18" charset="0"/>
              </a:rPr>
              <a:t>Modular PLC</a:t>
            </a:r>
          </a:p>
        </p:txBody>
      </p:sp>
      <p:pic>
        <p:nvPicPr>
          <p:cNvPr id="14341" name="Picture 5">
            <a:extLst>
              <a:ext uri="{FF2B5EF4-FFF2-40B4-BE49-F238E27FC236}">
                <a16:creationId xmlns:a16="http://schemas.microsoft.com/office/drawing/2014/main" id="{1DE48D42-277B-4DBD-A5FA-52EE767408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2514600"/>
            <a:ext cx="5638800" cy="403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342" name="Picture 6">
            <a:extLst>
              <a:ext uri="{FF2B5EF4-FFF2-40B4-BE49-F238E27FC236}">
                <a16:creationId xmlns:a16="http://schemas.microsoft.com/office/drawing/2014/main" id="{4897E08E-703A-46B8-BC98-86807B5893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10400" y="2895601"/>
            <a:ext cx="3505200" cy="3114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343" name="Picture 7">
            <a:extLst>
              <a:ext uri="{FF2B5EF4-FFF2-40B4-BE49-F238E27FC236}">
                <a16:creationId xmlns:a16="http://schemas.microsoft.com/office/drawing/2014/main" id="{16994037-46C4-44FC-8470-FC847C4B683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29401" y="609600"/>
            <a:ext cx="1685925" cy="2705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345" name="Picture 9">
            <a:extLst>
              <a:ext uri="{FF2B5EF4-FFF2-40B4-BE49-F238E27FC236}">
                <a16:creationId xmlns:a16="http://schemas.microsoft.com/office/drawing/2014/main" id="{C5338494-E9C0-4D5D-8F30-A447B1D255E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43400" y="1143000"/>
            <a:ext cx="1905000" cy="190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346" name="Text Box 10">
            <a:extLst>
              <a:ext uri="{FF2B5EF4-FFF2-40B4-BE49-F238E27FC236}">
                <a16:creationId xmlns:a16="http://schemas.microsoft.com/office/drawing/2014/main" id="{F76CCF6C-081B-4870-BAD0-0B8397DEB208}"/>
              </a:ext>
            </a:extLst>
          </p:cNvPr>
          <p:cNvSpPr txBox="1">
            <a:spLocks noChangeArrowheads="1"/>
          </p:cNvSpPr>
          <p:nvPr/>
        </p:nvSpPr>
        <p:spPr bwMode="auto">
          <a:xfrm>
            <a:off x="6019801" y="6324600"/>
            <a:ext cx="224862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vi-VN"/>
              <a:t>Figure 2: Modular PLC</a:t>
            </a:r>
          </a:p>
        </p:txBody>
      </p:sp>
      <p:pic>
        <p:nvPicPr>
          <p:cNvPr id="8" name="Picture 7">
            <a:extLst>
              <a:ext uri="{FF2B5EF4-FFF2-40B4-BE49-F238E27FC236}">
                <a16:creationId xmlns:a16="http://schemas.microsoft.com/office/drawing/2014/main" id="{B42261DD-66FD-448D-AABA-2F370833B51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5001" y="50721"/>
            <a:ext cx="2851037" cy="869371"/>
          </a:xfrm>
          <a:prstGeom prst="rect">
            <a:avLst/>
          </a:prstGeom>
        </p:spPr>
      </p:pic>
      <p:sp>
        <p:nvSpPr>
          <p:cNvPr id="9" name="Rectangle: Rounded Corners 8">
            <a:extLst>
              <a:ext uri="{FF2B5EF4-FFF2-40B4-BE49-F238E27FC236}">
                <a16:creationId xmlns:a16="http://schemas.microsoft.com/office/drawing/2014/main" id="{6C6F3F93-4543-4A07-9D1F-37F8A2468638}"/>
              </a:ext>
            </a:extLst>
          </p:cNvPr>
          <p:cNvSpPr/>
          <p:nvPr/>
        </p:nvSpPr>
        <p:spPr>
          <a:xfrm>
            <a:off x="55002" y="6435176"/>
            <a:ext cx="12079705" cy="323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dirty="0">
                <a:solidFill>
                  <a:schemeClr val="bg1"/>
                </a:solidFill>
                <a:latin typeface="Times New Roman" panose="02020603050405020304" pitchFamily="18" charset="0"/>
                <a:cs typeface="Times New Roman" panose="02020603050405020304" pitchFamily="18" charset="0"/>
              </a:rPr>
              <a:t> PLC Programming                      1. AN INTRODUCTION TO PROGRAMABLE LOGIC CONTROLLERS</a:t>
            </a:r>
            <a:endParaRPr lang="vi-VN" sz="1800" dirty="0">
              <a:solidFill>
                <a:schemeClr val="bg1"/>
              </a:solidFill>
              <a:latin typeface="Times New Roman" panose="02020603050405020304" pitchFamily="18" charset="0"/>
              <a:cs typeface="Times New Roman" panose="02020603050405020304" pitchFamily="18" charset="0"/>
            </a:endParaRPr>
          </a:p>
        </p:txBody>
      </p:sp>
      <p:sp>
        <p:nvSpPr>
          <p:cNvPr id="10" name="Slide Number Placeholder 6">
            <a:extLst>
              <a:ext uri="{FF2B5EF4-FFF2-40B4-BE49-F238E27FC236}">
                <a16:creationId xmlns:a16="http://schemas.microsoft.com/office/drawing/2014/main" id="{631EFC0A-0E34-4E96-A402-FF3C03D2A632}"/>
              </a:ext>
            </a:extLst>
          </p:cNvPr>
          <p:cNvSpPr>
            <a:spLocks noGrp="1"/>
          </p:cNvSpPr>
          <p:nvPr>
            <p:ph type="sldNum" sz="quarter" idx="12"/>
          </p:nvPr>
        </p:nvSpPr>
        <p:spPr>
          <a:xfrm>
            <a:off x="9049011" y="6435176"/>
            <a:ext cx="2743200" cy="365125"/>
          </a:xfrm>
        </p:spPr>
        <p:txBody>
          <a:bodyPr/>
          <a:lstStyle/>
          <a:p>
            <a:fld id="{7922E462-5D99-474A-8333-BF14A8734AA9}" type="slidenum">
              <a:rPr lang="vi-VN" sz="1400" smtClean="0">
                <a:solidFill>
                  <a:schemeClr val="bg1"/>
                </a:solidFill>
                <a:latin typeface="Times New Roman" panose="02020603050405020304" pitchFamily="18" charset="0"/>
                <a:cs typeface="Times New Roman" panose="02020603050405020304" pitchFamily="18" charset="0"/>
              </a:rPr>
              <a:t>22</a:t>
            </a:fld>
            <a:endParaRPr lang="vi-VN" sz="140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7" name="Picture 7">
            <a:extLst>
              <a:ext uri="{FF2B5EF4-FFF2-40B4-BE49-F238E27FC236}">
                <a16:creationId xmlns:a16="http://schemas.microsoft.com/office/drawing/2014/main" id="{3BAFB7F3-4CD0-4841-AD3F-726E5A2EE3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10201" y="1200150"/>
            <a:ext cx="4371975" cy="2152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365" name="Picture 5">
            <a:extLst>
              <a:ext uri="{FF2B5EF4-FFF2-40B4-BE49-F238E27FC236}">
                <a16:creationId xmlns:a16="http://schemas.microsoft.com/office/drawing/2014/main" id="{C21F5F7C-A4BF-4506-B7D8-22ADA99560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2600" y="609600"/>
            <a:ext cx="3505200" cy="220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366" name="Picture 6">
            <a:extLst>
              <a:ext uri="{FF2B5EF4-FFF2-40B4-BE49-F238E27FC236}">
                <a16:creationId xmlns:a16="http://schemas.microsoft.com/office/drawing/2014/main" id="{A085743B-720C-4315-8123-42DACA8B3DF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00400" y="2667000"/>
            <a:ext cx="6096000" cy="3619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364" name="Rectangle 4">
            <a:extLst>
              <a:ext uri="{FF2B5EF4-FFF2-40B4-BE49-F238E27FC236}">
                <a16:creationId xmlns:a16="http://schemas.microsoft.com/office/drawing/2014/main" id="{D7DEC64A-B141-485F-B87D-6F6A0D05EF73}"/>
              </a:ext>
            </a:extLst>
          </p:cNvPr>
          <p:cNvSpPr>
            <a:spLocks noChangeArrowheads="1"/>
          </p:cNvSpPr>
          <p:nvPr/>
        </p:nvSpPr>
        <p:spPr bwMode="auto">
          <a:xfrm>
            <a:off x="3505200" y="369171"/>
            <a:ext cx="3276600" cy="396875"/>
          </a:xfrm>
          <a:prstGeom prst="rect">
            <a:avLst/>
          </a:prstGeom>
          <a:solidFill>
            <a:schemeClr val="accent1">
              <a:lumMod val="40000"/>
              <a:lumOff val="60000"/>
            </a:schemeClr>
          </a:solidFill>
          <a:ln>
            <a:noFill/>
          </a:ln>
          <a:effectLst/>
        </p:spPr>
        <p:txBody>
          <a:bodyPr>
            <a:spAutoFit/>
          </a:bodyPr>
          <a:lstStyle/>
          <a:p>
            <a:pPr eaLnBrk="1" hangingPunct="1"/>
            <a:r>
              <a:rPr lang="en-US" altLang="vi-VN" sz="2000" b="1" dirty="0">
                <a:latin typeface="Bookman Old Style" panose="02050604050505020204" pitchFamily="18" charset="0"/>
              </a:rPr>
              <a:t>iii.  PLC Plug-in Card</a:t>
            </a:r>
          </a:p>
        </p:txBody>
      </p:sp>
      <p:sp>
        <p:nvSpPr>
          <p:cNvPr id="15368" name="Text Box 8">
            <a:extLst>
              <a:ext uri="{FF2B5EF4-FFF2-40B4-BE49-F238E27FC236}">
                <a16:creationId xmlns:a16="http://schemas.microsoft.com/office/drawing/2014/main" id="{8B159916-068A-48BF-BE55-6DDD62BCD56E}"/>
              </a:ext>
            </a:extLst>
          </p:cNvPr>
          <p:cNvSpPr txBox="1">
            <a:spLocks noChangeArrowheads="1"/>
          </p:cNvSpPr>
          <p:nvPr/>
        </p:nvSpPr>
        <p:spPr bwMode="auto">
          <a:xfrm>
            <a:off x="6019801" y="6324600"/>
            <a:ext cx="257570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vi-VN"/>
              <a:t>Figure 3: Plug-in Card PLC</a:t>
            </a:r>
          </a:p>
        </p:txBody>
      </p:sp>
      <p:pic>
        <p:nvPicPr>
          <p:cNvPr id="7" name="Picture 6">
            <a:extLst>
              <a:ext uri="{FF2B5EF4-FFF2-40B4-BE49-F238E27FC236}">
                <a16:creationId xmlns:a16="http://schemas.microsoft.com/office/drawing/2014/main" id="{A6F2CF13-AECA-49C7-83EB-DDAF8BC7BD5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001" y="50721"/>
            <a:ext cx="2851037" cy="869371"/>
          </a:xfrm>
          <a:prstGeom prst="rect">
            <a:avLst/>
          </a:prstGeom>
        </p:spPr>
      </p:pic>
      <p:sp>
        <p:nvSpPr>
          <p:cNvPr id="8" name="Rectangle: Rounded Corners 7">
            <a:extLst>
              <a:ext uri="{FF2B5EF4-FFF2-40B4-BE49-F238E27FC236}">
                <a16:creationId xmlns:a16="http://schemas.microsoft.com/office/drawing/2014/main" id="{9E6A48C8-F3B7-43D9-8140-95B322D902B9}"/>
              </a:ext>
            </a:extLst>
          </p:cNvPr>
          <p:cNvSpPr/>
          <p:nvPr/>
        </p:nvSpPr>
        <p:spPr>
          <a:xfrm>
            <a:off x="55002" y="6435176"/>
            <a:ext cx="12079705" cy="323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dirty="0">
                <a:solidFill>
                  <a:schemeClr val="bg1"/>
                </a:solidFill>
                <a:latin typeface="Times New Roman" panose="02020603050405020304" pitchFamily="18" charset="0"/>
                <a:cs typeface="Times New Roman" panose="02020603050405020304" pitchFamily="18" charset="0"/>
              </a:rPr>
              <a:t> PLC Programming                      1. AN INTRODUCTION TO PROGRAMABLE LOGIC CONTROLLERS</a:t>
            </a:r>
            <a:endParaRPr lang="vi-VN" sz="1800" dirty="0">
              <a:solidFill>
                <a:schemeClr val="bg1"/>
              </a:solidFill>
              <a:latin typeface="Times New Roman" panose="02020603050405020304" pitchFamily="18" charset="0"/>
              <a:cs typeface="Times New Roman" panose="02020603050405020304" pitchFamily="18" charset="0"/>
            </a:endParaRPr>
          </a:p>
        </p:txBody>
      </p:sp>
      <p:sp>
        <p:nvSpPr>
          <p:cNvPr id="9" name="Slide Number Placeholder 6">
            <a:extLst>
              <a:ext uri="{FF2B5EF4-FFF2-40B4-BE49-F238E27FC236}">
                <a16:creationId xmlns:a16="http://schemas.microsoft.com/office/drawing/2014/main" id="{98ED2A4D-BEA1-4285-BAB8-83D3605BF36B}"/>
              </a:ext>
            </a:extLst>
          </p:cNvPr>
          <p:cNvSpPr>
            <a:spLocks noGrp="1"/>
          </p:cNvSpPr>
          <p:nvPr>
            <p:ph type="sldNum" sz="quarter" idx="12"/>
          </p:nvPr>
        </p:nvSpPr>
        <p:spPr>
          <a:xfrm>
            <a:off x="9049011" y="6435176"/>
            <a:ext cx="2743200" cy="365125"/>
          </a:xfrm>
        </p:spPr>
        <p:txBody>
          <a:bodyPr/>
          <a:lstStyle/>
          <a:p>
            <a:fld id="{7922E462-5D99-474A-8333-BF14A8734AA9}" type="slidenum">
              <a:rPr lang="vi-VN" sz="1400" smtClean="0">
                <a:solidFill>
                  <a:schemeClr val="bg1"/>
                </a:solidFill>
                <a:latin typeface="Times New Roman" panose="02020603050405020304" pitchFamily="18" charset="0"/>
                <a:cs typeface="Times New Roman" panose="02020603050405020304" pitchFamily="18" charset="0"/>
              </a:rPr>
              <a:t>23</a:t>
            </a:fld>
            <a:endParaRPr lang="vi-VN" sz="140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8" name="Text Box 8">
            <a:extLst>
              <a:ext uri="{FF2B5EF4-FFF2-40B4-BE49-F238E27FC236}">
                <a16:creationId xmlns:a16="http://schemas.microsoft.com/office/drawing/2014/main" id="{8B159916-068A-48BF-BE55-6DDD62BCD56E}"/>
              </a:ext>
            </a:extLst>
          </p:cNvPr>
          <p:cNvSpPr txBox="1">
            <a:spLocks noChangeArrowheads="1"/>
          </p:cNvSpPr>
          <p:nvPr/>
        </p:nvSpPr>
        <p:spPr bwMode="auto">
          <a:xfrm>
            <a:off x="6019801" y="6324600"/>
            <a:ext cx="257570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vi-VN"/>
              <a:t>Figure 3: Plug-in Card PLC</a:t>
            </a:r>
          </a:p>
        </p:txBody>
      </p:sp>
      <p:pic>
        <p:nvPicPr>
          <p:cNvPr id="7" name="Picture 6">
            <a:extLst>
              <a:ext uri="{FF2B5EF4-FFF2-40B4-BE49-F238E27FC236}">
                <a16:creationId xmlns:a16="http://schemas.microsoft.com/office/drawing/2014/main" id="{A6F2CF13-AECA-49C7-83EB-DDAF8BC7BD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001" y="50721"/>
            <a:ext cx="2851037" cy="869371"/>
          </a:xfrm>
          <a:prstGeom prst="rect">
            <a:avLst/>
          </a:prstGeom>
        </p:spPr>
      </p:pic>
      <p:sp>
        <p:nvSpPr>
          <p:cNvPr id="8" name="Rectangle: Rounded Corners 7">
            <a:extLst>
              <a:ext uri="{FF2B5EF4-FFF2-40B4-BE49-F238E27FC236}">
                <a16:creationId xmlns:a16="http://schemas.microsoft.com/office/drawing/2014/main" id="{9E6A48C8-F3B7-43D9-8140-95B322D902B9}"/>
              </a:ext>
            </a:extLst>
          </p:cNvPr>
          <p:cNvSpPr/>
          <p:nvPr/>
        </p:nvSpPr>
        <p:spPr>
          <a:xfrm>
            <a:off x="55002" y="6435176"/>
            <a:ext cx="12079705" cy="323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dirty="0">
                <a:solidFill>
                  <a:schemeClr val="bg1"/>
                </a:solidFill>
                <a:latin typeface="Times New Roman" panose="02020603050405020304" pitchFamily="18" charset="0"/>
                <a:cs typeface="Times New Roman" panose="02020603050405020304" pitchFamily="18" charset="0"/>
              </a:rPr>
              <a:t> PLC Programming                      1. AN INTRODUCTION TO PROGRAMABLE LOGIC CONTROLLERS</a:t>
            </a:r>
            <a:endParaRPr lang="vi-VN" sz="1800" dirty="0">
              <a:solidFill>
                <a:schemeClr val="bg1"/>
              </a:solidFill>
              <a:latin typeface="Times New Roman" panose="02020603050405020304" pitchFamily="18" charset="0"/>
              <a:cs typeface="Times New Roman" panose="02020603050405020304" pitchFamily="18" charset="0"/>
            </a:endParaRPr>
          </a:p>
        </p:txBody>
      </p:sp>
      <p:sp>
        <p:nvSpPr>
          <p:cNvPr id="9" name="Slide Number Placeholder 6">
            <a:extLst>
              <a:ext uri="{FF2B5EF4-FFF2-40B4-BE49-F238E27FC236}">
                <a16:creationId xmlns:a16="http://schemas.microsoft.com/office/drawing/2014/main" id="{98ED2A4D-BEA1-4285-BAB8-83D3605BF36B}"/>
              </a:ext>
            </a:extLst>
          </p:cNvPr>
          <p:cNvSpPr>
            <a:spLocks noGrp="1"/>
          </p:cNvSpPr>
          <p:nvPr>
            <p:ph type="sldNum" sz="quarter" idx="12"/>
          </p:nvPr>
        </p:nvSpPr>
        <p:spPr>
          <a:xfrm>
            <a:off x="9049011" y="6435176"/>
            <a:ext cx="2743200" cy="365125"/>
          </a:xfrm>
        </p:spPr>
        <p:txBody>
          <a:bodyPr/>
          <a:lstStyle/>
          <a:p>
            <a:fld id="{7922E462-5D99-474A-8333-BF14A8734AA9}" type="slidenum">
              <a:rPr lang="vi-VN" sz="1400" smtClean="0">
                <a:solidFill>
                  <a:schemeClr val="bg1"/>
                </a:solidFill>
                <a:latin typeface="Times New Roman" panose="02020603050405020304" pitchFamily="18" charset="0"/>
                <a:cs typeface="Times New Roman" panose="02020603050405020304" pitchFamily="18" charset="0"/>
              </a:rPr>
              <a:t>24</a:t>
            </a:fld>
            <a:endParaRPr lang="vi-VN" sz="1400" dirty="0">
              <a:solidFill>
                <a:schemeClr val="bg1"/>
              </a:solidFill>
              <a:latin typeface="Times New Roman" panose="02020603050405020304" pitchFamily="18" charset="0"/>
              <a:cs typeface="Times New Roman" panose="02020603050405020304" pitchFamily="18" charset="0"/>
            </a:endParaRPr>
          </a:p>
        </p:txBody>
      </p:sp>
      <p:sp>
        <p:nvSpPr>
          <p:cNvPr id="11" name="Rectangle 2">
            <a:extLst>
              <a:ext uri="{FF2B5EF4-FFF2-40B4-BE49-F238E27FC236}">
                <a16:creationId xmlns:a16="http://schemas.microsoft.com/office/drawing/2014/main" id="{5E4ACF2B-813F-4187-9B40-D43A24796FAF}"/>
              </a:ext>
            </a:extLst>
          </p:cNvPr>
          <p:cNvSpPr txBox="1">
            <a:spLocks noChangeArrowheads="1"/>
          </p:cNvSpPr>
          <p:nvPr/>
        </p:nvSpPr>
        <p:spPr bwMode="auto">
          <a:xfrm>
            <a:off x="687388" y="541338"/>
            <a:ext cx="7629525" cy="1392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3595" tIns="25438" rIns="63595" bIns="25438" numCol="1" anchor="t" anchorCtr="0" compatLnSpc="1">
            <a:prstTxWarp prst="textNoShape">
              <a:avLst/>
            </a:prstTxWarp>
            <a:spAutoFit/>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Times New Roman" panose="02020603050405020304" pitchFamily="18" charset="0"/>
              </a:defRPr>
            </a:lvl2pPr>
            <a:lvl3pPr algn="ctr" rtl="0" fontAlgn="base">
              <a:spcBef>
                <a:spcPct val="0"/>
              </a:spcBef>
              <a:spcAft>
                <a:spcPct val="0"/>
              </a:spcAft>
              <a:defRPr sz="4400">
                <a:solidFill>
                  <a:schemeClr val="tx2"/>
                </a:solidFill>
                <a:latin typeface="Times New Roman" panose="02020603050405020304" pitchFamily="18" charset="0"/>
              </a:defRPr>
            </a:lvl3pPr>
            <a:lvl4pPr algn="ctr" rtl="0" fontAlgn="base">
              <a:spcBef>
                <a:spcPct val="0"/>
              </a:spcBef>
              <a:spcAft>
                <a:spcPct val="0"/>
              </a:spcAft>
              <a:defRPr sz="4400">
                <a:solidFill>
                  <a:schemeClr val="tx2"/>
                </a:solidFill>
                <a:latin typeface="Times New Roman" panose="02020603050405020304" pitchFamily="18" charset="0"/>
              </a:defRPr>
            </a:lvl4pPr>
            <a:lvl5pPr algn="ctr" rtl="0" fontAlgn="base">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vi-VN" sz="4400" b="0" i="0" u="none" strike="noStrike" kern="1200" cap="none" spc="0" normalizeH="0" baseline="0" noProof="0">
                <a:ln>
                  <a:noFill/>
                </a:ln>
                <a:solidFill>
                  <a:srgbClr val="000000"/>
                </a:solidFill>
                <a:effectLst/>
                <a:uLnTx/>
                <a:uFillTx/>
                <a:latin typeface="Times New Roman"/>
                <a:ea typeface="+mj-ea"/>
                <a:cs typeface="+mj-cs"/>
              </a:rPr>
              <a:t>PURPOSE OF Programmable </a:t>
            </a:r>
            <a:br>
              <a:rPr kumimoji="0" lang="en-US" altLang="vi-VN" sz="4400" b="0" i="0" u="none" strike="noStrike" kern="1200" cap="none" spc="0" normalizeH="0" baseline="0" noProof="0">
                <a:ln>
                  <a:noFill/>
                </a:ln>
                <a:solidFill>
                  <a:srgbClr val="000000"/>
                </a:solidFill>
                <a:effectLst/>
                <a:uLnTx/>
                <a:uFillTx/>
                <a:latin typeface="Times New Roman"/>
                <a:ea typeface="+mj-ea"/>
                <a:cs typeface="+mj-cs"/>
              </a:rPr>
            </a:br>
            <a:r>
              <a:rPr kumimoji="0" lang="en-US" altLang="vi-VN" sz="4400" b="0" i="0" u="none" strike="noStrike" kern="1200" cap="none" spc="0" normalizeH="0" baseline="0" noProof="0">
                <a:ln>
                  <a:noFill/>
                </a:ln>
                <a:solidFill>
                  <a:srgbClr val="000000"/>
                </a:solidFill>
                <a:effectLst/>
                <a:uLnTx/>
                <a:uFillTx/>
                <a:latin typeface="Times New Roman"/>
                <a:ea typeface="+mj-ea"/>
                <a:cs typeface="+mj-cs"/>
              </a:rPr>
              <a:t>Logic Controllers (PLCs)</a:t>
            </a:r>
            <a:endParaRPr kumimoji="0" lang="en-US" altLang="vi-VN" sz="4400" b="0" i="0" u="none" strike="noStrike" kern="1200" cap="none" spc="0" normalizeH="0" baseline="0" noProof="0" dirty="0">
              <a:ln>
                <a:noFill/>
              </a:ln>
              <a:solidFill>
                <a:srgbClr val="000000"/>
              </a:solidFill>
              <a:effectLst/>
              <a:uLnTx/>
              <a:uFillTx/>
              <a:latin typeface="Times New Roman"/>
              <a:ea typeface="+mj-ea"/>
              <a:cs typeface="+mj-cs"/>
            </a:endParaRPr>
          </a:p>
        </p:txBody>
      </p:sp>
      <p:sp>
        <p:nvSpPr>
          <p:cNvPr id="12" name="Rectangle 3">
            <a:extLst>
              <a:ext uri="{FF2B5EF4-FFF2-40B4-BE49-F238E27FC236}">
                <a16:creationId xmlns:a16="http://schemas.microsoft.com/office/drawing/2014/main" id="{D8B8F17D-D84C-45D9-9650-91AABEB83B8D}"/>
              </a:ext>
            </a:extLst>
          </p:cNvPr>
          <p:cNvSpPr txBox="1">
            <a:spLocks noChangeArrowheads="1"/>
          </p:cNvSpPr>
          <p:nvPr/>
        </p:nvSpPr>
        <p:spPr bwMode="auto">
          <a:xfrm>
            <a:off x="2906038" y="2299891"/>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624" tIns="44517" rIns="90624" bIns="44517"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100000"/>
              </a:lnSpc>
              <a:spcBef>
                <a:spcPct val="20000"/>
              </a:spcBef>
              <a:spcAft>
                <a:spcPct val="0"/>
              </a:spcAft>
              <a:buClrTx/>
              <a:buSzTx/>
              <a:buFontTx/>
              <a:buChar char="•"/>
              <a:tabLst/>
              <a:defRPr/>
            </a:pPr>
            <a:r>
              <a:rPr kumimoji="0" lang="en-US" altLang="vi-VN" sz="3200" b="0" i="0" u="none" strike="noStrike" kern="1200" cap="none" spc="0" normalizeH="0" baseline="0" noProof="0">
                <a:ln>
                  <a:noFill/>
                </a:ln>
                <a:solidFill>
                  <a:srgbClr val="000000"/>
                </a:solidFill>
                <a:effectLst/>
                <a:uLnTx/>
                <a:uFillTx/>
                <a:latin typeface="Times New Roman"/>
                <a:ea typeface="+mn-ea"/>
                <a:cs typeface="+mn-cs"/>
              </a:rPr>
              <a:t>Initially designed to replace relay logic boards</a:t>
            </a:r>
          </a:p>
          <a:p>
            <a:pPr marL="742950" marR="0" lvl="1" indent="-285750" algn="l" defTabSz="914400" rtl="0" eaLnBrk="1" fontAlgn="base" latinLnBrk="0" hangingPunct="1">
              <a:lnSpc>
                <a:spcPct val="100000"/>
              </a:lnSpc>
              <a:spcBef>
                <a:spcPct val="20000"/>
              </a:spcBef>
              <a:spcAft>
                <a:spcPct val="0"/>
              </a:spcAft>
              <a:buClrTx/>
              <a:buSzTx/>
              <a:buFontTx/>
              <a:buChar char="–"/>
              <a:tabLst/>
              <a:defRPr/>
            </a:pPr>
            <a:r>
              <a:rPr kumimoji="0" lang="en-US" altLang="vi-VN" sz="2800" b="0" i="0" u="none" strike="noStrike" kern="1200" cap="none" spc="0" normalizeH="0" baseline="0" noProof="0">
                <a:ln>
                  <a:noFill/>
                </a:ln>
                <a:solidFill>
                  <a:srgbClr val="000000"/>
                </a:solidFill>
                <a:effectLst/>
                <a:uLnTx/>
                <a:uFillTx/>
                <a:latin typeface="Times New Roman"/>
                <a:ea typeface="+mn-ea"/>
                <a:cs typeface="+mn-cs"/>
              </a:rPr>
              <a:t>Sequence device actuation</a:t>
            </a:r>
          </a:p>
          <a:p>
            <a:pPr marL="742950" marR="0" lvl="1" indent="-285750" algn="l" defTabSz="914400" rtl="0" eaLnBrk="1" fontAlgn="base" latinLnBrk="0" hangingPunct="1">
              <a:lnSpc>
                <a:spcPct val="100000"/>
              </a:lnSpc>
              <a:spcBef>
                <a:spcPct val="20000"/>
              </a:spcBef>
              <a:spcAft>
                <a:spcPct val="0"/>
              </a:spcAft>
              <a:buClrTx/>
              <a:buSzTx/>
              <a:buFontTx/>
              <a:buChar char="–"/>
              <a:tabLst/>
              <a:defRPr/>
            </a:pPr>
            <a:r>
              <a:rPr kumimoji="0" lang="en-US" altLang="vi-VN" sz="2800" b="0" i="0" u="none" strike="noStrike" kern="1200" cap="none" spc="0" normalizeH="0" baseline="0" noProof="0">
                <a:ln>
                  <a:noFill/>
                </a:ln>
                <a:solidFill>
                  <a:srgbClr val="000000"/>
                </a:solidFill>
                <a:effectLst/>
                <a:uLnTx/>
                <a:uFillTx/>
                <a:latin typeface="Times New Roman"/>
                <a:ea typeface="+mn-ea"/>
                <a:cs typeface="+mn-cs"/>
              </a:rPr>
              <a:t>Coordinate activities</a:t>
            </a:r>
          </a:p>
          <a:p>
            <a:pPr marL="342900" marR="0" lvl="0" indent="-342900" algn="l" defTabSz="914400" rtl="0" eaLnBrk="1" fontAlgn="base" latinLnBrk="0" hangingPunct="1">
              <a:lnSpc>
                <a:spcPct val="100000"/>
              </a:lnSpc>
              <a:spcBef>
                <a:spcPct val="20000"/>
              </a:spcBef>
              <a:spcAft>
                <a:spcPct val="0"/>
              </a:spcAft>
              <a:buClrTx/>
              <a:buSzTx/>
              <a:buFontTx/>
              <a:buChar char="•"/>
              <a:tabLst/>
              <a:defRPr/>
            </a:pPr>
            <a:r>
              <a:rPr kumimoji="0" lang="en-US" altLang="vi-VN" sz="3200" b="0" i="0" u="none" strike="noStrike" kern="1200" cap="none" spc="0" normalizeH="0" baseline="0" noProof="0">
                <a:ln>
                  <a:noFill/>
                </a:ln>
                <a:solidFill>
                  <a:srgbClr val="000000"/>
                </a:solidFill>
                <a:effectLst/>
                <a:uLnTx/>
                <a:uFillTx/>
                <a:latin typeface="Times New Roman"/>
                <a:ea typeface="+mn-ea"/>
                <a:cs typeface="+mn-cs"/>
              </a:rPr>
              <a:t>Accepts input from a series of switches</a:t>
            </a:r>
          </a:p>
          <a:p>
            <a:pPr marL="342900" marR="0" lvl="0" indent="-342900" algn="l" defTabSz="914400" rtl="0" eaLnBrk="1" fontAlgn="base" latinLnBrk="0" hangingPunct="1">
              <a:lnSpc>
                <a:spcPct val="100000"/>
              </a:lnSpc>
              <a:spcBef>
                <a:spcPct val="20000"/>
              </a:spcBef>
              <a:spcAft>
                <a:spcPct val="0"/>
              </a:spcAft>
              <a:buClrTx/>
              <a:buSzTx/>
              <a:buFontTx/>
              <a:buChar char="•"/>
              <a:tabLst/>
              <a:defRPr/>
            </a:pPr>
            <a:r>
              <a:rPr kumimoji="0" lang="en-US" altLang="vi-VN" sz="3200" b="0" i="0" u="none" strike="noStrike" kern="1200" cap="none" spc="0" normalizeH="0" baseline="0" noProof="0">
                <a:ln>
                  <a:noFill/>
                </a:ln>
                <a:solidFill>
                  <a:srgbClr val="000000"/>
                </a:solidFill>
                <a:effectLst/>
                <a:uLnTx/>
                <a:uFillTx/>
                <a:latin typeface="Times New Roman"/>
                <a:ea typeface="+mn-ea"/>
                <a:cs typeface="+mn-cs"/>
              </a:rPr>
              <a:t>Sends output to devices or relays</a:t>
            </a:r>
            <a:endParaRPr kumimoji="0" lang="en-US" altLang="vi-VN" sz="3200" b="0" i="0" u="none" strike="noStrike" kern="1200" cap="none" spc="0" normalizeH="0" baseline="0" noProof="0" dirty="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41886056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24BCA4DA-DAB1-4E23-9A82-714088921359}"/>
              </a:ext>
            </a:extLst>
          </p:cNvPr>
          <p:cNvSpPr>
            <a:spLocks noGrp="1" noChangeArrowheads="1"/>
          </p:cNvSpPr>
          <p:nvPr>
            <p:ph type="title"/>
          </p:nvPr>
        </p:nvSpPr>
        <p:spPr>
          <a:xfrm>
            <a:off x="3141960" y="118026"/>
            <a:ext cx="6840239" cy="487363"/>
          </a:xfrm>
          <a:solidFill>
            <a:schemeClr val="accent1">
              <a:lumMod val="40000"/>
              <a:lumOff val="60000"/>
            </a:schemeClr>
          </a:solidFill>
        </p:spPr>
        <p:txBody>
          <a:bodyPr>
            <a:normAutofit/>
          </a:bodyPr>
          <a:lstStyle/>
          <a:p>
            <a:pPr>
              <a:lnSpc>
                <a:spcPct val="100000"/>
              </a:lnSpc>
            </a:pPr>
            <a:r>
              <a:rPr lang="en-US" altLang="vi-VN" sz="2400" b="1">
                <a:latin typeface="Times New Roman" panose="02020603050405020304" pitchFamily="18" charset="0"/>
                <a:cs typeface="Times New Roman" panose="02020603050405020304" pitchFamily="18" charset="0"/>
              </a:rPr>
              <a:t>ADVANTAGES OF USING PLC:</a:t>
            </a:r>
          </a:p>
        </p:txBody>
      </p:sp>
      <p:sp>
        <p:nvSpPr>
          <p:cNvPr id="16387" name="Rectangle 3">
            <a:extLst>
              <a:ext uri="{FF2B5EF4-FFF2-40B4-BE49-F238E27FC236}">
                <a16:creationId xmlns:a16="http://schemas.microsoft.com/office/drawing/2014/main" id="{A7FD0E38-BA26-4B00-B097-BB414EE587D0}"/>
              </a:ext>
            </a:extLst>
          </p:cNvPr>
          <p:cNvSpPr>
            <a:spLocks noGrp="1" noChangeArrowheads="1"/>
          </p:cNvSpPr>
          <p:nvPr>
            <p:ph type="body" idx="1"/>
          </p:nvPr>
        </p:nvSpPr>
        <p:spPr>
          <a:xfrm>
            <a:off x="2599967" y="537411"/>
            <a:ext cx="8229600" cy="5638800"/>
          </a:xfrm>
        </p:spPr>
        <p:txBody>
          <a:bodyPr>
            <a:noAutofit/>
          </a:bodyPr>
          <a:lstStyle/>
          <a:p>
            <a:pPr>
              <a:lnSpc>
                <a:spcPct val="100000"/>
              </a:lnSpc>
            </a:pPr>
            <a:r>
              <a:rPr lang="en-US" altLang="vi-VN" sz="2300" b="1" dirty="0">
                <a:latin typeface="Times New Roman" panose="02020603050405020304" pitchFamily="18" charset="0"/>
                <a:cs typeface="Times New Roman" panose="02020603050405020304" pitchFamily="18" charset="0"/>
              </a:rPr>
              <a:t>Shorter project implementation time.</a:t>
            </a:r>
          </a:p>
          <a:p>
            <a:pPr>
              <a:lnSpc>
                <a:spcPct val="100000"/>
              </a:lnSpc>
            </a:pPr>
            <a:r>
              <a:rPr lang="en-US" altLang="vi-VN" sz="2300" b="1" dirty="0">
                <a:solidFill>
                  <a:srgbClr val="0000FF"/>
                </a:solidFill>
                <a:latin typeface="Times New Roman" panose="02020603050405020304" pitchFamily="18" charset="0"/>
                <a:cs typeface="Times New Roman" panose="02020603050405020304" pitchFamily="18" charset="0"/>
              </a:rPr>
              <a:t>Easier modification</a:t>
            </a:r>
          </a:p>
          <a:p>
            <a:pPr>
              <a:lnSpc>
                <a:spcPct val="100000"/>
              </a:lnSpc>
            </a:pPr>
            <a:r>
              <a:rPr lang="en-US" altLang="vi-VN" sz="2300" b="1" dirty="0">
                <a:latin typeface="Times New Roman" panose="02020603050405020304" pitchFamily="18" charset="0"/>
                <a:cs typeface="Times New Roman" panose="02020603050405020304" pitchFamily="18" charset="0"/>
              </a:rPr>
              <a:t>Project cost can be accurately calculated.</a:t>
            </a:r>
          </a:p>
          <a:p>
            <a:pPr>
              <a:lnSpc>
                <a:spcPct val="100000"/>
              </a:lnSpc>
            </a:pPr>
            <a:r>
              <a:rPr lang="en-US" altLang="vi-VN" sz="2300" b="1" dirty="0">
                <a:solidFill>
                  <a:srgbClr val="0000FF"/>
                </a:solidFill>
                <a:latin typeface="Times New Roman" panose="02020603050405020304" pitchFamily="18" charset="0"/>
                <a:cs typeface="Times New Roman" panose="02020603050405020304" pitchFamily="18" charset="0"/>
              </a:rPr>
              <a:t>Shorter training time required.</a:t>
            </a:r>
          </a:p>
          <a:p>
            <a:pPr>
              <a:lnSpc>
                <a:spcPct val="100000"/>
              </a:lnSpc>
            </a:pPr>
            <a:r>
              <a:rPr lang="en-US" altLang="vi-VN" sz="2300" b="1" dirty="0">
                <a:latin typeface="Times New Roman" panose="02020603050405020304" pitchFamily="18" charset="0"/>
                <a:cs typeface="Times New Roman" panose="02020603050405020304" pitchFamily="18" charset="0"/>
              </a:rPr>
              <a:t>Design easily changed using software ( changes and addition to specifications can be processed by software.</a:t>
            </a:r>
          </a:p>
          <a:p>
            <a:pPr>
              <a:lnSpc>
                <a:spcPct val="100000"/>
              </a:lnSpc>
            </a:pPr>
            <a:r>
              <a:rPr lang="en-US" altLang="vi-VN" sz="2300" b="1" dirty="0">
                <a:solidFill>
                  <a:srgbClr val="0000FF"/>
                </a:solidFill>
                <a:latin typeface="Times New Roman" panose="02020603050405020304" pitchFamily="18" charset="0"/>
                <a:cs typeface="Times New Roman" panose="02020603050405020304" pitchFamily="18" charset="0"/>
              </a:rPr>
              <a:t>A wide range of control application</a:t>
            </a:r>
          </a:p>
          <a:p>
            <a:pPr>
              <a:lnSpc>
                <a:spcPct val="100000"/>
              </a:lnSpc>
            </a:pPr>
            <a:r>
              <a:rPr lang="en-US" altLang="vi-VN" sz="2300" b="1" dirty="0">
                <a:latin typeface="Times New Roman" panose="02020603050405020304" pitchFamily="18" charset="0"/>
                <a:cs typeface="Times New Roman" panose="02020603050405020304" pitchFamily="18" charset="0"/>
              </a:rPr>
              <a:t>Easy maintenance.</a:t>
            </a:r>
          </a:p>
          <a:p>
            <a:pPr>
              <a:lnSpc>
                <a:spcPct val="100000"/>
              </a:lnSpc>
            </a:pPr>
            <a:r>
              <a:rPr lang="en-US" altLang="vi-VN" sz="2300" b="1" dirty="0">
                <a:solidFill>
                  <a:srgbClr val="0000FF"/>
                </a:solidFill>
                <a:latin typeface="Times New Roman" panose="02020603050405020304" pitchFamily="18" charset="0"/>
                <a:cs typeface="Times New Roman" panose="02020603050405020304" pitchFamily="18" charset="0"/>
              </a:rPr>
              <a:t>High Reliability</a:t>
            </a:r>
          </a:p>
          <a:p>
            <a:pPr>
              <a:lnSpc>
                <a:spcPct val="100000"/>
              </a:lnSpc>
            </a:pPr>
            <a:r>
              <a:rPr lang="en-US" altLang="vi-VN" sz="2300" b="1" dirty="0">
                <a:latin typeface="Times New Roman" panose="02020603050405020304" pitchFamily="18" charset="0"/>
                <a:cs typeface="Times New Roman" panose="02020603050405020304" pitchFamily="18" charset="0"/>
              </a:rPr>
              <a:t>Standardization of Controller hardware.</a:t>
            </a:r>
          </a:p>
          <a:p>
            <a:pPr>
              <a:lnSpc>
                <a:spcPct val="100000"/>
              </a:lnSpc>
            </a:pPr>
            <a:r>
              <a:rPr lang="en-US" altLang="vi-VN" sz="2300" b="1" dirty="0">
                <a:solidFill>
                  <a:srgbClr val="0000FF"/>
                </a:solidFill>
                <a:latin typeface="Times New Roman" panose="02020603050405020304" pitchFamily="18" charset="0"/>
                <a:cs typeface="Times New Roman" panose="02020603050405020304" pitchFamily="18" charset="0"/>
              </a:rPr>
              <a:t>Able to withstand Harsh plant/process environments</a:t>
            </a:r>
            <a:r>
              <a:rPr lang="en-US" altLang="vi-VN" sz="2300" b="1" dirty="0">
                <a:latin typeface="Times New Roman" panose="02020603050405020304" pitchFamily="18" charset="0"/>
                <a:cs typeface="Times New Roman" panose="02020603050405020304" pitchFamily="18" charset="0"/>
              </a:rPr>
              <a:t> (Operate normally under severe conditions of temperature, humidity, voltage fluctuations and noises). </a:t>
            </a:r>
          </a:p>
        </p:txBody>
      </p:sp>
      <p:pic>
        <p:nvPicPr>
          <p:cNvPr id="4" name="Picture 3">
            <a:extLst>
              <a:ext uri="{FF2B5EF4-FFF2-40B4-BE49-F238E27FC236}">
                <a16:creationId xmlns:a16="http://schemas.microsoft.com/office/drawing/2014/main" id="{F036799E-6AC1-4A5C-9CC8-3DB7077BAD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001" y="50721"/>
            <a:ext cx="2851037" cy="869371"/>
          </a:xfrm>
          <a:prstGeom prst="rect">
            <a:avLst/>
          </a:prstGeom>
        </p:spPr>
      </p:pic>
      <p:sp>
        <p:nvSpPr>
          <p:cNvPr id="5" name="Rectangle: Rounded Corners 4">
            <a:extLst>
              <a:ext uri="{FF2B5EF4-FFF2-40B4-BE49-F238E27FC236}">
                <a16:creationId xmlns:a16="http://schemas.microsoft.com/office/drawing/2014/main" id="{15448660-91C5-4D20-A876-0A52C56B4420}"/>
              </a:ext>
            </a:extLst>
          </p:cNvPr>
          <p:cNvSpPr/>
          <p:nvPr/>
        </p:nvSpPr>
        <p:spPr>
          <a:xfrm>
            <a:off x="55002" y="6435176"/>
            <a:ext cx="12079705" cy="323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solidFill>
                  <a:schemeClr val="bg1"/>
                </a:solidFill>
                <a:latin typeface="Times New Roman" panose="02020603050405020304" pitchFamily="18" charset="0"/>
                <a:cs typeface="Times New Roman" panose="02020603050405020304" pitchFamily="18" charset="0"/>
              </a:rPr>
              <a:t> PLC Programming                      1. AN INTRODUCTION TO PROGRAMABLE LOGIC CONTROLLERS</a:t>
            </a:r>
            <a:endParaRPr lang="vi-VN" sz="1600" dirty="0">
              <a:solidFill>
                <a:schemeClr val="bg1"/>
              </a:solidFill>
              <a:latin typeface="Times New Roman" panose="02020603050405020304" pitchFamily="18" charset="0"/>
              <a:cs typeface="Times New Roman" panose="02020603050405020304" pitchFamily="18" charset="0"/>
            </a:endParaRPr>
          </a:p>
        </p:txBody>
      </p:sp>
      <p:sp>
        <p:nvSpPr>
          <p:cNvPr id="6" name="Slide Number Placeholder 6">
            <a:extLst>
              <a:ext uri="{FF2B5EF4-FFF2-40B4-BE49-F238E27FC236}">
                <a16:creationId xmlns:a16="http://schemas.microsoft.com/office/drawing/2014/main" id="{E6D5820B-21B8-4CF0-9AC2-2F2A97E55F29}"/>
              </a:ext>
            </a:extLst>
          </p:cNvPr>
          <p:cNvSpPr>
            <a:spLocks noGrp="1"/>
          </p:cNvSpPr>
          <p:nvPr>
            <p:ph type="sldNum" sz="quarter" idx="12"/>
          </p:nvPr>
        </p:nvSpPr>
        <p:spPr>
          <a:xfrm>
            <a:off x="9049011" y="6435176"/>
            <a:ext cx="2743200" cy="365125"/>
          </a:xfrm>
        </p:spPr>
        <p:txBody>
          <a:bodyPr/>
          <a:lstStyle/>
          <a:p>
            <a:fld id="{7922E462-5D99-474A-8333-BF14A8734AA9}" type="slidenum">
              <a:rPr lang="vi-VN" sz="1600" smtClean="0">
                <a:solidFill>
                  <a:schemeClr val="bg1"/>
                </a:solidFill>
                <a:latin typeface="Times New Roman" panose="02020603050405020304" pitchFamily="18" charset="0"/>
                <a:cs typeface="Times New Roman" panose="02020603050405020304" pitchFamily="18" charset="0"/>
              </a:rPr>
              <a:pPr/>
              <a:t>25</a:t>
            </a:fld>
            <a:endParaRPr lang="vi-VN" sz="160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4E2555F-1050-48FA-A2D3-FAB84977DC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001" y="50721"/>
            <a:ext cx="2851037" cy="869371"/>
          </a:xfrm>
          <a:prstGeom prst="rect">
            <a:avLst/>
          </a:prstGeom>
        </p:spPr>
      </p:pic>
      <p:sp>
        <p:nvSpPr>
          <p:cNvPr id="4" name="Rectangle: Rounded Corners 3">
            <a:extLst>
              <a:ext uri="{FF2B5EF4-FFF2-40B4-BE49-F238E27FC236}">
                <a16:creationId xmlns:a16="http://schemas.microsoft.com/office/drawing/2014/main" id="{1B433518-4998-427C-9D1F-6EF23A2E1271}"/>
              </a:ext>
            </a:extLst>
          </p:cNvPr>
          <p:cNvSpPr/>
          <p:nvPr/>
        </p:nvSpPr>
        <p:spPr>
          <a:xfrm>
            <a:off x="55002" y="6435176"/>
            <a:ext cx="12079705" cy="323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dirty="0">
                <a:solidFill>
                  <a:schemeClr val="bg1"/>
                </a:solidFill>
                <a:latin typeface="Times New Roman" panose="02020603050405020304" pitchFamily="18" charset="0"/>
                <a:cs typeface="Times New Roman" panose="02020603050405020304" pitchFamily="18" charset="0"/>
              </a:rPr>
              <a:t> PLC Programming                      1. AN INTRODUCTION TO PROGRAMABLE LOGIC CONTROLLERS</a:t>
            </a:r>
            <a:endParaRPr lang="vi-VN" sz="1800" dirty="0">
              <a:solidFill>
                <a:schemeClr val="bg1"/>
              </a:solidFill>
              <a:latin typeface="Times New Roman" panose="02020603050405020304" pitchFamily="18" charset="0"/>
              <a:cs typeface="Times New Roman" panose="02020603050405020304" pitchFamily="18" charset="0"/>
            </a:endParaRPr>
          </a:p>
        </p:txBody>
      </p:sp>
      <p:sp>
        <p:nvSpPr>
          <p:cNvPr id="5" name="Slide Number Placeholder 6">
            <a:extLst>
              <a:ext uri="{FF2B5EF4-FFF2-40B4-BE49-F238E27FC236}">
                <a16:creationId xmlns:a16="http://schemas.microsoft.com/office/drawing/2014/main" id="{4955B9B0-CE81-4C3C-8672-D89C82D88736}"/>
              </a:ext>
            </a:extLst>
          </p:cNvPr>
          <p:cNvSpPr>
            <a:spLocks noGrp="1"/>
          </p:cNvSpPr>
          <p:nvPr>
            <p:ph type="sldNum" sz="quarter" idx="12"/>
          </p:nvPr>
        </p:nvSpPr>
        <p:spPr>
          <a:xfrm>
            <a:off x="9049011" y="6435176"/>
            <a:ext cx="2743200" cy="365125"/>
          </a:xfrm>
        </p:spPr>
        <p:txBody>
          <a:bodyPr/>
          <a:lstStyle/>
          <a:p>
            <a:fld id="{7922E462-5D99-474A-8333-BF14A8734AA9}" type="slidenum">
              <a:rPr lang="vi-VN" sz="1400" smtClean="0">
                <a:solidFill>
                  <a:schemeClr val="bg1"/>
                </a:solidFill>
                <a:latin typeface="Times New Roman" panose="02020603050405020304" pitchFamily="18" charset="0"/>
                <a:cs typeface="Times New Roman" panose="02020603050405020304" pitchFamily="18" charset="0"/>
              </a:rPr>
              <a:t>26</a:t>
            </a:fld>
            <a:endParaRPr lang="vi-VN" sz="1400" dirty="0">
              <a:solidFill>
                <a:schemeClr val="bg1"/>
              </a:solidFill>
              <a:latin typeface="Times New Roman" panose="02020603050405020304" pitchFamily="18" charset="0"/>
              <a:cs typeface="Times New Roman" panose="02020603050405020304" pitchFamily="18" charset="0"/>
            </a:endParaRPr>
          </a:p>
        </p:txBody>
      </p:sp>
      <p:sp>
        <p:nvSpPr>
          <p:cNvPr id="6" name="Rectangle 2">
            <a:extLst>
              <a:ext uri="{FF2B5EF4-FFF2-40B4-BE49-F238E27FC236}">
                <a16:creationId xmlns:a16="http://schemas.microsoft.com/office/drawing/2014/main" id="{7D9BB767-7434-4877-B0D7-D4B62456BDE0}"/>
              </a:ext>
            </a:extLst>
          </p:cNvPr>
          <p:cNvSpPr txBox="1">
            <a:spLocks noChangeArrowheads="1"/>
          </p:cNvSpPr>
          <p:nvPr/>
        </p:nvSpPr>
        <p:spPr bwMode="auto">
          <a:xfrm>
            <a:off x="2628943" y="1115907"/>
            <a:ext cx="7994650" cy="722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3595" tIns="25438" rIns="63595" bIns="25438" numCol="1" anchor="t" anchorCtr="0" compatLnSpc="1">
            <a:prstTxWarp prst="textNoShape">
              <a:avLst/>
            </a:prstTxWarp>
            <a:spAutoFit/>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Times New Roman" panose="02020603050405020304" pitchFamily="18" charset="0"/>
              </a:defRPr>
            </a:lvl2pPr>
            <a:lvl3pPr algn="ctr" rtl="0" fontAlgn="base">
              <a:spcBef>
                <a:spcPct val="0"/>
              </a:spcBef>
              <a:spcAft>
                <a:spcPct val="0"/>
              </a:spcAft>
              <a:defRPr sz="4400">
                <a:solidFill>
                  <a:schemeClr val="tx2"/>
                </a:solidFill>
                <a:latin typeface="Times New Roman" panose="02020603050405020304" pitchFamily="18" charset="0"/>
              </a:defRPr>
            </a:lvl3pPr>
            <a:lvl4pPr algn="ctr" rtl="0" fontAlgn="base">
              <a:spcBef>
                <a:spcPct val="0"/>
              </a:spcBef>
              <a:spcAft>
                <a:spcPct val="0"/>
              </a:spcAft>
              <a:defRPr sz="4400">
                <a:solidFill>
                  <a:schemeClr val="tx2"/>
                </a:solidFill>
                <a:latin typeface="Times New Roman" panose="02020603050405020304" pitchFamily="18" charset="0"/>
              </a:defRPr>
            </a:lvl4pPr>
            <a:lvl5pPr algn="ctr" rtl="0" fontAlgn="base">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vi-VN" sz="4400" b="0" i="0" u="none" strike="noStrike" kern="1200" cap="none" spc="0" normalizeH="0" baseline="0" noProof="0">
                <a:ln>
                  <a:noFill/>
                </a:ln>
                <a:solidFill>
                  <a:srgbClr val="000000"/>
                </a:solidFill>
                <a:effectLst/>
                <a:uLnTx/>
                <a:uFillTx/>
                <a:latin typeface="Times New Roman"/>
                <a:ea typeface="+mj-ea"/>
                <a:cs typeface="+mj-cs"/>
              </a:rPr>
              <a:t>FUNCTIONS OF CONTROLLERS</a:t>
            </a:r>
            <a:endParaRPr kumimoji="0" lang="en-US" altLang="vi-VN" sz="4400" b="0" i="0" u="none" strike="noStrike" kern="1200" cap="none" spc="0" normalizeH="0" baseline="0" noProof="0" dirty="0">
              <a:ln>
                <a:noFill/>
              </a:ln>
              <a:solidFill>
                <a:srgbClr val="000000"/>
              </a:solidFill>
              <a:effectLst/>
              <a:uLnTx/>
              <a:uFillTx/>
              <a:latin typeface="Times New Roman"/>
              <a:ea typeface="+mj-ea"/>
              <a:cs typeface="+mj-cs"/>
            </a:endParaRPr>
          </a:p>
        </p:txBody>
      </p:sp>
      <p:sp>
        <p:nvSpPr>
          <p:cNvPr id="9" name="Rectangle 3">
            <a:extLst>
              <a:ext uri="{FF2B5EF4-FFF2-40B4-BE49-F238E27FC236}">
                <a16:creationId xmlns:a16="http://schemas.microsoft.com/office/drawing/2014/main" id="{E9778F9E-E4C1-4B29-B167-9C4DE4E8CDF1}"/>
              </a:ext>
            </a:extLst>
          </p:cNvPr>
          <p:cNvSpPr txBox="1">
            <a:spLocks noChangeArrowheads="1"/>
          </p:cNvSpPr>
          <p:nvPr/>
        </p:nvSpPr>
        <p:spPr bwMode="auto">
          <a:xfrm>
            <a:off x="2861910" y="2408428"/>
            <a:ext cx="6465887" cy="2538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3595" tIns="25438" rIns="63595" bIns="25438" numCol="1" anchor="t" anchorCtr="0" compatLnSpc="1">
            <a:prstTxWarp prst="textNoShape">
              <a:avLst/>
            </a:prstTxWarp>
            <a:spAutoFit/>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2813" rtl="0" eaLnBrk="1" fontAlgn="base" latinLnBrk="0" hangingPunct="1">
              <a:lnSpc>
                <a:spcPct val="102000"/>
              </a:lnSpc>
              <a:spcBef>
                <a:spcPct val="34000"/>
              </a:spcBef>
              <a:spcAft>
                <a:spcPct val="0"/>
              </a:spcAft>
              <a:buClrTx/>
              <a:buSzTx/>
              <a:buFontTx/>
              <a:buChar char="•"/>
              <a:tabLst/>
              <a:defRPr/>
            </a:pPr>
            <a:r>
              <a:rPr kumimoji="0" lang="en-US" altLang="vi-VN" sz="3200" b="0" i="0" u="none" strike="noStrike" kern="1200" cap="none" spc="0" normalizeH="0" baseline="0" noProof="0">
                <a:ln>
                  <a:noFill/>
                </a:ln>
                <a:solidFill>
                  <a:srgbClr val="000000"/>
                </a:solidFill>
                <a:effectLst/>
                <a:uLnTx/>
                <a:uFillTx/>
                <a:latin typeface="Times New Roman"/>
                <a:ea typeface="+mn-ea"/>
                <a:cs typeface="+mn-cs"/>
              </a:rPr>
              <a:t>1) on-off control,</a:t>
            </a:r>
          </a:p>
          <a:p>
            <a:pPr marL="342900" marR="0" lvl="0" indent="-342900" algn="l" defTabSz="912813" rtl="0" eaLnBrk="1" fontAlgn="base" latinLnBrk="0" hangingPunct="1">
              <a:lnSpc>
                <a:spcPct val="102000"/>
              </a:lnSpc>
              <a:spcBef>
                <a:spcPct val="34000"/>
              </a:spcBef>
              <a:spcAft>
                <a:spcPct val="0"/>
              </a:spcAft>
              <a:buClrTx/>
              <a:buSzTx/>
              <a:buFontTx/>
              <a:buChar char="•"/>
              <a:tabLst/>
              <a:defRPr/>
            </a:pPr>
            <a:r>
              <a:rPr kumimoji="0" lang="en-US" altLang="vi-VN" sz="3200" b="0" i="0" u="none" strike="noStrike" kern="1200" cap="none" spc="0" normalizeH="0" baseline="0" noProof="0">
                <a:ln>
                  <a:noFill/>
                </a:ln>
                <a:solidFill>
                  <a:srgbClr val="000000"/>
                </a:solidFill>
                <a:effectLst/>
                <a:uLnTx/>
                <a:uFillTx/>
                <a:latin typeface="Times New Roman"/>
                <a:ea typeface="+mn-ea"/>
                <a:cs typeface="+mn-cs"/>
              </a:rPr>
              <a:t>2) sequential control, </a:t>
            </a:r>
          </a:p>
          <a:p>
            <a:pPr marL="342900" marR="0" lvl="0" indent="-342900" algn="l" defTabSz="912813" rtl="0" eaLnBrk="1" fontAlgn="base" latinLnBrk="0" hangingPunct="1">
              <a:lnSpc>
                <a:spcPct val="102000"/>
              </a:lnSpc>
              <a:spcBef>
                <a:spcPct val="34000"/>
              </a:spcBef>
              <a:spcAft>
                <a:spcPct val="0"/>
              </a:spcAft>
              <a:buClrTx/>
              <a:buSzTx/>
              <a:buFontTx/>
              <a:buChar char="•"/>
              <a:tabLst/>
              <a:defRPr/>
            </a:pPr>
            <a:r>
              <a:rPr kumimoji="0" lang="en-US" altLang="vi-VN" sz="3200" b="0" i="0" u="none" strike="noStrike" kern="1200" cap="none" spc="0" normalizeH="0" baseline="0" noProof="0">
                <a:ln>
                  <a:noFill/>
                </a:ln>
                <a:solidFill>
                  <a:srgbClr val="000000"/>
                </a:solidFill>
                <a:effectLst/>
                <a:uLnTx/>
                <a:uFillTx/>
                <a:latin typeface="Times New Roman"/>
                <a:ea typeface="+mn-ea"/>
                <a:cs typeface="+mn-cs"/>
              </a:rPr>
              <a:t>3) feedback control, and </a:t>
            </a:r>
          </a:p>
          <a:p>
            <a:pPr marL="342900" marR="0" lvl="0" indent="-342900" algn="l" defTabSz="912813" rtl="0" eaLnBrk="1" fontAlgn="base" latinLnBrk="0" hangingPunct="1">
              <a:lnSpc>
                <a:spcPct val="102000"/>
              </a:lnSpc>
              <a:spcBef>
                <a:spcPct val="34000"/>
              </a:spcBef>
              <a:spcAft>
                <a:spcPct val="0"/>
              </a:spcAft>
              <a:buClrTx/>
              <a:buSzTx/>
              <a:buFontTx/>
              <a:buChar char="•"/>
              <a:tabLst/>
              <a:defRPr/>
            </a:pPr>
            <a:r>
              <a:rPr kumimoji="0" lang="en-US" altLang="vi-VN" sz="3200" b="0" i="0" u="none" strike="noStrike" kern="1200" cap="none" spc="0" normalizeH="0" baseline="0" noProof="0">
                <a:ln>
                  <a:noFill/>
                </a:ln>
                <a:solidFill>
                  <a:srgbClr val="000000"/>
                </a:solidFill>
                <a:effectLst/>
                <a:uLnTx/>
                <a:uFillTx/>
                <a:latin typeface="Times New Roman"/>
                <a:ea typeface="+mn-ea"/>
                <a:cs typeface="+mn-cs"/>
              </a:rPr>
              <a:t>4) motion control. </a:t>
            </a:r>
            <a:endParaRPr kumimoji="0" lang="en-US" altLang="vi-VN" sz="3200" b="0" i="0" u="none" strike="noStrike" kern="1200" cap="none" spc="0" normalizeH="0" baseline="0" noProof="0" dirty="0">
              <a:ln>
                <a:noFill/>
              </a:ln>
              <a:solidFill>
                <a:srgbClr val="000000"/>
              </a:solidFill>
              <a:effectLst/>
              <a:uLnTx/>
              <a:uFillTx/>
              <a:latin typeface="Times New Roman"/>
              <a:ea typeface="+mn-ea"/>
              <a:cs typeface="+mn-c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8" name="Rectangle 4">
            <a:extLst>
              <a:ext uri="{FF2B5EF4-FFF2-40B4-BE49-F238E27FC236}">
                <a16:creationId xmlns:a16="http://schemas.microsoft.com/office/drawing/2014/main" id="{A677D058-E9F5-4898-9D00-1224CA7094AA}"/>
              </a:ext>
            </a:extLst>
          </p:cNvPr>
          <p:cNvSpPr>
            <a:spLocks noChangeArrowheads="1"/>
          </p:cNvSpPr>
          <p:nvPr/>
        </p:nvSpPr>
        <p:spPr bwMode="auto">
          <a:xfrm>
            <a:off x="3025082" y="118025"/>
            <a:ext cx="6880917" cy="411163"/>
          </a:xfrm>
          <a:prstGeom prst="rect">
            <a:avLst/>
          </a:prstGeom>
          <a:solidFill>
            <a:schemeClr val="accent1">
              <a:lumMod val="40000"/>
              <a:lumOff val="60000"/>
            </a:schemeClr>
          </a:solidFill>
          <a:ln>
            <a:noFill/>
          </a:ln>
          <a:effectLst/>
        </p:spPr>
        <p:txBody>
          <a:bodyPr anchor="ctr"/>
          <a:lstStyle>
            <a:lvl1pPr>
              <a:defRPr sz="3800">
                <a:solidFill>
                  <a:schemeClr val="tx2"/>
                </a:solidFill>
                <a:latin typeface="Arial" panose="020B0604020202020204" pitchFamily="34" charset="0"/>
              </a:defRPr>
            </a:lvl1pPr>
            <a:lvl2pPr>
              <a:defRPr sz="3800">
                <a:solidFill>
                  <a:schemeClr val="tx2"/>
                </a:solidFill>
                <a:latin typeface="Arial" panose="020B0604020202020204" pitchFamily="34" charset="0"/>
              </a:defRPr>
            </a:lvl2pPr>
            <a:lvl3pPr>
              <a:defRPr sz="3800">
                <a:solidFill>
                  <a:schemeClr val="tx2"/>
                </a:solidFill>
                <a:latin typeface="Arial" panose="020B0604020202020204" pitchFamily="34" charset="0"/>
              </a:defRPr>
            </a:lvl3pPr>
            <a:lvl4pPr>
              <a:defRPr sz="3800">
                <a:solidFill>
                  <a:schemeClr val="tx2"/>
                </a:solidFill>
                <a:latin typeface="Arial" panose="020B0604020202020204" pitchFamily="34" charset="0"/>
              </a:defRPr>
            </a:lvl4pPr>
            <a:lvl5pPr>
              <a:defRPr sz="3800">
                <a:solidFill>
                  <a:schemeClr val="tx2"/>
                </a:solidFill>
                <a:latin typeface="Arial" panose="020B0604020202020204" pitchFamily="34" charset="0"/>
              </a:defRPr>
            </a:lvl5pPr>
            <a:lvl6pPr marL="457200" fontAlgn="base">
              <a:spcBef>
                <a:spcPct val="0"/>
              </a:spcBef>
              <a:spcAft>
                <a:spcPct val="0"/>
              </a:spcAft>
              <a:defRPr sz="3800">
                <a:solidFill>
                  <a:schemeClr val="tx2"/>
                </a:solidFill>
                <a:latin typeface="Arial" panose="020B0604020202020204" pitchFamily="34" charset="0"/>
              </a:defRPr>
            </a:lvl6pPr>
            <a:lvl7pPr marL="914400" fontAlgn="base">
              <a:spcBef>
                <a:spcPct val="0"/>
              </a:spcBef>
              <a:spcAft>
                <a:spcPct val="0"/>
              </a:spcAft>
              <a:defRPr sz="3800">
                <a:solidFill>
                  <a:schemeClr val="tx2"/>
                </a:solidFill>
                <a:latin typeface="Arial" panose="020B0604020202020204" pitchFamily="34" charset="0"/>
              </a:defRPr>
            </a:lvl7pPr>
            <a:lvl8pPr marL="1371600" fontAlgn="base">
              <a:spcBef>
                <a:spcPct val="0"/>
              </a:spcBef>
              <a:spcAft>
                <a:spcPct val="0"/>
              </a:spcAft>
              <a:defRPr sz="3800">
                <a:solidFill>
                  <a:schemeClr val="tx2"/>
                </a:solidFill>
                <a:latin typeface="Arial" panose="020B0604020202020204" pitchFamily="34" charset="0"/>
              </a:defRPr>
            </a:lvl8pPr>
            <a:lvl9pPr marL="1828800" fontAlgn="base">
              <a:spcBef>
                <a:spcPct val="0"/>
              </a:spcBef>
              <a:spcAft>
                <a:spcPct val="0"/>
              </a:spcAft>
              <a:defRPr sz="3800">
                <a:solidFill>
                  <a:schemeClr val="tx2"/>
                </a:solidFill>
                <a:latin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vi-VN" sz="2400" b="1" i="0" u="none" strike="noStrike" kern="1200" cap="none" spc="0" normalizeH="0" baseline="0" noProof="0">
                <a:ln>
                  <a:noFill/>
                </a:ln>
                <a:solidFill>
                  <a:srgbClr val="44546A"/>
                </a:solidFill>
                <a:effectLst/>
                <a:uLnTx/>
                <a:uFillTx/>
                <a:latin typeface="Times New Roman" panose="02020603050405020304" pitchFamily="18" charset="0"/>
                <a:ea typeface="+mn-ea"/>
                <a:cs typeface="Times New Roman" panose="02020603050405020304" pitchFamily="18" charset="0"/>
              </a:rPr>
              <a:t>3.1.1      FUNCTION OF EACH BLOCK:</a:t>
            </a:r>
          </a:p>
        </p:txBody>
      </p:sp>
      <p:pic>
        <p:nvPicPr>
          <p:cNvPr id="5" name="Picture 4">
            <a:extLst>
              <a:ext uri="{FF2B5EF4-FFF2-40B4-BE49-F238E27FC236}">
                <a16:creationId xmlns:a16="http://schemas.microsoft.com/office/drawing/2014/main" id="{C7694FDF-3709-4278-A823-58C9BE9F57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001" y="50721"/>
            <a:ext cx="2851037" cy="869371"/>
          </a:xfrm>
          <a:prstGeom prst="rect">
            <a:avLst/>
          </a:prstGeom>
        </p:spPr>
      </p:pic>
      <p:sp>
        <p:nvSpPr>
          <p:cNvPr id="6" name="Rectangle: Rounded Corners 5">
            <a:extLst>
              <a:ext uri="{FF2B5EF4-FFF2-40B4-BE49-F238E27FC236}">
                <a16:creationId xmlns:a16="http://schemas.microsoft.com/office/drawing/2014/main" id="{DBC2DDFF-A3F6-491E-938C-3EBF58C7F4FC}"/>
              </a:ext>
            </a:extLst>
          </p:cNvPr>
          <p:cNvSpPr/>
          <p:nvPr/>
        </p:nvSpPr>
        <p:spPr>
          <a:xfrm>
            <a:off x="55002" y="6435176"/>
            <a:ext cx="12079705" cy="323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 PLC Programming                      1. AN INTRODUCTION TO PROGRAMABLE LOGIC CONTROLLERS</a:t>
            </a:r>
            <a:endParaRPr kumimoji="0" lang="vi-VN" sz="1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7" name="Slide Number Placeholder 6">
            <a:extLst>
              <a:ext uri="{FF2B5EF4-FFF2-40B4-BE49-F238E27FC236}">
                <a16:creationId xmlns:a16="http://schemas.microsoft.com/office/drawing/2014/main" id="{79F1F0E7-BAC6-4B7F-9FE9-102D3EF2910C}"/>
              </a:ext>
            </a:extLst>
          </p:cNvPr>
          <p:cNvSpPr>
            <a:spLocks noGrp="1"/>
          </p:cNvSpPr>
          <p:nvPr>
            <p:ph type="sldNum" sz="quarter" idx="12"/>
          </p:nvPr>
        </p:nvSpPr>
        <p:spPr>
          <a:xfrm>
            <a:off x="9049011" y="6435176"/>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922E462-5D99-474A-8333-BF14A8734AA9}" type="slidenum">
              <a:rPr kumimoji="0" lang="vi-VN" sz="1400" b="0" i="0" u="none" strike="noStrike" kern="1200" cap="none" spc="0" normalizeH="0" baseline="0" noProof="0" smtClean="0">
                <a:ln>
                  <a:noFill/>
                </a:ln>
                <a:solidFill>
                  <a:prstClr val="white"/>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vi-VN" sz="14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13" name="Rectangle 1027">
            <a:extLst>
              <a:ext uri="{FF2B5EF4-FFF2-40B4-BE49-F238E27FC236}">
                <a16:creationId xmlns:a16="http://schemas.microsoft.com/office/drawing/2014/main" id="{26068E75-7B9C-43BA-B271-7BC471F27866}"/>
              </a:ext>
            </a:extLst>
          </p:cNvPr>
          <p:cNvSpPr txBox="1">
            <a:spLocks noChangeArrowheads="1"/>
          </p:cNvSpPr>
          <p:nvPr/>
        </p:nvSpPr>
        <p:spPr>
          <a:xfrm>
            <a:off x="685800" y="1981200"/>
            <a:ext cx="7772400" cy="4114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altLang="vi-VN" sz="2800" b="0" i="0" u="none" strike="noStrike" kern="1200" cap="none" spc="0" normalizeH="0" baseline="0" noProof="0">
                <a:ln>
                  <a:noFill/>
                </a:ln>
                <a:solidFill>
                  <a:prstClr val="black"/>
                </a:solidFill>
                <a:effectLst/>
                <a:uLnTx/>
                <a:uFillTx/>
                <a:latin typeface="Calibri" panose="020F0502020204030204"/>
                <a:ea typeface="+mn-ea"/>
                <a:cs typeface="+mn-cs"/>
              </a:rPr>
              <a:t>To define the basic components of a PLC</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altLang="vi-VN" sz="2800" b="0" i="0" u="none" strike="noStrike" kern="1200" cap="none" spc="0" normalizeH="0" baseline="0" noProof="0">
                <a:ln>
                  <a:noFill/>
                </a:ln>
                <a:solidFill>
                  <a:prstClr val="black"/>
                </a:solidFill>
                <a:effectLst/>
                <a:uLnTx/>
                <a:uFillTx/>
                <a:latin typeface="Calibri" panose="020F0502020204030204"/>
                <a:ea typeface="+mn-ea"/>
                <a:cs typeface="+mn-cs"/>
              </a:rPr>
              <a:t>To apply PLC based control to a manufacturing system</a:t>
            </a:r>
            <a:endParaRPr kumimoji="0" lang="en-US" altLang="vi-VN" sz="2800" b="1" i="0" u="none" strike="noStrike" kern="1200" cap="none" spc="0" normalizeH="0" baseline="0" noProof="0">
              <a:ln>
                <a:noFill/>
              </a:ln>
              <a:solidFill>
                <a:prstClr val="black"/>
              </a:solidFill>
              <a:effectLst/>
              <a:uLnTx/>
              <a:uFillTx/>
              <a:latin typeface="Calibri" panose="020F0502020204030204"/>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altLang="vi-VN" sz="2800" b="0" i="0" u="none" strike="noStrike" kern="1200" cap="none" spc="0" normalizeH="0" baseline="0" noProof="0">
                <a:ln>
                  <a:noFill/>
                </a:ln>
                <a:solidFill>
                  <a:prstClr val="black"/>
                </a:solidFill>
                <a:effectLst/>
                <a:uLnTx/>
                <a:uFillTx/>
                <a:latin typeface="Calibri" panose="020F0502020204030204"/>
                <a:ea typeface="+mn-ea"/>
                <a:cs typeface="+mn-cs"/>
              </a:rPr>
              <a:t>To be identify instrumentation required to implement a PLC control system</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altLang="vi-VN" sz="2800" b="0" i="0" u="none" strike="noStrike" kern="1200" cap="none" spc="0" normalizeH="0" baseline="0" noProof="0">
                <a:ln>
                  <a:noFill/>
                </a:ln>
                <a:solidFill>
                  <a:srgbClr val="CC3300"/>
                </a:solidFill>
                <a:effectLst/>
                <a:uLnTx/>
                <a:uFillTx/>
                <a:latin typeface="Calibri" panose="020F0502020204030204"/>
                <a:ea typeface="+mn-ea"/>
                <a:cs typeface="+mn-cs"/>
              </a:rPr>
              <a:t>To program a PLC</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altLang="vi-VN" sz="2800" b="0" i="0" u="none" strike="noStrike" kern="1200" cap="none" spc="0" normalizeH="0" baseline="0" noProof="0">
                <a:ln>
                  <a:noFill/>
                </a:ln>
                <a:solidFill>
                  <a:srgbClr val="ED7D31"/>
                </a:solidFill>
                <a:effectLst/>
                <a:uLnTx/>
                <a:uFillTx/>
                <a:latin typeface="Calibri" panose="020F0502020204030204"/>
                <a:ea typeface="+mn-ea"/>
                <a:cs typeface="+mn-cs"/>
              </a:rPr>
              <a:t>To implement a PLC control program and hardware</a:t>
            </a:r>
            <a:endParaRPr kumimoji="0" lang="en-US" altLang="vi-VN" sz="2800" b="0" i="0" u="none" strike="noStrike" kern="1200" cap="none" spc="0" normalizeH="0" baseline="0" noProof="0" dirty="0">
              <a:ln>
                <a:noFill/>
              </a:ln>
              <a:solidFill>
                <a:srgbClr val="ED7D31"/>
              </a:solidFill>
              <a:effectLst/>
              <a:uLnTx/>
              <a:uFillTx/>
              <a:latin typeface="Calibri" panose="020F0502020204030204"/>
              <a:ea typeface="+mn-ea"/>
              <a:cs typeface="+mn-cs"/>
            </a:endParaRPr>
          </a:p>
        </p:txBody>
      </p:sp>
      <p:sp>
        <p:nvSpPr>
          <p:cNvPr id="14" name="Rectangle 1026">
            <a:extLst>
              <a:ext uri="{FF2B5EF4-FFF2-40B4-BE49-F238E27FC236}">
                <a16:creationId xmlns:a16="http://schemas.microsoft.com/office/drawing/2014/main" id="{E92EA4D5-D8C7-4E97-943D-5B29A7BAE836}"/>
              </a:ext>
            </a:extLst>
          </p:cNvPr>
          <p:cNvSpPr>
            <a:spLocks noGrp="1" noChangeArrowheads="1"/>
          </p:cNvSpPr>
          <p:nvPr>
            <p:ph type="title"/>
          </p:nvPr>
        </p:nvSpPr>
        <p:spPr>
          <a:xfrm>
            <a:off x="3441526" y="880890"/>
            <a:ext cx="7772400" cy="1143000"/>
          </a:xfrm>
        </p:spPr>
        <p:txBody>
          <a:bodyPr/>
          <a:lstStyle/>
          <a:p>
            <a:r>
              <a:rPr lang="en-US" altLang="vi-VN" dirty="0"/>
              <a:t>Objectives</a:t>
            </a:r>
          </a:p>
        </p:txBody>
      </p:sp>
    </p:spTree>
    <p:extLst>
      <p:ext uri="{BB962C8B-B14F-4D97-AF65-F5344CB8AC3E}">
        <p14:creationId xmlns:p14="http://schemas.microsoft.com/office/powerpoint/2010/main" val="2783518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 calcmode="lin" valueType="num">
                                      <p:cBhvr additive="base">
                                        <p:cTn id="7" dur="500" fill="hold"/>
                                        <p:tgtEl>
                                          <p:spTgt spid="1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 fill="hold" grpId="0" nodeType="clickEffect">
                                  <p:stCondLst>
                                    <p:cond delay="0"/>
                                  </p:stCondLst>
                                  <p:childTnLst>
                                    <p:set>
                                      <p:cBhvr>
                                        <p:cTn id="12" dur="1" fill="hold">
                                          <p:stCondLst>
                                            <p:cond delay="0"/>
                                          </p:stCondLst>
                                        </p:cTn>
                                        <p:tgtEl>
                                          <p:spTgt spid="13">
                                            <p:txEl>
                                              <p:pRg st="1" end="1"/>
                                            </p:txEl>
                                          </p:spTgt>
                                        </p:tgtEl>
                                        <p:attrNameLst>
                                          <p:attrName>style.visibility</p:attrName>
                                        </p:attrNameLst>
                                      </p:cBhvr>
                                      <p:to>
                                        <p:strVal val="visible"/>
                                      </p:to>
                                    </p:set>
                                    <p:anim calcmode="lin" valueType="num">
                                      <p:cBhvr additive="base">
                                        <p:cTn id="13" dur="500" fill="hold"/>
                                        <p:tgtEl>
                                          <p:spTgt spid="1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
                                            <p:txEl>
                                              <p:pRg st="1" end="1"/>
                                            </p:txEl>
                                          </p:spTgt>
                                        </p:tgtEl>
                                        <p:attrNameLst>
                                          <p:attrName>ppt_y</p:attrName>
                                        </p:attrNameLst>
                                      </p:cBhvr>
                                      <p:tavLst>
                                        <p:tav tm="0">
                                          <p:val>
                                            <p:strVal val="0-#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1" fill="hold" grpId="0" nodeType="clickEffect">
                                  <p:stCondLst>
                                    <p:cond delay="0"/>
                                  </p:stCondLst>
                                  <p:childTnLst>
                                    <p:set>
                                      <p:cBhvr>
                                        <p:cTn id="18" dur="1" fill="hold">
                                          <p:stCondLst>
                                            <p:cond delay="0"/>
                                          </p:stCondLst>
                                        </p:cTn>
                                        <p:tgtEl>
                                          <p:spTgt spid="13">
                                            <p:txEl>
                                              <p:pRg st="2" end="2"/>
                                            </p:txEl>
                                          </p:spTgt>
                                        </p:tgtEl>
                                        <p:attrNameLst>
                                          <p:attrName>style.visibility</p:attrName>
                                        </p:attrNameLst>
                                      </p:cBhvr>
                                      <p:to>
                                        <p:strVal val="visible"/>
                                      </p:to>
                                    </p:set>
                                    <p:anim calcmode="lin" valueType="num">
                                      <p:cBhvr additive="base">
                                        <p:cTn id="19" dur="500" fill="hold"/>
                                        <p:tgtEl>
                                          <p:spTgt spid="1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3">
                                            <p:txEl>
                                              <p:pRg st="2" end="2"/>
                                            </p:txEl>
                                          </p:spTgt>
                                        </p:tgtEl>
                                        <p:attrNameLst>
                                          <p:attrName>ppt_y</p:attrName>
                                        </p:attrNameLst>
                                      </p:cBhvr>
                                      <p:tavLst>
                                        <p:tav tm="0">
                                          <p:val>
                                            <p:strVal val="0-#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1" fill="hold" grpId="0" nodeType="clickEffect">
                                  <p:stCondLst>
                                    <p:cond delay="0"/>
                                  </p:stCondLst>
                                  <p:childTnLst>
                                    <p:set>
                                      <p:cBhvr>
                                        <p:cTn id="24" dur="1" fill="hold">
                                          <p:stCondLst>
                                            <p:cond delay="0"/>
                                          </p:stCondLst>
                                        </p:cTn>
                                        <p:tgtEl>
                                          <p:spTgt spid="13">
                                            <p:txEl>
                                              <p:pRg st="3" end="3"/>
                                            </p:txEl>
                                          </p:spTgt>
                                        </p:tgtEl>
                                        <p:attrNameLst>
                                          <p:attrName>style.visibility</p:attrName>
                                        </p:attrNameLst>
                                      </p:cBhvr>
                                      <p:to>
                                        <p:strVal val="visible"/>
                                      </p:to>
                                    </p:set>
                                    <p:anim calcmode="lin" valueType="num">
                                      <p:cBhvr additive="base">
                                        <p:cTn id="25" dur="500" fill="hold"/>
                                        <p:tgtEl>
                                          <p:spTgt spid="1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3">
                                            <p:txEl>
                                              <p:pRg st="3" end="3"/>
                                            </p:txEl>
                                          </p:spTgt>
                                        </p:tgtEl>
                                        <p:attrNameLst>
                                          <p:attrName>ppt_y</p:attrName>
                                        </p:attrNameLst>
                                      </p:cBhvr>
                                      <p:tavLst>
                                        <p:tav tm="0">
                                          <p:val>
                                            <p:strVal val="0-#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1" fill="hold" grpId="0" nodeType="clickEffect">
                                  <p:stCondLst>
                                    <p:cond delay="0"/>
                                  </p:stCondLst>
                                  <p:childTnLst>
                                    <p:set>
                                      <p:cBhvr>
                                        <p:cTn id="30" dur="1" fill="hold">
                                          <p:stCondLst>
                                            <p:cond delay="0"/>
                                          </p:stCondLst>
                                        </p:cTn>
                                        <p:tgtEl>
                                          <p:spTgt spid="13">
                                            <p:txEl>
                                              <p:pRg st="4" end="4"/>
                                            </p:txEl>
                                          </p:spTgt>
                                        </p:tgtEl>
                                        <p:attrNameLst>
                                          <p:attrName>style.visibility</p:attrName>
                                        </p:attrNameLst>
                                      </p:cBhvr>
                                      <p:to>
                                        <p:strVal val="visible"/>
                                      </p:to>
                                    </p:set>
                                    <p:anim calcmode="lin" valueType="num">
                                      <p:cBhvr additive="base">
                                        <p:cTn id="31" dur="500" fill="hold"/>
                                        <p:tgtEl>
                                          <p:spTgt spid="1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3">
                                            <p:txEl>
                                              <p:pRg st="4" end="4"/>
                                            </p:txEl>
                                          </p:spTgt>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4E2555F-1050-48FA-A2D3-FAB84977DC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001" y="50721"/>
            <a:ext cx="2851037" cy="869371"/>
          </a:xfrm>
          <a:prstGeom prst="rect">
            <a:avLst/>
          </a:prstGeom>
        </p:spPr>
      </p:pic>
      <p:sp>
        <p:nvSpPr>
          <p:cNvPr id="4" name="Rectangle: Rounded Corners 3">
            <a:extLst>
              <a:ext uri="{FF2B5EF4-FFF2-40B4-BE49-F238E27FC236}">
                <a16:creationId xmlns:a16="http://schemas.microsoft.com/office/drawing/2014/main" id="{1B433518-4998-427C-9D1F-6EF23A2E1271}"/>
              </a:ext>
            </a:extLst>
          </p:cNvPr>
          <p:cNvSpPr/>
          <p:nvPr/>
        </p:nvSpPr>
        <p:spPr>
          <a:xfrm>
            <a:off x="55002" y="6435176"/>
            <a:ext cx="12079705" cy="323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dirty="0">
                <a:solidFill>
                  <a:schemeClr val="bg1"/>
                </a:solidFill>
                <a:latin typeface="Times New Roman" panose="02020603050405020304" pitchFamily="18" charset="0"/>
                <a:cs typeface="Times New Roman" panose="02020603050405020304" pitchFamily="18" charset="0"/>
              </a:rPr>
              <a:t> PLC Programming                      1. AN INTRODUCTION TO PROGRAMABLE LOGIC CONTROLLERS</a:t>
            </a:r>
            <a:endParaRPr lang="vi-VN" sz="1800" dirty="0">
              <a:solidFill>
                <a:schemeClr val="bg1"/>
              </a:solidFill>
              <a:latin typeface="Times New Roman" panose="02020603050405020304" pitchFamily="18" charset="0"/>
              <a:cs typeface="Times New Roman" panose="02020603050405020304" pitchFamily="18" charset="0"/>
            </a:endParaRPr>
          </a:p>
        </p:txBody>
      </p:sp>
      <p:sp>
        <p:nvSpPr>
          <p:cNvPr id="5" name="Slide Number Placeholder 6">
            <a:extLst>
              <a:ext uri="{FF2B5EF4-FFF2-40B4-BE49-F238E27FC236}">
                <a16:creationId xmlns:a16="http://schemas.microsoft.com/office/drawing/2014/main" id="{4955B9B0-CE81-4C3C-8672-D89C82D88736}"/>
              </a:ext>
            </a:extLst>
          </p:cNvPr>
          <p:cNvSpPr>
            <a:spLocks noGrp="1"/>
          </p:cNvSpPr>
          <p:nvPr>
            <p:ph type="sldNum" sz="quarter" idx="12"/>
          </p:nvPr>
        </p:nvSpPr>
        <p:spPr>
          <a:xfrm>
            <a:off x="9049011" y="6435176"/>
            <a:ext cx="2743200" cy="365125"/>
          </a:xfrm>
        </p:spPr>
        <p:txBody>
          <a:bodyPr/>
          <a:lstStyle/>
          <a:p>
            <a:fld id="{7922E462-5D99-474A-8333-BF14A8734AA9}" type="slidenum">
              <a:rPr lang="vi-VN" sz="1400" smtClean="0">
                <a:solidFill>
                  <a:schemeClr val="bg1"/>
                </a:solidFill>
                <a:latin typeface="Times New Roman" panose="02020603050405020304" pitchFamily="18" charset="0"/>
                <a:cs typeface="Times New Roman" panose="02020603050405020304" pitchFamily="18" charset="0"/>
              </a:rPr>
              <a:t>28</a:t>
            </a:fld>
            <a:endParaRPr lang="vi-VN" sz="1400" dirty="0">
              <a:solidFill>
                <a:schemeClr val="bg1"/>
              </a:solidFill>
              <a:latin typeface="Times New Roman" panose="02020603050405020304" pitchFamily="18" charset="0"/>
              <a:cs typeface="Times New Roman" panose="02020603050405020304" pitchFamily="18" charset="0"/>
            </a:endParaRPr>
          </a:p>
        </p:txBody>
      </p:sp>
      <p:sp>
        <p:nvSpPr>
          <p:cNvPr id="8" name="Rectangle 3">
            <a:extLst>
              <a:ext uri="{FF2B5EF4-FFF2-40B4-BE49-F238E27FC236}">
                <a16:creationId xmlns:a16="http://schemas.microsoft.com/office/drawing/2014/main" id="{45D48892-EAEB-48E4-802A-B1802986F875}"/>
              </a:ext>
            </a:extLst>
          </p:cNvPr>
          <p:cNvSpPr txBox="1">
            <a:spLocks noChangeArrowheads="1"/>
          </p:cNvSpPr>
          <p:nvPr/>
        </p:nvSpPr>
        <p:spPr bwMode="auto">
          <a:xfrm>
            <a:off x="2407716" y="1664004"/>
            <a:ext cx="6397625" cy="4338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3595" tIns="25438" rIns="63595" bIns="25438" numCol="1" anchor="t" anchorCtr="0" compatLnSpc="1">
            <a:prstTxWarp prst="textNoShape">
              <a:avLst/>
            </a:prstTxWarp>
            <a:spAutoFit/>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2813" rtl="0" eaLnBrk="1" fontAlgn="base" latinLnBrk="0" hangingPunct="1">
              <a:lnSpc>
                <a:spcPct val="91000"/>
              </a:lnSpc>
              <a:spcBef>
                <a:spcPct val="46000"/>
              </a:spcBef>
              <a:spcAft>
                <a:spcPct val="0"/>
              </a:spcAft>
              <a:buClrTx/>
              <a:buSzTx/>
              <a:buFontTx/>
              <a:buNone/>
              <a:tabLst/>
              <a:defRPr/>
            </a:pPr>
            <a:r>
              <a:rPr kumimoji="0" lang="en-US" altLang="vi-VN" sz="2800" b="0" i="0" u="none" strike="noStrike" kern="1200" cap="none" spc="0" normalizeH="0" baseline="0" noProof="0">
                <a:ln>
                  <a:noFill/>
                </a:ln>
                <a:solidFill>
                  <a:srgbClr val="000000"/>
                </a:solidFill>
                <a:effectLst/>
                <a:uLnTx/>
                <a:uFillTx/>
                <a:latin typeface="Times New Roman"/>
                <a:ea typeface="+mn-ea"/>
                <a:cs typeface="+mn-cs"/>
              </a:rPr>
              <a:t>1) mechanical control - cam, governor, etc.,</a:t>
            </a:r>
          </a:p>
          <a:p>
            <a:pPr marL="342900" marR="0" lvl="0" indent="-342900" algn="l" defTabSz="912813" rtl="0" eaLnBrk="1" fontAlgn="base" latinLnBrk="0" hangingPunct="1">
              <a:lnSpc>
                <a:spcPct val="91000"/>
              </a:lnSpc>
              <a:spcBef>
                <a:spcPct val="46000"/>
              </a:spcBef>
              <a:spcAft>
                <a:spcPct val="0"/>
              </a:spcAft>
              <a:buClrTx/>
              <a:buSzTx/>
              <a:buFontTx/>
              <a:buNone/>
              <a:tabLst/>
              <a:defRPr/>
            </a:pPr>
            <a:r>
              <a:rPr kumimoji="0" lang="en-US" altLang="vi-VN" sz="2800" b="0" i="0" u="none" strike="noStrike" kern="1200" cap="none" spc="0" normalizeH="0" baseline="0" noProof="0">
                <a:ln>
                  <a:noFill/>
                </a:ln>
                <a:solidFill>
                  <a:srgbClr val="000000"/>
                </a:solidFill>
                <a:effectLst/>
                <a:uLnTx/>
                <a:uFillTx/>
                <a:latin typeface="Times New Roman"/>
                <a:ea typeface="+mn-ea"/>
                <a:cs typeface="+mn-cs"/>
              </a:rPr>
              <a:t>2) pneumatic control - compressed air, valves, etc.</a:t>
            </a:r>
          </a:p>
          <a:p>
            <a:pPr marL="342900" marR="0" lvl="0" indent="-342900" algn="l" defTabSz="912813" rtl="0" eaLnBrk="1" fontAlgn="base" latinLnBrk="0" hangingPunct="1">
              <a:lnSpc>
                <a:spcPct val="91000"/>
              </a:lnSpc>
              <a:spcBef>
                <a:spcPct val="46000"/>
              </a:spcBef>
              <a:spcAft>
                <a:spcPct val="0"/>
              </a:spcAft>
              <a:buClrTx/>
              <a:buSzTx/>
              <a:buFontTx/>
              <a:buNone/>
              <a:tabLst/>
              <a:defRPr/>
            </a:pPr>
            <a:r>
              <a:rPr kumimoji="0" lang="en-US" altLang="vi-VN" sz="2800" b="0" i="0" u="none" strike="noStrike" kern="1200" cap="none" spc="0" normalizeH="0" baseline="0" noProof="0">
                <a:ln>
                  <a:noFill/>
                </a:ln>
                <a:solidFill>
                  <a:srgbClr val="000000"/>
                </a:solidFill>
                <a:effectLst/>
                <a:uLnTx/>
                <a:uFillTx/>
                <a:latin typeface="Times New Roman"/>
                <a:ea typeface="+mn-ea"/>
                <a:cs typeface="+mn-cs"/>
              </a:rPr>
              <a:t>3) electromechanical control - switches, relays, a timer, counters, etc,</a:t>
            </a:r>
          </a:p>
          <a:p>
            <a:pPr marL="342900" marR="0" lvl="0" indent="-342900" algn="l" defTabSz="912813" rtl="0" eaLnBrk="1" fontAlgn="base" latinLnBrk="0" hangingPunct="1">
              <a:lnSpc>
                <a:spcPct val="91000"/>
              </a:lnSpc>
              <a:spcBef>
                <a:spcPct val="46000"/>
              </a:spcBef>
              <a:spcAft>
                <a:spcPct val="0"/>
              </a:spcAft>
              <a:buClrTx/>
              <a:buSzTx/>
              <a:buFontTx/>
              <a:buNone/>
              <a:tabLst/>
              <a:defRPr/>
            </a:pPr>
            <a:r>
              <a:rPr kumimoji="0" lang="en-US" altLang="vi-VN" sz="2800" b="0" i="0" u="none" strike="noStrike" kern="1200" cap="none" spc="0" normalizeH="0" baseline="0" noProof="0">
                <a:ln>
                  <a:noFill/>
                </a:ln>
                <a:solidFill>
                  <a:srgbClr val="000000"/>
                </a:solidFill>
                <a:effectLst/>
                <a:uLnTx/>
                <a:uFillTx/>
                <a:latin typeface="Times New Roman"/>
                <a:ea typeface="+mn-ea"/>
                <a:cs typeface="+mn-cs"/>
              </a:rPr>
              <a:t>4) electronics control - similar to electromechanical control, except uses electronic switches.</a:t>
            </a:r>
          </a:p>
          <a:p>
            <a:pPr marL="342900" marR="0" lvl="0" indent="-342900" algn="l" defTabSz="912813" rtl="0" eaLnBrk="1" fontAlgn="base" latinLnBrk="0" hangingPunct="1">
              <a:lnSpc>
                <a:spcPct val="91000"/>
              </a:lnSpc>
              <a:spcBef>
                <a:spcPct val="46000"/>
              </a:spcBef>
              <a:spcAft>
                <a:spcPct val="0"/>
              </a:spcAft>
              <a:buClrTx/>
              <a:buSzTx/>
              <a:buFontTx/>
              <a:buNone/>
              <a:tabLst/>
              <a:defRPr/>
            </a:pPr>
            <a:r>
              <a:rPr kumimoji="0" lang="en-US" altLang="vi-VN" sz="2800" b="0" i="0" u="none" strike="noStrike" kern="1200" cap="none" spc="0" normalizeH="0" baseline="0" noProof="0">
                <a:ln>
                  <a:noFill/>
                </a:ln>
                <a:solidFill>
                  <a:srgbClr val="000000"/>
                </a:solidFill>
                <a:effectLst/>
                <a:uLnTx/>
                <a:uFillTx/>
                <a:latin typeface="Times New Roman"/>
                <a:ea typeface="+mn-ea"/>
                <a:cs typeface="+mn-cs"/>
              </a:rPr>
              <a:t>5) computer control.</a:t>
            </a:r>
            <a:endParaRPr kumimoji="0" lang="en-US" altLang="vi-VN" sz="2800" b="0" i="0" u="none" strike="noStrike" kern="1200" cap="none" spc="0" normalizeH="0" baseline="0" noProof="0" dirty="0">
              <a:ln>
                <a:noFill/>
              </a:ln>
              <a:solidFill>
                <a:srgbClr val="000000"/>
              </a:solidFill>
              <a:effectLst/>
              <a:uLnTx/>
              <a:uFillTx/>
              <a:latin typeface="Times New Roman"/>
              <a:ea typeface="+mn-ea"/>
              <a:cs typeface="+mn-cs"/>
            </a:endParaRPr>
          </a:p>
        </p:txBody>
      </p:sp>
      <p:sp>
        <p:nvSpPr>
          <p:cNvPr id="9" name="Rectangle 2">
            <a:extLst>
              <a:ext uri="{FF2B5EF4-FFF2-40B4-BE49-F238E27FC236}">
                <a16:creationId xmlns:a16="http://schemas.microsoft.com/office/drawing/2014/main" id="{66049B1A-6FF5-471E-B14A-D65B5AAC42D1}"/>
              </a:ext>
            </a:extLst>
          </p:cNvPr>
          <p:cNvSpPr txBox="1">
            <a:spLocks noChangeArrowheads="1"/>
          </p:cNvSpPr>
          <p:nvPr/>
        </p:nvSpPr>
        <p:spPr bwMode="auto">
          <a:xfrm>
            <a:off x="4212080" y="57699"/>
            <a:ext cx="5054600" cy="72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3595" tIns="25438" rIns="63595" bIns="25438" numCol="1" anchor="t" anchorCtr="0" compatLnSpc="1">
            <a:prstTxWarp prst="textNoShape">
              <a:avLst/>
            </a:prstTxWarp>
            <a:spAutoFit/>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Times New Roman" panose="02020603050405020304" pitchFamily="18" charset="0"/>
              </a:defRPr>
            </a:lvl2pPr>
            <a:lvl3pPr algn="ctr" rtl="0" fontAlgn="base">
              <a:spcBef>
                <a:spcPct val="0"/>
              </a:spcBef>
              <a:spcAft>
                <a:spcPct val="0"/>
              </a:spcAft>
              <a:defRPr sz="4400">
                <a:solidFill>
                  <a:schemeClr val="tx2"/>
                </a:solidFill>
                <a:latin typeface="Times New Roman" panose="02020603050405020304" pitchFamily="18" charset="0"/>
              </a:defRPr>
            </a:lvl3pPr>
            <a:lvl4pPr algn="ctr" rtl="0" fontAlgn="base">
              <a:spcBef>
                <a:spcPct val="0"/>
              </a:spcBef>
              <a:spcAft>
                <a:spcPct val="0"/>
              </a:spcAft>
              <a:defRPr sz="4400">
                <a:solidFill>
                  <a:schemeClr val="tx2"/>
                </a:solidFill>
                <a:latin typeface="Times New Roman" panose="02020603050405020304" pitchFamily="18" charset="0"/>
              </a:defRPr>
            </a:lvl4pPr>
            <a:lvl5pPr algn="ctr" rtl="0" fontAlgn="base">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vi-VN" sz="4400" b="0" i="0" u="none" strike="noStrike" kern="1200" cap="none" spc="0" normalizeH="0" baseline="0" noProof="0">
                <a:ln>
                  <a:noFill/>
                </a:ln>
                <a:solidFill>
                  <a:srgbClr val="000000"/>
                </a:solidFill>
                <a:effectLst/>
                <a:uLnTx/>
                <a:uFillTx/>
                <a:latin typeface="Times New Roman"/>
                <a:ea typeface="+mj-ea"/>
                <a:cs typeface="+mj-cs"/>
              </a:rPr>
              <a:t>CONTROL DEVICES</a:t>
            </a:r>
            <a:endParaRPr kumimoji="0" lang="en-US" altLang="vi-VN" sz="4400" b="0" i="0" u="none" strike="noStrike" kern="1200" cap="none" spc="0" normalizeH="0" baseline="0" noProof="0" dirty="0">
              <a:ln>
                <a:noFill/>
              </a:ln>
              <a:solidFill>
                <a:srgbClr val="000000"/>
              </a:solidFill>
              <a:effectLst/>
              <a:uLnTx/>
              <a:uFillTx/>
              <a:latin typeface="Times New Roman"/>
              <a:ea typeface="+mj-ea"/>
              <a:cs typeface="+mj-cs"/>
            </a:endParaRPr>
          </a:p>
        </p:txBody>
      </p:sp>
    </p:spTree>
    <p:extLst>
      <p:ext uri="{BB962C8B-B14F-4D97-AF65-F5344CB8AC3E}">
        <p14:creationId xmlns:p14="http://schemas.microsoft.com/office/powerpoint/2010/main" val="25824476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34" name="Rectangle 22">
            <a:extLst>
              <a:ext uri="{FF2B5EF4-FFF2-40B4-BE49-F238E27FC236}">
                <a16:creationId xmlns:a16="http://schemas.microsoft.com/office/drawing/2014/main" id="{3AB23BC8-B408-49AD-A481-2AA133D4F097}"/>
              </a:ext>
            </a:extLst>
          </p:cNvPr>
          <p:cNvSpPr>
            <a:spLocks noGrp="1" noChangeArrowheads="1"/>
          </p:cNvSpPr>
          <p:nvPr>
            <p:ph type="title"/>
          </p:nvPr>
        </p:nvSpPr>
        <p:spPr>
          <a:xfrm>
            <a:off x="3066334" y="274638"/>
            <a:ext cx="5696665" cy="411162"/>
          </a:xfrm>
          <a:solidFill>
            <a:schemeClr val="accent1">
              <a:lumMod val="40000"/>
              <a:lumOff val="60000"/>
            </a:schemeClr>
          </a:solidFill>
        </p:spPr>
        <p:txBody>
          <a:bodyPr>
            <a:normAutofit fontScale="90000"/>
          </a:bodyPr>
          <a:lstStyle/>
          <a:p>
            <a:r>
              <a:rPr lang="en-US" altLang="vi-VN" sz="2800" b="1" dirty="0">
                <a:solidFill>
                  <a:srgbClr val="0000FF"/>
                </a:solidFill>
                <a:latin typeface="Bookman Old Style" panose="02050604050505020204" pitchFamily="18" charset="0"/>
              </a:rPr>
              <a:t>INPUT DEVICES:</a:t>
            </a:r>
          </a:p>
        </p:txBody>
      </p:sp>
      <p:grpSp>
        <p:nvGrpSpPr>
          <p:cNvPr id="64615" name="Group 103">
            <a:extLst>
              <a:ext uri="{FF2B5EF4-FFF2-40B4-BE49-F238E27FC236}">
                <a16:creationId xmlns:a16="http://schemas.microsoft.com/office/drawing/2014/main" id="{708532EE-10BA-4E6F-B36C-D20FB3FBABCA}"/>
              </a:ext>
            </a:extLst>
          </p:cNvPr>
          <p:cNvGrpSpPr>
            <a:grpSpLocks/>
          </p:cNvGrpSpPr>
          <p:nvPr/>
        </p:nvGrpSpPr>
        <p:grpSpPr bwMode="auto">
          <a:xfrm>
            <a:off x="2667000" y="1066801"/>
            <a:ext cx="4114800" cy="5567363"/>
            <a:chOff x="144" y="672"/>
            <a:chExt cx="2256" cy="3507"/>
          </a:xfrm>
        </p:grpSpPr>
        <p:sp>
          <p:nvSpPr>
            <p:cNvPr id="64591" name="Rectangle 79">
              <a:extLst>
                <a:ext uri="{FF2B5EF4-FFF2-40B4-BE49-F238E27FC236}">
                  <a16:creationId xmlns:a16="http://schemas.microsoft.com/office/drawing/2014/main" id="{623190A9-0753-43CC-AB41-1A0E6F5E6B0B}"/>
                </a:ext>
              </a:extLst>
            </p:cNvPr>
            <p:cNvSpPr>
              <a:spLocks noChangeArrowheads="1"/>
            </p:cNvSpPr>
            <p:nvPr/>
          </p:nvSpPr>
          <p:spPr bwMode="auto">
            <a:xfrm>
              <a:off x="1152" y="2736"/>
              <a:ext cx="1248" cy="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Font typeface="Wingdings" panose="05000000000000000000" pitchFamily="2" charset="2"/>
                <a:buChar char="l"/>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buChar char="¡"/>
                <a:defRPr sz="2300">
                  <a:solidFill>
                    <a:schemeClr val="tx1"/>
                  </a:solidFill>
                  <a:latin typeface="Arial" panose="020B0604020202020204" pitchFamily="34" charset="0"/>
                </a:defRPr>
              </a:lvl2pPr>
              <a:lvl3pPr>
                <a:spcBef>
                  <a:spcPct val="20000"/>
                </a:spcBef>
                <a:buClr>
                  <a:schemeClr val="accent1"/>
                </a:buClr>
                <a:buFont typeface="Wingdings" panose="05000000000000000000" pitchFamily="2" charset="2"/>
                <a:buChar char="l"/>
                <a:defRPr sz="2100">
                  <a:solidFill>
                    <a:schemeClr val="tx1"/>
                  </a:solidFill>
                  <a:latin typeface="Arial" panose="020B0604020202020204" pitchFamily="34" charset="0"/>
                </a:defRPr>
              </a:lvl3pPr>
              <a:lvl4pPr>
                <a:spcBef>
                  <a:spcPct val="20000"/>
                </a:spcBef>
                <a:buClr>
                  <a:schemeClr val="accent1"/>
                </a:buClr>
                <a:buChar char="•"/>
                <a:defRPr>
                  <a:solidFill>
                    <a:schemeClr val="tx1"/>
                  </a:solidFill>
                  <a:latin typeface="Arial" panose="020B0604020202020204" pitchFamily="34" charset="0"/>
                </a:defRPr>
              </a:lvl4pPr>
              <a:lvl5pPr>
                <a:spcBef>
                  <a:spcPct val="20000"/>
                </a:spcBef>
                <a:buClr>
                  <a:schemeClr val="accent1"/>
                </a:buClr>
                <a:buFont typeface="Wingdings" panose="05000000000000000000" pitchFamily="2" charset="2"/>
                <a:buChar char=""/>
                <a:defRPr>
                  <a:solidFill>
                    <a:schemeClr val="tx1"/>
                  </a:solidFill>
                  <a:latin typeface="Arial" panose="020B0604020202020204" pitchFamily="34" charset="0"/>
                </a:defRPr>
              </a:lvl5pPr>
              <a:lvl6pPr fontAlgn="base">
                <a:spcBef>
                  <a:spcPct val="2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fontAlgn="base">
                <a:spcBef>
                  <a:spcPct val="2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fontAlgn="base">
                <a:spcBef>
                  <a:spcPct val="2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fontAlgn="base">
                <a:spcBef>
                  <a:spcPct val="2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eaLnBrk="1" hangingPunct="1">
                <a:buFont typeface="Wingdings" panose="05000000000000000000" pitchFamily="2" charset="2"/>
                <a:buNone/>
              </a:pPr>
              <a:endParaRPr lang="vi-VN" altLang="vi-VN"/>
            </a:p>
          </p:txBody>
        </p:sp>
        <p:sp>
          <p:nvSpPr>
            <p:cNvPr id="64589" name="Rectangle 77">
              <a:extLst>
                <a:ext uri="{FF2B5EF4-FFF2-40B4-BE49-F238E27FC236}">
                  <a16:creationId xmlns:a16="http://schemas.microsoft.com/office/drawing/2014/main" id="{59DBF6E2-7CE4-4AE8-B760-36698997378D}"/>
                </a:ext>
              </a:extLst>
            </p:cNvPr>
            <p:cNvSpPr>
              <a:spLocks noChangeArrowheads="1"/>
            </p:cNvSpPr>
            <p:nvPr/>
          </p:nvSpPr>
          <p:spPr bwMode="auto">
            <a:xfrm>
              <a:off x="144" y="2736"/>
              <a:ext cx="1008" cy="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Font typeface="Wingdings" panose="05000000000000000000" pitchFamily="2" charset="2"/>
                <a:buChar char="l"/>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buChar char="¡"/>
                <a:defRPr sz="2300">
                  <a:solidFill>
                    <a:schemeClr val="tx1"/>
                  </a:solidFill>
                  <a:latin typeface="Arial" panose="020B0604020202020204" pitchFamily="34" charset="0"/>
                </a:defRPr>
              </a:lvl2pPr>
              <a:lvl3pPr>
                <a:spcBef>
                  <a:spcPct val="20000"/>
                </a:spcBef>
                <a:buClr>
                  <a:schemeClr val="accent1"/>
                </a:buClr>
                <a:buFont typeface="Wingdings" panose="05000000000000000000" pitchFamily="2" charset="2"/>
                <a:buChar char="l"/>
                <a:defRPr sz="2100">
                  <a:solidFill>
                    <a:schemeClr val="tx1"/>
                  </a:solidFill>
                  <a:latin typeface="Arial" panose="020B0604020202020204" pitchFamily="34" charset="0"/>
                </a:defRPr>
              </a:lvl3pPr>
              <a:lvl4pPr>
                <a:spcBef>
                  <a:spcPct val="20000"/>
                </a:spcBef>
                <a:buClr>
                  <a:schemeClr val="accent1"/>
                </a:buClr>
                <a:buChar char="•"/>
                <a:defRPr>
                  <a:solidFill>
                    <a:schemeClr val="tx1"/>
                  </a:solidFill>
                  <a:latin typeface="Arial" panose="020B0604020202020204" pitchFamily="34" charset="0"/>
                </a:defRPr>
              </a:lvl4pPr>
              <a:lvl5pPr>
                <a:spcBef>
                  <a:spcPct val="20000"/>
                </a:spcBef>
                <a:buClr>
                  <a:schemeClr val="accent1"/>
                </a:buClr>
                <a:buFont typeface="Wingdings" panose="05000000000000000000" pitchFamily="2" charset="2"/>
                <a:buChar char=""/>
                <a:defRPr>
                  <a:solidFill>
                    <a:schemeClr val="tx1"/>
                  </a:solidFill>
                  <a:latin typeface="Arial" panose="020B0604020202020204" pitchFamily="34" charset="0"/>
                </a:defRPr>
              </a:lvl5pPr>
              <a:lvl6pPr fontAlgn="base">
                <a:spcBef>
                  <a:spcPct val="2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fontAlgn="base">
                <a:spcBef>
                  <a:spcPct val="2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fontAlgn="base">
                <a:spcBef>
                  <a:spcPct val="2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fontAlgn="base">
                <a:spcBef>
                  <a:spcPct val="2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vi-VN" sz="1800"/>
                <a:t>Level SW</a:t>
              </a:r>
            </a:p>
          </p:txBody>
        </p:sp>
        <p:sp>
          <p:nvSpPr>
            <p:cNvPr id="64578" name="Rectangle 66">
              <a:extLst>
                <a:ext uri="{FF2B5EF4-FFF2-40B4-BE49-F238E27FC236}">
                  <a16:creationId xmlns:a16="http://schemas.microsoft.com/office/drawing/2014/main" id="{1487AD0D-EECE-43F5-97FF-2BAF4E2A7AAB}"/>
                </a:ext>
              </a:extLst>
            </p:cNvPr>
            <p:cNvSpPr>
              <a:spLocks noChangeArrowheads="1"/>
            </p:cNvSpPr>
            <p:nvPr/>
          </p:nvSpPr>
          <p:spPr bwMode="auto">
            <a:xfrm>
              <a:off x="1152" y="3411"/>
              <a:ext cx="1248" cy="7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Font typeface="Wingdings" panose="05000000000000000000" pitchFamily="2" charset="2"/>
                <a:buChar char="l"/>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buChar char="¡"/>
                <a:defRPr sz="2300">
                  <a:solidFill>
                    <a:schemeClr val="tx1"/>
                  </a:solidFill>
                  <a:latin typeface="Arial" panose="020B0604020202020204" pitchFamily="34" charset="0"/>
                </a:defRPr>
              </a:lvl2pPr>
              <a:lvl3pPr>
                <a:spcBef>
                  <a:spcPct val="20000"/>
                </a:spcBef>
                <a:buClr>
                  <a:schemeClr val="accent1"/>
                </a:buClr>
                <a:buFont typeface="Wingdings" panose="05000000000000000000" pitchFamily="2" charset="2"/>
                <a:buChar char="l"/>
                <a:defRPr sz="2100">
                  <a:solidFill>
                    <a:schemeClr val="tx1"/>
                  </a:solidFill>
                  <a:latin typeface="Arial" panose="020B0604020202020204" pitchFamily="34" charset="0"/>
                </a:defRPr>
              </a:lvl3pPr>
              <a:lvl4pPr>
                <a:spcBef>
                  <a:spcPct val="20000"/>
                </a:spcBef>
                <a:buClr>
                  <a:schemeClr val="accent1"/>
                </a:buClr>
                <a:buChar char="•"/>
                <a:defRPr>
                  <a:solidFill>
                    <a:schemeClr val="tx1"/>
                  </a:solidFill>
                  <a:latin typeface="Arial" panose="020B0604020202020204" pitchFamily="34" charset="0"/>
                </a:defRPr>
              </a:lvl4pPr>
              <a:lvl5pPr>
                <a:spcBef>
                  <a:spcPct val="20000"/>
                </a:spcBef>
                <a:buClr>
                  <a:schemeClr val="accent1"/>
                </a:buClr>
                <a:buFont typeface="Wingdings" panose="05000000000000000000" pitchFamily="2" charset="2"/>
                <a:buChar char=""/>
                <a:defRPr>
                  <a:solidFill>
                    <a:schemeClr val="tx1"/>
                  </a:solidFill>
                  <a:latin typeface="Arial" panose="020B0604020202020204" pitchFamily="34" charset="0"/>
                </a:defRPr>
              </a:lvl5pPr>
              <a:lvl6pPr fontAlgn="base">
                <a:spcBef>
                  <a:spcPct val="2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fontAlgn="base">
                <a:spcBef>
                  <a:spcPct val="2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fontAlgn="base">
                <a:spcBef>
                  <a:spcPct val="2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fontAlgn="base">
                <a:spcBef>
                  <a:spcPct val="2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eaLnBrk="1" hangingPunct="1">
                <a:buFont typeface="Wingdings" panose="05000000000000000000" pitchFamily="2" charset="2"/>
                <a:buNone/>
              </a:pPr>
              <a:endParaRPr lang="vi-VN" altLang="vi-VN"/>
            </a:p>
          </p:txBody>
        </p:sp>
        <p:sp>
          <p:nvSpPr>
            <p:cNvPr id="64577" name="Rectangle 65">
              <a:extLst>
                <a:ext uri="{FF2B5EF4-FFF2-40B4-BE49-F238E27FC236}">
                  <a16:creationId xmlns:a16="http://schemas.microsoft.com/office/drawing/2014/main" id="{EB3D4C0D-39BF-4141-8BC1-4E2EFDEB1F46}"/>
                </a:ext>
              </a:extLst>
            </p:cNvPr>
            <p:cNvSpPr>
              <a:spLocks noChangeArrowheads="1"/>
            </p:cNvSpPr>
            <p:nvPr/>
          </p:nvSpPr>
          <p:spPr bwMode="auto">
            <a:xfrm>
              <a:off x="144" y="3411"/>
              <a:ext cx="1008" cy="7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Font typeface="Wingdings" panose="05000000000000000000" pitchFamily="2" charset="2"/>
                <a:buChar char="l"/>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buChar char="¡"/>
                <a:defRPr sz="2300">
                  <a:solidFill>
                    <a:schemeClr val="tx1"/>
                  </a:solidFill>
                  <a:latin typeface="Arial" panose="020B0604020202020204" pitchFamily="34" charset="0"/>
                </a:defRPr>
              </a:lvl2pPr>
              <a:lvl3pPr>
                <a:spcBef>
                  <a:spcPct val="20000"/>
                </a:spcBef>
                <a:buClr>
                  <a:schemeClr val="accent1"/>
                </a:buClr>
                <a:buFont typeface="Wingdings" panose="05000000000000000000" pitchFamily="2" charset="2"/>
                <a:buChar char="l"/>
                <a:defRPr sz="2100">
                  <a:solidFill>
                    <a:schemeClr val="tx1"/>
                  </a:solidFill>
                  <a:latin typeface="Arial" panose="020B0604020202020204" pitchFamily="34" charset="0"/>
                </a:defRPr>
              </a:lvl3pPr>
              <a:lvl4pPr>
                <a:spcBef>
                  <a:spcPct val="20000"/>
                </a:spcBef>
                <a:buClr>
                  <a:schemeClr val="accent1"/>
                </a:buClr>
                <a:buChar char="•"/>
                <a:defRPr>
                  <a:solidFill>
                    <a:schemeClr val="tx1"/>
                  </a:solidFill>
                  <a:latin typeface="Arial" panose="020B0604020202020204" pitchFamily="34" charset="0"/>
                </a:defRPr>
              </a:lvl4pPr>
              <a:lvl5pPr>
                <a:spcBef>
                  <a:spcPct val="20000"/>
                </a:spcBef>
                <a:buClr>
                  <a:schemeClr val="accent1"/>
                </a:buClr>
                <a:buFont typeface="Wingdings" panose="05000000000000000000" pitchFamily="2" charset="2"/>
                <a:buChar char=""/>
                <a:defRPr>
                  <a:solidFill>
                    <a:schemeClr val="tx1"/>
                  </a:solidFill>
                  <a:latin typeface="Arial" panose="020B0604020202020204" pitchFamily="34" charset="0"/>
                </a:defRPr>
              </a:lvl5pPr>
              <a:lvl6pPr fontAlgn="base">
                <a:spcBef>
                  <a:spcPct val="2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fontAlgn="base">
                <a:spcBef>
                  <a:spcPct val="2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fontAlgn="base">
                <a:spcBef>
                  <a:spcPct val="2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fontAlgn="base">
                <a:spcBef>
                  <a:spcPct val="2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vi-VN" sz="1800">
                  <a:hlinkClick r:id="rId2" action="ppaction://hlinksldjump"/>
                </a:rPr>
                <a:t>Flow SW</a:t>
              </a:r>
              <a:endParaRPr lang="en-US" altLang="vi-VN" sz="1800"/>
            </a:p>
          </p:txBody>
        </p:sp>
        <p:sp>
          <p:nvSpPr>
            <p:cNvPr id="64576" name="Rectangle 64">
              <a:extLst>
                <a:ext uri="{FF2B5EF4-FFF2-40B4-BE49-F238E27FC236}">
                  <a16:creationId xmlns:a16="http://schemas.microsoft.com/office/drawing/2014/main" id="{EA0EE62E-7102-4F08-B323-51F152D49E21}"/>
                </a:ext>
              </a:extLst>
            </p:cNvPr>
            <p:cNvSpPr>
              <a:spLocks noChangeArrowheads="1"/>
            </p:cNvSpPr>
            <p:nvPr/>
          </p:nvSpPr>
          <p:spPr bwMode="auto">
            <a:xfrm>
              <a:off x="1152" y="2018"/>
              <a:ext cx="1248" cy="7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Font typeface="Wingdings" panose="05000000000000000000" pitchFamily="2" charset="2"/>
                <a:buChar char="l"/>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buChar char="¡"/>
                <a:defRPr sz="2300">
                  <a:solidFill>
                    <a:schemeClr val="tx1"/>
                  </a:solidFill>
                  <a:latin typeface="Arial" panose="020B0604020202020204" pitchFamily="34" charset="0"/>
                </a:defRPr>
              </a:lvl2pPr>
              <a:lvl3pPr>
                <a:spcBef>
                  <a:spcPct val="20000"/>
                </a:spcBef>
                <a:buClr>
                  <a:schemeClr val="accent1"/>
                </a:buClr>
                <a:buFont typeface="Wingdings" panose="05000000000000000000" pitchFamily="2" charset="2"/>
                <a:buChar char="l"/>
                <a:defRPr sz="2100">
                  <a:solidFill>
                    <a:schemeClr val="tx1"/>
                  </a:solidFill>
                  <a:latin typeface="Arial" panose="020B0604020202020204" pitchFamily="34" charset="0"/>
                </a:defRPr>
              </a:lvl3pPr>
              <a:lvl4pPr>
                <a:spcBef>
                  <a:spcPct val="20000"/>
                </a:spcBef>
                <a:buClr>
                  <a:schemeClr val="accent1"/>
                </a:buClr>
                <a:buChar char="•"/>
                <a:defRPr>
                  <a:solidFill>
                    <a:schemeClr val="tx1"/>
                  </a:solidFill>
                  <a:latin typeface="Arial" panose="020B0604020202020204" pitchFamily="34" charset="0"/>
                </a:defRPr>
              </a:lvl4pPr>
              <a:lvl5pPr>
                <a:spcBef>
                  <a:spcPct val="20000"/>
                </a:spcBef>
                <a:buClr>
                  <a:schemeClr val="accent1"/>
                </a:buClr>
                <a:buFont typeface="Wingdings" panose="05000000000000000000" pitchFamily="2" charset="2"/>
                <a:buChar char=""/>
                <a:defRPr>
                  <a:solidFill>
                    <a:schemeClr val="tx1"/>
                  </a:solidFill>
                  <a:latin typeface="Arial" panose="020B0604020202020204" pitchFamily="34" charset="0"/>
                </a:defRPr>
              </a:lvl5pPr>
              <a:lvl6pPr fontAlgn="base">
                <a:spcBef>
                  <a:spcPct val="2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fontAlgn="base">
                <a:spcBef>
                  <a:spcPct val="2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fontAlgn="base">
                <a:spcBef>
                  <a:spcPct val="2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fontAlgn="base">
                <a:spcBef>
                  <a:spcPct val="2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eaLnBrk="1" hangingPunct="1">
                <a:buFont typeface="Wingdings" panose="05000000000000000000" pitchFamily="2" charset="2"/>
                <a:buNone/>
              </a:pPr>
              <a:endParaRPr lang="vi-VN" altLang="vi-VN"/>
            </a:p>
          </p:txBody>
        </p:sp>
        <p:sp>
          <p:nvSpPr>
            <p:cNvPr id="64575" name="Rectangle 63">
              <a:extLst>
                <a:ext uri="{FF2B5EF4-FFF2-40B4-BE49-F238E27FC236}">
                  <a16:creationId xmlns:a16="http://schemas.microsoft.com/office/drawing/2014/main" id="{EF0935DC-40BE-4135-A71B-4F1376DDDCE2}"/>
                </a:ext>
              </a:extLst>
            </p:cNvPr>
            <p:cNvSpPr>
              <a:spLocks noChangeArrowheads="1"/>
            </p:cNvSpPr>
            <p:nvPr/>
          </p:nvSpPr>
          <p:spPr bwMode="auto">
            <a:xfrm>
              <a:off x="144" y="2018"/>
              <a:ext cx="1008" cy="7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Font typeface="Wingdings" panose="05000000000000000000" pitchFamily="2" charset="2"/>
                <a:buChar char="l"/>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buChar char="¡"/>
                <a:defRPr sz="2300">
                  <a:solidFill>
                    <a:schemeClr val="tx1"/>
                  </a:solidFill>
                  <a:latin typeface="Arial" panose="020B0604020202020204" pitchFamily="34" charset="0"/>
                </a:defRPr>
              </a:lvl2pPr>
              <a:lvl3pPr>
                <a:spcBef>
                  <a:spcPct val="20000"/>
                </a:spcBef>
                <a:buClr>
                  <a:schemeClr val="accent1"/>
                </a:buClr>
                <a:buFont typeface="Wingdings" panose="05000000000000000000" pitchFamily="2" charset="2"/>
                <a:buChar char="l"/>
                <a:defRPr sz="2100">
                  <a:solidFill>
                    <a:schemeClr val="tx1"/>
                  </a:solidFill>
                  <a:latin typeface="Arial" panose="020B0604020202020204" pitchFamily="34" charset="0"/>
                </a:defRPr>
              </a:lvl3pPr>
              <a:lvl4pPr>
                <a:spcBef>
                  <a:spcPct val="20000"/>
                </a:spcBef>
                <a:buClr>
                  <a:schemeClr val="accent1"/>
                </a:buClr>
                <a:buChar char="•"/>
                <a:defRPr>
                  <a:solidFill>
                    <a:schemeClr val="tx1"/>
                  </a:solidFill>
                  <a:latin typeface="Arial" panose="020B0604020202020204" pitchFamily="34" charset="0"/>
                </a:defRPr>
              </a:lvl4pPr>
              <a:lvl5pPr>
                <a:spcBef>
                  <a:spcPct val="20000"/>
                </a:spcBef>
                <a:buClr>
                  <a:schemeClr val="accent1"/>
                </a:buClr>
                <a:buFont typeface="Wingdings" panose="05000000000000000000" pitchFamily="2" charset="2"/>
                <a:buChar char=""/>
                <a:defRPr>
                  <a:solidFill>
                    <a:schemeClr val="tx1"/>
                  </a:solidFill>
                  <a:latin typeface="Arial" panose="020B0604020202020204" pitchFamily="34" charset="0"/>
                </a:defRPr>
              </a:lvl5pPr>
              <a:lvl6pPr fontAlgn="base">
                <a:spcBef>
                  <a:spcPct val="2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fontAlgn="base">
                <a:spcBef>
                  <a:spcPct val="2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fontAlgn="base">
                <a:spcBef>
                  <a:spcPct val="2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fontAlgn="base">
                <a:spcBef>
                  <a:spcPct val="2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vi-VN" sz="1800"/>
                <a:t>Thumbwheel SW</a:t>
              </a:r>
            </a:p>
          </p:txBody>
        </p:sp>
        <p:sp>
          <p:nvSpPr>
            <p:cNvPr id="64574" name="Rectangle 62">
              <a:extLst>
                <a:ext uri="{FF2B5EF4-FFF2-40B4-BE49-F238E27FC236}">
                  <a16:creationId xmlns:a16="http://schemas.microsoft.com/office/drawing/2014/main" id="{CDADF36B-33BA-440A-83B2-59983AED4AF1}"/>
                </a:ext>
              </a:extLst>
            </p:cNvPr>
            <p:cNvSpPr>
              <a:spLocks noChangeArrowheads="1"/>
            </p:cNvSpPr>
            <p:nvPr/>
          </p:nvSpPr>
          <p:spPr bwMode="auto">
            <a:xfrm>
              <a:off x="1152" y="1344"/>
              <a:ext cx="1248" cy="6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Font typeface="Wingdings" panose="05000000000000000000" pitchFamily="2" charset="2"/>
                <a:buChar char="l"/>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buChar char="¡"/>
                <a:defRPr sz="2300">
                  <a:solidFill>
                    <a:schemeClr val="tx1"/>
                  </a:solidFill>
                  <a:latin typeface="Arial" panose="020B0604020202020204" pitchFamily="34" charset="0"/>
                </a:defRPr>
              </a:lvl2pPr>
              <a:lvl3pPr>
                <a:spcBef>
                  <a:spcPct val="20000"/>
                </a:spcBef>
                <a:buClr>
                  <a:schemeClr val="accent1"/>
                </a:buClr>
                <a:buFont typeface="Wingdings" panose="05000000000000000000" pitchFamily="2" charset="2"/>
                <a:buChar char="l"/>
                <a:defRPr sz="2100">
                  <a:solidFill>
                    <a:schemeClr val="tx1"/>
                  </a:solidFill>
                  <a:latin typeface="Arial" panose="020B0604020202020204" pitchFamily="34" charset="0"/>
                </a:defRPr>
              </a:lvl3pPr>
              <a:lvl4pPr>
                <a:spcBef>
                  <a:spcPct val="20000"/>
                </a:spcBef>
                <a:buClr>
                  <a:schemeClr val="accent1"/>
                </a:buClr>
                <a:buChar char="•"/>
                <a:defRPr>
                  <a:solidFill>
                    <a:schemeClr val="tx1"/>
                  </a:solidFill>
                  <a:latin typeface="Arial" panose="020B0604020202020204" pitchFamily="34" charset="0"/>
                </a:defRPr>
              </a:lvl4pPr>
              <a:lvl5pPr>
                <a:spcBef>
                  <a:spcPct val="20000"/>
                </a:spcBef>
                <a:buClr>
                  <a:schemeClr val="accent1"/>
                </a:buClr>
                <a:buFont typeface="Wingdings" panose="05000000000000000000" pitchFamily="2" charset="2"/>
                <a:buChar char=""/>
                <a:defRPr>
                  <a:solidFill>
                    <a:schemeClr val="tx1"/>
                  </a:solidFill>
                  <a:latin typeface="Arial" panose="020B0604020202020204" pitchFamily="34" charset="0"/>
                </a:defRPr>
              </a:lvl5pPr>
              <a:lvl6pPr fontAlgn="base">
                <a:spcBef>
                  <a:spcPct val="2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fontAlgn="base">
                <a:spcBef>
                  <a:spcPct val="2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fontAlgn="base">
                <a:spcBef>
                  <a:spcPct val="2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fontAlgn="base">
                <a:spcBef>
                  <a:spcPct val="2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eaLnBrk="1" hangingPunct="1">
                <a:buFont typeface="Wingdings" panose="05000000000000000000" pitchFamily="2" charset="2"/>
                <a:buNone/>
              </a:pPr>
              <a:endParaRPr lang="vi-VN" altLang="vi-VN"/>
            </a:p>
          </p:txBody>
        </p:sp>
        <p:sp>
          <p:nvSpPr>
            <p:cNvPr id="64573" name="Rectangle 61">
              <a:extLst>
                <a:ext uri="{FF2B5EF4-FFF2-40B4-BE49-F238E27FC236}">
                  <a16:creationId xmlns:a16="http://schemas.microsoft.com/office/drawing/2014/main" id="{877ADFFD-26D6-4E8E-A475-D1C9962169F5}"/>
                </a:ext>
              </a:extLst>
            </p:cNvPr>
            <p:cNvSpPr>
              <a:spLocks noChangeArrowheads="1"/>
            </p:cNvSpPr>
            <p:nvPr/>
          </p:nvSpPr>
          <p:spPr bwMode="auto">
            <a:xfrm>
              <a:off x="144" y="1344"/>
              <a:ext cx="1008" cy="6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Font typeface="Wingdings" panose="05000000000000000000" pitchFamily="2" charset="2"/>
                <a:buChar char="l"/>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buChar char="¡"/>
                <a:defRPr sz="2300">
                  <a:solidFill>
                    <a:schemeClr val="tx1"/>
                  </a:solidFill>
                  <a:latin typeface="Arial" panose="020B0604020202020204" pitchFamily="34" charset="0"/>
                </a:defRPr>
              </a:lvl2pPr>
              <a:lvl3pPr>
                <a:spcBef>
                  <a:spcPct val="20000"/>
                </a:spcBef>
                <a:buClr>
                  <a:schemeClr val="accent1"/>
                </a:buClr>
                <a:buFont typeface="Wingdings" panose="05000000000000000000" pitchFamily="2" charset="2"/>
                <a:buChar char="l"/>
                <a:defRPr sz="2100">
                  <a:solidFill>
                    <a:schemeClr val="tx1"/>
                  </a:solidFill>
                  <a:latin typeface="Arial" panose="020B0604020202020204" pitchFamily="34" charset="0"/>
                </a:defRPr>
              </a:lvl3pPr>
              <a:lvl4pPr>
                <a:spcBef>
                  <a:spcPct val="20000"/>
                </a:spcBef>
                <a:buClr>
                  <a:schemeClr val="accent1"/>
                </a:buClr>
                <a:buChar char="•"/>
                <a:defRPr>
                  <a:solidFill>
                    <a:schemeClr val="tx1"/>
                  </a:solidFill>
                  <a:latin typeface="Arial" panose="020B0604020202020204" pitchFamily="34" charset="0"/>
                </a:defRPr>
              </a:lvl4pPr>
              <a:lvl5pPr>
                <a:spcBef>
                  <a:spcPct val="20000"/>
                </a:spcBef>
                <a:buClr>
                  <a:schemeClr val="accent1"/>
                </a:buClr>
                <a:buFont typeface="Wingdings" panose="05000000000000000000" pitchFamily="2" charset="2"/>
                <a:buChar char=""/>
                <a:defRPr>
                  <a:solidFill>
                    <a:schemeClr val="tx1"/>
                  </a:solidFill>
                  <a:latin typeface="Arial" panose="020B0604020202020204" pitchFamily="34" charset="0"/>
                </a:defRPr>
              </a:lvl5pPr>
              <a:lvl6pPr fontAlgn="base">
                <a:spcBef>
                  <a:spcPct val="2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fontAlgn="base">
                <a:spcBef>
                  <a:spcPct val="2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fontAlgn="base">
                <a:spcBef>
                  <a:spcPct val="2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fontAlgn="base">
                <a:spcBef>
                  <a:spcPct val="2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vi-VN" sz="1800"/>
                <a:t>Limit Switch</a:t>
              </a:r>
            </a:p>
          </p:txBody>
        </p:sp>
        <p:sp>
          <p:nvSpPr>
            <p:cNvPr id="64572" name="Rectangle 60">
              <a:extLst>
                <a:ext uri="{FF2B5EF4-FFF2-40B4-BE49-F238E27FC236}">
                  <a16:creationId xmlns:a16="http://schemas.microsoft.com/office/drawing/2014/main" id="{DC0F9EDA-56AD-44BF-9847-9A1CE984F907}"/>
                </a:ext>
              </a:extLst>
            </p:cNvPr>
            <p:cNvSpPr>
              <a:spLocks noChangeArrowheads="1"/>
            </p:cNvSpPr>
            <p:nvPr/>
          </p:nvSpPr>
          <p:spPr bwMode="auto">
            <a:xfrm>
              <a:off x="1152" y="672"/>
              <a:ext cx="1248" cy="6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Font typeface="Wingdings" panose="05000000000000000000" pitchFamily="2" charset="2"/>
                <a:buChar char="l"/>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buChar char="¡"/>
                <a:defRPr sz="2300">
                  <a:solidFill>
                    <a:schemeClr val="tx1"/>
                  </a:solidFill>
                  <a:latin typeface="Arial" panose="020B0604020202020204" pitchFamily="34" charset="0"/>
                </a:defRPr>
              </a:lvl2pPr>
              <a:lvl3pPr>
                <a:spcBef>
                  <a:spcPct val="20000"/>
                </a:spcBef>
                <a:buClr>
                  <a:schemeClr val="accent1"/>
                </a:buClr>
                <a:buFont typeface="Wingdings" panose="05000000000000000000" pitchFamily="2" charset="2"/>
                <a:buChar char="l"/>
                <a:defRPr sz="2100">
                  <a:solidFill>
                    <a:schemeClr val="tx1"/>
                  </a:solidFill>
                  <a:latin typeface="Arial" panose="020B0604020202020204" pitchFamily="34" charset="0"/>
                </a:defRPr>
              </a:lvl3pPr>
              <a:lvl4pPr>
                <a:spcBef>
                  <a:spcPct val="20000"/>
                </a:spcBef>
                <a:buClr>
                  <a:schemeClr val="accent1"/>
                </a:buClr>
                <a:buChar char="•"/>
                <a:defRPr>
                  <a:solidFill>
                    <a:schemeClr val="tx1"/>
                  </a:solidFill>
                  <a:latin typeface="Arial" panose="020B0604020202020204" pitchFamily="34" charset="0"/>
                </a:defRPr>
              </a:lvl4pPr>
              <a:lvl5pPr>
                <a:spcBef>
                  <a:spcPct val="20000"/>
                </a:spcBef>
                <a:buClr>
                  <a:schemeClr val="accent1"/>
                </a:buClr>
                <a:buFont typeface="Wingdings" panose="05000000000000000000" pitchFamily="2" charset="2"/>
                <a:buChar char=""/>
                <a:defRPr>
                  <a:solidFill>
                    <a:schemeClr val="tx1"/>
                  </a:solidFill>
                  <a:latin typeface="Arial" panose="020B0604020202020204" pitchFamily="34" charset="0"/>
                </a:defRPr>
              </a:lvl5pPr>
              <a:lvl6pPr fontAlgn="base">
                <a:spcBef>
                  <a:spcPct val="2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fontAlgn="base">
                <a:spcBef>
                  <a:spcPct val="2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fontAlgn="base">
                <a:spcBef>
                  <a:spcPct val="2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fontAlgn="base">
                <a:spcBef>
                  <a:spcPct val="2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eaLnBrk="1" hangingPunct="1">
                <a:buFont typeface="Wingdings" panose="05000000000000000000" pitchFamily="2" charset="2"/>
                <a:buNone/>
              </a:pPr>
              <a:endParaRPr lang="vi-VN" altLang="vi-VN"/>
            </a:p>
          </p:txBody>
        </p:sp>
        <p:sp>
          <p:nvSpPr>
            <p:cNvPr id="64571" name="Rectangle 59">
              <a:extLst>
                <a:ext uri="{FF2B5EF4-FFF2-40B4-BE49-F238E27FC236}">
                  <a16:creationId xmlns:a16="http://schemas.microsoft.com/office/drawing/2014/main" id="{D9FF70E0-46EA-4AD1-9AEB-79FBC0A6DEDF}"/>
                </a:ext>
              </a:extLst>
            </p:cNvPr>
            <p:cNvSpPr>
              <a:spLocks noChangeArrowheads="1"/>
            </p:cNvSpPr>
            <p:nvPr/>
          </p:nvSpPr>
          <p:spPr bwMode="auto">
            <a:xfrm>
              <a:off x="144" y="672"/>
              <a:ext cx="1008" cy="6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Font typeface="Wingdings" panose="05000000000000000000" pitchFamily="2" charset="2"/>
                <a:buChar char="l"/>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buChar char="¡"/>
                <a:defRPr sz="2300">
                  <a:solidFill>
                    <a:schemeClr val="tx1"/>
                  </a:solidFill>
                  <a:latin typeface="Arial" panose="020B0604020202020204" pitchFamily="34" charset="0"/>
                </a:defRPr>
              </a:lvl2pPr>
              <a:lvl3pPr>
                <a:spcBef>
                  <a:spcPct val="20000"/>
                </a:spcBef>
                <a:buClr>
                  <a:schemeClr val="accent1"/>
                </a:buClr>
                <a:buFont typeface="Wingdings" panose="05000000000000000000" pitchFamily="2" charset="2"/>
                <a:buChar char="l"/>
                <a:defRPr sz="2100">
                  <a:solidFill>
                    <a:schemeClr val="tx1"/>
                  </a:solidFill>
                  <a:latin typeface="Arial" panose="020B0604020202020204" pitchFamily="34" charset="0"/>
                </a:defRPr>
              </a:lvl3pPr>
              <a:lvl4pPr>
                <a:spcBef>
                  <a:spcPct val="20000"/>
                </a:spcBef>
                <a:buClr>
                  <a:schemeClr val="accent1"/>
                </a:buClr>
                <a:buChar char="•"/>
                <a:defRPr>
                  <a:solidFill>
                    <a:schemeClr val="tx1"/>
                  </a:solidFill>
                  <a:latin typeface="Arial" panose="020B0604020202020204" pitchFamily="34" charset="0"/>
                </a:defRPr>
              </a:lvl4pPr>
              <a:lvl5pPr>
                <a:spcBef>
                  <a:spcPct val="20000"/>
                </a:spcBef>
                <a:buClr>
                  <a:schemeClr val="accent1"/>
                </a:buClr>
                <a:buFont typeface="Wingdings" panose="05000000000000000000" pitchFamily="2" charset="2"/>
                <a:buChar char=""/>
                <a:defRPr>
                  <a:solidFill>
                    <a:schemeClr val="tx1"/>
                  </a:solidFill>
                  <a:latin typeface="Arial" panose="020B0604020202020204" pitchFamily="34" charset="0"/>
                </a:defRPr>
              </a:lvl5pPr>
              <a:lvl6pPr fontAlgn="base">
                <a:spcBef>
                  <a:spcPct val="2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fontAlgn="base">
                <a:spcBef>
                  <a:spcPct val="2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fontAlgn="base">
                <a:spcBef>
                  <a:spcPct val="2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fontAlgn="base">
                <a:spcBef>
                  <a:spcPct val="2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vi-VN" sz="1800"/>
                <a:t>Push Button</a:t>
              </a:r>
            </a:p>
          </p:txBody>
        </p:sp>
        <p:sp>
          <p:nvSpPr>
            <p:cNvPr id="64579" name="Line 67">
              <a:extLst>
                <a:ext uri="{FF2B5EF4-FFF2-40B4-BE49-F238E27FC236}">
                  <a16:creationId xmlns:a16="http://schemas.microsoft.com/office/drawing/2014/main" id="{543E002B-7741-4E56-B17E-5EAA8F3D2948}"/>
                </a:ext>
              </a:extLst>
            </p:cNvPr>
            <p:cNvSpPr>
              <a:spLocks noChangeShapeType="1"/>
            </p:cNvSpPr>
            <p:nvPr/>
          </p:nvSpPr>
          <p:spPr bwMode="auto">
            <a:xfrm>
              <a:off x="144" y="672"/>
              <a:ext cx="2256"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64580" name="Line 68">
              <a:extLst>
                <a:ext uri="{FF2B5EF4-FFF2-40B4-BE49-F238E27FC236}">
                  <a16:creationId xmlns:a16="http://schemas.microsoft.com/office/drawing/2014/main" id="{4A1EEFB1-7E45-455F-B27E-B086630BDFBC}"/>
                </a:ext>
              </a:extLst>
            </p:cNvPr>
            <p:cNvSpPr>
              <a:spLocks noChangeShapeType="1"/>
            </p:cNvSpPr>
            <p:nvPr/>
          </p:nvSpPr>
          <p:spPr bwMode="auto">
            <a:xfrm>
              <a:off x="144" y="1344"/>
              <a:ext cx="225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64581" name="Line 69">
              <a:extLst>
                <a:ext uri="{FF2B5EF4-FFF2-40B4-BE49-F238E27FC236}">
                  <a16:creationId xmlns:a16="http://schemas.microsoft.com/office/drawing/2014/main" id="{BF4075F6-4D36-4AE6-A4F2-B01E3A9D209E}"/>
                </a:ext>
              </a:extLst>
            </p:cNvPr>
            <p:cNvSpPr>
              <a:spLocks noChangeShapeType="1"/>
            </p:cNvSpPr>
            <p:nvPr/>
          </p:nvSpPr>
          <p:spPr bwMode="auto">
            <a:xfrm>
              <a:off x="144" y="2018"/>
              <a:ext cx="225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64582" name="Line 70">
              <a:extLst>
                <a:ext uri="{FF2B5EF4-FFF2-40B4-BE49-F238E27FC236}">
                  <a16:creationId xmlns:a16="http://schemas.microsoft.com/office/drawing/2014/main" id="{541BF2CC-A1BC-449A-A3C8-3082A4F6AB37}"/>
                </a:ext>
              </a:extLst>
            </p:cNvPr>
            <p:cNvSpPr>
              <a:spLocks noChangeShapeType="1"/>
            </p:cNvSpPr>
            <p:nvPr/>
          </p:nvSpPr>
          <p:spPr bwMode="auto">
            <a:xfrm>
              <a:off x="144" y="2736"/>
              <a:ext cx="225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64583" name="Line 71">
              <a:extLst>
                <a:ext uri="{FF2B5EF4-FFF2-40B4-BE49-F238E27FC236}">
                  <a16:creationId xmlns:a16="http://schemas.microsoft.com/office/drawing/2014/main" id="{EB91293E-C1D5-423C-8CA9-46925F240567}"/>
                </a:ext>
              </a:extLst>
            </p:cNvPr>
            <p:cNvSpPr>
              <a:spLocks noChangeShapeType="1"/>
            </p:cNvSpPr>
            <p:nvPr/>
          </p:nvSpPr>
          <p:spPr bwMode="auto">
            <a:xfrm>
              <a:off x="144" y="4179"/>
              <a:ext cx="2256"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64584" name="Line 72">
              <a:extLst>
                <a:ext uri="{FF2B5EF4-FFF2-40B4-BE49-F238E27FC236}">
                  <a16:creationId xmlns:a16="http://schemas.microsoft.com/office/drawing/2014/main" id="{8B5AE693-EC7F-494F-9EC3-06ED917F613A}"/>
                </a:ext>
              </a:extLst>
            </p:cNvPr>
            <p:cNvSpPr>
              <a:spLocks noChangeShapeType="1"/>
            </p:cNvSpPr>
            <p:nvPr/>
          </p:nvSpPr>
          <p:spPr bwMode="auto">
            <a:xfrm>
              <a:off x="144" y="672"/>
              <a:ext cx="0" cy="3507"/>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64585" name="Line 73">
              <a:extLst>
                <a:ext uri="{FF2B5EF4-FFF2-40B4-BE49-F238E27FC236}">
                  <a16:creationId xmlns:a16="http://schemas.microsoft.com/office/drawing/2014/main" id="{67F2C8E5-0A23-4DBA-9C8A-4D4B405AD9AB}"/>
                </a:ext>
              </a:extLst>
            </p:cNvPr>
            <p:cNvSpPr>
              <a:spLocks noChangeShapeType="1"/>
            </p:cNvSpPr>
            <p:nvPr/>
          </p:nvSpPr>
          <p:spPr bwMode="auto">
            <a:xfrm>
              <a:off x="1152" y="672"/>
              <a:ext cx="0" cy="350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64586" name="Line 74">
              <a:extLst>
                <a:ext uri="{FF2B5EF4-FFF2-40B4-BE49-F238E27FC236}">
                  <a16:creationId xmlns:a16="http://schemas.microsoft.com/office/drawing/2014/main" id="{65C39695-F6DE-4FF2-8706-772747C23F5B}"/>
                </a:ext>
              </a:extLst>
            </p:cNvPr>
            <p:cNvSpPr>
              <a:spLocks noChangeShapeType="1"/>
            </p:cNvSpPr>
            <p:nvPr/>
          </p:nvSpPr>
          <p:spPr bwMode="auto">
            <a:xfrm>
              <a:off x="2400" y="672"/>
              <a:ext cx="0" cy="3507"/>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64590" name="Line 78">
              <a:extLst>
                <a:ext uri="{FF2B5EF4-FFF2-40B4-BE49-F238E27FC236}">
                  <a16:creationId xmlns:a16="http://schemas.microsoft.com/office/drawing/2014/main" id="{659588DF-36D1-4D36-9A37-B0A40FE17E3C}"/>
                </a:ext>
              </a:extLst>
            </p:cNvPr>
            <p:cNvSpPr>
              <a:spLocks noChangeShapeType="1"/>
            </p:cNvSpPr>
            <p:nvPr/>
          </p:nvSpPr>
          <p:spPr bwMode="auto">
            <a:xfrm>
              <a:off x="144" y="3411"/>
              <a:ext cx="225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pic>
          <p:nvPicPr>
            <p:cNvPr id="64561" name="Picture 49">
              <a:extLst>
                <a:ext uri="{FF2B5EF4-FFF2-40B4-BE49-F238E27FC236}">
                  <a16:creationId xmlns:a16="http://schemas.microsoft.com/office/drawing/2014/main" id="{CA6869C6-A18A-4772-B100-6C1CB76D24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0" y="720"/>
              <a:ext cx="912" cy="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4563" name="Picture 51">
              <a:extLst>
                <a:ext uri="{FF2B5EF4-FFF2-40B4-BE49-F238E27FC236}">
                  <a16:creationId xmlns:a16="http://schemas.microsoft.com/office/drawing/2014/main" id="{12CCC7B2-BB48-4FE9-81E2-25AAAF5E54E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6" y="1392"/>
              <a:ext cx="816" cy="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4564" name="Picture 52">
              <a:extLst>
                <a:ext uri="{FF2B5EF4-FFF2-40B4-BE49-F238E27FC236}">
                  <a16:creationId xmlns:a16="http://schemas.microsoft.com/office/drawing/2014/main" id="{ED6A3438-4288-4192-BCB4-96A47A30915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40" y="2016"/>
              <a:ext cx="744" cy="672"/>
            </a:xfrm>
            <a:prstGeom prst="rect">
              <a:avLst/>
            </a:prstGeom>
            <a:noFill/>
            <a:extLst>
              <a:ext uri="{909E8E84-426E-40DD-AFC4-6F175D3DCCD1}">
                <a14:hiddenFill xmlns:a14="http://schemas.microsoft.com/office/drawing/2010/main">
                  <a:solidFill>
                    <a:srgbClr val="FFFFFF"/>
                  </a:solidFill>
                </a14:hiddenFill>
              </a:ext>
            </a:extLst>
          </p:spPr>
        </p:pic>
        <p:pic>
          <p:nvPicPr>
            <p:cNvPr id="64567" name="Picture 55">
              <a:extLst>
                <a:ext uri="{FF2B5EF4-FFF2-40B4-BE49-F238E27FC236}">
                  <a16:creationId xmlns:a16="http://schemas.microsoft.com/office/drawing/2014/main" id="{E25B4DE0-23B8-4B87-B2DA-B083C96D2DA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00" y="2784"/>
              <a:ext cx="1200" cy="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4569" name="Picture 57">
              <a:extLst>
                <a:ext uri="{FF2B5EF4-FFF2-40B4-BE49-F238E27FC236}">
                  <a16:creationId xmlns:a16="http://schemas.microsoft.com/office/drawing/2014/main" id="{82EBB82D-2821-4C8F-960B-726979B1E2F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88" y="3456"/>
              <a:ext cx="768" cy="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pic>
        <p:nvPicPr>
          <p:cNvPr id="28" name="Picture 27">
            <a:extLst>
              <a:ext uri="{FF2B5EF4-FFF2-40B4-BE49-F238E27FC236}">
                <a16:creationId xmlns:a16="http://schemas.microsoft.com/office/drawing/2014/main" id="{B2144FC8-96D4-47D2-B288-F887ED95D3C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5001" y="50721"/>
            <a:ext cx="2851037" cy="869371"/>
          </a:xfrm>
          <a:prstGeom prst="rect">
            <a:avLst/>
          </a:prstGeom>
        </p:spPr>
      </p:pic>
      <p:sp>
        <p:nvSpPr>
          <p:cNvPr id="29" name="Rectangle: Rounded Corners 28">
            <a:extLst>
              <a:ext uri="{FF2B5EF4-FFF2-40B4-BE49-F238E27FC236}">
                <a16:creationId xmlns:a16="http://schemas.microsoft.com/office/drawing/2014/main" id="{47D63151-8527-4F07-AC68-560437204B3D}"/>
              </a:ext>
            </a:extLst>
          </p:cNvPr>
          <p:cNvSpPr/>
          <p:nvPr/>
        </p:nvSpPr>
        <p:spPr>
          <a:xfrm>
            <a:off x="55002" y="6435176"/>
            <a:ext cx="12079705" cy="323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dirty="0">
                <a:solidFill>
                  <a:schemeClr val="bg1"/>
                </a:solidFill>
                <a:latin typeface="Times New Roman" panose="02020603050405020304" pitchFamily="18" charset="0"/>
                <a:cs typeface="Times New Roman" panose="02020603050405020304" pitchFamily="18" charset="0"/>
              </a:rPr>
              <a:t> PLC Programming                      1. AN INTRODUCTION TO PROGRAMABLE LOGIC CONTROLLERS</a:t>
            </a:r>
            <a:endParaRPr lang="vi-VN" sz="1800" dirty="0">
              <a:solidFill>
                <a:schemeClr val="bg1"/>
              </a:solidFill>
              <a:latin typeface="Times New Roman" panose="02020603050405020304" pitchFamily="18" charset="0"/>
              <a:cs typeface="Times New Roman" panose="02020603050405020304" pitchFamily="18" charset="0"/>
            </a:endParaRPr>
          </a:p>
        </p:txBody>
      </p:sp>
      <p:sp>
        <p:nvSpPr>
          <p:cNvPr id="30" name="Slide Number Placeholder 6">
            <a:extLst>
              <a:ext uri="{FF2B5EF4-FFF2-40B4-BE49-F238E27FC236}">
                <a16:creationId xmlns:a16="http://schemas.microsoft.com/office/drawing/2014/main" id="{7704DCC0-1531-478C-8A52-8A6282CE1FEC}"/>
              </a:ext>
            </a:extLst>
          </p:cNvPr>
          <p:cNvSpPr>
            <a:spLocks noGrp="1"/>
          </p:cNvSpPr>
          <p:nvPr>
            <p:ph type="sldNum" sz="quarter" idx="12"/>
          </p:nvPr>
        </p:nvSpPr>
        <p:spPr>
          <a:xfrm>
            <a:off x="9049011" y="6435176"/>
            <a:ext cx="2743200" cy="365125"/>
          </a:xfrm>
        </p:spPr>
        <p:txBody>
          <a:bodyPr/>
          <a:lstStyle/>
          <a:p>
            <a:fld id="{7922E462-5D99-474A-8333-BF14A8734AA9}" type="slidenum">
              <a:rPr lang="vi-VN" sz="1400" smtClean="0">
                <a:solidFill>
                  <a:schemeClr val="bg1"/>
                </a:solidFill>
                <a:latin typeface="Times New Roman" panose="02020603050405020304" pitchFamily="18" charset="0"/>
                <a:cs typeface="Times New Roman" panose="02020603050405020304" pitchFamily="18" charset="0"/>
              </a:rPr>
              <a:t>29</a:t>
            </a:fld>
            <a:endParaRPr lang="vi-VN" sz="14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113112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78AA1BF9-560E-4723-9D58-6F2B13F11CD9}"/>
              </a:ext>
            </a:extLst>
          </p:cNvPr>
          <p:cNvSpPr>
            <a:spLocks noGrp="1" noChangeArrowheads="1"/>
          </p:cNvSpPr>
          <p:nvPr>
            <p:ph type="title"/>
          </p:nvPr>
        </p:nvSpPr>
        <p:spPr>
          <a:xfrm>
            <a:off x="3343275" y="541339"/>
            <a:ext cx="4685257" cy="660770"/>
          </a:xfrm>
          <a:noFill/>
          <a:extLst>
            <a:ext uri="{91240B29-F687-4F45-9708-019B960494DF}">
              <a14:hiddenLine xmlns:a14="http://schemas.microsoft.com/office/drawing/2010/main" w="12700">
                <a:solidFill>
                  <a:schemeClr val="tx1"/>
                </a:solidFill>
                <a:miter lim="800000"/>
                <a:headEnd/>
                <a:tailEnd/>
              </a14:hiddenLine>
            </a:ext>
          </a:extLst>
        </p:spPr>
        <p:txBody>
          <a:bodyPr vert="horz" wrap="none" lIns="63595" tIns="25438" rIns="63595" bIns="25438" rtlCol="0" anchor="t">
            <a:spAutoFit/>
          </a:bodyPr>
          <a:lstStyle/>
          <a:p>
            <a:pPr eaLnBrk="1" hangingPunct="1"/>
            <a:r>
              <a:rPr lang="en-US" altLang="vi-VN"/>
              <a:t>TYPES OF SWITCHES</a:t>
            </a:r>
          </a:p>
        </p:txBody>
      </p:sp>
      <p:sp>
        <p:nvSpPr>
          <p:cNvPr id="37891" name="Rectangle 3">
            <a:extLst>
              <a:ext uri="{FF2B5EF4-FFF2-40B4-BE49-F238E27FC236}">
                <a16:creationId xmlns:a16="http://schemas.microsoft.com/office/drawing/2014/main" id="{6DC181ED-FFA5-4850-83C5-5CBB7D493D1A}"/>
              </a:ext>
            </a:extLst>
          </p:cNvPr>
          <p:cNvSpPr>
            <a:spLocks noGrp="1" noChangeArrowheads="1"/>
          </p:cNvSpPr>
          <p:nvPr>
            <p:ph type="body" idx="1"/>
          </p:nvPr>
        </p:nvSpPr>
        <p:spPr>
          <a:xfrm>
            <a:off x="2744789" y="1831975"/>
            <a:ext cx="7312025" cy="3423706"/>
          </a:xfrm>
          <a:noFill/>
          <a:extLst>
            <a:ext uri="{91240B29-F687-4F45-9708-019B960494DF}">
              <a14:hiddenLine xmlns:a14="http://schemas.microsoft.com/office/drawing/2010/main" w="12700">
                <a:solidFill>
                  <a:schemeClr val="tx1"/>
                </a:solidFill>
                <a:miter lim="800000"/>
                <a:headEnd/>
                <a:tailEnd/>
              </a14:hiddenLine>
            </a:ext>
          </a:extLst>
        </p:spPr>
        <p:txBody>
          <a:bodyPr vert="horz" lIns="63595" tIns="25438" rIns="63595" bIns="25438" rtlCol="0">
            <a:spAutoFit/>
          </a:bodyPr>
          <a:lstStyle/>
          <a:p>
            <a:pPr defTabSz="912813">
              <a:lnSpc>
                <a:spcPct val="91000"/>
              </a:lnSpc>
              <a:spcBef>
                <a:spcPct val="46000"/>
              </a:spcBef>
              <a:buNone/>
            </a:pPr>
            <a:r>
              <a:rPr lang="en-US" altLang="vi-VN" sz="2400"/>
              <a:t>1.  Basic switch, operated by a mechanical level,</a:t>
            </a:r>
          </a:p>
          <a:p>
            <a:pPr defTabSz="912813">
              <a:lnSpc>
                <a:spcPct val="91000"/>
              </a:lnSpc>
              <a:spcBef>
                <a:spcPct val="46000"/>
              </a:spcBef>
              <a:buNone/>
            </a:pPr>
            <a:r>
              <a:rPr lang="en-US" altLang="vi-VN" sz="2400"/>
              <a:t>2.  Push-button switch,       </a:t>
            </a:r>
          </a:p>
          <a:p>
            <a:pPr defTabSz="912813">
              <a:lnSpc>
                <a:spcPct val="91000"/>
              </a:lnSpc>
              <a:spcBef>
                <a:spcPct val="46000"/>
              </a:spcBef>
              <a:buNone/>
            </a:pPr>
            <a:r>
              <a:rPr lang="en-US" altLang="vi-VN" sz="2400"/>
              <a:t>3.  Slide switch,       </a:t>
            </a:r>
          </a:p>
          <a:p>
            <a:pPr defTabSz="912813">
              <a:lnSpc>
                <a:spcPct val="91000"/>
              </a:lnSpc>
              <a:spcBef>
                <a:spcPct val="46000"/>
              </a:spcBef>
              <a:buNone/>
            </a:pPr>
            <a:r>
              <a:rPr lang="en-US" altLang="vi-VN" sz="2400"/>
              <a:t>4.  Thumbwheel switch,      </a:t>
            </a:r>
          </a:p>
          <a:p>
            <a:pPr defTabSz="912813">
              <a:lnSpc>
                <a:spcPct val="91000"/>
              </a:lnSpc>
              <a:spcBef>
                <a:spcPct val="46000"/>
              </a:spcBef>
              <a:buNone/>
            </a:pPr>
            <a:r>
              <a:rPr lang="en-US" altLang="vi-VN" sz="2400"/>
              <a:t>5.  Limit switch,       </a:t>
            </a:r>
          </a:p>
          <a:p>
            <a:pPr defTabSz="912813">
              <a:lnSpc>
                <a:spcPct val="91000"/>
              </a:lnSpc>
              <a:spcBef>
                <a:spcPct val="46000"/>
              </a:spcBef>
              <a:buNone/>
            </a:pPr>
            <a:r>
              <a:rPr lang="en-US" altLang="vi-VN" sz="2400"/>
              <a:t>6.  Proximity switch, and       </a:t>
            </a:r>
          </a:p>
          <a:p>
            <a:pPr defTabSz="912813">
              <a:lnSpc>
                <a:spcPct val="91000"/>
              </a:lnSpc>
              <a:spcBef>
                <a:spcPct val="46000"/>
              </a:spcBef>
              <a:buNone/>
            </a:pPr>
            <a:r>
              <a:rPr lang="en-US" altLang="vi-VN" sz="2400"/>
              <a:t>7.  Photoelectric switch. </a:t>
            </a:r>
          </a:p>
        </p:txBody>
      </p:sp>
      <p:sp>
        <p:nvSpPr>
          <p:cNvPr id="37892" name="Rectangle 4">
            <a:extLst>
              <a:ext uri="{FF2B5EF4-FFF2-40B4-BE49-F238E27FC236}">
                <a16:creationId xmlns:a16="http://schemas.microsoft.com/office/drawing/2014/main" id="{5B6CBCF8-F2C4-4BEF-B1DC-E1121D60D0D2}"/>
              </a:ext>
            </a:extLst>
          </p:cNvPr>
          <p:cNvSpPr>
            <a:spLocks noChangeArrowheads="1"/>
          </p:cNvSpPr>
          <p:nvPr/>
        </p:nvSpPr>
        <p:spPr bwMode="auto">
          <a:xfrm>
            <a:off x="3125788" y="5726113"/>
            <a:ext cx="2932598" cy="2951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95" tIns="25438" rIns="63595" bIns="25438">
            <a:spAutoFit/>
          </a:bodyPr>
          <a:lstStyle>
            <a:lvl1pPr defTabSz="915988">
              <a:defRPr sz="2400">
                <a:solidFill>
                  <a:schemeClr val="tx1"/>
                </a:solidFill>
                <a:latin typeface="Times New Roman" panose="02020603050405020304" pitchFamily="18" charset="0"/>
              </a:defRPr>
            </a:lvl1pPr>
            <a:lvl2pPr marL="742950" indent="-285750" defTabSz="915988">
              <a:defRPr sz="2400">
                <a:solidFill>
                  <a:schemeClr val="tx1"/>
                </a:solidFill>
                <a:latin typeface="Times New Roman" panose="02020603050405020304" pitchFamily="18" charset="0"/>
              </a:defRPr>
            </a:lvl2pPr>
            <a:lvl3pPr marL="1143000" indent="-228600" defTabSz="915988">
              <a:defRPr sz="2400">
                <a:solidFill>
                  <a:schemeClr val="tx1"/>
                </a:solidFill>
                <a:latin typeface="Times New Roman" panose="02020603050405020304" pitchFamily="18" charset="0"/>
              </a:defRPr>
            </a:lvl3pPr>
            <a:lvl4pPr marL="1600200" indent="-228600" defTabSz="915988">
              <a:defRPr sz="2400">
                <a:solidFill>
                  <a:schemeClr val="tx1"/>
                </a:solidFill>
                <a:latin typeface="Times New Roman" panose="02020603050405020304" pitchFamily="18" charset="0"/>
              </a:defRPr>
            </a:lvl4pPr>
            <a:lvl5pPr marL="2057400" indent="-228600" defTabSz="915988">
              <a:defRPr sz="2400">
                <a:solidFill>
                  <a:schemeClr val="tx1"/>
                </a:solidFill>
                <a:latin typeface="Times New Roman" panose="02020603050405020304" pitchFamily="18" charset="0"/>
              </a:defRPr>
            </a:lvl5pPr>
            <a:lvl6pPr marL="2514600" indent="-228600" defTabSz="9159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159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159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15988"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88000"/>
              </a:lnSpc>
            </a:pPr>
            <a:r>
              <a:rPr lang="en-US" altLang="vi-VN" sz="1800" b="1">
                <a:latin typeface="Arial" panose="020B0604020202020204" pitchFamily="34" charset="0"/>
              </a:rPr>
              <a:t>RATING:  voltage, current</a:t>
            </a:r>
          </a:p>
        </p:txBody>
      </p:sp>
      <p:pic>
        <p:nvPicPr>
          <p:cNvPr id="5" name="Picture 4">
            <a:extLst>
              <a:ext uri="{FF2B5EF4-FFF2-40B4-BE49-F238E27FC236}">
                <a16:creationId xmlns:a16="http://schemas.microsoft.com/office/drawing/2014/main" id="{9508F4F9-86FD-4D24-8D66-8E0418B1C5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001" y="50721"/>
            <a:ext cx="2851037" cy="869371"/>
          </a:xfrm>
          <a:prstGeom prst="rect">
            <a:avLst/>
          </a:prstGeom>
        </p:spPr>
      </p:pic>
      <p:sp>
        <p:nvSpPr>
          <p:cNvPr id="6" name="Rectangle: Rounded Corners 5">
            <a:extLst>
              <a:ext uri="{FF2B5EF4-FFF2-40B4-BE49-F238E27FC236}">
                <a16:creationId xmlns:a16="http://schemas.microsoft.com/office/drawing/2014/main" id="{EDDFCC90-2862-4C62-877F-AFF0B0800D16}"/>
              </a:ext>
            </a:extLst>
          </p:cNvPr>
          <p:cNvSpPr/>
          <p:nvPr/>
        </p:nvSpPr>
        <p:spPr>
          <a:xfrm>
            <a:off x="55002" y="6435176"/>
            <a:ext cx="12079705" cy="323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dirty="0">
                <a:solidFill>
                  <a:schemeClr val="bg1"/>
                </a:solidFill>
                <a:latin typeface="Times New Roman" panose="02020603050405020304" pitchFamily="18" charset="0"/>
                <a:cs typeface="Times New Roman" panose="02020603050405020304" pitchFamily="18" charset="0"/>
              </a:rPr>
              <a:t> PLC Programming                      1. AN INTRODUCTION TO PROGRAMABLE LOGIC CONTROLLERS</a:t>
            </a:r>
            <a:endParaRPr lang="vi-VN" sz="1800" dirty="0">
              <a:solidFill>
                <a:schemeClr val="bg1"/>
              </a:solidFill>
              <a:latin typeface="Times New Roman" panose="02020603050405020304" pitchFamily="18"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B529A69B-0E22-4FFA-B169-17E9C721C362}"/>
              </a:ext>
            </a:extLst>
          </p:cNvPr>
          <p:cNvSpPr>
            <a:spLocks noGrp="1"/>
          </p:cNvSpPr>
          <p:nvPr>
            <p:ph type="sldNum" sz="quarter" idx="12"/>
          </p:nvPr>
        </p:nvSpPr>
        <p:spPr>
          <a:xfrm>
            <a:off x="9049011" y="6435176"/>
            <a:ext cx="2743200" cy="365125"/>
          </a:xfrm>
        </p:spPr>
        <p:txBody>
          <a:bodyPr/>
          <a:lstStyle/>
          <a:p>
            <a:fld id="{7922E462-5D99-474A-8333-BF14A8734AA9}" type="slidenum">
              <a:rPr lang="vi-VN" sz="1400" smtClean="0">
                <a:solidFill>
                  <a:schemeClr val="bg1"/>
                </a:solidFill>
                <a:latin typeface="Times New Roman" panose="02020603050405020304" pitchFamily="18" charset="0"/>
                <a:cs typeface="Times New Roman" panose="02020603050405020304" pitchFamily="18" charset="0"/>
              </a:rPr>
              <a:t>30</a:t>
            </a:fld>
            <a:endParaRPr lang="vi-VN" sz="140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34" name="Rectangle 22">
            <a:extLst>
              <a:ext uri="{FF2B5EF4-FFF2-40B4-BE49-F238E27FC236}">
                <a16:creationId xmlns:a16="http://schemas.microsoft.com/office/drawing/2014/main" id="{3AB23BC8-B408-49AD-A481-2AA133D4F097}"/>
              </a:ext>
            </a:extLst>
          </p:cNvPr>
          <p:cNvSpPr>
            <a:spLocks noGrp="1" noChangeArrowheads="1"/>
          </p:cNvSpPr>
          <p:nvPr>
            <p:ph type="title"/>
          </p:nvPr>
        </p:nvSpPr>
        <p:spPr>
          <a:xfrm>
            <a:off x="3066334" y="274638"/>
            <a:ext cx="5696665" cy="411162"/>
          </a:xfrm>
          <a:solidFill>
            <a:schemeClr val="accent1">
              <a:lumMod val="40000"/>
              <a:lumOff val="60000"/>
            </a:schemeClr>
          </a:solidFill>
        </p:spPr>
        <p:txBody>
          <a:bodyPr>
            <a:normAutofit fontScale="90000"/>
          </a:bodyPr>
          <a:lstStyle/>
          <a:p>
            <a:r>
              <a:rPr lang="en-US" altLang="vi-VN" sz="2800" b="1" dirty="0">
                <a:solidFill>
                  <a:srgbClr val="0000FF"/>
                </a:solidFill>
                <a:latin typeface="Bookman Old Style" panose="02050604050505020204" pitchFamily="18" charset="0"/>
              </a:rPr>
              <a:t>INPUT DEVICES:</a:t>
            </a:r>
          </a:p>
        </p:txBody>
      </p:sp>
      <p:pic>
        <p:nvPicPr>
          <p:cNvPr id="28" name="Picture 27">
            <a:extLst>
              <a:ext uri="{FF2B5EF4-FFF2-40B4-BE49-F238E27FC236}">
                <a16:creationId xmlns:a16="http://schemas.microsoft.com/office/drawing/2014/main" id="{B2144FC8-96D4-47D2-B288-F887ED95D3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001" y="0"/>
            <a:ext cx="2851037" cy="869371"/>
          </a:xfrm>
          <a:prstGeom prst="rect">
            <a:avLst/>
          </a:prstGeom>
        </p:spPr>
      </p:pic>
      <p:sp>
        <p:nvSpPr>
          <p:cNvPr id="29" name="Rectangle: Rounded Corners 28">
            <a:extLst>
              <a:ext uri="{FF2B5EF4-FFF2-40B4-BE49-F238E27FC236}">
                <a16:creationId xmlns:a16="http://schemas.microsoft.com/office/drawing/2014/main" id="{47D63151-8527-4F07-AC68-560437204B3D}"/>
              </a:ext>
            </a:extLst>
          </p:cNvPr>
          <p:cNvSpPr/>
          <p:nvPr/>
        </p:nvSpPr>
        <p:spPr>
          <a:xfrm>
            <a:off x="55002" y="6435176"/>
            <a:ext cx="12079705" cy="323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dirty="0">
                <a:solidFill>
                  <a:schemeClr val="bg1"/>
                </a:solidFill>
                <a:latin typeface="Times New Roman" panose="02020603050405020304" pitchFamily="18" charset="0"/>
                <a:cs typeface="Times New Roman" panose="02020603050405020304" pitchFamily="18" charset="0"/>
              </a:rPr>
              <a:t> PLC Programming                      1. AN INTRODUCTION TO PROGRAMABLE LOGIC CONTROLLERS</a:t>
            </a:r>
            <a:endParaRPr lang="vi-VN" sz="1800" dirty="0">
              <a:solidFill>
                <a:schemeClr val="bg1"/>
              </a:solidFill>
              <a:latin typeface="Times New Roman" panose="02020603050405020304" pitchFamily="18" charset="0"/>
              <a:cs typeface="Times New Roman" panose="02020603050405020304" pitchFamily="18" charset="0"/>
            </a:endParaRPr>
          </a:p>
        </p:txBody>
      </p:sp>
      <p:sp>
        <p:nvSpPr>
          <p:cNvPr id="30" name="Slide Number Placeholder 6">
            <a:extLst>
              <a:ext uri="{FF2B5EF4-FFF2-40B4-BE49-F238E27FC236}">
                <a16:creationId xmlns:a16="http://schemas.microsoft.com/office/drawing/2014/main" id="{7704DCC0-1531-478C-8A52-8A6282CE1FEC}"/>
              </a:ext>
            </a:extLst>
          </p:cNvPr>
          <p:cNvSpPr>
            <a:spLocks noGrp="1"/>
          </p:cNvSpPr>
          <p:nvPr>
            <p:ph type="sldNum" sz="quarter" idx="12"/>
          </p:nvPr>
        </p:nvSpPr>
        <p:spPr>
          <a:xfrm>
            <a:off x="9049011" y="6435176"/>
            <a:ext cx="2743200" cy="365125"/>
          </a:xfrm>
        </p:spPr>
        <p:txBody>
          <a:bodyPr/>
          <a:lstStyle/>
          <a:p>
            <a:fld id="{7922E462-5D99-474A-8333-BF14A8734AA9}" type="slidenum">
              <a:rPr lang="vi-VN" sz="1400" smtClean="0">
                <a:solidFill>
                  <a:schemeClr val="bg1"/>
                </a:solidFill>
                <a:latin typeface="Times New Roman" panose="02020603050405020304" pitchFamily="18" charset="0"/>
                <a:cs typeface="Times New Roman" panose="02020603050405020304" pitchFamily="18" charset="0"/>
              </a:rPr>
              <a:t>31</a:t>
            </a:fld>
            <a:endParaRPr lang="vi-VN" sz="1400" dirty="0">
              <a:solidFill>
                <a:schemeClr val="bg1"/>
              </a:solidFill>
              <a:latin typeface="Times New Roman" panose="02020603050405020304" pitchFamily="18" charset="0"/>
              <a:cs typeface="Times New Roman" panose="02020603050405020304" pitchFamily="18" charset="0"/>
            </a:endParaRPr>
          </a:p>
        </p:txBody>
      </p:sp>
      <p:pic>
        <p:nvPicPr>
          <p:cNvPr id="31" name="Picture 5">
            <a:extLst>
              <a:ext uri="{FF2B5EF4-FFF2-40B4-BE49-F238E27FC236}">
                <a16:creationId xmlns:a16="http://schemas.microsoft.com/office/drawing/2014/main" id="{1FA9F5F5-9B9A-4F26-829A-2614CEEC2075}"/>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22961" y="1311465"/>
            <a:ext cx="5226050" cy="4732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2" name="Rectangle 4">
            <a:extLst>
              <a:ext uri="{FF2B5EF4-FFF2-40B4-BE49-F238E27FC236}">
                <a16:creationId xmlns:a16="http://schemas.microsoft.com/office/drawing/2014/main" id="{F37644CD-9C2C-4E53-A9F5-1C9A96C89D9C}"/>
              </a:ext>
            </a:extLst>
          </p:cNvPr>
          <p:cNvSpPr>
            <a:spLocks noChangeArrowheads="1"/>
          </p:cNvSpPr>
          <p:nvPr/>
        </p:nvSpPr>
        <p:spPr bwMode="auto">
          <a:xfrm>
            <a:off x="2906038" y="3833312"/>
            <a:ext cx="736600" cy="293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95" tIns="25438" rIns="63595" bIns="25438">
            <a:spAutoFit/>
          </a:bodyPr>
          <a:lstStyle>
            <a:lvl1pPr defTabSz="915988">
              <a:defRPr sz="2400">
                <a:solidFill>
                  <a:schemeClr val="tx1"/>
                </a:solidFill>
                <a:latin typeface="Times New Roman" panose="02020603050405020304" pitchFamily="18" charset="0"/>
              </a:defRPr>
            </a:lvl1pPr>
            <a:lvl2pPr marL="742950" indent="-285750" defTabSz="915988">
              <a:defRPr sz="2400">
                <a:solidFill>
                  <a:schemeClr val="tx1"/>
                </a:solidFill>
                <a:latin typeface="Times New Roman" panose="02020603050405020304" pitchFamily="18" charset="0"/>
              </a:defRPr>
            </a:lvl2pPr>
            <a:lvl3pPr marL="1143000" indent="-228600" defTabSz="915988">
              <a:defRPr sz="2400">
                <a:solidFill>
                  <a:schemeClr val="tx1"/>
                </a:solidFill>
                <a:latin typeface="Times New Roman" panose="02020603050405020304" pitchFamily="18" charset="0"/>
              </a:defRPr>
            </a:lvl3pPr>
            <a:lvl4pPr marL="1600200" indent="-228600" defTabSz="915988">
              <a:defRPr sz="2400">
                <a:solidFill>
                  <a:schemeClr val="tx1"/>
                </a:solidFill>
                <a:latin typeface="Times New Roman" panose="02020603050405020304" pitchFamily="18" charset="0"/>
              </a:defRPr>
            </a:lvl4pPr>
            <a:lvl5pPr marL="2057400" indent="-228600" defTabSz="915988">
              <a:defRPr sz="2400">
                <a:solidFill>
                  <a:schemeClr val="tx1"/>
                </a:solidFill>
                <a:latin typeface="Times New Roman" panose="02020603050405020304" pitchFamily="18" charset="0"/>
              </a:defRPr>
            </a:lvl5pPr>
            <a:lvl6pPr marL="2514600" indent="-228600" defTabSz="9159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159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159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15988"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88000"/>
              </a:lnSpc>
            </a:pPr>
            <a:r>
              <a:rPr lang="en-US" altLang="vi-VN" sz="1800" b="1">
                <a:latin typeface="Arial" panose="020B0604020202020204" pitchFamily="34" charset="0"/>
              </a:rPr>
              <a:t>SPDT</a:t>
            </a:r>
          </a:p>
        </p:txBody>
      </p:sp>
    </p:spTree>
    <p:extLst>
      <p:ext uri="{BB962C8B-B14F-4D97-AF65-F5344CB8AC3E}">
        <p14:creationId xmlns:p14="http://schemas.microsoft.com/office/powerpoint/2010/main" val="26557185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8668" name="Group 60">
            <a:extLst>
              <a:ext uri="{FF2B5EF4-FFF2-40B4-BE49-F238E27FC236}">
                <a16:creationId xmlns:a16="http://schemas.microsoft.com/office/drawing/2014/main" id="{699B209B-0DBA-4208-AF68-F0CB9D0A75FE}"/>
              </a:ext>
            </a:extLst>
          </p:cNvPr>
          <p:cNvGraphicFramePr>
            <a:graphicFrameLocks noGrp="1"/>
          </p:cNvGraphicFramePr>
          <p:nvPr>
            <p:ph idx="1"/>
          </p:nvPr>
        </p:nvGraphicFramePr>
        <p:xfrm>
          <a:off x="2133600" y="838200"/>
          <a:ext cx="6781800" cy="5638801"/>
        </p:xfrm>
        <a:graphic>
          <a:graphicData uri="http://schemas.openxmlformats.org/drawingml/2006/table">
            <a:tbl>
              <a:tblPr/>
              <a:tblGrid>
                <a:gridCol w="3265488">
                  <a:extLst>
                    <a:ext uri="{9D8B030D-6E8A-4147-A177-3AD203B41FA5}">
                      <a16:colId xmlns:a16="http://schemas.microsoft.com/office/drawing/2014/main" val="35114885"/>
                    </a:ext>
                  </a:extLst>
                </a:gridCol>
                <a:gridCol w="3516312">
                  <a:extLst>
                    <a:ext uri="{9D8B030D-6E8A-4147-A177-3AD203B41FA5}">
                      <a16:colId xmlns:a16="http://schemas.microsoft.com/office/drawing/2014/main" val="1046366360"/>
                    </a:ext>
                  </a:extLst>
                </a:gridCol>
              </a:tblGrid>
              <a:tr h="1127125">
                <a:tc>
                  <a:txBody>
                    <a:bodyPr/>
                    <a:lstStyle>
                      <a:lvl1pPr>
                        <a:spcBef>
                          <a:spcPct val="20000"/>
                        </a:spcBef>
                        <a:buClr>
                          <a:schemeClr val="accent1"/>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300">
                          <a:solidFill>
                            <a:schemeClr val="tx1"/>
                          </a:solidFill>
                          <a:latin typeface="Arial" panose="020B0604020202020204" pitchFamily="34" charset="0"/>
                        </a:defRPr>
                      </a:lvl2pPr>
                      <a:lvl3pPr>
                        <a:spcBef>
                          <a:spcPct val="20000"/>
                        </a:spcBef>
                        <a:buClr>
                          <a:schemeClr val="accent1"/>
                        </a:buClr>
                        <a:buFont typeface="Wingdings" panose="05000000000000000000" pitchFamily="2" charset="2"/>
                        <a:defRPr sz="2100">
                          <a:solidFill>
                            <a:schemeClr val="tx1"/>
                          </a:solidFill>
                          <a:latin typeface="Arial" panose="020B0604020202020204" pitchFamily="34" charset="0"/>
                        </a:defRPr>
                      </a:lvl3pPr>
                      <a:lvl4pPr>
                        <a:spcBef>
                          <a:spcPct val="20000"/>
                        </a:spcBef>
                        <a:buClr>
                          <a:schemeClr val="accent1"/>
                        </a:buClr>
                        <a:defRPr>
                          <a:solidFill>
                            <a:schemeClr val="tx1"/>
                          </a:solidFill>
                          <a:latin typeface="Arial" panose="020B0604020202020204" pitchFamily="34" charset="0"/>
                        </a:defRPr>
                      </a:lvl4pPr>
                      <a:lvl5pPr>
                        <a:spcBef>
                          <a:spcPct val="20000"/>
                        </a:spcBef>
                        <a:buClr>
                          <a:schemeClr val="accent1"/>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tabLst/>
                      </a:pPr>
                      <a:r>
                        <a:rPr kumimoji="0" lang="en-US" altLang="vi-VN" sz="2800" b="0" i="0" u="none" strike="noStrike" cap="none" normalizeH="0" baseline="0">
                          <a:ln>
                            <a:noFill/>
                          </a:ln>
                          <a:solidFill>
                            <a:schemeClr val="tx1"/>
                          </a:solidFill>
                          <a:effectLst/>
                          <a:latin typeface="Arial" panose="020B0604020202020204" pitchFamily="34" charset="0"/>
                        </a:rPr>
                        <a:t>Motor</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300">
                          <a:solidFill>
                            <a:schemeClr val="tx1"/>
                          </a:solidFill>
                          <a:latin typeface="Arial" panose="020B0604020202020204" pitchFamily="34" charset="0"/>
                        </a:defRPr>
                      </a:lvl2pPr>
                      <a:lvl3pPr>
                        <a:spcBef>
                          <a:spcPct val="20000"/>
                        </a:spcBef>
                        <a:buClr>
                          <a:schemeClr val="accent1"/>
                        </a:buClr>
                        <a:buFont typeface="Wingdings" panose="05000000000000000000" pitchFamily="2" charset="2"/>
                        <a:defRPr sz="2100">
                          <a:solidFill>
                            <a:schemeClr val="tx1"/>
                          </a:solidFill>
                          <a:latin typeface="Arial" panose="020B0604020202020204" pitchFamily="34" charset="0"/>
                        </a:defRPr>
                      </a:lvl3pPr>
                      <a:lvl4pPr>
                        <a:spcBef>
                          <a:spcPct val="20000"/>
                        </a:spcBef>
                        <a:buClr>
                          <a:schemeClr val="accent1"/>
                        </a:buClr>
                        <a:defRPr>
                          <a:solidFill>
                            <a:schemeClr val="tx1"/>
                          </a:solidFill>
                          <a:latin typeface="Arial" panose="020B0604020202020204" pitchFamily="34" charset="0"/>
                        </a:defRPr>
                      </a:lvl4pPr>
                      <a:lvl5pPr>
                        <a:spcBef>
                          <a:spcPct val="20000"/>
                        </a:spcBef>
                        <a:buClr>
                          <a:schemeClr val="accent1"/>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tabLst/>
                      </a:pPr>
                      <a:endParaRPr kumimoji="0" lang="vi-VN" altLang="vi-VN" sz="2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148470986"/>
                  </a:ext>
                </a:extLst>
              </a:tr>
              <a:tr h="1128713">
                <a:tc>
                  <a:txBody>
                    <a:bodyPr/>
                    <a:lstStyle>
                      <a:lvl1pPr>
                        <a:spcBef>
                          <a:spcPct val="20000"/>
                        </a:spcBef>
                        <a:buClr>
                          <a:schemeClr val="accent1"/>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300">
                          <a:solidFill>
                            <a:schemeClr val="tx1"/>
                          </a:solidFill>
                          <a:latin typeface="Arial" panose="020B0604020202020204" pitchFamily="34" charset="0"/>
                        </a:defRPr>
                      </a:lvl2pPr>
                      <a:lvl3pPr>
                        <a:spcBef>
                          <a:spcPct val="20000"/>
                        </a:spcBef>
                        <a:buClr>
                          <a:schemeClr val="accent1"/>
                        </a:buClr>
                        <a:buFont typeface="Wingdings" panose="05000000000000000000" pitchFamily="2" charset="2"/>
                        <a:defRPr sz="2100">
                          <a:solidFill>
                            <a:schemeClr val="tx1"/>
                          </a:solidFill>
                          <a:latin typeface="Arial" panose="020B0604020202020204" pitchFamily="34" charset="0"/>
                        </a:defRPr>
                      </a:lvl3pPr>
                      <a:lvl4pPr>
                        <a:spcBef>
                          <a:spcPct val="20000"/>
                        </a:spcBef>
                        <a:buClr>
                          <a:schemeClr val="accent1"/>
                        </a:buClr>
                        <a:defRPr>
                          <a:solidFill>
                            <a:schemeClr val="tx1"/>
                          </a:solidFill>
                          <a:latin typeface="Arial" panose="020B0604020202020204" pitchFamily="34" charset="0"/>
                        </a:defRPr>
                      </a:lvl4pPr>
                      <a:lvl5pPr>
                        <a:spcBef>
                          <a:spcPct val="20000"/>
                        </a:spcBef>
                        <a:buClr>
                          <a:schemeClr val="accent1"/>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tabLst/>
                      </a:pPr>
                      <a:r>
                        <a:rPr kumimoji="0" lang="en-US" altLang="vi-VN" sz="2800" b="0" i="0" u="none" strike="noStrike" cap="none" normalizeH="0" baseline="0">
                          <a:ln>
                            <a:noFill/>
                          </a:ln>
                          <a:solidFill>
                            <a:schemeClr val="tx1"/>
                          </a:solidFill>
                          <a:effectLst/>
                          <a:latin typeface="Arial" panose="020B0604020202020204" pitchFamily="34" charset="0"/>
                        </a:rPr>
                        <a:t>Solenoid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300">
                          <a:solidFill>
                            <a:schemeClr val="tx1"/>
                          </a:solidFill>
                          <a:latin typeface="Arial" panose="020B0604020202020204" pitchFamily="34" charset="0"/>
                        </a:defRPr>
                      </a:lvl2pPr>
                      <a:lvl3pPr>
                        <a:spcBef>
                          <a:spcPct val="20000"/>
                        </a:spcBef>
                        <a:buClr>
                          <a:schemeClr val="accent1"/>
                        </a:buClr>
                        <a:buFont typeface="Wingdings" panose="05000000000000000000" pitchFamily="2" charset="2"/>
                        <a:defRPr sz="2100">
                          <a:solidFill>
                            <a:schemeClr val="tx1"/>
                          </a:solidFill>
                          <a:latin typeface="Arial" panose="020B0604020202020204" pitchFamily="34" charset="0"/>
                        </a:defRPr>
                      </a:lvl3pPr>
                      <a:lvl4pPr>
                        <a:spcBef>
                          <a:spcPct val="20000"/>
                        </a:spcBef>
                        <a:buClr>
                          <a:schemeClr val="accent1"/>
                        </a:buClr>
                        <a:defRPr>
                          <a:solidFill>
                            <a:schemeClr val="tx1"/>
                          </a:solidFill>
                          <a:latin typeface="Arial" panose="020B0604020202020204" pitchFamily="34" charset="0"/>
                        </a:defRPr>
                      </a:lvl4pPr>
                      <a:lvl5pPr>
                        <a:spcBef>
                          <a:spcPct val="20000"/>
                        </a:spcBef>
                        <a:buClr>
                          <a:schemeClr val="accent1"/>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tabLst/>
                      </a:pPr>
                      <a:endParaRPr kumimoji="0" lang="vi-VN" altLang="vi-VN" sz="2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913698489"/>
                  </a:ext>
                </a:extLst>
              </a:tr>
              <a:tr h="1127125">
                <a:tc>
                  <a:txBody>
                    <a:bodyPr/>
                    <a:lstStyle>
                      <a:lvl1pPr>
                        <a:spcBef>
                          <a:spcPct val="20000"/>
                        </a:spcBef>
                        <a:buClr>
                          <a:schemeClr val="accent1"/>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300">
                          <a:solidFill>
                            <a:schemeClr val="tx1"/>
                          </a:solidFill>
                          <a:latin typeface="Arial" panose="020B0604020202020204" pitchFamily="34" charset="0"/>
                        </a:defRPr>
                      </a:lvl2pPr>
                      <a:lvl3pPr>
                        <a:spcBef>
                          <a:spcPct val="20000"/>
                        </a:spcBef>
                        <a:buClr>
                          <a:schemeClr val="accent1"/>
                        </a:buClr>
                        <a:buFont typeface="Wingdings" panose="05000000000000000000" pitchFamily="2" charset="2"/>
                        <a:defRPr sz="2100">
                          <a:solidFill>
                            <a:schemeClr val="tx1"/>
                          </a:solidFill>
                          <a:latin typeface="Arial" panose="020B0604020202020204" pitchFamily="34" charset="0"/>
                        </a:defRPr>
                      </a:lvl3pPr>
                      <a:lvl4pPr>
                        <a:spcBef>
                          <a:spcPct val="20000"/>
                        </a:spcBef>
                        <a:buClr>
                          <a:schemeClr val="accent1"/>
                        </a:buClr>
                        <a:defRPr>
                          <a:solidFill>
                            <a:schemeClr val="tx1"/>
                          </a:solidFill>
                          <a:latin typeface="Arial" panose="020B0604020202020204" pitchFamily="34" charset="0"/>
                        </a:defRPr>
                      </a:lvl4pPr>
                      <a:lvl5pPr>
                        <a:spcBef>
                          <a:spcPct val="20000"/>
                        </a:spcBef>
                        <a:buClr>
                          <a:schemeClr val="accent1"/>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tabLst/>
                      </a:pPr>
                      <a:r>
                        <a:rPr kumimoji="0" lang="en-US" altLang="vi-VN" sz="2800" b="0" i="0" u="none" strike="noStrike" cap="none" normalizeH="0" baseline="0">
                          <a:ln>
                            <a:noFill/>
                          </a:ln>
                          <a:solidFill>
                            <a:schemeClr val="tx1"/>
                          </a:solidFill>
                          <a:effectLst/>
                          <a:latin typeface="Arial" panose="020B0604020202020204" pitchFamily="34" charset="0"/>
                        </a:rPr>
                        <a:t>LED Display</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300">
                          <a:solidFill>
                            <a:schemeClr val="tx1"/>
                          </a:solidFill>
                          <a:latin typeface="Arial" panose="020B0604020202020204" pitchFamily="34" charset="0"/>
                        </a:defRPr>
                      </a:lvl2pPr>
                      <a:lvl3pPr>
                        <a:spcBef>
                          <a:spcPct val="20000"/>
                        </a:spcBef>
                        <a:buClr>
                          <a:schemeClr val="accent1"/>
                        </a:buClr>
                        <a:buFont typeface="Wingdings" panose="05000000000000000000" pitchFamily="2" charset="2"/>
                        <a:defRPr sz="2100">
                          <a:solidFill>
                            <a:schemeClr val="tx1"/>
                          </a:solidFill>
                          <a:latin typeface="Arial" panose="020B0604020202020204" pitchFamily="34" charset="0"/>
                        </a:defRPr>
                      </a:lvl3pPr>
                      <a:lvl4pPr>
                        <a:spcBef>
                          <a:spcPct val="20000"/>
                        </a:spcBef>
                        <a:buClr>
                          <a:schemeClr val="accent1"/>
                        </a:buClr>
                        <a:defRPr>
                          <a:solidFill>
                            <a:schemeClr val="tx1"/>
                          </a:solidFill>
                          <a:latin typeface="Arial" panose="020B0604020202020204" pitchFamily="34" charset="0"/>
                        </a:defRPr>
                      </a:lvl4pPr>
                      <a:lvl5pPr>
                        <a:spcBef>
                          <a:spcPct val="20000"/>
                        </a:spcBef>
                        <a:buClr>
                          <a:schemeClr val="accent1"/>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tabLst/>
                      </a:pPr>
                      <a:endParaRPr kumimoji="0" lang="vi-VN" altLang="vi-VN" sz="2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671863382"/>
                  </a:ext>
                </a:extLst>
              </a:tr>
              <a:tr h="1128713">
                <a:tc>
                  <a:txBody>
                    <a:bodyPr/>
                    <a:lstStyle>
                      <a:lvl1pPr>
                        <a:spcBef>
                          <a:spcPct val="20000"/>
                        </a:spcBef>
                        <a:buClr>
                          <a:schemeClr val="accent1"/>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300">
                          <a:solidFill>
                            <a:schemeClr val="tx1"/>
                          </a:solidFill>
                          <a:latin typeface="Arial" panose="020B0604020202020204" pitchFamily="34" charset="0"/>
                        </a:defRPr>
                      </a:lvl2pPr>
                      <a:lvl3pPr>
                        <a:spcBef>
                          <a:spcPct val="20000"/>
                        </a:spcBef>
                        <a:buClr>
                          <a:schemeClr val="accent1"/>
                        </a:buClr>
                        <a:buFont typeface="Wingdings" panose="05000000000000000000" pitchFamily="2" charset="2"/>
                        <a:defRPr sz="2100">
                          <a:solidFill>
                            <a:schemeClr val="tx1"/>
                          </a:solidFill>
                          <a:latin typeface="Arial" panose="020B0604020202020204" pitchFamily="34" charset="0"/>
                        </a:defRPr>
                      </a:lvl3pPr>
                      <a:lvl4pPr>
                        <a:spcBef>
                          <a:spcPct val="20000"/>
                        </a:spcBef>
                        <a:buClr>
                          <a:schemeClr val="accent1"/>
                        </a:buClr>
                        <a:defRPr>
                          <a:solidFill>
                            <a:schemeClr val="tx1"/>
                          </a:solidFill>
                          <a:latin typeface="Arial" panose="020B0604020202020204" pitchFamily="34" charset="0"/>
                        </a:defRPr>
                      </a:lvl4pPr>
                      <a:lvl5pPr>
                        <a:spcBef>
                          <a:spcPct val="20000"/>
                        </a:spcBef>
                        <a:buClr>
                          <a:schemeClr val="accent1"/>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tabLst/>
                      </a:pPr>
                      <a:r>
                        <a:rPr kumimoji="0" lang="en-US" altLang="vi-VN" sz="2800" b="0" i="0" u="none" strike="noStrike" cap="none" normalizeH="0" baseline="0">
                          <a:ln>
                            <a:noFill/>
                          </a:ln>
                          <a:solidFill>
                            <a:schemeClr val="tx1"/>
                          </a:solidFill>
                          <a:effectLst/>
                          <a:latin typeface="Arial" panose="020B0604020202020204" pitchFamily="34" charset="0"/>
                        </a:rPr>
                        <a:t>Heater Coil</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300">
                          <a:solidFill>
                            <a:schemeClr val="tx1"/>
                          </a:solidFill>
                          <a:latin typeface="Arial" panose="020B0604020202020204" pitchFamily="34" charset="0"/>
                        </a:defRPr>
                      </a:lvl2pPr>
                      <a:lvl3pPr>
                        <a:spcBef>
                          <a:spcPct val="20000"/>
                        </a:spcBef>
                        <a:buClr>
                          <a:schemeClr val="accent1"/>
                        </a:buClr>
                        <a:buFont typeface="Wingdings" panose="05000000000000000000" pitchFamily="2" charset="2"/>
                        <a:defRPr sz="2100">
                          <a:solidFill>
                            <a:schemeClr val="tx1"/>
                          </a:solidFill>
                          <a:latin typeface="Arial" panose="020B0604020202020204" pitchFamily="34" charset="0"/>
                        </a:defRPr>
                      </a:lvl3pPr>
                      <a:lvl4pPr>
                        <a:spcBef>
                          <a:spcPct val="20000"/>
                        </a:spcBef>
                        <a:buClr>
                          <a:schemeClr val="accent1"/>
                        </a:buClr>
                        <a:defRPr>
                          <a:solidFill>
                            <a:schemeClr val="tx1"/>
                          </a:solidFill>
                          <a:latin typeface="Arial" panose="020B0604020202020204" pitchFamily="34" charset="0"/>
                        </a:defRPr>
                      </a:lvl4pPr>
                      <a:lvl5pPr>
                        <a:spcBef>
                          <a:spcPct val="20000"/>
                        </a:spcBef>
                        <a:buClr>
                          <a:schemeClr val="accent1"/>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tabLst/>
                      </a:pPr>
                      <a:endParaRPr kumimoji="0" lang="vi-VN" altLang="vi-VN" sz="2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85851898"/>
                  </a:ext>
                </a:extLst>
              </a:tr>
              <a:tr h="1127125">
                <a:tc>
                  <a:txBody>
                    <a:bodyPr/>
                    <a:lstStyle>
                      <a:lvl1pPr>
                        <a:spcBef>
                          <a:spcPct val="20000"/>
                        </a:spcBef>
                        <a:buClr>
                          <a:schemeClr val="accent1"/>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300">
                          <a:solidFill>
                            <a:schemeClr val="tx1"/>
                          </a:solidFill>
                          <a:latin typeface="Arial" panose="020B0604020202020204" pitchFamily="34" charset="0"/>
                        </a:defRPr>
                      </a:lvl2pPr>
                      <a:lvl3pPr>
                        <a:spcBef>
                          <a:spcPct val="20000"/>
                        </a:spcBef>
                        <a:buClr>
                          <a:schemeClr val="accent1"/>
                        </a:buClr>
                        <a:buFont typeface="Wingdings" panose="05000000000000000000" pitchFamily="2" charset="2"/>
                        <a:defRPr sz="2100">
                          <a:solidFill>
                            <a:schemeClr val="tx1"/>
                          </a:solidFill>
                          <a:latin typeface="Arial" panose="020B0604020202020204" pitchFamily="34" charset="0"/>
                        </a:defRPr>
                      </a:lvl3pPr>
                      <a:lvl4pPr>
                        <a:spcBef>
                          <a:spcPct val="20000"/>
                        </a:spcBef>
                        <a:buClr>
                          <a:schemeClr val="accent1"/>
                        </a:buClr>
                        <a:defRPr>
                          <a:solidFill>
                            <a:schemeClr val="tx1"/>
                          </a:solidFill>
                          <a:latin typeface="Arial" panose="020B0604020202020204" pitchFamily="34" charset="0"/>
                        </a:defRPr>
                      </a:lvl4pPr>
                      <a:lvl5pPr>
                        <a:spcBef>
                          <a:spcPct val="20000"/>
                        </a:spcBef>
                        <a:buClr>
                          <a:schemeClr val="accent1"/>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tabLst/>
                      </a:pPr>
                      <a:r>
                        <a:rPr kumimoji="0" lang="en-US" altLang="vi-VN" sz="2800" b="0" i="0" u="none" strike="noStrike" cap="none" normalizeH="0" baseline="0">
                          <a:ln>
                            <a:noFill/>
                          </a:ln>
                          <a:solidFill>
                            <a:schemeClr val="tx1"/>
                          </a:solidFill>
                          <a:effectLst/>
                          <a:latin typeface="Arial" panose="020B0604020202020204" pitchFamily="34" charset="0"/>
                        </a:rPr>
                        <a:t>Lamp</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300">
                          <a:solidFill>
                            <a:schemeClr val="tx1"/>
                          </a:solidFill>
                          <a:latin typeface="Arial" panose="020B0604020202020204" pitchFamily="34" charset="0"/>
                        </a:defRPr>
                      </a:lvl2pPr>
                      <a:lvl3pPr>
                        <a:spcBef>
                          <a:spcPct val="20000"/>
                        </a:spcBef>
                        <a:buClr>
                          <a:schemeClr val="accent1"/>
                        </a:buClr>
                        <a:buFont typeface="Wingdings" panose="05000000000000000000" pitchFamily="2" charset="2"/>
                        <a:defRPr sz="2100">
                          <a:solidFill>
                            <a:schemeClr val="tx1"/>
                          </a:solidFill>
                          <a:latin typeface="Arial" panose="020B0604020202020204" pitchFamily="34" charset="0"/>
                        </a:defRPr>
                      </a:lvl3pPr>
                      <a:lvl4pPr>
                        <a:spcBef>
                          <a:spcPct val="20000"/>
                        </a:spcBef>
                        <a:buClr>
                          <a:schemeClr val="accent1"/>
                        </a:buClr>
                        <a:defRPr>
                          <a:solidFill>
                            <a:schemeClr val="tx1"/>
                          </a:solidFill>
                          <a:latin typeface="Arial" panose="020B0604020202020204" pitchFamily="34" charset="0"/>
                        </a:defRPr>
                      </a:lvl4pPr>
                      <a:lvl5pPr>
                        <a:spcBef>
                          <a:spcPct val="20000"/>
                        </a:spcBef>
                        <a:buClr>
                          <a:schemeClr val="accent1"/>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tabLst/>
                      </a:pPr>
                      <a:endParaRPr kumimoji="0" lang="vi-VN" altLang="vi-VN" sz="2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737031532"/>
                  </a:ext>
                </a:extLst>
              </a:tr>
            </a:tbl>
          </a:graphicData>
        </a:graphic>
      </p:graphicFrame>
      <p:pic>
        <p:nvPicPr>
          <p:cNvPr id="68652" name="Picture 44">
            <a:extLst>
              <a:ext uri="{FF2B5EF4-FFF2-40B4-BE49-F238E27FC236}">
                <a16:creationId xmlns:a16="http://schemas.microsoft.com/office/drawing/2014/main" id="{E8363503-BA48-48DB-8341-CED276EFBA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43600" y="838200"/>
            <a:ext cx="20574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8653" name="Picture 45">
            <a:extLst>
              <a:ext uri="{FF2B5EF4-FFF2-40B4-BE49-F238E27FC236}">
                <a16:creationId xmlns:a16="http://schemas.microsoft.com/office/drawing/2014/main" id="{A4E8FF79-4995-4AF3-B167-0E4EB8AC81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2057400"/>
            <a:ext cx="2057400"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8655" name="Picture 47">
            <a:extLst>
              <a:ext uri="{FF2B5EF4-FFF2-40B4-BE49-F238E27FC236}">
                <a16:creationId xmlns:a16="http://schemas.microsoft.com/office/drawing/2014/main" id="{9F20F677-FEB2-431B-A6DA-108F1558F4E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19800" y="3200400"/>
            <a:ext cx="1733550" cy="838200"/>
          </a:xfrm>
          <a:prstGeom prst="rect">
            <a:avLst/>
          </a:prstGeom>
          <a:noFill/>
          <a:extLst>
            <a:ext uri="{909E8E84-426E-40DD-AFC4-6F175D3DCCD1}">
              <a14:hiddenFill xmlns:a14="http://schemas.microsoft.com/office/drawing/2010/main">
                <a:solidFill>
                  <a:srgbClr val="FFFFFF"/>
                </a:solidFill>
              </a14:hiddenFill>
            </a:ext>
          </a:extLst>
        </p:spPr>
      </p:pic>
      <p:pic>
        <p:nvPicPr>
          <p:cNvPr id="68656" name="Picture 48">
            <a:extLst>
              <a:ext uri="{FF2B5EF4-FFF2-40B4-BE49-F238E27FC236}">
                <a16:creationId xmlns:a16="http://schemas.microsoft.com/office/drawing/2014/main" id="{7D603D91-A918-4054-B0D3-3F5202EBD1F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67400" y="4267200"/>
            <a:ext cx="2209800"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8658" name="Picture 50">
            <a:extLst>
              <a:ext uri="{FF2B5EF4-FFF2-40B4-BE49-F238E27FC236}">
                <a16:creationId xmlns:a16="http://schemas.microsoft.com/office/drawing/2014/main" id="{DFFB7132-F909-40AB-8F67-33F5947E6F0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76800" y="5410200"/>
            <a:ext cx="1562100"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8666" name="Rectangle 58">
            <a:extLst>
              <a:ext uri="{FF2B5EF4-FFF2-40B4-BE49-F238E27FC236}">
                <a16:creationId xmlns:a16="http://schemas.microsoft.com/office/drawing/2014/main" id="{BCE6BA77-E05E-442D-A4E8-707F821C8B7D}"/>
              </a:ext>
            </a:extLst>
          </p:cNvPr>
          <p:cNvSpPr>
            <a:spLocks noGrp="1" noChangeArrowheads="1"/>
          </p:cNvSpPr>
          <p:nvPr>
            <p:ph type="title"/>
          </p:nvPr>
        </p:nvSpPr>
        <p:spPr>
          <a:xfrm>
            <a:off x="3121334" y="240262"/>
            <a:ext cx="5641665" cy="411162"/>
          </a:xfrm>
          <a:solidFill>
            <a:srgbClr val="00CCFF"/>
          </a:solidFill>
          <a:ln/>
        </p:spPr>
        <p:txBody>
          <a:bodyPr>
            <a:noAutofit/>
          </a:bodyPr>
          <a:lstStyle/>
          <a:p>
            <a:r>
              <a:rPr lang="en-US" altLang="vi-VN" sz="2800" b="1">
                <a:latin typeface="Times New Roman" panose="02020603050405020304" pitchFamily="18" charset="0"/>
                <a:cs typeface="Times New Roman" panose="02020603050405020304" pitchFamily="18" charset="0"/>
              </a:rPr>
              <a:t>OUTPUT </a:t>
            </a:r>
            <a:r>
              <a:rPr lang="en-US" altLang="vi-VN" sz="2800" b="1" dirty="0">
                <a:latin typeface="Times New Roman" panose="02020603050405020304" pitchFamily="18" charset="0"/>
                <a:cs typeface="Times New Roman" panose="02020603050405020304" pitchFamily="18" charset="0"/>
              </a:rPr>
              <a:t>DEVICES:</a:t>
            </a:r>
          </a:p>
        </p:txBody>
      </p:sp>
      <p:pic>
        <p:nvPicPr>
          <p:cNvPr id="9" name="Picture 8">
            <a:extLst>
              <a:ext uri="{FF2B5EF4-FFF2-40B4-BE49-F238E27FC236}">
                <a16:creationId xmlns:a16="http://schemas.microsoft.com/office/drawing/2014/main" id="{717F192E-BD03-4D13-BD0F-B399D44138F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5001" y="50721"/>
            <a:ext cx="2851037" cy="869371"/>
          </a:xfrm>
          <a:prstGeom prst="rect">
            <a:avLst/>
          </a:prstGeom>
        </p:spPr>
      </p:pic>
      <p:sp>
        <p:nvSpPr>
          <p:cNvPr id="10" name="Rectangle: Rounded Corners 9">
            <a:extLst>
              <a:ext uri="{FF2B5EF4-FFF2-40B4-BE49-F238E27FC236}">
                <a16:creationId xmlns:a16="http://schemas.microsoft.com/office/drawing/2014/main" id="{252449EB-786F-45F6-82CF-7D6DA09B28AA}"/>
              </a:ext>
            </a:extLst>
          </p:cNvPr>
          <p:cNvSpPr/>
          <p:nvPr/>
        </p:nvSpPr>
        <p:spPr>
          <a:xfrm>
            <a:off x="55002" y="6435176"/>
            <a:ext cx="12079705" cy="323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dirty="0">
                <a:solidFill>
                  <a:schemeClr val="bg1"/>
                </a:solidFill>
                <a:latin typeface="Times New Roman" panose="02020603050405020304" pitchFamily="18" charset="0"/>
                <a:cs typeface="Times New Roman" panose="02020603050405020304" pitchFamily="18" charset="0"/>
              </a:rPr>
              <a:t> PLC Programming                      1. AN INTRODUCTION TO PROGRAMABLE LOGIC CONTROLLERS</a:t>
            </a:r>
            <a:endParaRPr lang="vi-VN" sz="1800" dirty="0">
              <a:solidFill>
                <a:schemeClr val="bg1"/>
              </a:solidFill>
              <a:latin typeface="Times New Roman" panose="02020603050405020304" pitchFamily="18" charset="0"/>
              <a:cs typeface="Times New Roman" panose="02020603050405020304" pitchFamily="18" charset="0"/>
            </a:endParaRPr>
          </a:p>
        </p:txBody>
      </p:sp>
      <p:sp>
        <p:nvSpPr>
          <p:cNvPr id="11" name="Slide Number Placeholder 6">
            <a:extLst>
              <a:ext uri="{FF2B5EF4-FFF2-40B4-BE49-F238E27FC236}">
                <a16:creationId xmlns:a16="http://schemas.microsoft.com/office/drawing/2014/main" id="{E13D1941-0A32-4C00-B14E-087820AEFFF0}"/>
              </a:ext>
            </a:extLst>
          </p:cNvPr>
          <p:cNvSpPr>
            <a:spLocks noGrp="1"/>
          </p:cNvSpPr>
          <p:nvPr>
            <p:ph type="sldNum" sz="quarter" idx="12"/>
          </p:nvPr>
        </p:nvSpPr>
        <p:spPr>
          <a:xfrm>
            <a:off x="9049011" y="6435176"/>
            <a:ext cx="2743200" cy="365125"/>
          </a:xfrm>
        </p:spPr>
        <p:txBody>
          <a:bodyPr/>
          <a:lstStyle/>
          <a:p>
            <a:fld id="{7922E462-5D99-474A-8333-BF14A8734AA9}" type="slidenum">
              <a:rPr lang="vi-VN" sz="1400" smtClean="0">
                <a:solidFill>
                  <a:schemeClr val="bg1"/>
                </a:solidFill>
                <a:latin typeface="Times New Roman" panose="02020603050405020304" pitchFamily="18" charset="0"/>
                <a:cs typeface="Times New Roman" panose="02020603050405020304" pitchFamily="18" charset="0"/>
              </a:rPr>
              <a:t>32</a:t>
            </a:fld>
            <a:endParaRPr lang="vi-VN" sz="14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914625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EB81A783-42A8-40D5-A9A5-E4F0240EF9D8}"/>
              </a:ext>
            </a:extLst>
          </p:cNvPr>
          <p:cNvSpPr>
            <a:spLocks noGrp="1" noChangeArrowheads="1"/>
          </p:cNvSpPr>
          <p:nvPr>
            <p:ph type="title"/>
          </p:nvPr>
        </p:nvSpPr>
        <p:spPr>
          <a:xfrm>
            <a:off x="5654170" y="136527"/>
            <a:ext cx="2271135" cy="728481"/>
          </a:xfrm>
          <a:noFill/>
          <a:extLst>
            <a:ext uri="{91240B29-F687-4F45-9708-019B960494DF}">
              <a14:hiddenLine xmlns:a14="http://schemas.microsoft.com/office/drawing/2010/main" w="12700">
                <a:solidFill>
                  <a:schemeClr val="tx1"/>
                </a:solidFill>
                <a:miter lim="800000"/>
                <a:headEnd/>
                <a:tailEnd/>
              </a14:hiddenLine>
            </a:ext>
          </a:extLst>
        </p:spPr>
        <p:txBody>
          <a:bodyPr vert="horz" wrap="none" lIns="63595" tIns="25438" rIns="63595" bIns="25438" numCol="1" anchor="t" anchorCtr="0" compatLnSpc="1">
            <a:prstTxWarp prst="textNoShape">
              <a:avLst/>
            </a:prstTxWarp>
            <a:spAutoFit/>
          </a:bodyPr>
          <a:lstStyle/>
          <a:p>
            <a:pPr eaLnBrk="1" hangingPunct="1"/>
            <a:r>
              <a:rPr lang="en-US" altLang="vi-VN"/>
              <a:t>RELAYS</a:t>
            </a:r>
          </a:p>
        </p:txBody>
      </p:sp>
      <p:sp>
        <p:nvSpPr>
          <p:cNvPr id="39939" name="Rectangle 3">
            <a:extLst>
              <a:ext uri="{FF2B5EF4-FFF2-40B4-BE49-F238E27FC236}">
                <a16:creationId xmlns:a16="http://schemas.microsoft.com/office/drawing/2014/main" id="{D94272AF-0608-41AF-B7A6-44DAB4F0948A}"/>
              </a:ext>
            </a:extLst>
          </p:cNvPr>
          <p:cNvSpPr>
            <a:spLocks noChangeArrowheads="1"/>
          </p:cNvSpPr>
          <p:nvPr/>
        </p:nvSpPr>
        <p:spPr bwMode="auto">
          <a:xfrm>
            <a:off x="1911350" y="1265239"/>
            <a:ext cx="8585200" cy="293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95" tIns="25438" rIns="63595" bIns="25438">
            <a:spAutoFit/>
          </a:bodyPr>
          <a:lstStyle>
            <a:lvl1pPr defTabSz="915988">
              <a:defRPr sz="2400">
                <a:solidFill>
                  <a:schemeClr val="tx1"/>
                </a:solidFill>
                <a:latin typeface="Times New Roman" panose="02020603050405020304" pitchFamily="18" charset="0"/>
              </a:defRPr>
            </a:lvl1pPr>
            <a:lvl2pPr marL="742950" indent="-285750" defTabSz="915988">
              <a:defRPr sz="2400">
                <a:solidFill>
                  <a:schemeClr val="tx1"/>
                </a:solidFill>
                <a:latin typeface="Times New Roman" panose="02020603050405020304" pitchFamily="18" charset="0"/>
              </a:defRPr>
            </a:lvl2pPr>
            <a:lvl3pPr marL="1143000" indent="-228600" defTabSz="915988">
              <a:defRPr sz="2400">
                <a:solidFill>
                  <a:schemeClr val="tx1"/>
                </a:solidFill>
                <a:latin typeface="Times New Roman" panose="02020603050405020304" pitchFamily="18" charset="0"/>
              </a:defRPr>
            </a:lvl3pPr>
            <a:lvl4pPr marL="1600200" indent="-228600" defTabSz="915988">
              <a:defRPr sz="2400">
                <a:solidFill>
                  <a:schemeClr val="tx1"/>
                </a:solidFill>
                <a:latin typeface="Times New Roman" panose="02020603050405020304" pitchFamily="18" charset="0"/>
              </a:defRPr>
            </a:lvl4pPr>
            <a:lvl5pPr marL="2057400" indent="-228600" defTabSz="915988">
              <a:defRPr sz="2400">
                <a:solidFill>
                  <a:schemeClr val="tx1"/>
                </a:solidFill>
                <a:latin typeface="Times New Roman" panose="02020603050405020304" pitchFamily="18" charset="0"/>
              </a:defRPr>
            </a:lvl5pPr>
            <a:lvl6pPr marL="2514600" indent="-228600" defTabSz="9159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159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159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15988" eaLnBrk="0" fontAlgn="base" hangingPunct="0">
              <a:spcBef>
                <a:spcPct val="0"/>
              </a:spcBef>
              <a:spcAft>
                <a:spcPct val="0"/>
              </a:spcAft>
              <a:defRPr sz="2400">
                <a:solidFill>
                  <a:schemeClr val="tx1"/>
                </a:solidFill>
                <a:latin typeface="Times New Roman" panose="02020603050405020304" pitchFamily="18" charset="0"/>
              </a:defRPr>
            </a:lvl9pPr>
          </a:lstStyle>
          <a:p>
            <a:pPr eaLnBrk="0" fontAlgn="base" hangingPunct="0">
              <a:lnSpc>
                <a:spcPct val="88000"/>
              </a:lnSpc>
              <a:spcBef>
                <a:spcPct val="0"/>
              </a:spcBef>
              <a:spcAft>
                <a:spcPct val="0"/>
              </a:spcAft>
            </a:pPr>
            <a:r>
              <a:rPr lang="en-US" altLang="vi-VN" sz="1800" b="1">
                <a:solidFill>
                  <a:srgbClr val="000000"/>
                </a:solidFill>
                <a:latin typeface="Arial" panose="020B0604020202020204" pitchFamily="34" charset="0"/>
              </a:rPr>
              <a:t>A switch whose operation is activated by an electromagnet is called a "relay" </a:t>
            </a:r>
          </a:p>
        </p:txBody>
      </p:sp>
      <p:pic>
        <p:nvPicPr>
          <p:cNvPr id="39940" name="Picture 4">
            <a:extLst>
              <a:ext uri="{FF2B5EF4-FFF2-40B4-BE49-F238E27FC236}">
                <a16:creationId xmlns:a16="http://schemas.microsoft.com/office/drawing/2014/main" id="{7C7EA545-4364-4634-9E6F-03106AFCF470}"/>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970" y="2109579"/>
            <a:ext cx="3992562" cy="2798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2" name="Group 1">
            <a:extLst>
              <a:ext uri="{FF2B5EF4-FFF2-40B4-BE49-F238E27FC236}">
                <a16:creationId xmlns:a16="http://schemas.microsoft.com/office/drawing/2014/main" id="{876BCAB9-0F01-4BDA-9D2B-9BBB702F4763}"/>
              </a:ext>
            </a:extLst>
          </p:cNvPr>
          <p:cNvGrpSpPr/>
          <p:nvPr/>
        </p:nvGrpSpPr>
        <p:grpSpPr>
          <a:xfrm>
            <a:off x="7526655" y="3087820"/>
            <a:ext cx="4127500" cy="1036638"/>
            <a:chOff x="4194175" y="5286375"/>
            <a:chExt cx="4127500" cy="1036638"/>
          </a:xfrm>
        </p:grpSpPr>
        <p:sp>
          <p:nvSpPr>
            <p:cNvPr id="39941" name="Line 5">
              <a:extLst>
                <a:ext uri="{FF2B5EF4-FFF2-40B4-BE49-F238E27FC236}">
                  <a16:creationId xmlns:a16="http://schemas.microsoft.com/office/drawing/2014/main" id="{5565E495-AF27-47B5-9164-3773A737CEC3}"/>
                </a:ext>
              </a:extLst>
            </p:cNvPr>
            <p:cNvSpPr>
              <a:spLocks noChangeShapeType="1"/>
            </p:cNvSpPr>
            <p:nvPr/>
          </p:nvSpPr>
          <p:spPr bwMode="auto">
            <a:xfrm>
              <a:off x="4194175" y="6024563"/>
              <a:ext cx="1208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vi-VN" sz="2400">
                <a:solidFill>
                  <a:srgbClr val="000000"/>
                </a:solidFill>
                <a:latin typeface="Times New Roman" panose="02020603050405020304" pitchFamily="18" charset="0"/>
              </a:endParaRPr>
            </a:p>
          </p:txBody>
        </p:sp>
        <p:sp>
          <p:nvSpPr>
            <p:cNvPr id="39942" name="Line 6">
              <a:extLst>
                <a:ext uri="{FF2B5EF4-FFF2-40B4-BE49-F238E27FC236}">
                  <a16:creationId xmlns:a16="http://schemas.microsoft.com/office/drawing/2014/main" id="{8B44B747-26B0-4DF2-A2AB-B69BB5B091D6}"/>
                </a:ext>
              </a:extLst>
            </p:cNvPr>
            <p:cNvSpPr>
              <a:spLocks noChangeShapeType="1"/>
            </p:cNvSpPr>
            <p:nvPr/>
          </p:nvSpPr>
          <p:spPr bwMode="auto">
            <a:xfrm>
              <a:off x="5408613" y="5726113"/>
              <a:ext cx="0" cy="5969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vi-VN" sz="2400">
                <a:solidFill>
                  <a:srgbClr val="000000"/>
                </a:solidFill>
                <a:latin typeface="Times New Roman" panose="02020603050405020304" pitchFamily="18" charset="0"/>
              </a:endParaRPr>
            </a:p>
          </p:txBody>
        </p:sp>
        <p:sp>
          <p:nvSpPr>
            <p:cNvPr id="39943" name="Line 7">
              <a:extLst>
                <a:ext uri="{FF2B5EF4-FFF2-40B4-BE49-F238E27FC236}">
                  <a16:creationId xmlns:a16="http://schemas.microsoft.com/office/drawing/2014/main" id="{5C294D44-FD5D-4939-B6AE-F52A3B6E3955}"/>
                </a:ext>
              </a:extLst>
            </p:cNvPr>
            <p:cNvSpPr>
              <a:spLocks noChangeShapeType="1"/>
            </p:cNvSpPr>
            <p:nvPr/>
          </p:nvSpPr>
          <p:spPr bwMode="auto">
            <a:xfrm>
              <a:off x="5715000" y="5726113"/>
              <a:ext cx="0" cy="5969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vi-VN" sz="2400">
                <a:solidFill>
                  <a:srgbClr val="000000"/>
                </a:solidFill>
                <a:latin typeface="Times New Roman" panose="02020603050405020304" pitchFamily="18" charset="0"/>
              </a:endParaRPr>
            </a:p>
          </p:txBody>
        </p:sp>
        <p:sp>
          <p:nvSpPr>
            <p:cNvPr id="39944" name="Line 8">
              <a:extLst>
                <a:ext uri="{FF2B5EF4-FFF2-40B4-BE49-F238E27FC236}">
                  <a16:creationId xmlns:a16="http://schemas.microsoft.com/office/drawing/2014/main" id="{7A46D9D8-FA8D-49DE-9E07-6C510E0E946C}"/>
                </a:ext>
              </a:extLst>
            </p:cNvPr>
            <p:cNvSpPr>
              <a:spLocks noChangeShapeType="1"/>
            </p:cNvSpPr>
            <p:nvPr/>
          </p:nvSpPr>
          <p:spPr bwMode="auto">
            <a:xfrm>
              <a:off x="5715000" y="6024563"/>
              <a:ext cx="107473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vi-VN" sz="2400">
                <a:solidFill>
                  <a:srgbClr val="000000"/>
                </a:solidFill>
                <a:latin typeface="Times New Roman" panose="02020603050405020304" pitchFamily="18" charset="0"/>
              </a:endParaRPr>
            </a:p>
          </p:txBody>
        </p:sp>
        <p:sp>
          <p:nvSpPr>
            <p:cNvPr id="39945" name="Oval 9">
              <a:extLst>
                <a:ext uri="{FF2B5EF4-FFF2-40B4-BE49-F238E27FC236}">
                  <a16:creationId xmlns:a16="http://schemas.microsoft.com/office/drawing/2014/main" id="{2D94F524-F1DD-4447-83CE-C66102C04A9C}"/>
                </a:ext>
              </a:extLst>
            </p:cNvPr>
            <p:cNvSpPr>
              <a:spLocks noChangeArrowheads="1"/>
            </p:cNvSpPr>
            <p:nvPr/>
          </p:nvSpPr>
          <p:spPr bwMode="auto">
            <a:xfrm>
              <a:off x="6789738" y="5802313"/>
              <a:ext cx="596900" cy="520700"/>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fontAlgn="base">
                <a:spcBef>
                  <a:spcPct val="0"/>
                </a:spcBef>
                <a:spcAft>
                  <a:spcPct val="0"/>
                </a:spcAft>
              </a:pPr>
              <a:endParaRPr lang="vi-VN" altLang="vi-VN">
                <a:solidFill>
                  <a:srgbClr val="000000"/>
                </a:solidFill>
              </a:endParaRPr>
            </a:p>
          </p:txBody>
        </p:sp>
        <p:sp>
          <p:nvSpPr>
            <p:cNvPr id="39946" name="Line 10">
              <a:extLst>
                <a:ext uri="{FF2B5EF4-FFF2-40B4-BE49-F238E27FC236}">
                  <a16:creationId xmlns:a16="http://schemas.microsoft.com/office/drawing/2014/main" id="{4D00E07A-2E10-41D1-8042-03347A05AA92}"/>
                </a:ext>
              </a:extLst>
            </p:cNvPr>
            <p:cNvSpPr>
              <a:spLocks noChangeShapeType="1"/>
            </p:cNvSpPr>
            <p:nvPr/>
          </p:nvSpPr>
          <p:spPr bwMode="auto">
            <a:xfrm>
              <a:off x="7399339" y="6024563"/>
              <a:ext cx="90328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vi-VN" sz="2400">
                <a:solidFill>
                  <a:srgbClr val="000000"/>
                </a:solidFill>
                <a:latin typeface="Times New Roman" panose="02020603050405020304" pitchFamily="18" charset="0"/>
              </a:endParaRPr>
            </a:p>
          </p:txBody>
        </p:sp>
        <p:sp>
          <p:nvSpPr>
            <p:cNvPr id="39947" name="Rectangle 11">
              <a:extLst>
                <a:ext uri="{FF2B5EF4-FFF2-40B4-BE49-F238E27FC236}">
                  <a16:creationId xmlns:a16="http://schemas.microsoft.com/office/drawing/2014/main" id="{F8142D46-960B-434A-B07B-EB6A26D5D1C5}"/>
                </a:ext>
              </a:extLst>
            </p:cNvPr>
            <p:cNvSpPr>
              <a:spLocks noChangeArrowheads="1"/>
            </p:cNvSpPr>
            <p:nvPr/>
          </p:nvSpPr>
          <p:spPr bwMode="auto">
            <a:xfrm>
              <a:off x="4917443" y="5286375"/>
              <a:ext cx="3404232" cy="293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3595" tIns="25438" rIns="63595" bIns="25438">
              <a:spAutoFit/>
            </a:bodyPr>
            <a:lstStyle>
              <a:lvl1pPr defTabSz="915988">
                <a:defRPr sz="2400">
                  <a:solidFill>
                    <a:schemeClr val="tx1"/>
                  </a:solidFill>
                  <a:latin typeface="Times New Roman" panose="02020603050405020304" pitchFamily="18" charset="0"/>
                </a:defRPr>
              </a:lvl1pPr>
              <a:lvl2pPr marL="742950" indent="-285750" defTabSz="915988">
                <a:defRPr sz="2400">
                  <a:solidFill>
                    <a:schemeClr val="tx1"/>
                  </a:solidFill>
                  <a:latin typeface="Times New Roman" panose="02020603050405020304" pitchFamily="18" charset="0"/>
                </a:defRPr>
              </a:lvl2pPr>
              <a:lvl3pPr marL="1143000" indent="-228600" defTabSz="915988">
                <a:defRPr sz="2400">
                  <a:solidFill>
                    <a:schemeClr val="tx1"/>
                  </a:solidFill>
                  <a:latin typeface="Times New Roman" panose="02020603050405020304" pitchFamily="18" charset="0"/>
                </a:defRPr>
              </a:lvl3pPr>
              <a:lvl4pPr marL="1600200" indent="-228600" defTabSz="915988">
                <a:defRPr sz="2400">
                  <a:solidFill>
                    <a:schemeClr val="tx1"/>
                  </a:solidFill>
                  <a:latin typeface="Times New Roman" panose="02020603050405020304" pitchFamily="18" charset="0"/>
                </a:defRPr>
              </a:lvl4pPr>
              <a:lvl5pPr marL="2057400" indent="-228600" defTabSz="915988">
                <a:defRPr sz="2400">
                  <a:solidFill>
                    <a:schemeClr val="tx1"/>
                  </a:solidFill>
                  <a:latin typeface="Times New Roman" panose="02020603050405020304" pitchFamily="18" charset="0"/>
                </a:defRPr>
              </a:lvl5pPr>
              <a:lvl6pPr marL="2514600" indent="-228600" defTabSz="9159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159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159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15988" eaLnBrk="0" fontAlgn="base" hangingPunct="0">
                <a:spcBef>
                  <a:spcPct val="0"/>
                </a:spcBef>
                <a:spcAft>
                  <a:spcPct val="0"/>
                </a:spcAft>
                <a:defRPr sz="2400">
                  <a:solidFill>
                    <a:schemeClr val="tx1"/>
                  </a:solidFill>
                  <a:latin typeface="Times New Roman" panose="02020603050405020304" pitchFamily="18" charset="0"/>
                </a:defRPr>
              </a:lvl9pPr>
            </a:lstStyle>
            <a:p>
              <a:pPr eaLnBrk="0" fontAlgn="base" hangingPunct="0">
                <a:lnSpc>
                  <a:spcPct val="88000"/>
                </a:lnSpc>
                <a:spcBef>
                  <a:spcPct val="0"/>
                </a:spcBef>
                <a:spcAft>
                  <a:spcPct val="0"/>
                </a:spcAft>
              </a:pPr>
              <a:r>
                <a:rPr lang="en-US" altLang="vi-VN" sz="1800" b="1">
                  <a:solidFill>
                    <a:srgbClr val="000000"/>
                  </a:solidFill>
                  <a:latin typeface="Arial" panose="020B0604020202020204" pitchFamily="34" charset="0"/>
                </a:rPr>
                <a:t>Relay coil      Output contact</a:t>
              </a:r>
            </a:p>
          </p:txBody>
        </p:sp>
      </p:grpSp>
      <p:pic>
        <p:nvPicPr>
          <p:cNvPr id="39948" name="Picture 12">
            <a:extLst>
              <a:ext uri="{FF2B5EF4-FFF2-40B4-BE49-F238E27FC236}">
                <a16:creationId xmlns:a16="http://schemas.microsoft.com/office/drawing/2014/main" id="{4F801583-B5BA-404B-9797-F646CBA3101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65900" y="2012192"/>
            <a:ext cx="1923837" cy="2928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12">
            <a:extLst>
              <a:ext uri="{FF2B5EF4-FFF2-40B4-BE49-F238E27FC236}">
                <a16:creationId xmlns:a16="http://schemas.microsoft.com/office/drawing/2014/main" id="{C2A4CA7F-DFE5-4740-949A-DB0BAEF1E14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001" y="50721"/>
            <a:ext cx="2851037" cy="869371"/>
          </a:xfrm>
          <a:prstGeom prst="rect">
            <a:avLst/>
          </a:prstGeom>
        </p:spPr>
      </p:pic>
      <p:sp>
        <p:nvSpPr>
          <p:cNvPr id="14" name="Rectangle: Rounded Corners 13">
            <a:extLst>
              <a:ext uri="{FF2B5EF4-FFF2-40B4-BE49-F238E27FC236}">
                <a16:creationId xmlns:a16="http://schemas.microsoft.com/office/drawing/2014/main" id="{6A0650F1-518B-46D4-B435-D9DC2F807FBF}"/>
              </a:ext>
            </a:extLst>
          </p:cNvPr>
          <p:cNvSpPr/>
          <p:nvPr/>
        </p:nvSpPr>
        <p:spPr>
          <a:xfrm>
            <a:off x="55002" y="6435176"/>
            <a:ext cx="12079705" cy="323134"/>
          </a:xfrm>
          <a:prstGeom prst="round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dirty="0">
                <a:solidFill>
                  <a:schemeClr val="bg1"/>
                </a:solidFill>
                <a:latin typeface="Times New Roman" panose="02020603050405020304" pitchFamily="18" charset="0"/>
                <a:cs typeface="Times New Roman" panose="02020603050405020304" pitchFamily="18" charset="0"/>
              </a:rPr>
              <a:t> PLC Programming                      1. AN INTRODUCTION TO PROGRAMABLE LOGIC CONTROLLERS</a:t>
            </a:r>
            <a:endParaRPr lang="vi-VN" sz="1800" dirty="0">
              <a:solidFill>
                <a:schemeClr val="bg1"/>
              </a:solidFill>
              <a:latin typeface="Times New Roman" panose="02020603050405020304" pitchFamily="18" charset="0"/>
              <a:cs typeface="Times New Roman" panose="02020603050405020304" pitchFamily="18" charset="0"/>
            </a:endParaRPr>
          </a:p>
        </p:txBody>
      </p:sp>
      <p:sp>
        <p:nvSpPr>
          <p:cNvPr id="15" name="Slide Number Placeholder 6">
            <a:extLst>
              <a:ext uri="{FF2B5EF4-FFF2-40B4-BE49-F238E27FC236}">
                <a16:creationId xmlns:a16="http://schemas.microsoft.com/office/drawing/2014/main" id="{80715149-15B9-476B-9DF9-EF75096CDBA0}"/>
              </a:ext>
            </a:extLst>
          </p:cNvPr>
          <p:cNvSpPr>
            <a:spLocks noGrp="1"/>
          </p:cNvSpPr>
          <p:nvPr>
            <p:ph type="sldNum" sz="quarter" idx="12"/>
          </p:nvPr>
        </p:nvSpPr>
        <p:spPr>
          <a:xfrm>
            <a:off x="9049011" y="6435176"/>
            <a:ext cx="2743200" cy="365125"/>
          </a:xfrm>
        </p:spPr>
        <p:txBody>
          <a:bodyPr/>
          <a:lstStyle/>
          <a:p>
            <a:fld id="{7922E462-5D99-474A-8333-BF14A8734AA9}" type="slidenum">
              <a:rPr lang="vi-VN" sz="1400" smtClean="0">
                <a:solidFill>
                  <a:schemeClr val="bg1"/>
                </a:solidFill>
                <a:latin typeface="Times New Roman" panose="02020603050405020304" pitchFamily="18" charset="0"/>
                <a:cs typeface="Times New Roman" panose="02020603050405020304" pitchFamily="18" charset="0"/>
              </a:rPr>
              <a:t>33</a:t>
            </a:fld>
            <a:endParaRPr lang="vi-VN" sz="140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057AB5E1-EB67-4183-8AE9-F812E69A021A}"/>
              </a:ext>
            </a:extLst>
          </p:cNvPr>
          <p:cNvSpPr>
            <a:spLocks noGrp="1" noChangeArrowheads="1"/>
          </p:cNvSpPr>
          <p:nvPr>
            <p:ph type="title"/>
          </p:nvPr>
        </p:nvSpPr>
        <p:spPr>
          <a:xfrm>
            <a:off x="4642540" y="541339"/>
            <a:ext cx="2792623" cy="728481"/>
          </a:xfrm>
          <a:noFill/>
          <a:extLst>
            <a:ext uri="{91240B29-F687-4F45-9708-019B960494DF}">
              <a14:hiddenLine xmlns:a14="http://schemas.microsoft.com/office/drawing/2010/main" w="12700">
                <a:solidFill>
                  <a:schemeClr val="tx1"/>
                </a:solidFill>
                <a:miter lim="800000"/>
                <a:headEnd/>
                <a:tailEnd/>
              </a14:hiddenLine>
            </a:ext>
          </a:extLst>
        </p:spPr>
        <p:txBody>
          <a:bodyPr vert="horz" wrap="none" lIns="63595" tIns="25438" rIns="63595" bIns="25438" numCol="1" anchor="t" anchorCtr="0" compatLnSpc="1">
            <a:prstTxWarp prst="textNoShape">
              <a:avLst/>
            </a:prstTxWarp>
            <a:spAutoFit/>
          </a:bodyPr>
          <a:lstStyle/>
          <a:p>
            <a:pPr eaLnBrk="1" hangingPunct="1"/>
            <a:r>
              <a:rPr lang="en-US" altLang="vi-VN"/>
              <a:t>COUNTER</a:t>
            </a:r>
          </a:p>
        </p:txBody>
      </p:sp>
      <p:sp>
        <p:nvSpPr>
          <p:cNvPr id="41987" name="Rectangle 3">
            <a:extLst>
              <a:ext uri="{FF2B5EF4-FFF2-40B4-BE49-F238E27FC236}">
                <a16:creationId xmlns:a16="http://schemas.microsoft.com/office/drawing/2014/main" id="{8506AC38-B250-46F2-A524-5BAF820CEEB7}"/>
              </a:ext>
            </a:extLst>
          </p:cNvPr>
          <p:cNvSpPr>
            <a:spLocks noGrp="1" noChangeArrowheads="1"/>
          </p:cNvSpPr>
          <p:nvPr>
            <p:ph type="body" idx="1"/>
          </p:nvPr>
        </p:nvSpPr>
        <p:spPr>
          <a:xfrm>
            <a:off x="2063750" y="1304926"/>
            <a:ext cx="8382000" cy="746125"/>
          </a:xfrm>
          <a:noFill/>
          <a:extLst>
            <a:ext uri="{91240B29-F687-4F45-9708-019B960494DF}">
              <a14:hiddenLine xmlns:a14="http://schemas.microsoft.com/office/drawing/2010/main" w="12700">
                <a:solidFill>
                  <a:schemeClr val="tx1"/>
                </a:solidFill>
                <a:miter lim="800000"/>
                <a:headEnd/>
                <a:tailEnd/>
              </a14:hiddenLine>
            </a:ext>
          </a:extLst>
        </p:spPr>
        <p:txBody>
          <a:bodyPr vert="horz" wrap="square" lIns="63595" tIns="25438" rIns="63595" bIns="25438" numCol="1" anchor="t" anchorCtr="0" compatLnSpc="1">
            <a:prstTxWarp prst="textNoShape">
              <a:avLst/>
            </a:prstTxWarp>
            <a:spAutoFit/>
          </a:bodyPr>
          <a:lstStyle/>
          <a:p>
            <a:pPr defTabSz="912813" eaLnBrk="1" hangingPunct="1">
              <a:lnSpc>
                <a:spcPct val="95000"/>
              </a:lnSpc>
              <a:spcBef>
                <a:spcPct val="47000"/>
              </a:spcBef>
              <a:buNone/>
            </a:pPr>
            <a:r>
              <a:rPr lang="en-US" altLang="vi-VN" sz="2400"/>
              <a:t>Digital counters output in the form of a relay contact when a preassigned count value is reached.</a:t>
            </a:r>
          </a:p>
        </p:txBody>
      </p:sp>
      <p:pic>
        <p:nvPicPr>
          <p:cNvPr id="41988" name="Picture 4">
            <a:extLst>
              <a:ext uri="{FF2B5EF4-FFF2-40B4-BE49-F238E27FC236}">
                <a16:creationId xmlns:a16="http://schemas.microsoft.com/office/drawing/2014/main" id="{77CCCE16-C1D0-4D4F-BB67-FC990F7A6B13}"/>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5957" y="2676948"/>
            <a:ext cx="3840162" cy="2774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989" name="Picture 5">
            <a:extLst>
              <a:ext uri="{FF2B5EF4-FFF2-40B4-BE49-F238E27FC236}">
                <a16:creationId xmlns:a16="http://schemas.microsoft.com/office/drawing/2014/main" id="{91C18C2F-5DE0-4351-898C-0970AF4568D8}"/>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54285" y="3034329"/>
            <a:ext cx="3852863" cy="163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1990" name="Rectangle 6">
            <a:extLst>
              <a:ext uri="{FF2B5EF4-FFF2-40B4-BE49-F238E27FC236}">
                <a16:creationId xmlns:a16="http://schemas.microsoft.com/office/drawing/2014/main" id="{A6734467-3512-43E4-88DF-FC642209AA5F}"/>
              </a:ext>
            </a:extLst>
          </p:cNvPr>
          <p:cNvSpPr>
            <a:spLocks noChangeArrowheads="1"/>
          </p:cNvSpPr>
          <p:nvPr/>
        </p:nvSpPr>
        <p:spPr bwMode="auto">
          <a:xfrm>
            <a:off x="1480519" y="2817813"/>
            <a:ext cx="256672" cy="2951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95" tIns="25438" rIns="63595" bIns="25438">
            <a:spAutoFit/>
          </a:bodyPr>
          <a:lstStyle>
            <a:lvl1pPr defTabSz="915988">
              <a:defRPr sz="2400">
                <a:solidFill>
                  <a:schemeClr val="tx1"/>
                </a:solidFill>
                <a:latin typeface="Times New Roman" panose="02020603050405020304" pitchFamily="18" charset="0"/>
              </a:defRPr>
            </a:lvl1pPr>
            <a:lvl2pPr marL="742950" indent="-285750" defTabSz="915988">
              <a:defRPr sz="2400">
                <a:solidFill>
                  <a:schemeClr val="tx1"/>
                </a:solidFill>
                <a:latin typeface="Times New Roman" panose="02020603050405020304" pitchFamily="18" charset="0"/>
              </a:defRPr>
            </a:lvl2pPr>
            <a:lvl3pPr marL="1143000" indent="-228600" defTabSz="915988">
              <a:defRPr sz="2400">
                <a:solidFill>
                  <a:schemeClr val="tx1"/>
                </a:solidFill>
                <a:latin typeface="Times New Roman" panose="02020603050405020304" pitchFamily="18" charset="0"/>
              </a:defRPr>
            </a:lvl3pPr>
            <a:lvl4pPr marL="1600200" indent="-228600" defTabSz="915988">
              <a:defRPr sz="2400">
                <a:solidFill>
                  <a:schemeClr val="tx1"/>
                </a:solidFill>
                <a:latin typeface="Times New Roman" panose="02020603050405020304" pitchFamily="18" charset="0"/>
              </a:defRPr>
            </a:lvl4pPr>
            <a:lvl5pPr marL="2057400" indent="-228600" defTabSz="915988">
              <a:defRPr sz="2400">
                <a:solidFill>
                  <a:schemeClr val="tx1"/>
                </a:solidFill>
                <a:latin typeface="Times New Roman" panose="02020603050405020304" pitchFamily="18" charset="0"/>
              </a:defRPr>
            </a:lvl5pPr>
            <a:lvl6pPr marL="2514600" indent="-228600" defTabSz="9159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159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159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15988" eaLnBrk="0" fontAlgn="base" hangingPunct="0">
              <a:spcBef>
                <a:spcPct val="0"/>
              </a:spcBef>
              <a:spcAft>
                <a:spcPct val="0"/>
              </a:spcAft>
              <a:defRPr sz="2400">
                <a:solidFill>
                  <a:schemeClr val="tx1"/>
                </a:solidFill>
                <a:latin typeface="Times New Roman" panose="02020603050405020304" pitchFamily="18" charset="0"/>
              </a:defRPr>
            </a:lvl9pPr>
          </a:lstStyle>
          <a:p>
            <a:pPr eaLnBrk="0" fontAlgn="base" hangingPunct="0">
              <a:lnSpc>
                <a:spcPct val="88000"/>
              </a:lnSpc>
              <a:spcBef>
                <a:spcPct val="0"/>
              </a:spcBef>
              <a:spcAft>
                <a:spcPct val="0"/>
              </a:spcAft>
            </a:pPr>
            <a:r>
              <a:rPr lang="en-US" altLang="vi-VN" sz="1800" b="1">
                <a:solidFill>
                  <a:srgbClr val="000000"/>
                </a:solidFill>
                <a:latin typeface="Arial" panose="020B0604020202020204" pitchFamily="34" charset="0"/>
              </a:rPr>
              <a:t>5</a:t>
            </a:r>
          </a:p>
        </p:txBody>
      </p:sp>
      <p:pic>
        <p:nvPicPr>
          <p:cNvPr id="7" name="Picture 6">
            <a:extLst>
              <a:ext uri="{FF2B5EF4-FFF2-40B4-BE49-F238E27FC236}">
                <a16:creationId xmlns:a16="http://schemas.microsoft.com/office/drawing/2014/main" id="{19ECB920-AF13-45A7-9243-78C6CEBF803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001" y="50721"/>
            <a:ext cx="2851037" cy="869371"/>
          </a:xfrm>
          <a:prstGeom prst="rect">
            <a:avLst/>
          </a:prstGeom>
        </p:spPr>
      </p:pic>
      <p:sp>
        <p:nvSpPr>
          <p:cNvPr id="8" name="Rectangle: Rounded Corners 7">
            <a:extLst>
              <a:ext uri="{FF2B5EF4-FFF2-40B4-BE49-F238E27FC236}">
                <a16:creationId xmlns:a16="http://schemas.microsoft.com/office/drawing/2014/main" id="{747C86E0-41B8-407B-8015-D76136E1338C}"/>
              </a:ext>
            </a:extLst>
          </p:cNvPr>
          <p:cNvSpPr/>
          <p:nvPr/>
        </p:nvSpPr>
        <p:spPr>
          <a:xfrm>
            <a:off x="55002" y="6435176"/>
            <a:ext cx="12079705" cy="323134"/>
          </a:xfrm>
          <a:prstGeom prst="roundRect">
            <a:avLst/>
          </a:prstGeom>
          <a:solidFill>
            <a:srgbClr val="3366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dirty="0">
                <a:solidFill>
                  <a:schemeClr val="bg1"/>
                </a:solidFill>
                <a:latin typeface="Times New Roman" panose="02020603050405020304" pitchFamily="18" charset="0"/>
                <a:cs typeface="Times New Roman" panose="02020603050405020304" pitchFamily="18" charset="0"/>
              </a:rPr>
              <a:t> PLC Programming                      1. AN INTRODUCTION TO PROGRAMABLE LOGIC CONTROLLERS</a:t>
            </a:r>
            <a:endParaRPr lang="vi-VN" sz="1800" dirty="0">
              <a:solidFill>
                <a:schemeClr val="bg1"/>
              </a:solidFill>
              <a:latin typeface="Times New Roman" panose="02020603050405020304" pitchFamily="18" charset="0"/>
              <a:cs typeface="Times New Roman" panose="02020603050405020304" pitchFamily="18" charset="0"/>
            </a:endParaRPr>
          </a:p>
        </p:txBody>
      </p:sp>
      <p:sp>
        <p:nvSpPr>
          <p:cNvPr id="9" name="Slide Number Placeholder 6">
            <a:extLst>
              <a:ext uri="{FF2B5EF4-FFF2-40B4-BE49-F238E27FC236}">
                <a16:creationId xmlns:a16="http://schemas.microsoft.com/office/drawing/2014/main" id="{AA525B86-1998-4781-986A-40E3A4A49E9F}"/>
              </a:ext>
            </a:extLst>
          </p:cNvPr>
          <p:cNvSpPr>
            <a:spLocks noGrp="1"/>
          </p:cNvSpPr>
          <p:nvPr>
            <p:ph type="sldNum" sz="quarter" idx="12"/>
          </p:nvPr>
        </p:nvSpPr>
        <p:spPr>
          <a:xfrm>
            <a:off x="9049011" y="6435176"/>
            <a:ext cx="2743200" cy="365125"/>
          </a:xfrm>
        </p:spPr>
        <p:txBody>
          <a:bodyPr/>
          <a:lstStyle/>
          <a:p>
            <a:fld id="{7922E462-5D99-474A-8333-BF14A8734AA9}" type="slidenum">
              <a:rPr lang="vi-VN" sz="1400" smtClean="0">
                <a:solidFill>
                  <a:schemeClr val="bg1"/>
                </a:solidFill>
                <a:latin typeface="Times New Roman" panose="02020603050405020304" pitchFamily="18" charset="0"/>
                <a:cs typeface="Times New Roman" panose="02020603050405020304" pitchFamily="18" charset="0"/>
              </a:rPr>
              <a:t>34</a:t>
            </a:fld>
            <a:endParaRPr lang="vi-VN" sz="140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2C34BADE-B075-4100-B980-DEAE51B111DE}"/>
              </a:ext>
            </a:extLst>
          </p:cNvPr>
          <p:cNvSpPr>
            <a:spLocks noGrp="1" noChangeArrowheads="1"/>
          </p:cNvSpPr>
          <p:nvPr>
            <p:ph type="title"/>
          </p:nvPr>
        </p:nvSpPr>
        <p:spPr>
          <a:xfrm>
            <a:off x="5483071" y="50721"/>
            <a:ext cx="1883721" cy="728481"/>
          </a:xfrm>
          <a:noFill/>
          <a:extLst>
            <a:ext uri="{91240B29-F687-4F45-9708-019B960494DF}">
              <a14:hiddenLine xmlns:a14="http://schemas.microsoft.com/office/drawing/2010/main" w="12700">
                <a:solidFill>
                  <a:schemeClr val="tx1"/>
                </a:solidFill>
                <a:miter lim="800000"/>
                <a:headEnd/>
                <a:tailEnd/>
              </a14:hiddenLine>
            </a:ext>
          </a:extLst>
        </p:spPr>
        <p:txBody>
          <a:bodyPr vert="horz" wrap="none" lIns="63595" tIns="25438" rIns="63595" bIns="25438" numCol="1" anchor="t" anchorCtr="0" compatLnSpc="1">
            <a:prstTxWarp prst="textNoShape">
              <a:avLst/>
            </a:prstTxWarp>
            <a:spAutoFit/>
          </a:bodyPr>
          <a:lstStyle/>
          <a:p>
            <a:pPr eaLnBrk="1" hangingPunct="1"/>
            <a:r>
              <a:rPr lang="en-US" altLang="vi-VN"/>
              <a:t>TIMER</a:t>
            </a:r>
          </a:p>
        </p:txBody>
      </p:sp>
      <p:sp>
        <p:nvSpPr>
          <p:cNvPr id="44035" name="Rectangle 3">
            <a:extLst>
              <a:ext uri="{FF2B5EF4-FFF2-40B4-BE49-F238E27FC236}">
                <a16:creationId xmlns:a16="http://schemas.microsoft.com/office/drawing/2014/main" id="{16DAB88A-B95B-463E-9CF3-EA718840E4F2}"/>
              </a:ext>
            </a:extLst>
          </p:cNvPr>
          <p:cNvSpPr>
            <a:spLocks noGrp="1" noChangeArrowheads="1"/>
          </p:cNvSpPr>
          <p:nvPr>
            <p:ph type="body" idx="1"/>
          </p:nvPr>
        </p:nvSpPr>
        <p:spPr>
          <a:xfrm>
            <a:off x="2018154" y="991396"/>
            <a:ext cx="8153400" cy="747712"/>
          </a:xfrm>
          <a:noFill/>
          <a:extLst>
            <a:ext uri="{91240B29-F687-4F45-9708-019B960494DF}">
              <a14:hiddenLine xmlns:a14="http://schemas.microsoft.com/office/drawing/2010/main" w="12700">
                <a:solidFill>
                  <a:schemeClr val="tx1"/>
                </a:solidFill>
                <a:miter lim="800000"/>
                <a:headEnd/>
                <a:tailEnd/>
              </a14:hiddenLine>
            </a:ext>
          </a:extLst>
        </p:spPr>
        <p:txBody>
          <a:bodyPr vert="horz" wrap="square" lIns="63595" tIns="25438" rIns="63595" bIns="25438" numCol="1" anchor="t" anchorCtr="0" compatLnSpc="1">
            <a:prstTxWarp prst="textNoShape">
              <a:avLst/>
            </a:prstTxWarp>
            <a:spAutoFit/>
          </a:bodyPr>
          <a:lstStyle/>
          <a:p>
            <a:pPr defTabSz="912813" eaLnBrk="1" hangingPunct="1">
              <a:lnSpc>
                <a:spcPct val="95000"/>
              </a:lnSpc>
              <a:spcBef>
                <a:spcPct val="47000"/>
              </a:spcBef>
              <a:buNone/>
            </a:pPr>
            <a:r>
              <a:rPr lang="en-US" altLang="vi-VN" sz="2400"/>
              <a:t>A timer consists of an internal clock, a count value register, and an accumulator. It is used for or some timing purpose. </a:t>
            </a:r>
          </a:p>
        </p:txBody>
      </p:sp>
      <p:pic>
        <p:nvPicPr>
          <p:cNvPr id="44036" name="Picture 4">
            <a:extLst>
              <a:ext uri="{FF2B5EF4-FFF2-40B4-BE49-F238E27FC236}">
                <a16:creationId xmlns:a16="http://schemas.microsoft.com/office/drawing/2014/main" id="{AC30ECCB-9941-4C82-83C2-CB65E312B102}"/>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80519" y="2675150"/>
            <a:ext cx="3228975" cy="310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4037" name="Rectangle 5">
            <a:extLst>
              <a:ext uri="{FF2B5EF4-FFF2-40B4-BE49-F238E27FC236}">
                <a16:creationId xmlns:a16="http://schemas.microsoft.com/office/drawing/2014/main" id="{007F36E7-5683-4AB5-BCE6-D11E8157ED08}"/>
              </a:ext>
            </a:extLst>
          </p:cNvPr>
          <p:cNvSpPr>
            <a:spLocks noChangeArrowheads="1"/>
          </p:cNvSpPr>
          <p:nvPr/>
        </p:nvSpPr>
        <p:spPr bwMode="auto">
          <a:xfrm>
            <a:off x="7253288" y="6126163"/>
            <a:ext cx="1919628" cy="2951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95" tIns="25438" rIns="63595" bIns="25438">
            <a:spAutoFit/>
          </a:bodyPr>
          <a:lstStyle>
            <a:lvl1pPr defTabSz="915988">
              <a:defRPr sz="2400">
                <a:solidFill>
                  <a:schemeClr val="tx1"/>
                </a:solidFill>
                <a:latin typeface="Times New Roman" panose="02020603050405020304" pitchFamily="18" charset="0"/>
              </a:defRPr>
            </a:lvl1pPr>
            <a:lvl2pPr marL="742950" indent="-285750" defTabSz="915988">
              <a:defRPr sz="2400">
                <a:solidFill>
                  <a:schemeClr val="tx1"/>
                </a:solidFill>
                <a:latin typeface="Times New Roman" panose="02020603050405020304" pitchFamily="18" charset="0"/>
              </a:defRPr>
            </a:lvl2pPr>
            <a:lvl3pPr marL="1143000" indent="-228600" defTabSz="915988">
              <a:defRPr sz="2400">
                <a:solidFill>
                  <a:schemeClr val="tx1"/>
                </a:solidFill>
                <a:latin typeface="Times New Roman" panose="02020603050405020304" pitchFamily="18" charset="0"/>
              </a:defRPr>
            </a:lvl3pPr>
            <a:lvl4pPr marL="1600200" indent="-228600" defTabSz="915988">
              <a:defRPr sz="2400">
                <a:solidFill>
                  <a:schemeClr val="tx1"/>
                </a:solidFill>
                <a:latin typeface="Times New Roman" panose="02020603050405020304" pitchFamily="18" charset="0"/>
              </a:defRPr>
            </a:lvl4pPr>
            <a:lvl5pPr marL="2057400" indent="-228600" defTabSz="915988">
              <a:defRPr sz="2400">
                <a:solidFill>
                  <a:schemeClr val="tx1"/>
                </a:solidFill>
                <a:latin typeface="Times New Roman" panose="02020603050405020304" pitchFamily="18" charset="0"/>
              </a:defRPr>
            </a:lvl5pPr>
            <a:lvl6pPr marL="2514600" indent="-228600" defTabSz="9159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159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159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15988" eaLnBrk="0" fontAlgn="base" hangingPunct="0">
              <a:spcBef>
                <a:spcPct val="0"/>
              </a:spcBef>
              <a:spcAft>
                <a:spcPct val="0"/>
              </a:spcAft>
              <a:defRPr sz="2400">
                <a:solidFill>
                  <a:schemeClr val="tx1"/>
                </a:solidFill>
                <a:latin typeface="Times New Roman" panose="02020603050405020304" pitchFamily="18" charset="0"/>
              </a:defRPr>
            </a:lvl9pPr>
          </a:lstStyle>
          <a:p>
            <a:pPr eaLnBrk="0" fontAlgn="base" hangingPunct="0">
              <a:lnSpc>
                <a:spcPct val="88000"/>
              </a:lnSpc>
              <a:spcBef>
                <a:spcPct val="0"/>
              </a:spcBef>
              <a:spcAft>
                <a:spcPct val="0"/>
              </a:spcAft>
            </a:pPr>
            <a:r>
              <a:rPr lang="en-US" altLang="vi-VN" sz="1800" b="1">
                <a:solidFill>
                  <a:srgbClr val="000000"/>
                </a:solidFill>
                <a:latin typeface="Arial" panose="020B0604020202020204" pitchFamily="34" charset="0"/>
              </a:rPr>
              <a:t>Time 5 seconds.</a:t>
            </a:r>
          </a:p>
        </p:txBody>
      </p:sp>
      <p:pic>
        <p:nvPicPr>
          <p:cNvPr id="44038" name="Picture 6">
            <a:extLst>
              <a:ext uri="{FF2B5EF4-FFF2-40B4-BE49-F238E27FC236}">
                <a16:creationId xmlns:a16="http://schemas.microsoft.com/office/drawing/2014/main" id="{49DED250-D090-4CDA-90C8-DD8AB9F1EC01}"/>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77467" y="3124598"/>
            <a:ext cx="4083050" cy="161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6">
            <a:extLst>
              <a:ext uri="{FF2B5EF4-FFF2-40B4-BE49-F238E27FC236}">
                <a16:creationId xmlns:a16="http://schemas.microsoft.com/office/drawing/2014/main" id="{D45B4F1F-C25D-4B98-9C80-CC90535EBF9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001" y="50721"/>
            <a:ext cx="2851037" cy="869371"/>
          </a:xfrm>
          <a:prstGeom prst="rect">
            <a:avLst/>
          </a:prstGeom>
        </p:spPr>
      </p:pic>
      <p:sp>
        <p:nvSpPr>
          <p:cNvPr id="8" name="Rectangle: Rounded Corners 7">
            <a:extLst>
              <a:ext uri="{FF2B5EF4-FFF2-40B4-BE49-F238E27FC236}">
                <a16:creationId xmlns:a16="http://schemas.microsoft.com/office/drawing/2014/main" id="{F2D81488-3451-49E0-A43D-EF693DB174E1}"/>
              </a:ext>
            </a:extLst>
          </p:cNvPr>
          <p:cNvSpPr/>
          <p:nvPr/>
        </p:nvSpPr>
        <p:spPr>
          <a:xfrm>
            <a:off x="55002" y="6435176"/>
            <a:ext cx="12079705" cy="323134"/>
          </a:xfrm>
          <a:prstGeom prst="roundRect">
            <a:avLst/>
          </a:prstGeom>
          <a:solidFill>
            <a:srgbClr val="3366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dirty="0">
                <a:solidFill>
                  <a:schemeClr val="bg1"/>
                </a:solidFill>
                <a:latin typeface="Times New Roman" panose="02020603050405020304" pitchFamily="18" charset="0"/>
                <a:cs typeface="Times New Roman" panose="02020603050405020304" pitchFamily="18" charset="0"/>
              </a:rPr>
              <a:t> PLC Programming                      1. AN INTRODUCTION TO PROGRAMABLE LOGIC CONTROLLERS</a:t>
            </a:r>
            <a:endParaRPr lang="vi-VN" sz="1800" dirty="0">
              <a:solidFill>
                <a:schemeClr val="bg1"/>
              </a:solidFill>
              <a:latin typeface="Times New Roman" panose="02020603050405020304" pitchFamily="18" charset="0"/>
              <a:cs typeface="Times New Roman" panose="02020603050405020304" pitchFamily="18" charset="0"/>
            </a:endParaRPr>
          </a:p>
        </p:txBody>
      </p:sp>
      <p:sp>
        <p:nvSpPr>
          <p:cNvPr id="9" name="Slide Number Placeholder 6">
            <a:extLst>
              <a:ext uri="{FF2B5EF4-FFF2-40B4-BE49-F238E27FC236}">
                <a16:creationId xmlns:a16="http://schemas.microsoft.com/office/drawing/2014/main" id="{1D5616F3-D366-4786-A626-87879ACA372A}"/>
              </a:ext>
            </a:extLst>
          </p:cNvPr>
          <p:cNvSpPr>
            <a:spLocks noGrp="1"/>
          </p:cNvSpPr>
          <p:nvPr>
            <p:ph type="sldNum" sz="quarter" idx="12"/>
          </p:nvPr>
        </p:nvSpPr>
        <p:spPr>
          <a:xfrm>
            <a:off x="9049011" y="6435176"/>
            <a:ext cx="2743200" cy="365125"/>
          </a:xfrm>
        </p:spPr>
        <p:txBody>
          <a:bodyPr/>
          <a:lstStyle/>
          <a:p>
            <a:fld id="{7922E462-5D99-474A-8333-BF14A8734AA9}" type="slidenum">
              <a:rPr lang="vi-VN" sz="1400" smtClean="0">
                <a:solidFill>
                  <a:schemeClr val="bg1"/>
                </a:solidFill>
                <a:latin typeface="Times New Roman" panose="02020603050405020304" pitchFamily="18" charset="0"/>
                <a:cs typeface="Times New Roman" panose="02020603050405020304" pitchFamily="18" charset="0"/>
              </a:rPr>
              <a:t>35</a:t>
            </a:fld>
            <a:endParaRPr lang="vi-VN" sz="140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943D17D8-1209-4A32-8CDE-BE81284C45C5}"/>
              </a:ext>
            </a:extLst>
          </p:cNvPr>
          <p:cNvSpPr>
            <a:spLocks noGrp="1" noChangeArrowheads="1"/>
          </p:cNvSpPr>
          <p:nvPr>
            <p:ph type="title"/>
          </p:nvPr>
        </p:nvSpPr>
        <p:spPr>
          <a:xfrm>
            <a:off x="3093429" y="57699"/>
            <a:ext cx="8423332" cy="728481"/>
          </a:xfrm>
          <a:noFill/>
          <a:extLst>
            <a:ext uri="{91240B29-F687-4F45-9708-019B960494DF}">
              <a14:hiddenLine xmlns:a14="http://schemas.microsoft.com/office/drawing/2010/main" w="12700">
                <a:solidFill>
                  <a:schemeClr val="tx1"/>
                </a:solidFill>
                <a:miter lim="800000"/>
                <a:headEnd/>
                <a:tailEnd/>
              </a14:hiddenLine>
            </a:ext>
          </a:extLst>
        </p:spPr>
        <p:txBody>
          <a:bodyPr vert="horz" wrap="none" lIns="63595" tIns="25438" rIns="63595" bIns="25438" numCol="1" anchor="t" anchorCtr="0" compatLnSpc="1">
            <a:prstTxWarp prst="textNoShape">
              <a:avLst/>
            </a:prstTxWarp>
            <a:spAutoFit/>
          </a:bodyPr>
          <a:lstStyle/>
          <a:p>
            <a:pPr eaLnBrk="1" hangingPunct="1"/>
            <a:r>
              <a:rPr lang="en-US" altLang="vi-VN"/>
              <a:t>AN EXAMPLE OF RELAY LOGIC</a:t>
            </a:r>
          </a:p>
        </p:txBody>
      </p:sp>
      <p:pic>
        <p:nvPicPr>
          <p:cNvPr id="46083" name="Picture 3">
            <a:extLst>
              <a:ext uri="{FF2B5EF4-FFF2-40B4-BE49-F238E27FC236}">
                <a16:creationId xmlns:a16="http://schemas.microsoft.com/office/drawing/2014/main" id="{F2133FC2-FD86-45DF-B8DA-CA3AA85B88F9}"/>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4477" y="3285803"/>
            <a:ext cx="3727450" cy="2200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6084" name="Rectangle 4">
            <a:extLst>
              <a:ext uri="{FF2B5EF4-FFF2-40B4-BE49-F238E27FC236}">
                <a16:creationId xmlns:a16="http://schemas.microsoft.com/office/drawing/2014/main" id="{7022F6A8-9FBC-40CE-8BB0-738CC79B39C0}"/>
              </a:ext>
            </a:extLst>
          </p:cNvPr>
          <p:cNvSpPr>
            <a:spLocks noGrp="1" noChangeArrowheads="1"/>
          </p:cNvSpPr>
          <p:nvPr>
            <p:ph type="body" idx="1"/>
          </p:nvPr>
        </p:nvSpPr>
        <p:spPr>
          <a:xfrm>
            <a:off x="1544321" y="1437194"/>
            <a:ext cx="8550240" cy="1059598"/>
          </a:xfrm>
          <a:noFill/>
          <a:extLst>
            <a:ext uri="{91240B29-F687-4F45-9708-019B960494DF}">
              <a14:hiddenLine xmlns:a14="http://schemas.microsoft.com/office/drawing/2010/main" w="12700">
                <a:solidFill>
                  <a:schemeClr val="tx1"/>
                </a:solidFill>
                <a:miter lim="800000"/>
                <a:headEnd/>
                <a:tailEnd/>
              </a14:hiddenLine>
            </a:ext>
          </a:extLst>
        </p:spPr>
        <p:txBody>
          <a:bodyPr vert="horz" wrap="square" lIns="63595" tIns="25438" rIns="63595" bIns="25438" numCol="1" anchor="t" anchorCtr="0" compatLnSpc="1">
            <a:prstTxWarp prst="textNoShape">
              <a:avLst/>
            </a:prstTxWarp>
            <a:spAutoFit/>
          </a:bodyPr>
          <a:lstStyle/>
          <a:p>
            <a:pPr marL="0" indent="0" algn="just" defTabSz="912813" eaLnBrk="1" hangingPunct="1">
              <a:lnSpc>
                <a:spcPct val="91000"/>
              </a:lnSpc>
              <a:spcBef>
                <a:spcPct val="45000"/>
              </a:spcBef>
              <a:buNone/>
            </a:pPr>
            <a:r>
              <a:rPr lang="en-US" altLang="vi-VN" sz="1800"/>
              <a:t>For process control, it is desired to have the process start (by turning on a motor) five seconds after a part touches a limit switch.  The process is terminated automatically when the finished part touches a second limit switch.  An emergency switch will stop the process any time when it is pushed. </a:t>
            </a:r>
          </a:p>
        </p:txBody>
      </p:sp>
      <p:pic>
        <p:nvPicPr>
          <p:cNvPr id="46085" name="Picture 5">
            <a:extLst>
              <a:ext uri="{FF2B5EF4-FFF2-40B4-BE49-F238E27FC236}">
                <a16:creationId xmlns:a16="http://schemas.microsoft.com/office/drawing/2014/main" id="{3A2A1BF6-657B-43E8-AA48-3EA74C91DB7A}"/>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58373" y="3232446"/>
            <a:ext cx="4629150" cy="2557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5">
            <a:extLst>
              <a:ext uri="{FF2B5EF4-FFF2-40B4-BE49-F238E27FC236}">
                <a16:creationId xmlns:a16="http://schemas.microsoft.com/office/drawing/2014/main" id="{1C4A61BD-8F76-4151-AA85-72D79AF048A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001" y="50721"/>
            <a:ext cx="2851037" cy="869371"/>
          </a:xfrm>
          <a:prstGeom prst="rect">
            <a:avLst/>
          </a:prstGeom>
        </p:spPr>
      </p:pic>
      <p:sp>
        <p:nvSpPr>
          <p:cNvPr id="7" name="Rectangle: Rounded Corners 6">
            <a:extLst>
              <a:ext uri="{FF2B5EF4-FFF2-40B4-BE49-F238E27FC236}">
                <a16:creationId xmlns:a16="http://schemas.microsoft.com/office/drawing/2014/main" id="{BA139EC0-FFDA-4E59-8699-196F569ECADC}"/>
              </a:ext>
            </a:extLst>
          </p:cNvPr>
          <p:cNvSpPr/>
          <p:nvPr/>
        </p:nvSpPr>
        <p:spPr>
          <a:xfrm>
            <a:off x="55002" y="6435176"/>
            <a:ext cx="12079705" cy="323134"/>
          </a:xfrm>
          <a:prstGeom prst="roundRect">
            <a:avLst/>
          </a:prstGeom>
          <a:solidFill>
            <a:srgbClr val="3366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dirty="0">
                <a:solidFill>
                  <a:schemeClr val="bg1"/>
                </a:solidFill>
                <a:latin typeface="Times New Roman" panose="02020603050405020304" pitchFamily="18" charset="0"/>
                <a:cs typeface="Times New Roman" panose="02020603050405020304" pitchFamily="18" charset="0"/>
              </a:rPr>
              <a:t> PLC Programming                      1. AN INTRODUCTION TO PROGRAMABLE LOGIC CONTROLLERS</a:t>
            </a:r>
            <a:endParaRPr lang="vi-VN" sz="1800" dirty="0">
              <a:solidFill>
                <a:schemeClr val="bg1"/>
              </a:solidFill>
              <a:latin typeface="Times New Roman" panose="02020603050405020304" pitchFamily="18" charset="0"/>
              <a:cs typeface="Times New Roman" panose="02020603050405020304" pitchFamily="18" charset="0"/>
            </a:endParaRPr>
          </a:p>
        </p:txBody>
      </p:sp>
      <p:sp>
        <p:nvSpPr>
          <p:cNvPr id="8" name="Slide Number Placeholder 6">
            <a:extLst>
              <a:ext uri="{FF2B5EF4-FFF2-40B4-BE49-F238E27FC236}">
                <a16:creationId xmlns:a16="http://schemas.microsoft.com/office/drawing/2014/main" id="{2282AC4F-505A-4404-808A-1DFA17E93333}"/>
              </a:ext>
            </a:extLst>
          </p:cNvPr>
          <p:cNvSpPr>
            <a:spLocks noGrp="1"/>
          </p:cNvSpPr>
          <p:nvPr>
            <p:ph type="sldNum" sz="quarter" idx="12"/>
          </p:nvPr>
        </p:nvSpPr>
        <p:spPr>
          <a:xfrm>
            <a:off x="9049011" y="6435176"/>
            <a:ext cx="2743200" cy="365125"/>
          </a:xfrm>
        </p:spPr>
        <p:txBody>
          <a:bodyPr/>
          <a:lstStyle/>
          <a:p>
            <a:fld id="{7922E462-5D99-474A-8333-BF14A8734AA9}" type="slidenum">
              <a:rPr lang="vi-VN" sz="1400" smtClean="0">
                <a:solidFill>
                  <a:schemeClr val="bg1"/>
                </a:solidFill>
                <a:latin typeface="Times New Roman" panose="02020603050405020304" pitchFamily="18" charset="0"/>
                <a:cs typeface="Times New Roman" panose="02020603050405020304" pitchFamily="18" charset="0"/>
              </a:rPr>
              <a:t>36</a:t>
            </a:fld>
            <a:endParaRPr lang="vi-VN" sz="140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139E1F59-5BC8-482D-972B-13A2E8A8D934}"/>
              </a:ext>
            </a:extLst>
          </p:cNvPr>
          <p:cNvSpPr>
            <a:spLocks noGrp="1" noChangeArrowheads="1"/>
          </p:cNvSpPr>
          <p:nvPr>
            <p:ph type="title"/>
          </p:nvPr>
        </p:nvSpPr>
        <p:spPr>
          <a:xfrm>
            <a:off x="2056254" y="1157898"/>
            <a:ext cx="8229600" cy="2925763"/>
          </a:xfrm>
        </p:spPr>
        <p:txBody>
          <a:bodyPr/>
          <a:lstStyle/>
          <a:p>
            <a:pPr algn="ctr"/>
            <a:br>
              <a:rPr lang="en-US" altLang="vi-VN" b="1" dirty="0">
                <a:solidFill>
                  <a:srgbClr val="0000FF"/>
                </a:solidFill>
                <a:latin typeface="Bookman Old Style" panose="02050604050505020204" pitchFamily="18" charset="0"/>
              </a:rPr>
            </a:br>
            <a:r>
              <a:rPr lang="en-US" altLang="vi-VN" b="1" dirty="0">
                <a:solidFill>
                  <a:srgbClr val="0000FF"/>
                </a:solidFill>
                <a:latin typeface="Bookman Old Style" panose="02050604050505020204" pitchFamily="18" charset="0"/>
              </a:rPr>
              <a:t>PLC HARDWARE DESIGN</a:t>
            </a:r>
            <a:br>
              <a:rPr lang="en-US" altLang="vi-VN" b="1" dirty="0">
                <a:solidFill>
                  <a:srgbClr val="0000FF"/>
                </a:solidFill>
                <a:latin typeface="Bookman Old Style" panose="02050604050505020204" pitchFamily="18" charset="0"/>
              </a:rPr>
            </a:br>
            <a:endParaRPr lang="en-US" altLang="vi-VN" b="1" dirty="0">
              <a:solidFill>
                <a:srgbClr val="0000FF"/>
              </a:solidFill>
              <a:latin typeface="Bookman Old Style" panose="02050604050505020204" pitchFamily="18" charset="0"/>
            </a:endParaRPr>
          </a:p>
        </p:txBody>
      </p:sp>
      <p:pic>
        <p:nvPicPr>
          <p:cNvPr id="3" name="Picture 2">
            <a:extLst>
              <a:ext uri="{FF2B5EF4-FFF2-40B4-BE49-F238E27FC236}">
                <a16:creationId xmlns:a16="http://schemas.microsoft.com/office/drawing/2014/main" id="{34E2555F-1050-48FA-A2D3-FAB84977DC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001" y="50721"/>
            <a:ext cx="2851037" cy="869371"/>
          </a:xfrm>
          <a:prstGeom prst="rect">
            <a:avLst/>
          </a:prstGeom>
        </p:spPr>
      </p:pic>
      <p:sp>
        <p:nvSpPr>
          <p:cNvPr id="4" name="Rectangle: Rounded Corners 3">
            <a:extLst>
              <a:ext uri="{FF2B5EF4-FFF2-40B4-BE49-F238E27FC236}">
                <a16:creationId xmlns:a16="http://schemas.microsoft.com/office/drawing/2014/main" id="{1B433518-4998-427C-9D1F-6EF23A2E1271}"/>
              </a:ext>
            </a:extLst>
          </p:cNvPr>
          <p:cNvSpPr/>
          <p:nvPr/>
        </p:nvSpPr>
        <p:spPr>
          <a:xfrm>
            <a:off x="55002" y="6435176"/>
            <a:ext cx="12079705" cy="323134"/>
          </a:xfrm>
          <a:prstGeom prst="roundRect">
            <a:avLst/>
          </a:prstGeom>
          <a:solidFill>
            <a:srgbClr val="0066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dirty="0">
                <a:solidFill>
                  <a:schemeClr val="bg1"/>
                </a:solidFill>
                <a:latin typeface="Times New Roman" panose="02020603050405020304" pitchFamily="18" charset="0"/>
                <a:cs typeface="Times New Roman" panose="02020603050405020304" pitchFamily="18" charset="0"/>
              </a:rPr>
              <a:t> PLC Programming                      1. AN INTRODUCTION TO PROGRAMABLE LOGIC CONTROLLERS</a:t>
            </a:r>
            <a:endParaRPr lang="vi-VN" sz="1800" dirty="0">
              <a:solidFill>
                <a:schemeClr val="bg1"/>
              </a:solidFill>
              <a:latin typeface="Times New Roman" panose="02020603050405020304" pitchFamily="18" charset="0"/>
              <a:cs typeface="Times New Roman" panose="02020603050405020304" pitchFamily="18" charset="0"/>
            </a:endParaRPr>
          </a:p>
        </p:txBody>
      </p:sp>
      <p:sp>
        <p:nvSpPr>
          <p:cNvPr id="5" name="Slide Number Placeholder 6">
            <a:extLst>
              <a:ext uri="{FF2B5EF4-FFF2-40B4-BE49-F238E27FC236}">
                <a16:creationId xmlns:a16="http://schemas.microsoft.com/office/drawing/2014/main" id="{4955B9B0-CE81-4C3C-8672-D89C82D88736}"/>
              </a:ext>
            </a:extLst>
          </p:cNvPr>
          <p:cNvSpPr>
            <a:spLocks noGrp="1"/>
          </p:cNvSpPr>
          <p:nvPr>
            <p:ph type="sldNum" sz="quarter" idx="12"/>
          </p:nvPr>
        </p:nvSpPr>
        <p:spPr>
          <a:xfrm>
            <a:off x="9049011" y="6435176"/>
            <a:ext cx="2743200" cy="365125"/>
          </a:xfrm>
        </p:spPr>
        <p:txBody>
          <a:bodyPr/>
          <a:lstStyle/>
          <a:p>
            <a:fld id="{7922E462-5D99-474A-8333-BF14A8734AA9}" type="slidenum">
              <a:rPr lang="vi-VN" sz="1400" smtClean="0">
                <a:solidFill>
                  <a:schemeClr val="bg1"/>
                </a:solidFill>
                <a:latin typeface="Times New Roman" panose="02020603050405020304" pitchFamily="18" charset="0"/>
                <a:cs typeface="Times New Roman" panose="02020603050405020304" pitchFamily="18" charset="0"/>
              </a:rPr>
              <a:t>37</a:t>
            </a:fld>
            <a:endParaRPr lang="vi-VN" sz="14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1900132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8E0688B1-4DCB-45A5-83E6-AA3B40A692E8}"/>
              </a:ext>
            </a:extLst>
          </p:cNvPr>
          <p:cNvSpPr>
            <a:spLocks noGrp="1" noChangeArrowheads="1"/>
          </p:cNvSpPr>
          <p:nvPr>
            <p:ph type="title"/>
          </p:nvPr>
        </p:nvSpPr>
        <p:spPr>
          <a:xfrm>
            <a:off x="5515658" y="121165"/>
            <a:ext cx="1305036" cy="728481"/>
          </a:xfrm>
          <a:noFill/>
          <a:ln/>
          <a:extLst>
            <a:ext uri="{91240B29-F687-4F45-9708-019B960494DF}">
              <a14:hiddenLine xmlns:a14="http://schemas.microsoft.com/office/drawing/2010/main" w="12700">
                <a:solidFill>
                  <a:schemeClr val="tx1"/>
                </a:solidFill>
                <a:miter lim="800000"/>
                <a:headEnd/>
                <a:tailEnd/>
              </a14:hiddenLine>
            </a:ext>
          </a:extLst>
        </p:spPr>
        <p:txBody>
          <a:bodyPr vert="horz" wrap="none" lIns="63595" tIns="25438" rIns="63595" bIns="25438" numCol="1" anchor="t" anchorCtr="0" compatLnSpc="1">
            <a:prstTxWarp prst="textNoShape">
              <a:avLst/>
            </a:prstTxWarp>
            <a:spAutoFit/>
          </a:bodyPr>
          <a:lstStyle/>
          <a:p>
            <a:r>
              <a:rPr lang="en-US" altLang="vi-VN"/>
              <a:t>PLC </a:t>
            </a:r>
          </a:p>
        </p:txBody>
      </p:sp>
      <p:sp>
        <p:nvSpPr>
          <p:cNvPr id="9219" name="Rectangle 3">
            <a:extLst>
              <a:ext uri="{FF2B5EF4-FFF2-40B4-BE49-F238E27FC236}">
                <a16:creationId xmlns:a16="http://schemas.microsoft.com/office/drawing/2014/main" id="{6C008EAE-A9E2-462E-B170-76B3802F87B5}"/>
              </a:ext>
            </a:extLst>
          </p:cNvPr>
          <p:cNvSpPr>
            <a:spLocks noChangeArrowheads="1"/>
          </p:cNvSpPr>
          <p:nvPr/>
        </p:nvSpPr>
        <p:spPr bwMode="auto">
          <a:xfrm>
            <a:off x="3049589" y="1527175"/>
            <a:ext cx="1131887" cy="5969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vi-VN" sz="2400">
              <a:solidFill>
                <a:srgbClr val="000000"/>
              </a:solidFill>
              <a:latin typeface="Times New Roman" panose="02020603050405020304" pitchFamily="18" charset="0"/>
            </a:endParaRPr>
          </a:p>
        </p:txBody>
      </p:sp>
      <p:sp>
        <p:nvSpPr>
          <p:cNvPr id="9220" name="Rectangle 4">
            <a:extLst>
              <a:ext uri="{FF2B5EF4-FFF2-40B4-BE49-F238E27FC236}">
                <a16:creationId xmlns:a16="http://schemas.microsoft.com/office/drawing/2014/main" id="{D7B65537-A3F2-4AE9-9BCC-AB98C3C86C14}"/>
              </a:ext>
            </a:extLst>
          </p:cNvPr>
          <p:cNvSpPr>
            <a:spLocks noChangeArrowheads="1"/>
          </p:cNvSpPr>
          <p:nvPr/>
        </p:nvSpPr>
        <p:spPr bwMode="auto">
          <a:xfrm>
            <a:off x="3208339" y="1698625"/>
            <a:ext cx="615745" cy="2951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95" tIns="25438" rIns="63595" bIns="25438">
            <a:spAutoFit/>
          </a:bodyPr>
          <a:lstStyle>
            <a:lvl1pPr defTabSz="915988">
              <a:defRPr sz="2400">
                <a:solidFill>
                  <a:schemeClr val="tx1"/>
                </a:solidFill>
                <a:latin typeface="Times New Roman" panose="02020603050405020304" pitchFamily="18" charset="0"/>
              </a:defRPr>
            </a:lvl1pPr>
            <a:lvl2pPr defTabSz="915988">
              <a:defRPr sz="2400">
                <a:solidFill>
                  <a:schemeClr val="tx1"/>
                </a:solidFill>
                <a:latin typeface="Times New Roman" panose="02020603050405020304" pitchFamily="18" charset="0"/>
              </a:defRPr>
            </a:lvl2pPr>
            <a:lvl3pPr marL="915988" defTabSz="915988">
              <a:defRPr sz="2400">
                <a:solidFill>
                  <a:schemeClr val="tx1"/>
                </a:solidFill>
                <a:latin typeface="Times New Roman" panose="02020603050405020304" pitchFamily="18" charset="0"/>
              </a:defRPr>
            </a:lvl3pPr>
            <a:lvl4pPr marL="1373188" defTabSz="915988">
              <a:defRPr sz="2400">
                <a:solidFill>
                  <a:schemeClr val="tx1"/>
                </a:solidFill>
                <a:latin typeface="Times New Roman" panose="02020603050405020304" pitchFamily="18" charset="0"/>
              </a:defRPr>
            </a:lvl4pPr>
            <a:lvl5pPr marL="1831975" defTabSz="915988">
              <a:defRPr sz="2400">
                <a:solidFill>
                  <a:schemeClr val="tx1"/>
                </a:solidFill>
                <a:latin typeface="Times New Roman" panose="02020603050405020304" pitchFamily="18" charset="0"/>
              </a:defRPr>
            </a:lvl5pPr>
            <a:lvl6pPr marL="2289175" defTabSz="915988" fontAlgn="base">
              <a:spcBef>
                <a:spcPct val="0"/>
              </a:spcBef>
              <a:spcAft>
                <a:spcPct val="0"/>
              </a:spcAft>
              <a:defRPr sz="2400">
                <a:solidFill>
                  <a:schemeClr val="tx1"/>
                </a:solidFill>
                <a:latin typeface="Times New Roman" panose="02020603050405020304" pitchFamily="18" charset="0"/>
              </a:defRPr>
            </a:lvl6pPr>
            <a:lvl7pPr marL="2746375" defTabSz="915988" fontAlgn="base">
              <a:spcBef>
                <a:spcPct val="0"/>
              </a:spcBef>
              <a:spcAft>
                <a:spcPct val="0"/>
              </a:spcAft>
              <a:defRPr sz="2400">
                <a:solidFill>
                  <a:schemeClr val="tx1"/>
                </a:solidFill>
                <a:latin typeface="Times New Roman" panose="02020603050405020304" pitchFamily="18" charset="0"/>
              </a:defRPr>
            </a:lvl7pPr>
            <a:lvl8pPr marL="3203575" defTabSz="915988" fontAlgn="base">
              <a:spcBef>
                <a:spcPct val="0"/>
              </a:spcBef>
              <a:spcAft>
                <a:spcPct val="0"/>
              </a:spcAft>
              <a:defRPr sz="2400">
                <a:solidFill>
                  <a:schemeClr val="tx1"/>
                </a:solidFill>
                <a:latin typeface="Times New Roman" panose="02020603050405020304" pitchFamily="18" charset="0"/>
              </a:defRPr>
            </a:lvl8pPr>
            <a:lvl9pPr marL="3660775" defTabSz="915988" fontAlgn="base">
              <a:spcBef>
                <a:spcPct val="0"/>
              </a:spcBef>
              <a:spcAft>
                <a:spcPct val="0"/>
              </a:spcAft>
              <a:defRPr sz="2400">
                <a:solidFill>
                  <a:schemeClr val="tx1"/>
                </a:solidFill>
                <a:latin typeface="Times New Roman" panose="02020603050405020304" pitchFamily="18" charset="0"/>
              </a:defRPr>
            </a:lvl9pPr>
          </a:lstStyle>
          <a:p>
            <a:pPr eaLnBrk="0" fontAlgn="base" hangingPunct="0">
              <a:lnSpc>
                <a:spcPct val="88000"/>
              </a:lnSpc>
              <a:spcBef>
                <a:spcPct val="0"/>
              </a:spcBef>
              <a:spcAft>
                <a:spcPct val="0"/>
              </a:spcAft>
            </a:pPr>
            <a:r>
              <a:rPr lang="en-US" altLang="vi-VN" sz="1800" b="1">
                <a:solidFill>
                  <a:srgbClr val="000000"/>
                </a:solidFill>
                <a:latin typeface="Arial" panose="020B0604020202020204" pitchFamily="34" charset="0"/>
              </a:rPr>
              <a:t>CPU</a:t>
            </a:r>
          </a:p>
        </p:txBody>
      </p:sp>
      <p:sp>
        <p:nvSpPr>
          <p:cNvPr id="9221" name="Rectangle 5">
            <a:extLst>
              <a:ext uri="{FF2B5EF4-FFF2-40B4-BE49-F238E27FC236}">
                <a16:creationId xmlns:a16="http://schemas.microsoft.com/office/drawing/2014/main" id="{965CD66F-B597-4B48-AA31-D8DA215B0058}"/>
              </a:ext>
            </a:extLst>
          </p:cNvPr>
          <p:cNvSpPr>
            <a:spLocks noChangeArrowheads="1"/>
          </p:cNvSpPr>
          <p:nvPr/>
        </p:nvSpPr>
        <p:spPr bwMode="auto">
          <a:xfrm>
            <a:off x="3208338" y="2614613"/>
            <a:ext cx="949170" cy="2951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95" tIns="25438" rIns="63595" bIns="25438">
            <a:spAutoFit/>
          </a:bodyPr>
          <a:lstStyle>
            <a:lvl1pPr defTabSz="915988">
              <a:defRPr sz="2400">
                <a:solidFill>
                  <a:schemeClr val="tx1"/>
                </a:solidFill>
                <a:latin typeface="Times New Roman" panose="02020603050405020304" pitchFamily="18" charset="0"/>
              </a:defRPr>
            </a:lvl1pPr>
            <a:lvl2pPr defTabSz="915988">
              <a:defRPr sz="2400">
                <a:solidFill>
                  <a:schemeClr val="tx1"/>
                </a:solidFill>
                <a:latin typeface="Times New Roman" panose="02020603050405020304" pitchFamily="18" charset="0"/>
              </a:defRPr>
            </a:lvl2pPr>
            <a:lvl3pPr marL="915988" defTabSz="915988">
              <a:defRPr sz="2400">
                <a:solidFill>
                  <a:schemeClr val="tx1"/>
                </a:solidFill>
                <a:latin typeface="Times New Roman" panose="02020603050405020304" pitchFamily="18" charset="0"/>
              </a:defRPr>
            </a:lvl3pPr>
            <a:lvl4pPr marL="1373188" defTabSz="915988">
              <a:defRPr sz="2400">
                <a:solidFill>
                  <a:schemeClr val="tx1"/>
                </a:solidFill>
                <a:latin typeface="Times New Roman" panose="02020603050405020304" pitchFamily="18" charset="0"/>
              </a:defRPr>
            </a:lvl4pPr>
            <a:lvl5pPr marL="1831975" defTabSz="915988">
              <a:defRPr sz="2400">
                <a:solidFill>
                  <a:schemeClr val="tx1"/>
                </a:solidFill>
                <a:latin typeface="Times New Roman" panose="02020603050405020304" pitchFamily="18" charset="0"/>
              </a:defRPr>
            </a:lvl5pPr>
            <a:lvl6pPr marL="2289175" defTabSz="915988" fontAlgn="base">
              <a:spcBef>
                <a:spcPct val="0"/>
              </a:spcBef>
              <a:spcAft>
                <a:spcPct val="0"/>
              </a:spcAft>
              <a:defRPr sz="2400">
                <a:solidFill>
                  <a:schemeClr val="tx1"/>
                </a:solidFill>
                <a:latin typeface="Times New Roman" panose="02020603050405020304" pitchFamily="18" charset="0"/>
              </a:defRPr>
            </a:lvl6pPr>
            <a:lvl7pPr marL="2746375" defTabSz="915988" fontAlgn="base">
              <a:spcBef>
                <a:spcPct val="0"/>
              </a:spcBef>
              <a:spcAft>
                <a:spcPct val="0"/>
              </a:spcAft>
              <a:defRPr sz="2400">
                <a:solidFill>
                  <a:schemeClr val="tx1"/>
                </a:solidFill>
                <a:latin typeface="Times New Roman" panose="02020603050405020304" pitchFamily="18" charset="0"/>
              </a:defRPr>
            </a:lvl7pPr>
            <a:lvl8pPr marL="3203575" defTabSz="915988" fontAlgn="base">
              <a:spcBef>
                <a:spcPct val="0"/>
              </a:spcBef>
              <a:spcAft>
                <a:spcPct val="0"/>
              </a:spcAft>
              <a:defRPr sz="2400">
                <a:solidFill>
                  <a:schemeClr val="tx1"/>
                </a:solidFill>
                <a:latin typeface="Times New Roman" panose="02020603050405020304" pitchFamily="18" charset="0"/>
              </a:defRPr>
            </a:lvl8pPr>
            <a:lvl9pPr marL="3660775" defTabSz="915988" fontAlgn="base">
              <a:spcBef>
                <a:spcPct val="0"/>
              </a:spcBef>
              <a:spcAft>
                <a:spcPct val="0"/>
              </a:spcAft>
              <a:defRPr sz="2400">
                <a:solidFill>
                  <a:schemeClr val="tx1"/>
                </a:solidFill>
                <a:latin typeface="Times New Roman" panose="02020603050405020304" pitchFamily="18" charset="0"/>
              </a:defRPr>
            </a:lvl9pPr>
          </a:lstStyle>
          <a:p>
            <a:pPr eaLnBrk="0" fontAlgn="base" hangingPunct="0">
              <a:lnSpc>
                <a:spcPct val="88000"/>
              </a:lnSpc>
              <a:spcBef>
                <a:spcPct val="0"/>
              </a:spcBef>
              <a:spcAft>
                <a:spcPct val="0"/>
              </a:spcAft>
            </a:pPr>
            <a:r>
              <a:rPr lang="en-US" altLang="vi-VN" sz="1800" b="1">
                <a:solidFill>
                  <a:srgbClr val="000000"/>
                </a:solidFill>
                <a:latin typeface="Arial" panose="020B0604020202020204" pitchFamily="34" charset="0"/>
              </a:rPr>
              <a:t>System</a:t>
            </a:r>
          </a:p>
        </p:txBody>
      </p:sp>
      <p:sp>
        <p:nvSpPr>
          <p:cNvPr id="9222" name="Rectangle 6">
            <a:extLst>
              <a:ext uri="{FF2B5EF4-FFF2-40B4-BE49-F238E27FC236}">
                <a16:creationId xmlns:a16="http://schemas.microsoft.com/office/drawing/2014/main" id="{0885BF1E-FD5D-48DF-9DB1-2B8526100BDC}"/>
              </a:ext>
            </a:extLst>
          </p:cNvPr>
          <p:cNvSpPr>
            <a:spLocks noChangeArrowheads="1"/>
          </p:cNvSpPr>
          <p:nvPr/>
        </p:nvSpPr>
        <p:spPr bwMode="auto">
          <a:xfrm>
            <a:off x="3208339" y="3378200"/>
            <a:ext cx="1463675" cy="534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95" tIns="25438" rIns="63595" bIns="25438">
            <a:spAutoFit/>
          </a:bodyPr>
          <a:lstStyle>
            <a:lvl1pPr defTabSz="915988">
              <a:defRPr sz="2400">
                <a:solidFill>
                  <a:schemeClr val="tx1"/>
                </a:solidFill>
                <a:latin typeface="Times New Roman" panose="02020603050405020304" pitchFamily="18" charset="0"/>
              </a:defRPr>
            </a:lvl1pPr>
            <a:lvl2pPr defTabSz="915988">
              <a:defRPr sz="2400">
                <a:solidFill>
                  <a:schemeClr val="tx1"/>
                </a:solidFill>
                <a:latin typeface="Times New Roman" panose="02020603050405020304" pitchFamily="18" charset="0"/>
              </a:defRPr>
            </a:lvl2pPr>
            <a:lvl3pPr marL="915988" defTabSz="915988">
              <a:defRPr sz="2400">
                <a:solidFill>
                  <a:schemeClr val="tx1"/>
                </a:solidFill>
                <a:latin typeface="Times New Roman" panose="02020603050405020304" pitchFamily="18" charset="0"/>
              </a:defRPr>
            </a:lvl3pPr>
            <a:lvl4pPr marL="1373188" defTabSz="915988">
              <a:defRPr sz="2400">
                <a:solidFill>
                  <a:schemeClr val="tx1"/>
                </a:solidFill>
                <a:latin typeface="Times New Roman" panose="02020603050405020304" pitchFamily="18" charset="0"/>
              </a:defRPr>
            </a:lvl4pPr>
            <a:lvl5pPr marL="1831975" defTabSz="915988">
              <a:defRPr sz="2400">
                <a:solidFill>
                  <a:schemeClr val="tx1"/>
                </a:solidFill>
                <a:latin typeface="Times New Roman" panose="02020603050405020304" pitchFamily="18" charset="0"/>
              </a:defRPr>
            </a:lvl5pPr>
            <a:lvl6pPr marL="2289175" defTabSz="915988" fontAlgn="base">
              <a:spcBef>
                <a:spcPct val="0"/>
              </a:spcBef>
              <a:spcAft>
                <a:spcPct val="0"/>
              </a:spcAft>
              <a:defRPr sz="2400">
                <a:solidFill>
                  <a:schemeClr val="tx1"/>
                </a:solidFill>
                <a:latin typeface="Times New Roman" panose="02020603050405020304" pitchFamily="18" charset="0"/>
              </a:defRPr>
            </a:lvl6pPr>
            <a:lvl7pPr marL="2746375" defTabSz="915988" fontAlgn="base">
              <a:spcBef>
                <a:spcPct val="0"/>
              </a:spcBef>
              <a:spcAft>
                <a:spcPct val="0"/>
              </a:spcAft>
              <a:defRPr sz="2400">
                <a:solidFill>
                  <a:schemeClr val="tx1"/>
                </a:solidFill>
                <a:latin typeface="Times New Roman" panose="02020603050405020304" pitchFamily="18" charset="0"/>
              </a:defRPr>
            </a:lvl7pPr>
            <a:lvl8pPr marL="3203575" defTabSz="915988" fontAlgn="base">
              <a:spcBef>
                <a:spcPct val="0"/>
              </a:spcBef>
              <a:spcAft>
                <a:spcPct val="0"/>
              </a:spcAft>
              <a:defRPr sz="2400">
                <a:solidFill>
                  <a:schemeClr val="tx1"/>
                </a:solidFill>
                <a:latin typeface="Times New Roman" panose="02020603050405020304" pitchFamily="18" charset="0"/>
              </a:defRPr>
            </a:lvl8pPr>
            <a:lvl9pPr marL="3660775" defTabSz="915988" fontAlgn="base">
              <a:spcBef>
                <a:spcPct val="0"/>
              </a:spcBef>
              <a:spcAft>
                <a:spcPct val="0"/>
              </a:spcAft>
              <a:defRPr sz="2400">
                <a:solidFill>
                  <a:schemeClr val="tx1"/>
                </a:solidFill>
                <a:latin typeface="Times New Roman" panose="02020603050405020304" pitchFamily="18" charset="0"/>
              </a:defRPr>
            </a:lvl9pPr>
          </a:lstStyle>
          <a:p>
            <a:pPr eaLnBrk="0" fontAlgn="base" hangingPunct="0">
              <a:lnSpc>
                <a:spcPct val="88000"/>
              </a:lnSpc>
              <a:spcBef>
                <a:spcPct val="0"/>
              </a:spcBef>
              <a:spcAft>
                <a:spcPct val="0"/>
              </a:spcAft>
            </a:pPr>
            <a:r>
              <a:rPr lang="en-US" altLang="vi-VN" sz="1800" b="1">
                <a:solidFill>
                  <a:srgbClr val="000000"/>
                </a:solidFill>
                <a:latin typeface="Arial" panose="020B0604020202020204" pitchFamily="34" charset="0"/>
              </a:rPr>
              <a:t>User Ladder</a:t>
            </a:r>
          </a:p>
          <a:p>
            <a:pPr eaLnBrk="0" fontAlgn="base" hangingPunct="0">
              <a:lnSpc>
                <a:spcPct val="88000"/>
              </a:lnSpc>
              <a:spcBef>
                <a:spcPct val="0"/>
              </a:spcBef>
              <a:spcAft>
                <a:spcPct val="0"/>
              </a:spcAft>
            </a:pPr>
            <a:r>
              <a:rPr lang="en-US" altLang="vi-VN" sz="1800" b="1">
                <a:solidFill>
                  <a:srgbClr val="000000"/>
                </a:solidFill>
                <a:latin typeface="Arial" panose="020B0604020202020204" pitchFamily="34" charset="0"/>
              </a:rPr>
              <a:t>Diagram</a:t>
            </a:r>
          </a:p>
        </p:txBody>
      </p:sp>
      <p:sp>
        <p:nvSpPr>
          <p:cNvPr id="9223" name="Rectangle 7">
            <a:extLst>
              <a:ext uri="{FF2B5EF4-FFF2-40B4-BE49-F238E27FC236}">
                <a16:creationId xmlns:a16="http://schemas.microsoft.com/office/drawing/2014/main" id="{F45BBE29-3BCD-4013-A2C5-3E044E507F6B}"/>
              </a:ext>
            </a:extLst>
          </p:cNvPr>
          <p:cNvSpPr>
            <a:spLocks noChangeArrowheads="1"/>
          </p:cNvSpPr>
          <p:nvPr/>
        </p:nvSpPr>
        <p:spPr bwMode="auto">
          <a:xfrm>
            <a:off x="3286125" y="4522789"/>
            <a:ext cx="1106488" cy="776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95" tIns="25438" rIns="63595" bIns="25438">
            <a:spAutoFit/>
          </a:bodyPr>
          <a:lstStyle>
            <a:lvl1pPr defTabSz="915988">
              <a:defRPr sz="2400">
                <a:solidFill>
                  <a:schemeClr val="tx1"/>
                </a:solidFill>
                <a:latin typeface="Times New Roman" panose="02020603050405020304" pitchFamily="18" charset="0"/>
              </a:defRPr>
            </a:lvl1pPr>
            <a:lvl2pPr defTabSz="915988">
              <a:defRPr sz="2400">
                <a:solidFill>
                  <a:schemeClr val="tx1"/>
                </a:solidFill>
                <a:latin typeface="Times New Roman" panose="02020603050405020304" pitchFamily="18" charset="0"/>
              </a:defRPr>
            </a:lvl2pPr>
            <a:lvl3pPr marL="915988" defTabSz="915988">
              <a:defRPr sz="2400">
                <a:solidFill>
                  <a:schemeClr val="tx1"/>
                </a:solidFill>
                <a:latin typeface="Times New Roman" panose="02020603050405020304" pitchFamily="18" charset="0"/>
              </a:defRPr>
            </a:lvl3pPr>
            <a:lvl4pPr marL="1373188" defTabSz="915988">
              <a:defRPr sz="2400">
                <a:solidFill>
                  <a:schemeClr val="tx1"/>
                </a:solidFill>
                <a:latin typeface="Times New Roman" panose="02020603050405020304" pitchFamily="18" charset="0"/>
              </a:defRPr>
            </a:lvl4pPr>
            <a:lvl5pPr marL="1831975" defTabSz="915988">
              <a:defRPr sz="2400">
                <a:solidFill>
                  <a:schemeClr val="tx1"/>
                </a:solidFill>
                <a:latin typeface="Times New Roman" panose="02020603050405020304" pitchFamily="18" charset="0"/>
              </a:defRPr>
            </a:lvl5pPr>
            <a:lvl6pPr marL="2289175" defTabSz="915988" fontAlgn="base">
              <a:spcBef>
                <a:spcPct val="0"/>
              </a:spcBef>
              <a:spcAft>
                <a:spcPct val="0"/>
              </a:spcAft>
              <a:defRPr sz="2400">
                <a:solidFill>
                  <a:schemeClr val="tx1"/>
                </a:solidFill>
                <a:latin typeface="Times New Roman" panose="02020603050405020304" pitchFamily="18" charset="0"/>
              </a:defRPr>
            </a:lvl6pPr>
            <a:lvl7pPr marL="2746375" defTabSz="915988" fontAlgn="base">
              <a:spcBef>
                <a:spcPct val="0"/>
              </a:spcBef>
              <a:spcAft>
                <a:spcPct val="0"/>
              </a:spcAft>
              <a:defRPr sz="2400">
                <a:solidFill>
                  <a:schemeClr val="tx1"/>
                </a:solidFill>
                <a:latin typeface="Times New Roman" panose="02020603050405020304" pitchFamily="18" charset="0"/>
              </a:defRPr>
            </a:lvl7pPr>
            <a:lvl8pPr marL="3203575" defTabSz="915988" fontAlgn="base">
              <a:spcBef>
                <a:spcPct val="0"/>
              </a:spcBef>
              <a:spcAft>
                <a:spcPct val="0"/>
              </a:spcAft>
              <a:defRPr sz="2400">
                <a:solidFill>
                  <a:schemeClr val="tx1"/>
                </a:solidFill>
                <a:latin typeface="Times New Roman" panose="02020603050405020304" pitchFamily="18" charset="0"/>
              </a:defRPr>
            </a:lvl8pPr>
            <a:lvl9pPr marL="3660775" defTabSz="915988" fontAlgn="base">
              <a:spcBef>
                <a:spcPct val="0"/>
              </a:spcBef>
              <a:spcAft>
                <a:spcPct val="0"/>
              </a:spcAft>
              <a:defRPr sz="2400">
                <a:solidFill>
                  <a:schemeClr val="tx1"/>
                </a:solidFill>
                <a:latin typeface="Times New Roman" panose="02020603050405020304" pitchFamily="18" charset="0"/>
              </a:defRPr>
            </a:lvl9pPr>
          </a:lstStyle>
          <a:p>
            <a:pPr eaLnBrk="0" fontAlgn="base" hangingPunct="0">
              <a:lnSpc>
                <a:spcPct val="88000"/>
              </a:lnSpc>
              <a:spcBef>
                <a:spcPct val="0"/>
              </a:spcBef>
              <a:spcAft>
                <a:spcPct val="0"/>
              </a:spcAft>
            </a:pPr>
            <a:r>
              <a:rPr lang="en-US" altLang="vi-VN" sz="1800" b="1">
                <a:solidFill>
                  <a:srgbClr val="000000"/>
                </a:solidFill>
                <a:latin typeface="Arial" panose="020B0604020202020204" pitchFamily="34" charset="0"/>
              </a:rPr>
              <a:t>Working </a:t>
            </a:r>
          </a:p>
          <a:p>
            <a:pPr eaLnBrk="0" fontAlgn="base" hangingPunct="0">
              <a:lnSpc>
                <a:spcPct val="88000"/>
              </a:lnSpc>
              <a:spcBef>
                <a:spcPct val="0"/>
              </a:spcBef>
              <a:spcAft>
                <a:spcPct val="0"/>
              </a:spcAft>
            </a:pPr>
            <a:r>
              <a:rPr lang="en-US" altLang="vi-VN" sz="1800" b="1">
                <a:solidFill>
                  <a:srgbClr val="000000"/>
                </a:solidFill>
                <a:latin typeface="Arial" panose="020B0604020202020204" pitchFamily="34" charset="0"/>
              </a:rPr>
              <a:t>memory</a:t>
            </a:r>
          </a:p>
          <a:p>
            <a:pPr eaLnBrk="0" fontAlgn="base" hangingPunct="0">
              <a:lnSpc>
                <a:spcPct val="88000"/>
              </a:lnSpc>
              <a:spcBef>
                <a:spcPct val="0"/>
              </a:spcBef>
              <a:spcAft>
                <a:spcPct val="0"/>
              </a:spcAft>
            </a:pPr>
            <a:r>
              <a:rPr lang="en-US" altLang="vi-VN" sz="1800" b="1">
                <a:solidFill>
                  <a:srgbClr val="000000"/>
                </a:solidFill>
                <a:latin typeface="Arial" panose="020B0604020202020204" pitchFamily="34" charset="0"/>
              </a:rPr>
              <a:t>registers</a:t>
            </a:r>
          </a:p>
        </p:txBody>
      </p:sp>
      <p:sp>
        <p:nvSpPr>
          <p:cNvPr id="9224" name="Rectangle 8">
            <a:extLst>
              <a:ext uri="{FF2B5EF4-FFF2-40B4-BE49-F238E27FC236}">
                <a16:creationId xmlns:a16="http://schemas.microsoft.com/office/drawing/2014/main" id="{CAAAFC67-A10C-4F92-A22E-826896BA0DE7}"/>
              </a:ext>
            </a:extLst>
          </p:cNvPr>
          <p:cNvSpPr>
            <a:spLocks noChangeArrowheads="1"/>
          </p:cNvSpPr>
          <p:nvPr/>
        </p:nvSpPr>
        <p:spPr bwMode="auto">
          <a:xfrm>
            <a:off x="5421314" y="1546225"/>
            <a:ext cx="692689" cy="2951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95" tIns="25438" rIns="63595" bIns="25438">
            <a:spAutoFit/>
          </a:bodyPr>
          <a:lstStyle>
            <a:lvl1pPr defTabSz="915988">
              <a:defRPr sz="2400">
                <a:solidFill>
                  <a:schemeClr val="tx1"/>
                </a:solidFill>
                <a:latin typeface="Times New Roman" panose="02020603050405020304" pitchFamily="18" charset="0"/>
              </a:defRPr>
            </a:lvl1pPr>
            <a:lvl2pPr defTabSz="915988">
              <a:defRPr sz="2400">
                <a:solidFill>
                  <a:schemeClr val="tx1"/>
                </a:solidFill>
                <a:latin typeface="Times New Roman" panose="02020603050405020304" pitchFamily="18" charset="0"/>
              </a:defRPr>
            </a:lvl2pPr>
            <a:lvl3pPr marL="915988" defTabSz="915988">
              <a:defRPr sz="2400">
                <a:solidFill>
                  <a:schemeClr val="tx1"/>
                </a:solidFill>
                <a:latin typeface="Times New Roman" panose="02020603050405020304" pitchFamily="18" charset="0"/>
              </a:defRPr>
            </a:lvl3pPr>
            <a:lvl4pPr marL="1373188" defTabSz="915988">
              <a:defRPr sz="2400">
                <a:solidFill>
                  <a:schemeClr val="tx1"/>
                </a:solidFill>
                <a:latin typeface="Times New Roman" panose="02020603050405020304" pitchFamily="18" charset="0"/>
              </a:defRPr>
            </a:lvl4pPr>
            <a:lvl5pPr marL="1831975" defTabSz="915988">
              <a:defRPr sz="2400">
                <a:solidFill>
                  <a:schemeClr val="tx1"/>
                </a:solidFill>
                <a:latin typeface="Times New Roman" panose="02020603050405020304" pitchFamily="18" charset="0"/>
              </a:defRPr>
            </a:lvl5pPr>
            <a:lvl6pPr marL="2289175" defTabSz="915988" fontAlgn="base">
              <a:spcBef>
                <a:spcPct val="0"/>
              </a:spcBef>
              <a:spcAft>
                <a:spcPct val="0"/>
              </a:spcAft>
              <a:defRPr sz="2400">
                <a:solidFill>
                  <a:schemeClr val="tx1"/>
                </a:solidFill>
                <a:latin typeface="Times New Roman" panose="02020603050405020304" pitchFamily="18" charset="0"/>
              </a:defRPr>
            </a:lvl6pPr>
            <a:lvl7pPr marL="2746375" defTabSz="915988" fontAlgn="base">
              <a:spcBef>
                <a:spcPct val="0"/>
              </a:spcBef>
              <a:spcAft>
                <a:spcPct val="0"/>
              </a:spcAft>
              <a:defRPr sz="2400">
                <a:solidFill>
                  <a:schemeClr val="tx1"/>
                </a:solidFill>
                <a:latin typeface="Times New Roman" panose="02020603050405020304" pitchFamily="18" charset="0"/>
              </a:defRPr>
            </a:lvl7pPr>
            <a:lvl8pPr marL="3203575" defTabSz="915988" fontAlgn="base">
              <a:spcBef>
                <a:spcPct val="0"/>
              </a:spcBef>
              <a:spcAft>
                <a:spcPct val="0"/>
              </a:spcAft>
              <a:defRPr sz="2400">
                <a:solidFill>
                  <a:schemeClr val="tx1"/>
                </a:solidFill>
                <a:latin typeface="Times New Roman" panose="02020603050405020304" pitchFamily="18" charset="0"/>
              </a:defRPr>
            </a:lvl8pPr>
            <a:lvl9pPr marL="3660775" defTabSz="915988" fontAlgn="base">
              <a:spcBef>
                <a:spcPct val="0"/>
              </a:spcBef>
              <a:spcAft>
                <a:spcPct val="0"/>
              </a:spcAft>
              <a:defRPr sz="2400">
                <a:solidFill>
                  <a:schemeClr val="tx1"/>
                </a:solidFill>
                <a:latin typeface="Times New Roman" panose="02020603050405020304" pitchFamily="18" charset="0"/>
              </a:defRPr>
            </a:lvl9pPr>
          </a:lstStyle>
          <a:p>
            <a:pPr eaLnBrk="0" fontAlgn="base" hangingPunct="0">
              <a:lnSpc>
                <a:spcPct val="88000"/>
              </a:lnSpc>
              <a:spcBef>
                <a:spcPct val="0"/>
              </a:spcBef>
              <a:spcAft>
                <a:spcPct val="0"/>
              </a:spcAft>
            </a:pPr>
            <a:r>
              <a:rPr lang="en-US" altLang="vi-VN" sz="1800" b="1">
                <a:solidFill>
                  <a:srgbClr val="000000"/>
                </a:solidFill>
                <a:latin typeface="Arial" panose="020B0604020202020204" pitchFamily="34" charset="0"/>
              </a:rPr>
              <a:t>Input</a:t>
            </a:r>
          </a:p>
        </p:txBody>
      </p:sp>
      <p:sp>
        <p:nvSpPr>
          <p:cNvPr id="9225" name="Rectangle 9">
            <a:extLst>
              <a:ext uri="{FF2B5EF4-FFF2-40B4-BE49-F238E27FC236}">
                <a16:creationId xmlns:a16="http://schemas.microsoft.com/office/drawing/2014/main" id="{E40C40C4-E3C6-48B6-8CDE-F7BCF2968F7B}"/>
              </a:ext>
            </a:extLst>
          </p:cNvPr>
          <p:cNvSpPr>
            <a:spLocks noChangeArrowheads="1"/>
          </p:cNvSpPr>
          <p:nvPr/>
        </p:nvSpPr>
        <p:spPr bwMode="auto">
          <a:xfrm>
            <a:off x="5421314" y="2233613"/>
            <a:ext cx="602921" cy="2951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95" tIns="25438" rIns="63595" bIns="25438">
            <a:spAutoFit/>
          </a:bodyPr>
          <a:lstStyle>
            <a:lvl1pPr defTabSz="915988">
              <a:defRPr sz="2400">
                <a:solidFill>
                  <a:schemeClr val="tx1"/>
                </a:solidFill>
                <a:latin typeface="Times New Roman" panose="02020603050405020304" pitchFamily="18" charset="0"/>
              </a:defRPr>
            </a:lvl1pPr>
            <a:lvl2pPr defTabSz="915988">
              <a:defRPr sz="2400">
                <a:solidFill>
                  <a:schemeClr val="tx1"/>
                </a:solidFill>
                <a:latin typeface="Times New Roman" panose="02020603050405020304" pitchFamily="18" charset="0"/>
              </a:defRPr>
            </a:lvl2pPr>
            <a:lvl3pPr marL="915988" defTabSz="915988">
              <a:defRPr sz="2400">
                <a:solidFill>
                  <a:schemeClr val="tx1"/>
                </a:solidFill>
                <a:latin typeface="Times New Roman" panose="02020603050405020304" pitchFamily="18" charset="0"/>
              </a:defRPr>
            </a:lvl3pPr>
            <a:lvl4pPr marL="1373188" defTabSz="915988">
              <a:defRPr sz="2400">
                <a:solidFill>
                  <a:schemeClr val="tx1"/>
                </a:solidFill>
                <a:latin typeface="Times New Roman" panose="02020603050405020304" pitchFamily="18" charset="0"/>
              </a:defRPr>
            </a:lvl4pPr>
            <a:lvl5pPr marL="1831975" defTabSz="915988">
              <a:defRPr sz="2400">
                <a:solidFill>
                  <a:schemeClr val="tx1"/>
                </a:solidFill>
                <a:latin typeface="Times New Roman" panose="02020603050405020304" pitchFamily="18" charset="0"/>
              </a:defRPr>
            </a:lvl5pPr>
            <a:lvl6pPr marL="2289175" defTabSz="915988" fontAlgn="base">
              <a:spcBef>
                <a:spcPct val="0"/>
              </a:spcBef>
              <a:spcAft>
                <a:spcPct val="0"/>
              </a:spcAft>
              <a:defRPr sz="2400">
                <a:solidFill>
                  <a:schemeClr val="tx1"/>
                </a:solidFill>
                <a:latin typeface="Times New Roman" panose="02020603050405020304" pitchFamily="18" charset="0"/>
              </a:defRPr>
            </a:lvl6pPr>
            <a:lvl7pPr marL="2746375" defTabSz="915988" fontAlgn="base">
              <a:spcBef>
                <a:spcPct val="0"/>
              </a:spcBef>
              <a:spcAft>
                <a:spcPct val="0"/>
              </a:spcAft>
              <a:defRPr sz="2400">
                <a:solidFill>
                  <a:schemeClr val="tx1"/>
                </a:solidFill>
                <a:latin typeface="Times New Roman" panose="02020603050405020304" pitchFamily="18" charset="0"/>
              </a:defRPr>
            </a:lvl7pPr>
            <a:lvl8pPr marL="3203575" defTabSz="915988" fontAlgn="base">
              <a:spcBef>
                <a:spcPct val="0"/>
              </a:spcBef>
              <a:spcAft>
                <a:spcPct val="0"/>
              </a:spcAft>
              <a:defRPr sz="2400">
                <a:solidFill>
                  <a:schemeClr val="tx1"/>
                </a:solidFill>
                <a:latin typeface="Times New Roman" panose="02020603050405020304" pitchFamily="18" charset="0"/>
              </a:defRPr>
            </a:lvl8pPr>
            <a:lvl9pPr marL="3660775" defTabSz="915988" fontAlgn="base">
              <a:spcBef>
                <a:spcPct val="0"/>
              </a:spcBef>
              <a:spcAft>
                <a:spcPct val="0"/>
              </a:spcAft>
              <a:defRPr sz="2400">
                <a:solidFill>
                  <a:schemeClr val="tx1"/>
                </a:solidFill>
                <a:latin typeface="Times New Roman" panose="02020603050405020304" pitchFamily="18" charset="0"/>
              </a:defRPr>
            </a:lvl9pPr>
          </a:lstStyle>
          <a:p>
            <a:pPr eaLnBrk="0" fontAlgn="base" hangingPunct="0">
              <a:lnSpc>
                <a:spcPct val="88000"/>
              </a:lnSpc>
              <a:spcBef>
                <a:spcPct val="0"/>
              </a:spcBef>
              <a:spcAft>
                <a:spcPct val="0"/>
              </a:spcAft>
            </a:pPr>
            <a:r>
              <a:rPr lang="en-US" altLang="vi-VN" sz="1800" b="1" dirty="0">
                <a:solidFill>
                  <a:srgbClr val="000000"/>
                </a:solidFill>
                <a:latin typeface="Arial" panose="020B0604020202020204" pitchFamily="34" charset="0"/>
              </a:rPr>
              <a:t>Flag</a:t>
            </a:r>
          </a:p>
        </p:txBody>
      </p:sp>
      <p:sp>
        <p:nvSpPr>
          <p:cNvPr id="9226" name="Rectangle 10">
            <a:extLst>
              <a:ext uri="{FF2B5EF4-FFF2-40B4-BE49-F238E27FC236}">
                <a16:creationId xmlns:a16="http://schemas.microsoft.com/office/drawing/2014/main" id="{8114E267-9545-4A27-98A0-E7F622693A3A}"/>
              </a:ext>
            </a:extLst>
          </p:cNvPr>
          <p:cNvSpPr>
            <a:spLocks noChangeArrowheads="1"/>
          </p:cNvSpPr>
          <p:nvPr/>
        </p:nvSpPr>
        <p:spPr bwMode="auto">
          <a:xfrm>
            <a:off x="5497514" y="2995614"/>
            <a:ext cx="877887" cy="293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95" tIns="25438" rIns="63595" bIns="25438">
            <a:spAutoFit/>
          </a:bodyPr>
          <a:lstStyle>
            <a:lvl1pPr defTabSz="915988">
              <a:defRPr sz="2400">
                <a:solidFill>
                  <a:schemeClr val="tx1"/>
                </a:solidFill>
                <a:latin typeface="Times New Roman" panose="02020603050405020304" pitchFamily="18" charset="0"/>
              </a:defRPr>
            </a:lvl1pPr>
            <a:lvl2pPr defTabSz="915988">
              <a:defRPr sz="2400">
                <a:solidFill>
                  <a:schemeClr val="tx1"/>
                </a:solidFill>
                <a:latin typeface="Times New Roman" panose="02020603050405020304" pitchFamily="18" charset="0"/>
              </a:defRPr>
            </a:lvl2pPr>
            <a:lvl3pPr marL="915988" defTabSz="915988">
              <a:defRPr sz="2400">
                <a:solidFill>
                  <a:schemeClr val="tx1"/>
                </a:solidFill>
                <a:latin typeface="Times New Roman" panose="02020603050405020304" pitchFamily="18" charset="0"/>
              </a:defRPr>
            </a:lvl3pPr>
            <a:lvl4pPr marL="1373188" defTabSz="915988">
              <a:defRPr sz="2400">
                <a:solidFill>
                  <a:schemeClr val="tx1"/>
                </a:solidFill>
                <a:latin typeface="Times New Roman" panose="02020603050405020304" pitchFamily="18" charset="0"/>
              </a:defRPr>
            </a:lvl4pPr>
            <a:lvl5pPr marL="1831975" defTabSz="915988">
              <a:defRPr sz="2400">
                <a:solidFill>
                  <a:schemeClr val="tx1"/>
                </a:solidFill>
                <a:latin typeface="Times New Roman" panose="02020603050405020304" pitchFamily="18" charset="0"/>
              </a:defRPr>
            </a:lvl5pPr>
            <a:lvl6pPr marL="2289175" defTabSz="915988" fontAlgn="base">
              <a:spcBef>
                <a:spcPct val="0"/>
              </a:spcBef>
              <a:spcAft>
                <a:spcPct val="0"/>
              </a:spcAft>
              <a:defRPr sz="2400">
                <a:solidFill>
                  <a:schemeClr val="tx1"/>
                </a:solidFill>
                <a:latin typeface="Times New Roman" panose="02020603050405020304" pitchFamily="18" charset="0"/>
              </a:defRPr>
            </a:lvl6pPr>
            <a:lvl7pPr marL="2746375" defTabSz="915988" fontAlgn="base">
              <a:spcBef>
                <a:spcPct val="0"/>
              </a:spcBef>
              <a:spcAft>
                <a:spcPct val="0"/>
              </a:spcAft>
              <a:defRPr sz="2400">
                <a:solidFill>
                  <a:schemeClr val="tx1"/>
                </a:solidFill>
                <a:latin typeface="Times New Roman" panose="02020603050405020304" pitchFamily="18" charset="0"/>
              </a:defRPr>
            </a:lvl7pPr>
            <a:lvl8pPr marL="3203575" defTabSz="915988" fontAlgn="base">
              <a:spcBef>
                <a:spcPct val="0"/>
              </a:spcBef>
              <a:spcAft>
                <a:spcPct val="0"/>
              </a:spcAft>
              <a:defRPr sz="2400">
                <a:solidFill>
                  <a:schemeClr val="tx1"/>
                </a:solidFill>
                <a:latin typeface="Times New Roman" panose="02020603050405020304" pitchFamily="18" charset="0"/>
              </a:defRPr>
            </a:lvl8pPr>
            <a:lvl9pPr marL="3660775" defTabSz="915988" fontAlgn="base">
              <a:spcBef>
                <a:spcPct val="0"/>
              </a:spcBef>
              <a:spcAft>
                <a:spcPct val="0"/>
              </a:spcAft>
              <a:defRPr sz="2400">
                <a:solidFill>
                  <a:schemeClr val="tx1"/>
                </a:solidFill>
                <a:latin typeface="Times New Roman" panose="02020603050405020304" pitchFamily="18" charset="0"/>
              </a:defRPr>
            </a:lvl9pPr>
          </a:lstStyle>
          <a:p>
            <a:pPr eaLnBrk="0" fontAlgn="base" hangingPunct="0">
              <a:lnSpc>
                <a:spcPct val="88000"/>
              </a:lnSpc>
              <a:spcBef>
                <a:spcPct val="0"/>
              </a:spcBef>
              <a:spcAft>
                <a:spcPct val="0"/>
              </a:spcAft>
            </a:pPr>
            <a:r>
              <a:rPr lang="en-US" altLang="vi-VN" sz="1800" b="1">
                <a:solidFill>
                  <a:srgbClr val="000000"/>
                </a:solidFill>
                <a:latin typeface="Arial" panose="020B0604020202020204" pitchFamily="34" charset="0"/>
              </a:rPr>
              <a:t>Output</a:t>
            </a:r>
          </a:p>
        </p:txBody>
      </p:sp>
      <p:sp>
        <p:nvSpPr>
          <p:cNvPr id="9227" name="Rectangle 11">
            <a:extLst>
              <a:ext uri="{FF2B5EF4-FFF2-40B4-BE49-F238E27FC236}">
                <a16:creationId xmlns:a16="http://schemas.microsoft.com/office/drawing/2014/main" id="{D16E20B0-E14D-42B8-A02A-DC789D5FA8DD}"/>
              </a:ext>
            </a:extLst>
          </p:cNvPr>
          <p:cNvSpPr>
            <a:spLocks noChangeArrowheads="1"/>
          </p:cNvSpPr>
          <p:nvPr/>
        </p:nvSpPr>
        <p:spPr bwMode="auto">
          <a:xfrm>
            <a:off x="7558089" y="1698625"/>
            <a:ext cx="928687" cy="534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95" tIns="25438" rIns="63595" bIns="25438">
            <a:spAutoFit/>
          </a:bodyPr>
          <a:lstStyle>
            <a:lvl1pPr defTabSz="915988">
              <a:defRPr sz="2400">
                <a:solidFill>
                  <a:schemeClr val="tx1"/>
                </a:solidFill>
                <a:latin typeface="Times New Roman" panose="02020603050405020304" pitchFamily="18" charset="0"/>
              </a:defRPr>
            </a:lvl1pPr>
            <a:lvl2pPr defTabSz="915988">
              <a:defRPr sz="2400">
                <a:solidFill>
                  <a:schemeClr val="tx1"/>
                </a:solidFill>
                <a:latin typeface="Times New Roman" panose="02020603050405020304" pitchFamily="18" charset="0"/>
              </a:defRPr>
            </a:lvl2pPr>
            <a:lvl3pPr marL="915988" defTabSz="915988">
              <a:defRPr sz="2400">
                <a:solidFill>
                  <a:schemeClr val="tx1"/>
                </a:solidFill>
                <a:latin typeface="Times New Roman" panose="02020603050405020304" pitchFamily="18" charset="0"/>
              </a:defRPr>
            </a:lvl3pPr>
            <a:lvl4pPr marL="1373188" defTabSz="915988">
              <a:defRPr sz="2400">
                <a:solidFill>
                  <a:schemeClr val="tx1"/>
                </a:solidFill>
                <a:latin typeface="Times New Roman" panose="02020603050405020304" pitchFamily="18" charset="0"/>
              </a:defRPr>
            </a:lvl4pPr>
            <a:lvl5pPr marL="1831975" defTabSz="915988">
              <a:defRPr sz="2400">
                <a:solidFill>
                  <a:schemeClr val="tx1"/>
                </a:solidFill>
                <a:latin typeface="Times New Roman" panose="02020603050405020304" pitchFamily="18" charset="0"/>
              </a:defRPr>
            </a:lvl5pPr>
            <a:lvl6pPr marL="2289175" defTabSz="915988" fontAlgn="base">
              <a:spcBef>
                <a:spcPct val="0"/>
              </a:spcBef>
              <a:spcAft>
                <a:spcPct val="0"/>
              </a:spcAft>
              <a:defRPr sz="2400">
                <a:solidFill>
                  <a:schemeClr val="tx1"/>
                </a:solidFill>
                <a:latin typeface="Times New Roman" panose="02020603050405020304" pitchFamily="18" charset="0"/>
              </a:defRPr>
            </a:lvl6pPr>
            <a:lvl7pPr marL="2746375" defTabSz="915988" fontAlgn="base">
              <a:spcBef>
                <a:spcPct val="0"/>
              </a:spcBef>
              <a:spcAft>
                <a:spcPct val="0"/>
              </a:spcAft>
              <a:defRPr sz="2400">
                <a:solidFill>
                  <a:schemeClr val="tx1"/>
                </a:solidFill>
                <a:latin typeface="Times New Roman" panose="02020603050405020304" pitchFamily="18" charset="0"/>
              </a:defRPr>
            </a:lvl7pPr>
            <a:lvl8pPr marL="3203575" defTabSz="915988" fontAlgn="base">
              <a:spcBef>
                <a:spcPct val="0"/>
              </a:spcBef>
              <a:spcAft>
                <a:spcPct val="0"/>
              </a:spcAft>
              <a:defRPr sz="2400">
                <a:solidFill>
                  <a:schemeClr val="tx1"/>
                </a:solidFill>
                <a:latin typeface="Times New Roman" panose="02020603050405020304" pitchFamily="18" charset="0"/>
              </a:defRPr>
            </a:lvl8pPr>
            <a:lvl9pPr marL="3660775" defTabSz="915988" fontAlgn="base">
              <a:spcBef>
                <a:spcPct val="0"/>
              </a:spcBef>
              <a:spcAft>
                <a:spcPct val="0"/>
              </a:spcAft>
              <a:defRPr sz="2400">
                <a:solidFill>
                  <a:schemeClr val="tx1"/>
                </a:solidFill>
                <a:latin typeface="Times New Roman" panose="02020603050405020304" pitchFamily="18" charset="0"/>
              </a:defRPr>
            </a:lvl9pPr>
          </a:lstStyle>
          <a:p>
            <a:pPr eaLnBrk="0" fontAlgn="base" hangingPunct="0">
              <a:lnSpc>
                <a:spcPct val="88000"/>
              </a:lnSpc>
              <a:spcBef>
                <a:spcPct val="0"/>
              </a:spcBef>
              <a:spcAft>
                <a:spcPct val="0"/>
              </a:spcAft>
            </a:pPr>
            <a:r>
              <a:rPr lang="en-US" altLang="vi-VN" sz="1800" b="1">
                <a:solidFill>
                  <a:srgbClr val="000000"/>
                </a:solidFill>
                <a:latin typeface="Arial" panose="020B0604020202020204" pitchFamily="34" charset="0"/>
              </a:rPr>
              <a:t>Input </a:t>
            </a:r>
          </a:p>
          <a:p>
            <a:pPr eaLnBrk="0" fontAlgn="base" hangingPunct="0">
              <a:lnSpc>
                <a:spcPct val="88000"/>
              </a:lnSpc>
              <a:spcBef>
                <a:spcPct val="0"/>
              </a:spcBef>
              <a:spcAft>
                <a:spcPct val="0"/>
              </a:spcAft>
            </a:pPr>
            <a:r>
              <a:rPr lang="en-US" altLang="vi-VN" sz="1800" b="1">
                <a:solidFill>
                  <a:srgbClr val="000000"/>
                </a:solidFill>
                <a:latin typeface="Arial" panose="020B0604020202020204" pitchFamily="34" charset="0"/>
              </a:rPr>
              <a:t>Module</a:t>
            </a:r>
          </a:p>
        </p:txBody>
      </p:sp>
      <p:sp>
        <p:nvSpPr>
          <p:cNvPr id="9228" name="Rectangle 12">
            <a:extLst>
              <a:ext uri="{FF2B5EF4-FFF2-40B4-BE49-F238E27FC236}">
                <a16:creationId xmlns:a16="http://schemas.microsoft.com/office/drawing/2014/main" id="{886FB2B2-0829-4070-A2BD-81D19A1308A5}"/>
              </a:ext>
            </a:extLst>
          </p:cNvPr>
          <p:cNvSpPr>
            <a:spLocks noChangeArrowheads="1"/>
          </p:cNvSpPr>
          <p:nvPr/>
        </p:nvSpPr>
        <p:spPr bwMode="auto">
          <a:xfrm>
            <a:off x="7634289" y="2843214"/>
            <a:ext cx="928687" cy="534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95" tIns="25438" rIns="63595" bIns="25438">
            <a:spAutoFit/>
          </a:bodyPr>
          <a:lstStyle>
            <a:lvl1pPr defTabSz="915988">
              <a:defRPr sz="2400">
                <a:solidFill>
                  <a:schemeClr val="tx1"/>
                </a:solidFill>
                <a:latin typeface="Times New Roman" panose="02020603050405020304" pitchFamily="18" charset="0"/>
              </a:defRPr>
            </a:lvl1pPr>
            <a:lvl2pPr defTabSz="915988">
              <a:defRPr sz="2400">
                <a:solidFill>
                  <a:schemeClr val="tx1"/>
                </a:solidFill>
                <a:latin typeface="Times New Roman" panose="02020603050405020304" pitchFamily="18" charset="0"/>
              </a:defRPr>
            </a:lvl2pPr>
            <a:lvl3pPr marL="915988" defTabSz="915988">
              <a:defRPr sz="2400">
                <a:solidFill>
                  <a:schemeClr val="tx1"/>
                </a:solidFill>
                <a:latin typeface="Times New Roman" panose="02020603050405020304" pitchFamily="18" charset="0"/>
              </a:defRPr>
            </a:lvl3pPr>
            <a:lvl4pPr marL="1373188" defTabSz="915988">
              <a:defRPr sz="2400">
                <a:solidFill>
                  <a:schemeClr val="tx1"/>
                </a:solidFill>
                <a:latin typeface="Times New Roman" panose="02020603050405020304" pitchFamily="18" charset="0"/>
              </a:defRPr>
            </a:lvl4pPr>
            <a:lvl5pPr marL="1831975" defTabSz="915988">
              <a:defRPr sz="2400">
                <a:solidFill>
                  <a:schemeClr val="tx1"/>
                </a:solidFill>
                <a:latin typeface="Times New Roman" panose="02020603050405020304" pitchFamily="18" charset="0"/>
              </a:defRPr>
            </a:lvl5pPr>
            <a:lvl6pPr marL="2289175" defTabSz="915988" fontAlgn="base">
              <a:spcBef>
                <a:spcPct val="0"/>
              </a:spcBef>
              <a:spcAft>
                <a:spcPct val="0"/>
              </a:spcAft>
              <a:defRPr sz="2400">
                <a:solidFill>
                  <a:schemeClr val="tx1"/>
                </a:solidFill>
                <a:latin typeface="Times New Roman" panose="02020603050405020304" pitchFamily="18" charset="0"/>
              </a:defRPr>
            </a:lvl6pPr>
            <a:lvl7pPr marL="2746375" defTabSz="915988" fontAlgn="base">
              <a:spcBef>
                <a:spcPct val="0"/>
              </a:spcBef>
              <a:spcAft>
                <a:spcPct val="0"/>
              </a:spcAft>
              <a:defRPr sz="2400">
                <a:solidFill>
                  <a:schemeClr val="tx1"/>
                </a:solidFill>
                <a:latin typeface="Times New Roman" panose="02020603050405020304" pitchFamily="18" charset="0"/>
              </a:defRPr>
            </a:lvl7pPr>
            <a:lvl8pPr marL="3203575" defTabSz="915988" fontAlgn="base">
              <a:spcBef>
                <a:spcPct val="0"/>
              </a:spcBef>
              <a:spcAft>
                <a:spcPct val="0"/>
              </a:spcAft>
              <a:defRPr sz="2400">
                <a:solidFill>
                  <a:schemeClr val="tx1"/>
                </a:solidFill>
                <a:latin typeface="Times New Roman" panose="02020603050405020304" pitchFamily="18" charset="0"/>
              </a:defRPr>
            </a:lvl8pPr>
            <a:lvl9pPr marL="3660775" defTabSz="915988" fontAlgn="base">
              <a:spcBef>
                <a:spcPct val="0"/>
              </a:spcBef>
              <a:spcAft>
                <a:spcPct val="0"/>
              </a:spcAft>
              <a:defRPr sz="2400">
                <a:solidFill>
                  <a:schemeClr val="tx1"/>
                </a:solidFill>
                <a:latin typeface="Times New Roman" panose="02020603050405020304" pitchFamily="18" charset="0"/>
              </a:defRPr>
            </a:lvl9pPr>
          </a:lstStyle>
          <a:p>
            <a:pPr eaLnBrk="0" fontAlgn="base" hangingPunct="0">
              <a:lnSpc>
                <a:spcPct val="88000"/>
              </a:lnSpc>
              <a:spcBef>
                <a:spcPct val="0"/>
              </a:spcBef>
              <a:spcAft>
                <a:spcPct val="0"/>
              </a:spcAft>
            </a:pPr>
            <a:r>
              <a:rPr lang="en-US" altLang="vi-VN" sz="1800" b="1">
                <a:solidFill>
                  <a:srgbClr val="000000"/>
                </a:solidFill>
                <a:latin typeface="Arial" panose="020B0604020202020204" pitchFamily="34" charset="0"/>
              </a:rPr>
              <a:t>Output</a:t>
            </a:r>
          </a:p>
          <a:p>
            <a:pPr eaLnBrk="0" fontAlgn="base" hangingPunct="0">
              <a:lnSpc>
                <a:spcPct val="88000"/>
              </a:lnSpc>
              <a:spcBef>
                <a:spcPct val="0"/>
              </a:spcBef>
              <a:spcAft>
                <a:spcPct val="0"/>
              </a:spcAft>
            </a:pPr>
            <a:r>
              <a:rPr lang="en-US" altLang="vi-VN" sz="1800" b="1">
                <a:solidFill>
                  <a:srgbClr val="000000"/>
                </a:solidFill>
                <a:latin typeface="Arial" panose="020B0604020202020204" pitchFamily="34" charset="0"/>
              </a:rPr>
              <a:t>Module</a:t>
            </a:r>
          </a:p>
        </p:txBody>
      </p:sp>
      <p:sp>
        <p:nvSpPr>
          <p:cNvPr id="9229" name="Rectangle 13">
            <a:extLst>
              <a:ext uri="{FF2B5EF4-FFF2-40B4-BE49-F238E27FC236}">
                <a16:creationId xmlns:a16="http://schemas.microsoft.com/office/drawing/2014/main" id="{918BF56D-C418-484E-BE6A-27F8D5159D5D}"/>
              </a:ext>
            </a:extLst>
          </p:cNvPr>
          <p:cNvSpPr>
            <a:spLocks noChangeArrowheads="1"/>
          </p:cNvSpPr>
          <p:nvPr/>
        </p:nvSpPr>
        <p:spPr bwMode="auto">
          <a:xfrm>
            <a:off x="3049589" y="2519364"/>
            <a:ext cx="1208087" cy="522287"/>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vi-VN" sz="2400">
              <a:solidFill>
                <a:srgbClr val="000000"/>
              </a:solidFill>
              <a:latin typeface="Times New Roman" panose="02020603050405020304" pitchFamily="18" charset="0"/>
            </a:endParaRPr>
          </a:p>
        </p:txBody>
      </p:sp>
      <p:sp>
        <p:nvSpPr>
          <p:cNvPr id="9230" name="Rectangle 14">
            <a:extLst>
              <a:ext uri="{FF2B5EF4-FFF2-40B4-BE49-F238E27FC236}">
                <a16:creationId xmlns:a16="http://schemas.microsoft.com/office/drawing/2014/main" id="{F018B274-CFE3-4D86-B892-BE59289A6F08}"/>
              </a:ext>
            </a:extLst>
          </p:cNvPr>
          <p:cNvSpPr>
            <a:spLocks noChangeArrowheads="1"/>
          </p:cNvSpPr>
          <p:nvPr/>
        </p:nvSpPr>
        <p:spPr bwMode="auto">
          <a:xfrm>
            <a:off x="3049589" y="3282950"/>
            <a:ext cx="1590675" cy="674688"/>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vi-VN" sz="2400">
              <a:solidFill>
                <a:srgbClr val="000000"/>
              </a:solidFill>
              <a:latin typeface="Times New Roman" panose="02020603050405020304" pitchFamily="18" charset="0"/>
            </a:endParaRPr>
          </a:p>
        </p:txBody>
      </p:sp>
      <p:sp>
        <p:nvSpPr>
          <p:cNvPr id="9231" name="Rectangle 15">
            <a:extLst>
              <a:ext uri="{FF2B5EF4-FFF2-40B4-BE49-F238E27FC236}">
                <a16:creationId xmlns:a16="http://schemas.microsoft.com/office/drawing/2014/main" id="{FB44E0CF-27F0-416B-8DB2-1B3C9522582D}"/>
              </a:ext>
            </a:extLst>
          </p:cNvPr>
          <p:cNvSpPr>
            <a:spLocks noChangeArrowheads="1"/>
          </p:cNvSpPr>
          <p:nvPr/>
        </p:nvSpPr>
        <p:spPr bwMode="auto">
          <a:xfrm>
            <a:off x="3049589" y="4427539"/>
            <a:ext cx="1590675" cy="903287"/>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vi-VN" sz="2400">
              <a:solidFill>
                <a:srgbClr val="000000"/>
              </a:solidFill>
              <a:latin typeface="Times New Roman" panose="02020603050405020304" pitchFamily="18" charset="0"/>
            </a:endParaRPr>
          </a:p>
        </p:txBody>
      </p:sp>
      <p:sp>
        <p:nvSpPr>
          <p:cNvPr id="9232" name="Rectangle 16">
            <a:extLst>
              <a:ext uri="{FF2B5EF4-FFF2-40B4-BE49-F238E27FC236}">
                <a16:creationId xmlns:a16="http://schemas.microsoft.com/office/drawing/2014/main" id="{3E6FAB50-F25E-473A-9C7E-85EA54CF026B}"/>
              </a:ext>
            </a:extLst>
          </p:cNvPr>
          <p:cNvSpPr>
            <a:spLocks noChangeArrowheads="1"/>
          </p:cNvSpPr>
          <p:nvPr/>
        </p:nvSpPr>
        <p:spPr bwMode="auto">
          <a:xfrm>
            <a:off x="5186364" y="1450975"/>
            <a:ext cx="1131887" cy="4445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vi-VN" sz="2400">
              <a:solidFill>
                <a:srgbClr val="000000"/>
              </a:solidFill>
              <a:latin typeface="Times New Roman" panose="02020603050405020304" pitchFamily="18" charset="0"/>
            </a:endParaRPr>
          </a:p>
        </p:txBody>
      </p:sp>
      <p:sp>
        <p:nvSpPr>
          <p:cNvPr id="9233" name="Rectangle 17">
            <a:extLst>
              <a:ext uri="{FF2B5EF4-FFF2-40B4-BE49-F238E27FC236}">
                <a16:creationId xmlns:a16="http://schemas.microsoft.com/office/drawing/2014/main" id="{6CC50D08-FFA7-4FDF-A13B-FFB827D163B3}"/>
              </a:ext>
            </a:extLst>
          </p:cNvPr>
          <p:cNvSpPr>
            <a:spLocks noChangeArrowheads="1"/>
          </p:cNvSpPr>
          <p:nvPr/>
        </p:nvSpPr>
        <p:spPr bwMode="auto">
          <a:xfrm>
            <a:off x="5186364" y="2136775"/>
            <a:ext cx="1131887" cy="522288"/>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vi-VN" sz="2400">
              <a:solidFill>
                <a:srgbClr val="000000"/>
              </a:solidFill>
              <a:latin typeface="Times New Roman" panose="02020603050405020304" pitchFamily="18" charset="0"/>
            </a:endParaRPr>
          </a:p>
        </p:txBody>
      </p:sp>
      <p:sp>
        <p:nvSpPr>
          <p:cNvPr id="9234" name="Rectangle 18">
            <a:extLst>
              <a:ext uri="{FF2B5EF4-FFF2-40B4-BE49-F238E27FC236}">
                <a16:creationId xmlns:a16="http://schemas.microsoft.com/office/drawing/2014/main" id="{276A974E-4C40-4C45-863A-6FEB496E883A}"/>
              </a:ext>
            </a:extLst>
          </p:cNvPr>
          <p:cNvSpPr>
            <a:spLocks noChangeArrowheads="1"/>
          </p:cNvSpPr>
          <p:nvPr/>
        </p:nvSpPr>
        <p:spPr bwMode="auto">
          <a:xfrm>
            <a:off x="5186364" y="2900364"/>
            <a:ext cx="1208087" cy="446087"/>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vi-VN" sz="2400">
              <a:solidFill>
                <a:srgbClr val="000000"/>
              </a:solidFill>
              <a:latin typeface="Times New Roman" panose="02020603050405020304" pitchFamily="18" charset="0"/>
            </a:endParaRPr>
          </a:p>
        </p:txBody>
      </p:sp>
      <p:sp>
        <p:nvSpPr>
          <p:cNvPr id="9235" name="Rectangle 19">
            <a:extLst>
              <a:ext uri="{FF2B5EF4-FFF2-40B4-BE49-F238E27FC236}">
                <a16:creationId xmlns:a16="http://schemas.microsoft.com/office/drawing/2014/main" id="{497E977B-C5BD-4641-9D97-752D775A5B61}"/>
              </a:ext>
            </a:extLst>
          </p:cNvPr>
          <p:cNvSpPr>
            <a:spLocks noChangeArrowheads="1"/>
          </p:cNvSpPr>
          <p:nvPr/>
        </p:nvSpPr>
        <p:spPr bwMode="auto">
          <a:xfrm>
            <a:off x="7246939" y="1527175"/>
            <a:ext cx="1436687" cy="827088"/>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vi-VN" sz="2400">
              <a:solidFill>
                <a:srgbClr val="000000"/>
              </a:solidFill>
              <a:latin typeface="Times New Roman" panose="02020603050405020304" pitchFamily="18" charset="0"/>
            </a:endParaRPr>
          </a:p>
        </p:txBody>
      </p:sp>
      <p:sp>
        <p:nvSpPr>
          <p:cNvPr id="9236" name="Rectangle 20">
            <a:extLst>
              <a:ext uri="{FF2B5EF4-FFF2-40B4-BE49-F238E27FC236}">
                <a16:creationId xmlns:a16="http://schemas.microsoft.com/office/drawing/2014/main" id="{0703447B-B508-4B62-8B68-4FE0C05F5CFA}"/>
              </a:ext>
            </a:extLst>
          </p:cNvPr>
          <p:cNvSpPr>
            <a:spLocks noChangeArrowheads="1"/>
          </p:cNvSpPr>
          <p:nvPr/>
        </p:nvSpPr>
        <p:spPr bwMode="auto">
          <a:xfrm>
            <a:off x="7246939" y="2671764"/>
            <a:ext cx="1512887" cy="827087"/>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vi-VN" sz="2400">
              <a:solidFill>
                <a:srgbClr val="000000"/>
              </a:solidFill>
              <a:latin typeface="Times New Roman" panose="02020603050405020304" pitchFamily="18" charset="0"/>
            </a:endParaRPr>
          </a:p>
        </p:txBody>
      </p:sp>
      <p:sp>
        <p:nvSpPr>
          <p:cNvPr id="9237" name="Rectangle 21">
            <a:extLst>
              <a:ext uri="{FF2B5EF4-FFF2-40B4-BE49-F238E27FC236}">
                <a16:creationId xmlns:a16="http://schemas.microsoft.com/office/drawing/2014/main" id="{2E9638B2-2F18-4D6F-A841-C18A421DF108}"/>
              </a:ext>
            </a:extLst>
          </p:cNvPr>
          <p:cNvSpPr>
            <a:spLocks noChangeArrowheads="1"/>
          </p:cNvSpPr>
          <p:nvPr/>
        </p:nvSpPr>
        <p:spPr bwMode="auto">
          <a:xfrm>
            <a:off x="2535238" y="1087439"/>
            <a:ext cx="4375150" cy="4987925"/>
          </a:xfrm>
          <a:prstGeom prst="rect">
            <a:avLst/>
          </a:prstGeom>
          <a:noFill/>
          <a:ln w="508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vi-VN" sz="2400">
              <a:solidFill>
                <a:srgbClr val="000000"/>
              </a:solidFill>
              <a:latin typeface="Times New Roman" panose="02020603050405020304" pitchFamily="18" charset="0"/>
            </a:endParaRPr>
          </a:p>
        </p:txBody>
      </p:sp>
      <p:sp>
        <p:nvSpPr>
          <p:cNvPr id="9238" name="Line 22">
            <a:extLst>
              <a:ext uri="{FF2B5EF4-FFF2-40B4-BE49-F238E27FC236}">
                <a16:creationId xmlns:a16="http://schemas.microsoft.com/office/drawing/2014/main" id="{AFAD0B96-43D7-4E65-8696-4D3E7773A397}"/>
              </a:ext>
            </a:extLst>
          </p:cNvPr>
          <p:cNvSpPr>
            <a:spLocks noChangeShapeType="1"/>
          </p:cNvSpPr>
          <p:nvPr/>
        </p:nvSpPr>
        <p:spPr bwMode="auto">
          <a:xfrm flipH="1">
            <a:off x="1968500" y="1825625"/>
            <a:ext cx="1081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vi-VN" sz="2400">
              <a:solidFill>
                <a:srgbClr val="000000"/>
              </a:solidFill>
              <a:latin typeface="Times New Roman" panose="02020603050405020304" pitchFamily="18" charset="0"/>
            </a:endParaRPr>
          </a:p>
        </p:txBody>
      </p:sp>
      <p:sp>
        <p:nvSpPr>
          <p:cNvPr id="9239" name="Line 23">
            <a:extLst>
              <a:ext uri="{FF2B5EF4-FFF2-40B4-BE49-F238E27FC236}">
                <a16:creationId xmlns:a16="http://schemas.microsoft.com/office/drawing/2014/main" id="{6826A670-0DF7-4882-A968-4C000A4C8EF3}"/>
              </a:ext>
            </a:extLst>
          </p:cNvPr>
          <p:cNvSpPr>
            <a:spLocks noChangeShapeType="1"/>
          </p:cNvSpPr>
          <p:nvPr/>
        </p:nvSpPr>
        <p:spPr bwMode="auto">
          <a:xfrm>
            <a:off x="4194175" y="1825625"/>
            <a:ext cx="5222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vi-VN" sz="2400">
              <a:solidFill>
                <a:srgbClr val="000000"/>
              </a:solidFill>
              <a:latin typeface="Times New Roman" panose="02020603050405020304" pitchFamily="18" charset="0"/>
            </a:endParaRPr>
          </a:p>
        </p:txBody>
      </p:sp>
      <p:sp>
        <p:nvSpPr>
          <p:cNvPr id="9240" name="Line 24">
            <a:extLst>
              <a:ext uri="{FF2B5EF4-FFF2-40B4-BE49-F238E27FC236}">
                <a16:creationId xmlns:a16="http://schemas.microsoft.com/office/drawing/2014/main" id="{21C5F9A5-905E-4C5E-ABF6-C15D4289CC8E}"/>
              </a:ext>
            </a:extLst>
          </p:cNvPr>
          <p:cNvSpPr>
            <a:spLocks noChangeShapeType="1"/>
          </p:cNvSpPr>
          <p:nvPr/>
        </p:nvSpPr>
        <p:spPr bwMode="auto">
          <a:xfrm>
            <a:off x="4722813" y="1603376"/>
            <a:ext cx="0" cy="151447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vi-VN" sz="2400">
              <a:solidFill>
                <a:srgbClr val="000000"/>
              </a:solidFill>
              <a:latin typeface="Times New Roman" panose="02020603050405020304" pitchFamily="18" charset="0"/>
            </a:endParaRPr>
          </a:p>
        </p:txBody>
      </p:sp>
      <p:sp>
        <p:nvSpPr>
          <p:cNvPr id="9241" name="Line 25">
            <a:extLst>
              <a:ext uri="{FF2B5EF4-FFF2-40B4-BE49-F238E27FC236}">
                <a16:creationId xmlns:a16="http://schemas.microsoft.com/office/drawing/2014/main" id="{E4F85BDE-63CD-442B-A936-4C4D7A45902F}"/>
              </a:ext>
            </a:extLst>
          </p:cNvPr>
          <p:cNvSpPr>
            <a:spLocks noChangeShapeType="1"/>
          </p:cNvSpPr>
          <p:nvPr/>
        </p:nvSpPr>
        <p:spPr bwMode="auto">
          <a:xfrm>
            <a:off x="4729163" y="3124200"/>
            <a:ext cx="4445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vi-VN" sz="2400">
              <a:solidFill>
                <a:srgbClr val="000000"/>
              </a:solidFill>
              <a:latin typeface="Times New Roman" panose="02020603050405020304" pitchFamily="18" charset="0"/>
            </a:endParaRPr>
          </a:p>
        </p:txBody>
      </p:sp>
      <p:sp>
        <p:nvSpPr>
          <p:cNvPr id="9242" name="Line 26">
            <a:extLst>
              <a:ext uri="{FF2B5EF4-FFF2-40B4-BE49-F238E27FC236}">
                <a16:creationId xmlns:a16="http://schemas.microsoft.com/office/drawing/2014/main" id="{39C6BE1A-C29A-4683-90C5-EC1E4A79F76D}"/>
              </a:ext>
            </a:extLst>
          </p:cNvPr>
          <p:cNvSpPr>
            <a:spLocks noChangeShapeType="1"/>
          </p:cNvSpPr>
          <p:nvPr/>
        </p:nvSpPr>
        <p:spPr bwMode="auto">
          <a:xfrm>
            <a:off x="4729163" y="2360613"/>
            <a:ext cx="4445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vi-VN" sz="2400">
              <a:solidFill>
                <a:srgbClr val="000000"/>
              </a:solidFill>
              <a:latin typeface="Times New Roman" panose="02020603050405020304" pitchFamily="18" charset="0"/>
            </a:endParaRPr>
          </a:p>
        </p:txBody>
      </p:sp>
      <p:sp>
        <p:nvSpPr>
          <p:cNvPr id="9243" name="Line 27">
            <a:extLst>
              <a:ext uri="{FF2B5EF4-FFF2-40B4-BE49-F238E27FC236}">
                <a16:creationId xmlns:a16="http://schemas.microsoft.com/office/drawing/2014/main" id="{2B712DDD-C36B-4718-BF3E-263F318E1F3A}"/>
              </a:ext>
            </a:extLst>
          </p:cNvPr>
          <p:cNvSpPr>
            <a:spLocks noChangeShapeType="1"/>
          </p:cNvSpPr>
          <p:nvPr/>
        </p:nvSpPr>
        <p:spPr bwMode="auto">
          <a:xfrm>
            <a:off x="4729163" y="1597025"/>
            <a:ext cx="4445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vi-VN" sz="2400">
              <a:solidFill>
                <a:srgbClr val="000000"/>
              </a:solidFill>
              <a:latin typeface="Times New Roman" panose="02020603050405020304" pitchFamily="18" charset="0"/>
            </a:endParaRPr>
          </a:p>
        </p:txBody>
      </p:sp>
      <p:sp>
        <p:nvSpPr>
          <p:cNvPr id="9244" name="Line 28">
            <a:extLst>
              <a:ext uri="{FF2B5EF4-FFF2-40B4-BE49-F238E27FC236}">
                <a16:creationId xmlns:a16="http://schemas.microsoft.com/office/drawing/2014/main" id="{82BF57E7-A913-4F0D-9D28-8B57B7CA39D4}"/>
              </a:ext>
            </a:extLst>
          </p:cNvPr>
          <p:cNvSpPr>
            <a:spLocks noChangeShapeType="1"/>
          </p:cNvSpPr>
          <p:nvPr/>
        </p:nvSpPr>
        <p:spPr bwMode="auto">
          <a:xfrm>
            <a:off x="3578225" y="2136775"/>
            <a:ext cx="0" cy="3698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vi-VN" sz="2400">
              <a:solidFill>
                <a:srgbClr val="000000"/>
              </a:solidFill>
              <a:latin typeface="Times New Roman" panose="02020603050405020304" pitchFamily="18" charset="0"/>
            </a:endParaRPr>
          </a:p>
        </p:txBody>
      </p:sp>
      <p:sp>
        <p:nvSpPr>
          <p:cNvPr id="9245" name="Line 29">
            <a:extLst>
              <a:ext uri="{FF2B5EF4-FFF2-40B4-BE49-F238E27FC236}">
                <a16:creationId xmlns:a16="http://schemas.microsoft.com/office/drawing/2014/main" id="{B824EC7F-8230-42F6-943A-0B3D2C89CBC1}"/>
              </a:ext>
            </a:extLst>
          </p:cNvPr>
          <p:cNvSpPr>
            <a:spLocks noChangeShapeType="1"/>
          </p:cNvSpPr>
          <p:nvPr/>
        </p:nvSpPr>
        <p:spPr bwMode="auto">
          <a:xfrm flipH="1">
            <a:off x="2732089" y="2284413"/>
            <a:ext cx="85248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vi-VN" sz="2400">
              <a:solidFill>
                <a:srgbClr val="000000"/>
              </a:solidFill>
              <a:latin typeface="Times New Roman" panose="02020603050405020304" pitchFamily="18" charset="0"/>
            </a:endParaRPr>
          </a:p>
        </p:txBody>
      </p:sp>
      <p:sp>
        <p:nvSpPr>
          <p:cNvPr id="9246" name="Line 30">
            <a:extLst>
              <a:ext uri="{FF2B5EF4-FFF2-40B4-BE49-F238E27FC236}">
                <a16:creationId xmlns:a16="http://schemas.microsoft.com/office/drawing/2014/main" id="{2C9B8B7C-997B-4050-9D55-5A24DB2FD549}"/>
              </a:ext>
            </a:extLst>
          </p:cNvPr>
          <p:cNvSpPr>
            <a:spLocks noChangeShapeType="1"/>
          </p:cNvSpPr>
          <p:nvPr/>
        </p:nvSpPr>
        <p:spPr bwMode="auto">
          <a:xfrm>
            <a:off x="2738438" y="2290764"/>
            <a:ext cx="0" cy="197167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vi-VN" sz="2400">
              <a:solidFill>
                <a:srgbClr val="000000"/>
              </a:solidFill>
              <a:latin typeface="Times New Roman" panose="02020603050405020304" pitchFamily="18" charset="0"/>
            </a:endParaRPr>
          </a:p>
        </p:txBody>
      </p:sp>
      <p:sp>
        <p:nvSpPr>
          <p:cNvPr id="9247" name="Line 31">
            <a:extLst>
              <a:ext uri="{FF2B5EF4-FFF2-40B4-BE49-F238E27FC236}">
                <a16:creationId xmlns:a16="http://schemas.microsoft.com/office/drawing/2014/main" id="{226F3178-BE63-4FD4-8A3C-41CC6BC4C3F7}"/>
              </a:ext>
            </a:extLst>
          </p:cNvPr>
          <p:cNvSpPr>
            <a:spLocks noChangeShapeType="1"/>
          </p:cNvSpPr>
          <p:nvPr/>
        </p:nvSpPr>
        <p:spPr bwMode="auto">
          <a:xfrm>
            <a:off x="2744789" y="4268788"/>
            <a:ext cx="105568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vi-VN" sz="2400">
              <a:solidFill>
                <a:srgbClr val="000000"/>
              </a:solidFill>
              <a:latin typeface="Times New Roman" panose="02020603050405020304" pitchFamily="18" charset="0"/>
            </a:endParaRPr>
          </a:p>
        </p:txBody>
      </p:sp>
      <p:sp>
        <p:nvSpPr>
          <p:cNvPr id="9248" name="Line 32">
            <a:extLst>
              <a:ext uri="{FF2B5EF4-FFF2-40B4-BE49-F238E27FC236}">
                <a16:creationId xmlns:a16="http://schemas.microsoft.com/office/drawing/2014/main" id="{0D65C593-5A6F-4E87-80F1-706B215EECFC}"/>
              </a:ext>
            </a:extLst>
          </p:cNvPr>
          <p:cNvSpPr>
            <a:spLocks noChangeShapeType="1"/>
          </p:cNvSpPr>
          <p:nvPr/>
        </p:nvSpPr>
        <p:spPr bwMode="auto">
          <a:xfrm>
            <a:off x="3806825" y="4275138"/>
            <a:ext cx="0" cy="1397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vi-VN" sz="2400">
              <a:solidFill>
                <a:srgbClr val="000000"/>
              </a:solidFill>
              <a:latin typeface="Times New Roman" panose="02020603050405020304" pitchFamily="18" charset="0"/>
            </a:endParaRPr>
          </a:p>
        </p:txBody>
      </p:sp>
      <p:sp>
        <p:nvSpPr>
          <p:cNvPr id="9249" name="Line 33">
            <a:extLst>
              <a:ext uri="{FF2B5EF4-FFF2-40B4-BE49-F238E27FC236}">
                <a16:creationId xmlns:a16="http://schemas.microsoft.com/office/drawing/2014/main" id="{5273A89A-A647-470F-AFF5-834D24144F84}"/>
              </a:ext>
            </a:extLst>
          </p:cNvPr>
          <p:cNvSpPr>
            <a:spLocks noChangeShapeType="1"/>
          </p:cNvSpPr>
          <p:nvPr/>
        </p:nvSpPr>
        <p:spPr bwMode="auto">
          <a:xfrm>
            <a:off x="2744789" y="3200400"/>
            <a:ext cx="105568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vi-VN" sz="2400">
              <a:solidFill>
                <a:srgbClr val="000000"/>
              </a:solidFill>
              <a:latin typeface="Times New Roman" panose="02020603050405020304" pitchFamily="18" charset="0"/>
            </a:endParaRPr>
          </a:p>
        </p:txBody>
      </p:sp>
      <p:sp>
        <p:nvSpPr>
          <p:cNvPr id="9250" name="Line 34">
            <a:extLst>
              <a:ext uri="{FF2B5EF4-FFF2-40B4-BE49-F238E27FC236}">
                <a16:creationId xmlns:a16="http://schemas.microsoft.com/office/drawing/2014/main" id="{79A9EB28-33E6-4DFE-8926-B45D91007470}"/>
              </a:ext>
            </a:extLst>
          </p:cNvPr>
          <p:cNvSpPr>
            <a:spLocks noChangeShapeType="1"/>
          </p:cNvSpPr>
          <p:nvPr/>
        </p:nvSpPr>
        <p:spPr bwMode="auto">
          <a:xfrm>
            <a:off x="3806825" y="3206750"/>
            <a:ext cx="0" cy="635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vi-VN" sz="2400">
              <a:solidFill>
                <a:srgbClr val="000000"/>
              </a:solidFill>
              <a:latin typeface="Times New Roman" panose="02020603050405020304" pitchFamily="18" charset="0"/>
            </a:endParaRPr>
          </a:p>
        </p:txBody>
      </p:sp>
      <p:sp>
        <p:nvSpPr>
          <p:cNvPr id="9251" name="Line 35">
            <a:extLst>
              <a:ext uri="{FF2B5EF4-FFF2-40B4-BE49-F238E27FC236}">
                <a16:creationId xmlns:a16="http://schemas.microsoft.com/office/drawing/2014/main" id="{4F2BAD5E-17EC-4393-9563-C0CA5FFA20E8}"/>
              </a:ext>
            </a:extLst>
          </p:cNvPr>
          <p:cNvSpPr>
            <a:spLocks noChangeShapeType="1"/>
          </p:cNvSpPr>
          <p:nvPr/>
        </p:nvSpPr>
        <p:spPr bwMode="auto">
          <a:xfrm>
            <a:off x="6330950" y="1673225"/>
            <a:ext cx="9032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vi-VN" sz="2400">
              <a:solidFill>
                <a:srgbClr val="000000"/>
              </a:solidFill>
              <a:latin typeface="Times New Roman" panose="02020603050405020304" pitchFamily="18" charset="0"/>
            </a:endParaRPr>
          </a:p>
        </p:txBody>
      </p:sp>
      <p:sp>
        <p:nvSpPr>
          <p:cNvPr id="9252" name="Line 36">
            <a:extLst>
              <a:ext uri="{FF2B5EF4-FFF2-40B4-BE49-F238E27FC236}">
                <a16:creationId xmlns:a16="http://schemas.microsoft.com/office/drawing/2014/main" id="{7BA5A6D3-3879-4F93-9D7C-710B5F33FA14}"/>
              </a:ext>
            </a:extLst>
          </p:cNvPr>
          <p:cNvSpPr>
            <a:spLocks noChangeShapeType="1"/>
          </p:cNvSpPr>
          <p:nvPr/>
        </p:nvSpPr>
        <p:spPr bwMode="auto">
          <a:xfrm>
            <a:off x="6407150" y="3124200"/>
            <a:ext cx="827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vi-VN" sz="2400">
              <a:solidFill>
                <a:srgbClr val="000000"/>
              </a:solidFill>
              <a:latin typeface="Times New Roman" panose="02020603050405020304" pitchFamily="18" charset="0"/>
            </a:endParaRPr>
          </a:p>
        </p:txBody>
      </p:sp>
      <p:pic>
        <p:nvPicPr>
          <p:cNvPr id="9253" name="Picture 37">
            <a:extLst>
              <a:ext uri="{FF2B5EF4-FFF2-40B4-BE49-F238E27FC236}">
                <a16:creationId xmlns:a16="http://schemas.microsoft.com/office/drawing/2014/main" id="{23494536-F931-4120-8367-E26E501C9A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46938" y="4122738"/>
            <a:ext cx="3136900" cy="2163762"/>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37">
            <a:extLst>
              <a:ext uri="{FF2B5EF4-FFF2-40B4-BE49-F238E27FC236}">
                <a16:creationId xmlns:a16="http://schemas.microsoft.com/office/drawing/2014/main" id="{4A5B88E3-E63E-405D-923B-116C96904C9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001" y="50721"/>
            <a:ext cx="2851037" cy="869371"/>
          </a:xfrm>
          <a:prstGeom prst="rect">
            <a:avLst/>
          </a:prstGeom>
        </p:spPr>
      </p:pic>
      <p:sp>
        <p:nvSpPr>
          <p:cNvPr id="39" name="Rectangle: Rounded Corners 38">
            <a:extLst>
              <a:ext uri="{FF2B5EF4-FFF2-40B4-BE49-F238E27FC236}">
                <a16:creationId xmlns:a16="http://schemas.microsoft.com/office/drawing/2014/main" id="{0791BA94-25AF-4C9F-82EB-3E7225104CDB}"/>
              </a:ext>
            </a:extLst>
          </p:cNvPr>
          <p:cNvSpPr/>
          <p:nvPr/>
        </p:nvSpPr>
        <p:spPr>
          <a:xfrm>
            <a:off x="55002" y="6435176"/>
            <a:ext cx="12079705" cy="323134"/>
          </a:xfrm>
          <a:prstGeom prst="roundRect">
            <a:avLst/>
          </a:prstGeom>
          <a:solidFill>
            <a:srgbClr val="3366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dirty="0">
                <a:solidFill>
                  <a:schemeClr val="bg1"/>
                </a:solidFill>
                <a:latin typeface="Times New Roman" panose="02020603050405020304" pitchFamily="18" charset="0"/>
                <a:cs typeface="Times New Roman" panose="02020603050405020304" pitchFamily="18" charset="0"/>
              </a:rPr>
              <a:t> PLC Programming                      1. AN INTRODUCTION TO PROGRAMABLE LOGIC CONTROLLERS</a:t>
            </a:r>
            <a:endParaRPr lang="vi-VN" sz="1800" dirty="0">
              <a:solidFill>
                <a:schemeClr val="bg1"/>
              </a:solidFill>
              <a:latin typeface="Times New Roman" panose="02020603050405020304" pitchFamily="18" charset="0"/>
              <a:cs typeface="Times New Roman" panose="02020603050405020304" pitchFamily="18" charset="0"/>
            </a:endParaRPr>
          </a:p>
        </p:txBody>
      </p:sp>
      <p:sp>
        <p:nvSpPr>
          <p:cNvPr id="40" name="Slide Number Placeholder 6">
            <a:extLst>
              <a:ext uri="{FF2B5EF4-FFF2-40B4-BE49-F238E27FC236}">
                <a16:creationId xmlns:a16="http://schemas.microsoft.com/office/drawing/2014/main" id="{C879410A-CD13-4AB7-83DB-9B36E469285A}"/>
              </a:ext>
            </a:extLst>
          </p:cNvPr>
          <p:cNvSpPr>
            <a:spLocks noGrp="1"/>
          </p:cNvSpPr>
          <p:nvPr>
            <p:ph type="sldNum" sz="quarter" idx="12"/>
          </p:nvPr>
        </p:nvSpPr>
        <p:spPr>
          <a:xfrm>
            <a:off x="9049011" y="6435176"/>
            <a:ext cx="2743200" cy="365125"/>
          </a:xfrm>
        </p:spPr>
        <p:txBody>
          <a:bodyPr/>
          <a:lstStyle/>
          <a:p>
            <a:fld id="{7922E462-5D99-474A-8333-BF14A8734AA9}" type="slidenum">
              <a:rPr lang="vi-VN" sz="1400" smtClean="0">
                <a:solidFill>
                  <a:schemeClr val="bg1"/>
                </a:solidFill>
                <a:latin typeface="Times New Roman" panose="02020603050405020304" pitchFamily="18" charset="0"/>
                <a:cs typeface="Times New Roman" panose="02020603050405020304" pitchFamily="18" charset="0"/>
              </a:rPr>
              <a:t>38</a:t>
            </a:fld>
            <a:endParaRPr lang="vi-VN" sz="140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B1244B23-90AF-4083-8249-1844EF303170}"/>
              </a:ext>
            </a:extLst>
          </p:cNvPr>
          <p:cNvSpPr>
            <a:spLocks noGrp="1" noChangeArrowheads="1"/>
          </p:cNvSpPr>
          <p:nvPr>
            <p:ph type="title"/>
          </p:nvPr>
        </p:nvSpPr>
        <p:spPr>
          <a:xfrm>
            <a:off x="3128210" y="274638"/>
            <a:ext cx="7082589" cy="334962"/>
          </a:xfrm>
          <a:solidFill>
            <a:schemeClr val="accent1">
              <a:lumMod val="40000"/>
              <a:lumOff val="60000"/>
            </a:schemeClr>
          </a:solidFill>
        </p:spPr>
        <p:txBody>
          <a:bodyPr>
            <a:normAutofit fontScale="90000"/>
          </a:bodyPr>
          <a:lstStyle/>
          <a:p>
            <a:r>
              <a:rPr lang="en-US" altLang="vi-VN" sz="2000" b="1" dirty="0">
                <a:latin typeface="Bookman Old Style" panose="02050604050505020204" pitchFamily="18" charset="0"/>
              </a:rPr>
              <a:t>3.0	PLC HARDWARE DESIGN</a:t>
            </a:r>
          </a:p>
        </p:txBody>
      </p:sp>
      <p:grpSp>
        <p:nvGrpSpPr>
          <p:cNvPr id="17442" name="Group 34">
            <a:extLst>
              <a:ext uri="{FF2B5EF4-FFF2-40B4-BE49-F238E27FC236}">
                <a16:creationId xmlns:a16="http://schemas.microsoft.com/office/drawing/2014/main" id="{F0750983-8374-4656-9A74-109785D0C56E}"/>
              </a:ext>
            </a:extLst>
          </p:cNvPr>
          <p:cNvGrpSpPr>
            <a:grpSpLocks/>
          </p:cNvGrpSpPr>
          <p:nvPr/>
        </p:nvGrpSpPr>
        <p:grpSpPr bwMode="auto">
          <a:xfrm>
            <a:off x="5853297" y="1951276"/>
            <a:ext cx="5791200" cy="3142223"/>
            <a:chOff x="864" y="1200"/>
            <a:chExt cx="3264" cy="1771"/>
          </a:xfrm>
        </p:grpSpPr>
        <p:grpSp>
          <p:nvGrpSpPr>
            <p:cNvPr id="17412" name="Group 4">
              <a:extLst>
                <a:ext uri="{FF2B5EF4-FFF2-40B4-BE49-F238E27FC236}">
                  <a16:creationId xmlns:a16="http://schemas.microsoft.com/office/drawing/2014/main" id="{CA381EF6-CB37-47CA-A098-EFB4781A76D6}"/>
                </a:ext>
              </a:extLst>
            </p:cNvPr>
            <p:cNvGrpSpPr>
              <a:grpSpLocks/>
            </p:cNvGrpSpPr>
            <p:nvPr/>
          </p:nvGrpSpPr>
          <p:grpSpPr bwMode="auto">
            <a:xfrm>
              <a:off x="864" y="1200"/>
              <a:ext cx="3264" cy="1771"/>
              <a:chOff x="2181" y="3055"/>
              <a:chExt cx="8160" cy="4428"/>
            </a:xfrm>
          </p:grpSpPr>
          <p:grpSp>
            <p:nvGrpSpPr>
              <p:cNvPr id="17413" name="Group 5">
                <a:extLst>
                  <a:ext uri="{FF2B5EF4-FFF2-40B4-BE49-F238E27FC236}">
                    <a16:creationId xmlns:a16="http://schemas.microsoft.com/office/drawing/2014/main" id="{299EB749-6B54-4B71-9771-CD066F8AEEB9}"/>
                  </a:ext>
                </a:extLst>
              </p:cNvPr>
              <p:cNvGrpSpPr>
                <a:grpSpLocks/>
              </p:cNvGrpSpPr>
              <p:nvPr/>
            </p:nvGrpSpPr>
            <p:grpSpPr bwMode="auto">
              <a:xfrm>
                <a:off x="2181" y="3055"/>
                <a:ext cx="8160" cy="4428"/>
                <a:chOff x="2181" y="3055"/>
                <a:chExt cx="8160" cy="4428"/>
              </a:xfrm>
            </p:grpSpPr>
            <p:sp>
              <p:nvSpPr>
                <p:cNvPr id="17414" name="Rectangle 6">
                  <a:extLst>
                    <a:ext uri="{FF2B5EF4-FFF2-40B4-BE49-F238E27FC236}">
                      <a16:creationId xmlns:a16="http://schemas.microsoft.com/office/drawing/2014/main" id="{2FE6D111-F25E-4A53-8FD5-7C6014455839}"/>
                    </a:ext>
                  </a:extLst>
                </p:cNvPr>
                <p:cNvSpPr>
                  <a:spLocks noChangeArrowheads="1"/>
                </p:cNvSpPr>
                <p:nvPr/>
              </p:nvSpPr>
              <p:spPr bwMode="auto">
                <a:xfrm>
                  <a:off x="5061" y="4340"/>
                  <a:ext cx="1200" cy="132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vi-VN" sz="2000"/>
                </a:p>
              </p:txBody>
            </p:sp>
            <p:grpSp>
              <p:nvGrpSpPr>
                <p:cNvPr id="17415" name="Group 7">
                  <a:extLst>
                    <a:ext uri="{FF2B5EF4-FFF2-40B4-BE49-F238E27FC236}">
                      <a16:creationId xmlns:a16="http://schemas.microsoft.com/office/drawing/2014/main" id="{EE8C5B7C-81A2-459B-A9B8-93FB19EFBBC6}"/>
                    </a:ext>
                  </a:extLst>
                </p:cNvPr>
                <p:cNvGrpSpPr>
                  <a:grpSpLocks/>
                </p:cNvGrpSpPr>
                <p:nvPr/>
              </p:nvGrpSpPr>
              <p:grpSpPr bwMode="auto">
                <a:xfrm>
                  <a:off x="2181" y="3055"/>
                  <a:ext cx="8160" cy="4428"/>
                  <a:chOff x="2181" y="3055"/>
                  <a:chExt cx="8160" cy="4428"/>
                </a:xfrm>
              </p:grpSpPr>
              <p:sp>
                <p:nvSpPr>
                  <p:cNvPr id="17416" name="Line 8">
                    <a:extLst>
                      <a:ext uri="{FF2B5EF4-FFF2-40B4-BE49-F238E27FC236}">
                        <a16:creationId xmlns:a16="http://schemas.microsoft.com/office/drawing/2014/main" id="{3F1417FE-3CF7-41E2-B89B-422021C0A05E}"/>
                      </a:ext>
                    </a:extLst>
                  </p:cNvPr>
                  <p:cNvSpPr>
                    <a:spLocks noChangeShapeType="1"/>
                  </p:cNvSpPr>
                  <p:nvPr/>
                </p:nvSpPr>
                <p:spPr bwMode="auto">
                  <a:xfrm>
                    <a:off x="2790" y="3496"/>
                    <a:ext cx="7431" cy="4"/>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vi-VN" sz="2000"/>
                  </a:p>
                </p:txBody>
              </p:sp>
              <p:sp>
                <p:nvSpPr>
                  <p:cNvPr id="17417" name="Rectangle 9">
                    <a:extLst>
                      <a:ext uri="{FF2B5EF4-FFF2-40B4-BE49-F238E27FC236}">
                        <a16:creationId xmlns:a16="http://schemas.microsoft.com/office/drawing/2014/main" id="{FD2571FC-2C16-4D48-83A6-126C80FB67F2}"/>
                      </a:ext>
                    </a:extLst>
                  </p:cNvPr>
                  <p:cNvSpPr>
                    <a:spLocks noChangeArrowheads="1"/>
                  </p:cNvSpPr>
                  <p:nvPr/>
                </p:nvSpPr>
                <p:spPr bwMode="auto">
                  <a:xfrm>
                    <a:off x="2181" y="4166"/>
                    <a:ext cx="1440" cy="228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vi-VN" sz="2000"/>
                  </a:p>
                </p:txBody>
              </p:sp>
              <p:sp>
                <p:nvSpPr>
                  <p:cNvPr id="17418" name="Line 10">
                    <a:extLst>
                      <a:ext uri="{FF2B5EF4-FFF2-40B4-BE49-F238E27FC236}">
                        <a16:creationId xmlns:a16="http://schemas.microsoft.com/office/drawing/2014/main" id="{77E75DA3-CA6F-49D7-A263-68F954E71D36}"/>
                      </a:ext>
                    </a:extLst>
                  </p:cNvPr>
                  <p:cNvSpPr>
                    <a:spLocks noChangeShapeType="1"/>
                  </p:cNvSpPr>
                  <p:nvPr/>
                </p:nvSpPr>
                <p:spPr bwMode="auto">
                  <a:xfrm>
                    <a:off x="2901" y="3543"/>
                    <a:ext cx="0" cy="600"/>
                  </a:xfrm>
                  <a:prstGeom prst="line">
                    <a:avLst/>
                  </a:prstGeom>
                  <a:noFill/>
                  <a:ln w="2857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vi-VN" sz="2000"/>
                  </a:p>
                </p:txBody>
              </p:sp>
              <p:sp>
                <p:nvSpPr>
                  <p:cNvPr id="17419" name="Rectangle 11">
                    <a:extLst>
                      <a:ext uri="{FF2B5EF4-FFF2-40B4-BE49-F238E27FC236}">
                        <a16:creationId xmlns:a16="http://schemas.microsoft.com/office/drawing/2014/main" id="{1C6E9007-BD20-4141-AD91-07F2D312768F}"/>
                      </a:ext>
                    </a:extLst>
                  </p:cNvPr>
                  <p:cNvSpPr>
                    <a:spLocks noChangeArrowheads="1"/>
                  </p:cNvSpPr>
                  <p:nvPr/>
                </p:nvSpPr>
                <p:spPr bwMode="auto">
                  <a:xfrm>
                    <a:off x="7581" y="4340"/>
                    <a:ext cx="1200" cy="132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vi-VN" sz="2000"/>
                  </a:p>
                </p:txBody>
              </p:sp>
              <p:sp>
                <p:nvSpPr>
                  <p:cNvPr id="17420" name="Rectangle 12">
                    <a:extLst>
                      <a:ext uri="{FF2B5EF4-FFF2-40B4-BE49-F238E27FC236}">
                        <a16:creationId xmlns:a16="http://schemas.microsoft.com/office/drawing/2014/main" id="{10E2924F-A7B6-486E-9BE3-8A94D37F65E9}"/>
                      </a:ext>
                    </a:extLst>
                  </p:cNvPr>
                  <p:cNvSpPr>
                    <a:spLocks noChangeArrowheads="1"/>
                  </p:cNvSpPr>
                  <p:nvPr/>
                </p:nvSpPr>
                <p:spPr bwMode="auto">
                  <a:xfrm>
                    <a:off x="8901" y="4340"/>
                    <a:ext cx="1200" cy="132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vi-VN" sz="2000"/>
                  </a:p>
                </p:txBody>
              </p:sp>
              <p:sp>
                <p:nvSpPr>
                  <p:cNvPr id="17421" name="Line 13">
                    <a:extLst>
                      <a:ext uri="{FF2B5EF4-FFF2-40B4-BE49-F238E27FC236}">
                        <a16:creationId xmlns:a16="http://schemas.microsoft.com/office/drawing/2014/main" id="{CCE2AF48-8C08-46A9-B66E-B4877D6B8640}"/>
                      </a:ext>
                    </a:extLst>
                  </p:cNvPr>
                  <p:cNvSpPr>
                    <a:spLocks noChangeShapeType="1"/>
                  </p:cNvSpPr>
                  <p:nvPr/>
                </p:nvSpPr>
                <p:spPr bwMode="auto">
                  <a:xfrm flipV="1">
                    <a:off x="5661" y="3500"/>
                    <a:ext cx="0" cy="84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vi-VN" sz="2000"/>
                  </a:p>
                </p:txBody>
              </p:sp>
              <p:sp>
                <p:nvSpPr>
                  <p:cNvPr id="17422" name="Line 14">
                    <a:extLst>
                      <a:ext uri="{FF2B5EF4-FFF2-40B4-BE49-F238E27FC236}">
                        <a16:creationId xmlns:a16="http://schemas.microsoft.com/office/drawing/2014/main" id="{1DA444F7-EE37-44A6-AC57-E506DBAF2F98}"/>
                      </a:ext>
                    </a:extLst>
                  </p:cNvPr>
                  <p:cNvSpPr>
                    <a:spLocks noChangeShapeType="1"/>
                  </p:cNvSpPr>
                  <p:nvPr/>
                </p:nvSpPr>
                <p:spPr bwMode="auto">
                  <a:xfrm>
                    <a:off x="3615" y="6249"/>
                    <a:ext cx="6606" cy="4"/>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vi-VN" sz="2000"/>
                  </a:p>
                </p:txBody>
              </p:sp>
              <p:sp>
                <p:nvSpPr>
                  <p:cNvPr id="17423" name="Line 15">
                    <a:extLst>
                      <a:ext uri="{FF2B5EF4-FFF2-40B4-BE49-F238E27FC236}">
                        <a16:creationId xmlns:a16="http://schemas.microsoft.com/office/drawing/2014/main" id="{47BA4285-D6BA-4675-AA0E-02A086CFC516}"/>
                      </a:ext>
                    </a:extLst>
                  </p:cNvPr>
                  <p:cNvSpPr>
                    <a:spLocks noChangeShapeType="1"/>
                  </p:cNvSpPr>
                  <p:nvPr/>
                </p:nvSpPr>
                <p:spPr bwMode="auto">
                  <a:xfrm>
                    <a:off x="2670" y="7109"/>
                    <a:ext cx="7671" cy="19"/>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vi-VN" sz="2000"/>
                  </a:p>
                </p:txBody>
              </p:sp>
              <p:sp>
                <p:nvSpPr>
                  <p:cNvPr id="17424" name="Line 16">
                    <a:extLst>
                      <a:ext uri="{FF2B5EF4-FFF2-40B4-BE49-F238E27FC236}">
                        <a16:creationId xmlns:a16="http://schemas.microsoft.com/office/drawing/2014/main" id="{8B137DBD-A10B-4F13-ADD4-B8BD05F79CA8}"/>
                      </a:ext>
                    </a:extLst>
                  </p:cNvPr>
                  <p:cNvSpPr>
                    <a:spLocks noChangeShapeType="1"/>
                  </p:cNvSpPr>
                  <p:nvPr/>
                </p:nvSpPr>
                <p:spPr bwMode="auto">
                  <a:xfrm>
                    <a:off x="2901" y="6536"/>
                    <a:ext cx="0" cy="600"/>
                  </a:xfrm>
                  <a:prstGeom prst="line">
                    <a:avLst/>
                  </a:prstGeom>
                  <a:noFill/>
                  <a:ln w="2857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vi-VN" sz="2000"/>
                  </a:p>
                </p:txBody>
              </p:sp>
              <p:sp>
                <p:nvSpPr>
                  <p:cNvPr id="17425" name="Line 17">
                    <a:extLst>
                      <a:ext uri="{FF2B5EF4-FFF2-40B4-BE49-F238E27FC236}">
                        <a16:creationId xmlns:a16="http://schemas.microsoft.com/office/drawing/2014/main" id="{5B0E2B30-C9B2-4C3F-8E9C-9DE3DE79CD8D}"/>
                      </a:ext>
                    </a:extLst>
                  </p:cNvPr>
                  <p:cNvSpPr>
                    <a:spLocks noChangeShapeType="1"/>
                  </p:cNvSpPr>
                  <p:nvPr/>
                </p:nvSpPr>
                <p:spPr bwMode="auto">
                  <a:xfrm>
                    <a:off x="5301" y="5660"/>
                    <a:ext cx="0" cy="480"/>
                  </a:xfrm>
                  <a:prstGeom prst="line">
                    <a:avLst/>
                  </a:prstGeom>
                  <a:noFill/>
                  <a:ln w="2857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vi-VN" sz="2000"/>
                  </a:p>
                </p:txBody>
              </p:sp>
              <p:sp>
                <p:nvSpPr>
                  <p:cNvPr id="17426" name="Line 18">
                    <a:extLst>
                      <a:ext uri="{FF2B5EF4-FFF2-40B4-BE49-F238E27FC236}">
                        <a16:creationId xmlns:a16="http://schemas.microsoft.com/office/drawing/2014/main" id="{9E1D8EF2-3F09-40F2-BF9F-87D59CA6A837}"/>
                      </a:ext>
                    </a:extLst>
                  </p:cNvPr>
                  <p:cNvSpPr>
                    <a:spLocks noChangeShapeType="1"/>
                  </p:cNvSpPr>
                  <p:nvPr/>
                </p:nvSpPr>
                <p:spPr bwMode="auto">
                  <a:xfrm>
                    <a:off x="7221" y="5660"/>
                    <a:ext cx="0" cy="1320"/>
                  </a:xfrm>
                  <a:prstGeom prst="line">
                    <a:avLst/>
                  </a:prstGeom>
                  <a:noFill/>
                  <a:ln w="2857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vi-VN" sz="2000"/>
                  </a:p>
                </p:txBody>
              </p:sp>
              <p:sp>
                <p:nvSpPr>
                  <p:cNvPr id="17427" name="Line 19">
                    <a:extLst>
                      <a:ext uri="{FF2B5EF4-FFF2-40B4-BE49-F238E27FC236}">
                        <a16:creationId xmlns:a16="http://schemas.microsoft.com/office/drawing/2014/main" id="{68F9FBA6-A838-41F6-AB77-1B5ACB44A52F}"/>
                      </a:ext>
                    </a:extLst>
                  </p:cNvPr>
                  <p:cNvSpPr>
                    <a:spLocks noChangeShapeType="1"/>
                  </p:cNvSpPr>
                  <p:nvPr/>
                </p:nvSpPr>
                <p:spPr bwMode="auto">
                  <a:xfrm>
                    <a:off x="6621" y="5660"/>
                    <a:ext cx="0" cy="480"/>
                  </a:xfrm>
                  <a:prstGeom prst="line">
                    <a:avLst/>
                  </a:prstGeom>
                  <a:noFill/>
                  <a:ln w="2857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vi-VN" sz="2000"/>
                  </a:p>
                </p:txBody>
              </p:sp>
              <p:sp>
                <p:nvSpPr>
                  <p:cNvPr id="17428" name="Line 20">
                    <a:extLst>
                      <a:ext uri="{FF2B5EF4-FFF2-40B4-BE49-F238E27FC236}">
                        <a16:creationId xmlns:a16="http://schemas.microsoft.com/office/drawing/2014/main" id="{4A17E968-DABA-4B6C-B56A-23333C71D971}"/>
                      </a:ext>
                    </a:extLst>
                  </p:cNvPr>
                  <p:cNvSpPr>
                    <a:spLocks noChangeShapeType="1"/>
                  </p:cNvSpPr>
                  <p:nvPr/>
                </p:nvSpPr>
                <p:spPr bwMode="auto">
                  <a:xfrm>
                    <a:off x="7821" y="5660"/>
                    <a:ext cx="0" cy="480"/>
                  </a:xfrm>
                  <a:prstGeom prst="line">
                    <a:avLst/>
                  </a:prstGeom>
                  <a:noFill/>
                  <a:ln w="2857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vi-VN" sz="2000"/>
                  </a:p>
                </p:txBody>
              </p:sp>
              <p:sp>
                <p:nvSpPr>
                  <p:cNvPr id="17429" name="Line 21">
                    <a:extLst>
                      <a:ext uri="{FF2B5EF4-FFF2-40B4-BE49-F238E27FC236}">
                        <a16:creationId xmlns:a16="http://schemas.microsoft.com/office/drawing/2014/main" id="{60DE9560-F368-4978-85D8-85E9EEFA3047}"/>
                      </a:ext>
                    </a:extLst>
                  </p:cNvPr>
                  <p:cNvSpPr>
                    <a:spLocks noChangeShapeType="1"/>
                  </p:cNvSpPr>
                  <p:nvPr/>
                </p:nvSpPr>
                <p:spPr bwMode="auto">
                  <a:xfrm>
                    <a:off x="9141" y="5660"/>
                    <a:ext cx="0" cy="480"/>
                  </a:xfrm>
                  <a:prstGeom prst="line">
                    <a:avLst/>
                  </a:prstGeom>
                  <a:noFill/>
                  <a:ln w="2857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vi-VN" sz="2000"/>
                  </a:p>
                </p:txBody>
              </p:sp>
              <p:sp>
                <p:nvSpPr>
                  <p:cNvPr id="17430" name="Line 22">
                    <a:extLst>
                      <a:ext uri="{FF2B5EF4-FFF2-40B4-BE49-F238E27FC236}">
                        <a16:creationId xmlns:a16="http://schemas.microsoft.com/office/drawing/2014/main" id="{E582A859-DB6D-4024-ADA7-94D6380A1838}"/>
                      </a:ext>
                    </a:extLst>
                  </p:cNvPr>
                  <p:cNvSpPr>
                    <a:spLocks noChangeShapeType="1"/>
                  </p:cNvSpPr>
                  <p:nvPr/>
                </p:nvSpPr>
                <p:spPr bwMode="auto">
                  <a:xfrm>
                    <a:off x="8421" y="5660"/>
                    <a:ext cx="0" cy="1320"/>
                  </a:xfrm>
                  <a:prstGeom prst="line">
                    <a:avLst/>
                  </a:prstGeom>
                  <a:noFill/>
                  <a:ln w="2857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vi-VN" sz="2000"/>
                  </a:p>
                </p:txBody>
              </p:sp>
              <p:sp>
                <p:nvSpPr>
                  <p:cNvPr id="17431" name="Line 23">
                    <a:extLst>
                      <a:ext uri="{FF2B5EF4-FFF2-40B4-BE49-F238E27FC236}">
                        <a16:creationId xmlns:a16="http://schemas.microsoft.com/office/drawing/2014/main" id="{33C48D2A-3F96-4932-9B1D-D0223D47ED3A}"/>
                      </a:ext>
                    </a:extLst>
                  </p:cNvPr>
                  <p:cNvSpPr>
                    <a:spLocks noChangeShapeType="1"/>
                  </p:cNvSpPr>
                  <p:nvPr/>
                </p:nvSpPr>
                <p:spPr bwMode="auto">
                  <a:xfrm>
                    <a:off x="5901" y="5660"/>
                    <a:ext cx="0" cy="1320"/>
                  </a:xfrm>
                  <a:prstGeom prst="line">
                    <a:avLst/>
                  </a:prstGeom>
                  <a:noFill/>
                  <a:ln w="2857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vi-VN" sz="2000"/>
                  </a:p>
                </p:txBody>
              </p:sp>
              <p:sp>
                <p:nvSpPr>
                  <p:cNvPr id="17432" name="Line 24">
                    <a:extLst>
                      <a:ext uri="{FF2B5EF4-FFF2-40B4-BE49-F238E27FC236}">
                        <a16:creationId xmlns:a16="http://schemas.microsoft.com/office/drawing/2014/main" id="{B7B10B63-061D-4B74-8199-A37D79CD0ECE}"/>
                      </a:ext>
                    </a:extLst>
                  </p:cNvPr>
                  <p:cNvSpPr>
                    <a:spLocks noChangeShapeType="1"/>
                  </p:cNvSpPr>
                  <p:nvPr/>
                </p:nvSpPr>
                <p:spPr bwMode="auto">
                  <a:xfrm>
                    <a:off x="9741" y="5660"/>
                    <a:ext cx="0" cy="1320"/>
                  </a:xfrm>
                  <a:prstGeom prst="line">
                    <a:avLst/>
                  </a:prstGeom>
                  <a:noFill/>
                  <a:ln w="2857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vi-VN" sz="2000"/>
                  </a:p>
                </p:txBody>
              </p:sp>
              <p:sp>
                <p:nvSpPr>
                  <p:cNvPr id="17433" name="Text Box 25">
                    <a:extLst>
                      <a:ext uri="{FF2B5EF4-FFF2-40B4-BE49-F238E27FC236}">
                        <a16:creationId xmlns:a16="http://schemas.microsoft.com/office/drawing/2014/main" id="{4A887906-349D-4AB1-9ADA-8EE0D3B43C53}"/>
                      </a:ext>
                    </a:extLst>
                  </p:cNvPr>
                  <p:cNvSpPr txBox="1">
                    <a:spLocks noChangeArrowheads="1"/>
                  </p:cNvSpPr>
                  <p:nvPr/>
                </p:nvSpPr>
                <p:spPr bwMode="auto">
                  <a:xfrm>
                    <a:off x="2301" y="4537"/>
                    <a:ext cx="1200" cy="168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vi-VN" sz="2000" dirty="0"/>
                      <a:t>Microprocessor/ CPU</a:t>
                    </a:r>
                  </a:p>
                </p:txBody>
              </p:sp>
              <p:sp>
                <p:nvSpPr>
                  <p:cNvPr id="17434" name="Text Box 26">
                    <a:extLst>
                      <a:ext uri="{FF2B5EF4-FFF2-40B4-BE49-F238E27FC236}">
                        <a16:creationId xmlns:a16="http://schemas.microsoft.com/office/drawing/2014/main" id="{58077BC8-E676-4FD9-ACC1-B62CEA31A524}"/>
                      </a:ext>
                    </a:extLst>
                  </p:cNvPr>
                  <p:cNvSpPr txBox="1">
                    <a:spLocks noChangeArrowheads="1"/>
                  </p:cNvSpPr>
                  <p:nvPr/>
                </p:nvSpPr>
                <p:spPr bwMode="auto">
                  <a:xfrm>
                    <a:off x="5061" y="4460"/>
                    <a:ext cx="1200" cy="1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vi-VN" sz="2000"/>
                      <a:t>   ROM</a:t>
                    </a:r>
                  </a:p>
                  <a:p>
                    <a:pPr eaLnBrk="1" hangingPunct="1"/>
                    <a:endParaRPr lang="en-US" altLang="vi-VN" sz="2000"/>
                  </a:p>
                  <a:p>
                    <a:pPr eaLnBrk="1" hangingPunct="1"/>
                    <a:r>
                      <a:rPr lang="en-US" altLang="vi-VN" sz="2000"/>
                      <a:t>  </a:t>
                    </a:r>
                  </a:p>
                </p:txBody>
              </p:sp>
              <p:sp>
                <p:nvSpPr>
                  <p:cNvPr id="17435" name="Text Box 27">
                    <a:extLst>
                      <a:ext uri="{FF2B5EF4-FFF2-40B4-BE49-F238E27FC236}">
                        <a16:creationId xmlns:a16="http://schemas.microsoft.com/office/drawing/2014/main" id="{E92E0731-97FA-4827-82F7-250A62A1CF86}"/>
                      </a:ext>
                    </a:extLst>
                  </p:cNvPr>
                  <p:cNvSpPr txBox="1">
                    <a:spLocks noChangeArrowheads="1"/>
                  </p:cNvSpPr>
                  <p:nvPr/>
                </p:nvSpPr>
                <p:spPr bwMode="auto">
                  <a:xfrm>
                    <a:off x="6381" y="4460"/>
                    <a:ext cx="1080" cy="1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vi-VN" sz="2000"/>
                      <a:t>  RAM</a:t>
                    </a:r>
                  </a:p>
                  <a:p>
                    <a:pPr eaLnBrk="1" hangingPunct="1"/>
                    <a:endParaRPr lang="en-US" altLang="vi-VN" sz="2000"/>
                  </a:p>
                </p:txBody>
              </p:sp>
              <p:sp>
                <p:nvSpPr>
                  <p:cNvPr id="17436" name="Text Box 28">
                    <a:extLst>
                      <a:ext uri="{FF2B5EF4-FFF2-40B4-BE49-F238E27FC236}">
                        <a16:creationId xmlns:a16="http://schemas.microsoft.com/office/drawing/2014/main" id="{368EF406-DEC0-4BD8-ABDB-BD0027F08E91}"/>
                      </a:ext>
                    </a:extLst>
                  </p:cNvPr>
                  <p:cNvSpPr txBox="1">
                    <a:spLocks noChangeArrowheads="1"/>
                  </p:cNvSpPr>
                  <p:nvPr/>
                </p:nvSpPr>
                <p:spPr bwMode="auto">
                  <a:xfrm>
                    <a:off x="7581" y="4460"/>
                    <a:ext cx="1200" cy="1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vi-VN" sz="2000"/>
                  </a:p>
                  <a:p>
                    <a:pPr eaLnBrk="1" hangingPunct="1"/>
                    <a:r>
                      <a:rPr lang="en-US" altLang="vi-VN" sz="2000"/>
                      <a:t>Input</a:t>
                    </a:r>
                  </a:p>
                </p:txBody>
              </p:sp>
              <p:sp>
                <p:nvSpPr>
                  <p:cNvPr id="17437" name="Text Box 29">
                    <a:extLst>
                      <a:ext uri="{FF2B5EF4-FFF2-40B4-BE49-F238E27FC236}">
                        <a16:creationId xmlns:a16="http://schemas.microsoft.com/office/drawing/2014/main" id="{AFE9C7C4-4EE7-4D95-9F4D-105ABEDFA3B9}"/>
                      </a:ext>
                    </a:extLst>
                  </p:cNvPr>
                  <p:cNvSpPr txBox="1">
                    <a:spLocks noChangeArrowheads="1"/>
                  </p:cNvSpPr>
                  <p:nvPr/>
                </p:nvSpPr>
                <p:spPr bwMode="auto">
                  <a:xfrm>
                    <a:off x="8901" y="4896"/>
                    <a:ext cx="1440" cy="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vi-VN" sz="2000" dirty="0"/>
                      <a:t>Output</a:t>
                    </a:r>
                  </a:p>
                  <a:p>
                    <a:pPr eaLnBrk="1" hangingPunct="1"/>
                    <a:endParaRPr lang="en-US" altLang="vi-VN" sz="2000" dirty="0"/>
                  </a:p>
                  <a:p>
                    <a:pPr eaLnBrk="1" hangingPunct="1"/>
                    <a:r>
                      <a:rPr lang="en-US" altLang="vi-VN" sz="2000" dirty="0"/>
                      <a:t> </a:t>
                    </a:r>
                  </a:p>
                </p:txBody>
              </p:sp>
              <p:sp>
                <p:nvSpPr>
                  <p:cNvPr id="17438" name="Text Box 30">
                    <a:extLst>
                      <a:ext uri="{FF2B5EF4-FFF2-40B4-BE49-F238E27FC236}">
                        <a16:creationId xmlns:a16="http://schemas.microsoft.com/office/drawing/2014/main" id="{DBD0FE12-214E-4AD2-87BA-24C0FB221E0A}"/>
                      </a:ext>
                    </a:extLst>
                  </p:cNvPr>
                  <p:cNvSpPr txBox="1">
                    <a:spLocks noChangeArrowheads="1"/>
                  </p:cNvSpPr>
                  <p:nvPr/>
                </p:nvSpPr>
                <p:spPr bwMode="auto">
                  <a:xfrm>
                    <a:off x="3501" y="3055"/>
                    <a:ext cx="3840"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vi-VN" sz="2000"/>
                      <a:t>  Data BUS</a:t>
                    </a:r>
                  </a:p>
                </p:txBody>
              </p:sp>
              <p:sp>
                <p:nvSpPr>
                  <p:cNvPr id="17439" name="Text Box 31">
                    <a:extLst>
                      <a:ext uri="{FF2B5EF4-FFF2-40B4-BE49-F238E27FC236}">
                        <a16:creationId xmlns:a16="http://schemas.microsoft.com/office/drawing/2014/main" id="{5CAD3E24-AC3A-406D-ABFA-F53B9C39CDF1}"/>
                      </a:ext>
                    </a:extLst>
                  </p:cNvPr>
                  <p:cNvSpPr txBox="1">
                    <a:spLocks noChangeArrowheads="1"/>
                  </p:cNvSpPr>
                  <p:nvPr/>
                </p:nvSpPr>
                <p:spPr bwMode="auto">
                  <a:xfrm>
                    <a:off x="5128" y="7155"/>
                    <a:ext cx="2640" cy="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vi-VN" sz="2000" dirty="0"/>
                      <a:t>  Control Bus</a:t>
                    </a:r>
                  </a:p>
                </p:txBody>
              </p:sp>
            </p:grpSp>
          </p:grpSp>
          <p:sp>
            <p:nvSpPr>
              <p:cNvPr id="17440" name="Text Box 32">
                <a:extLst>
                  <a:ext uri="{FF2B5EF4-FFF2-40B4-BE49-F238E27FC236}">
                    <a16:creationId xmlns:a16="http://schemas.microsoft.com/office/drawing/2014/main" id="{C0BAF101-C334-4B9A-B5E4-602F34098693}"/>
                  </a:ext>
                </a:extLst>
              </p:cNvPr>
              <p:cNvSpPr txBox="1">
                <a:spLocks noChangeArrowheads="1"/>
              </p:cNvSpPr>
              <p:nvPr/>
            </p:nvSpPr>
            <p:spPr bwMode="auto">
              <a:xfrm>
                <a:off x="3664" y="6146"/>
                <a:ext cx="2040"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vi-VN" sz="2000" dirty="0"/>
                  <a:t>Address Bus</a:t>
                </a:r>
              </a:p>
            </p:txBody>
          </p:sp>
        </p:grpSp>
        <p:sp>
          <p:nvSpPr>
            <p:cNvPr id="17441" name="Rectangle 33">
              <a:extLst>
                <a:ext uri="{FF2B5EF4-FFF2-40B4-BE49-F238E27FC236}">
                  <a16:creationId xmlns:a16="http://schemas.microsoft.com/office/drawing/2014/main" id="{2086324D-9DC9-4AD7-9408-A7E9B0082F44}"/>
                </a:ext>
              </a:extLst>
            </p:cNvPr>
            <p:cNvSpPr>
              <a:spLocks noChangeArrowheads="1"/>
            </p:cNvSpPr>
            <p:nvPr/>
          </p:nvSpPr>
          <p:spPr bwMode="auto">
            <a:xfrm>
              <a:off x="2552" y="1680"/>
              <a:ext cx="432" cy="52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vi-VN" sz="2000"/>
            </a:p>
          </p:txBody>
        </p:sp>
      </p:grpSp>
      <p:sp>
        <p:nvSpPr>
          <p:cNvPr id="17443" name="Text Box 35">
            <a:extLst>
              <a:ext uri="{FF2B5EF4-FFF2-40B4-BE49-F238E27FC236}">
                <a16:creationId xmlns:a16="http://schemas.microsoft.com/office/drawing/2014/main" id="{9C9FEEF6-CCC6-4D82-8F8E-A3BCC461DD49}"/>
              </a:ext>
            </a:extLst>
          </p:cNvPr>
          <p:cNvSpPr txBox="1">
            <a:spLocks noChangeArrowheads="1"/>
          </p:cNvSpPr>
          <p:nvPr/>
        </p:nvSpPr>
        <p:spPr bwMode="auto">
          <a:xfrm>
            <a:off x="2895600" y="1309688"/>
            <a:ext cx="396480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vi-VN" sz="2000"/>
              <a:t>3.1    Processor Architecture for PLC:</a:t>
            </a:r>
          </a:p>
        </p:txBody>
      </p:sp>
      <p:sp>
        <p:nvSpPr>
          <p:cNvPr id="17444" name="Text Box 36">
            <a:extLst>
              <a:ext uri="{FF2B5EF4-FFF2-40B4-BE49-F238E27FC236}">
                <a16:creationId xmlns:a16="http://schemas.microsoft.com/office/drawing/2014/main" id="{8A6D8C99-7F0D-4B97-BE5A-1120790757FB}"/>
              </a:ext>
            </a:extLst>
          </p:cNvPr>
          <p:cNvSpPr txBox="1">
            <a:spLocks noChangeArrowheads="1"/>
          </p:cNvSpPr>
          <p:nvPr/>
        </p:nvSpPr>
        <p:spPr bwMode="auto">
          <a:xfrm>
            <a:off x="3657600" y="5729288"/>
            <a:ext cx="439139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vi-VN" sz="2000"/>
              <a:t>Figure 4: Design of Basic Microcomputer</a:t>
            </a:r>
          </a:p>
        </p:txBody>
      </p:sp>
      <p:pic>
        <p:nvPicPr>
          <p:cNvPr id="36" name="Picture 35">
            <a:extLst>
              <a:ext uri="{FF2B5EF4-FFF2-40B4-BE49-F238E27FC236}">
                <a16:creationId xmlns:a16="http://schemas.microsoft.com/office/drawing/2014/main" id="{F782900B-7F18-4575-BBBB-B50F2CE15B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001" y="50721"/>
            <a:ext cx="2851037" cy="869371"/>
          </a:xfrm>
          <a:prstGeom prst="rect">
            <a:avLst/>
          </a:prstGeom>
        </p:spPr>
      </p:pic>
      <p:sp>
        <p:nvSpPr>
          <p:cNvPr id="37" name="Rectangle: Rounded Corners 36">
            <a:extLst>
              <a:ext uri="{FF2B5EF4-FFF2-40B4-BE49-F238E27FC236}">
                <a16:creationId xmlns:a16="http://schemas.microsoft.com/office/drawing/2014/main" id="{EF4AF6E5-2BFE-4223-B3AE-5EB2F72E3D82}"/>
              </a:ext>
            </a:extLst>
          </p:cNvPr>
          <p:cNvSpPr/>
          <p:nvPr/>
        </p:nvSpPr>
        <p:spPr>
          <a:xfrm>
            <a:off x="55002" y="6435176"/>
            <a:ext cx="12079705" cy="323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solidFill>
                  <a:schemeClr val="bg1"/>
                </a:solidFill>
                <a:latin typeface="Times New Roman" panose="02020603050405020304" pitchFamily="18" charset="0"/>
                <a:cs typeface="Times New Roman" panose="02020603050405020304" pitchFamily="18" charset="0"/>
              </a:rPr>
              <a:t> PLC Programming                      1. AN INTRODUCTION TO PROGRAMABLE LOGIC CONTROLLERS</a:t>
            </a:r>
            <a:endParaRPr lang="vi-VN" sz="2000" dirty="0">
              <a:solidFill>
                <a:schemeClr val="bg1"/>
              </a:solidFill>
              <a:latin typeface="Times New Roman" panose="02020603050405020304" pitchFamily="18" charset="0"/>
              <a:cs typeface="Times New Roman" panose="02020603050405020304" pitchFamily="18" charset="0"/>
            </a:endParaRPr>
          </a:p>
        </p:txBody>
      </p:sp>
      <p:sp>
        <p:nvSpPr>
          <p:cNvPr id="38" name="Slide Number Placeholder 6">
            <a:extLst>
              <a:ext uri="{FF2B5EF4-FFF2-40B4-BE49-F238E27FC236}">
                <a16:creationId xmlns:a16="http://schemas.microsoft.com/office/drawing/2014/main" id="{4ED5B6DA-F18D-4C5E-A63F-F36C5967E0F8}"/>
              </a:ext>
            </a:extLst>
          </p:cNvPr>
          <p:cNvSpPr>
            <a:spLocks noGrp="1"/>
          </p:cNvSpPr>
          <p:nvPr>
            <p:ph type="sldNum" sz="quarter" idx="12"/>
          </p:nvPr>
        </p:nvSpPr>
        <p:spPr>
          <a:xfrm>
            <a:off x="9049011" y="6435176"/>
            <a:ext cx="2743200" cy="365125"/>
          </a:xfrm>
        </p:spPr>
        <p:txBody>
          <a:bodyPr/>
          <a:lstStyle/>
          <a:p>
            <a:fld id="{7922E462-5D99-474A-8333-BF14A8734AA9}" type="slidenum">
              <a:rPr lang="vi-VN" sz="2000" smtClean="0">
                <a:solidFill>
                  <a:schemeClr val="bg1"/>
                </a:solidFill>
                <a:latin typeface="Times New Roman" panose="02020603050405020304" pitchFamily="18" charset="0"/>
                <a:cs typeface="Times New Roman" panose="02020603050405020304" pitchFamily="18" charset="0"/>
              </a:rPr>
              <a:t>39</a:t>
            </a:fld>
            <a:endParaRPr lang="vi-VN" sz="2000" dirty="0">
              <a:solidFill>
                <a:schemeClr val="bg1"/>
              </a:solidFill>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49C282D9-A856-4EFF-A653-875C19F50359}"/>
              </a:ext>
            </a:extLst>
          </p:cNvPr>
          <p:cNvPicPr>
            <a:picLocks noChangeAspect="1"/>
          </p:cNvPicPr>
          <p:nvPr/>
        </p:nvPicPr>
        <p:blipFill>
          <a:blip r:embed="rId3"/>
          <a:stretch>
            <a:fillRect/>
          </a:stretch>
        </p:blipFill>
        <p:spPr>
          <a:xfrm>
            <a:off x="437308" y="2408954"/>
            <a:ext cx="4848902" cy="215295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A4E33DFB-5E49-424D-BE2E-E38F04679F49}"/>
              </a:ext>
            </a:extLst>
          </p:cNvPr>
          <p:cNvSpPr>
            <a:spLocks noGrp="1" noChangeArrowheads="1"/>
          </p:cNvSpPr>
          <p:nvPr>
            <p:ph type="title"/>
          </p:nvPr>
        </p:nvSpPr>
        <p:spPr>
          <a:xfrm>
            <a:off x="3080084" y="228600"/>
            <a:ext cx="7130716" cy="457200"/>
          </a:xfrm>
          <a:solidFill>
            <a:schemeClr val="accent1">
              <a:lumMod val="40000"/>
              <a:lumOff val="60000"/>
            </a:schemeClr>
          </a:solidFill>
        </p:spPr>
        <p:txBody>
          <a:bodyPr/>
          <a:lstStyle/>
          <a:p>
            <a:r>
              <a:rPr lang="en-US" altLang="vi-VN" sz="2100" b="1" dirty="0">
                <a:latin typeface="Times New Roman" panose="02020603050405020304" pitchFamily="18" charset="0"/>
                <a:cs typeface="Times New Roman" panose="02020603050405020304" pitchFamily="18" charset="0"/>
              </a:rPr>
              <a:t>3.1.1      FUNCTION OF EACH BLOCK:</a:t>
            </a:r>
          </a:p>
        </p:txBody>
      </p:sp>
      <p:sp>
        <p:nvSpPr>
          <p:cNvPr id="18435" name="Rectangle 3">
            <a:extLst>
              <a:ext uri="{FF2B5EF4-FFF2-40B4-BE49-F238E27FC236}">
                <a16:creationId xmlns:a16="http://schemas.microsoft.com/office/drawing/2014/main" id="{351C6C6B-94DB-4DC0-9EC7-D6E7E0515768}"/>
              </a:ext>
            </a:extLst>
          </p:cNvPr>
          <p:cNvSpPr>
            <a:spLocks noGrp="1" noChangeArrowheads="1"/>
          </p:cNvSpPr>
          <p:nvPr>
            <p:ph type="body" idx="1"/>
          </p:nvPr>
        </p:nvSpPr>
        <p:spPr>
          <a:xfrm>
            <a:off x="1981200" y="1371601"/>
            <a:ext cx="8229600" cy="4754563"/>
          </a:xfrm>
        </p:spPr>
        <p:txBody>
          <a:bodyPr/>
          <a:lstStyle/>
          <a:p>
            <a:pPr marL="609600" indent="-609600">
              <a:buFontTx/>
              <a:buAutoNum type="alphaLcPeriod"/>
            </a:pPr>
            <a:r>
              <a:rPr lang="en-US" altLang="vi-VN" b="1" dirty="0">
                <a:solidFill>
                  <a:srgbClr val="0000FF"/>
                </a:solidFill>
                <a:latin typeface="Times New Roman" panose="02020603050405020304" pitchFamily="18" charset="0"/>
                <a:cs typeface="Times New Roman" panose="02020603050405020304" pitchFamily="18" charset="0"/>
              </a:rPr>
              <a:t>Central Processing Unit (CPU)</a:t>
            </a:r>
          </a:p>
          <a:p>
            <a:pPr marL="609600" indent="-609600">
              <a:buNone/>
            </a:pPr>
            <a:endParaRPr lang="en-US" altLang="vi-VN" b="1" dirty="0">
              <a:solidFill>
                <a:srgbClr val="0000FF"/>
              </a:solidFill>
              <a:latin typeface="Times New Roman" panose="02020603050405020304" pitchFamily="18" charset="0"/>
              <a:cs typeface="Times New Roman" panose="02020603050405020304" pitchFamily="18" charset="0"/>
            </a:endParaRPr>
          </a:p>
          <a:p>
            <a:pPr marL="609600" indent="-609600"/>
            <a:r>
              <a:rPr lang="en-US" altLang="vi-VN" sz="2400" dirty="0">
                <a:latin typeface="Times New Roman" panose="02020603050405020304" pitchFamily="18" charset="0"/>
                <a:cs typeface="Times New Roman" panose="02020603050405020304" pitchFamily="18" charset="0"/>
              </a:rPr>
              <a:t>The CPU controls, monitors and supervises all operations within PLC.</a:t>
            </a:r>
          </a:p>
          <a:p>
            <a:pPr marL="609600" indent="-609600">
              <a:buNone/>
            </a:pPr>
            <a:endParaRPr lang="en-US" altLang="vi-VN" sz="2400" dirty="0">
              <a:latin typeface="Times New Roman" panose="02020603050405020304" pitchFamily="18" charset="0"/>
              <a:cs typeface="Times New Roman" panose="02020603050405020304" pitchFamily="18" charset="0"/>
            </a:endParaRPr>
          </a:p>
          <a:p>
            <a:pPr marL="609600" indent="-609600"/>
            <a:r>
              <a:rPr lang="en-US" altLang="vi-VN" sz="2400" dirty="0">
                <a:latin typeface="Times New Roman" panose="02020603050405020304" pitchFamily="18" charset="0"/>
                <a:cs typeface="Times New Roman" panose="02020603050405020304" pitchFamily="18" charset="0"/>
              </a:rPr>
              <a:t>It is also caries out programmed instructions stored in the memory.</a:t>
            </a:r>
          </a:p>
          <a:p>
            <a:pPr marL="609600" indent="-609600">
              <a:buNone/>
            </a:pPr>
            <a:endParaRPr lang="en-US" altLang="vi-VN" sz="2400" dirty="0">
              <a:latin typeface="Times New Roman" panose="02020603050405020304" pitchFamily="18" charset="0"/>
              <a:cs typeface="Times New Roman" panose="02020603050405020304" pitchFamily="18" charset="0"/>
            </a:endParaRPr>
          </a:p>
          <a:p>
            <a:pPr marL="609600" indent="-609600"/>
            <a:r>
              <a:rPr lang="en-US" altLang="vi-VN" sz="2400" dirty="0">
                <a:latin typeface="Times New Roman" panose="02020603050405020304" pitchFamily="18" charset="0"/>
                <a:cs typeface="Times New Roman" panose="02020603050405020304" pitchFamily="18" charset="0"/>
              </a:rPr>
              <a:t>An internal communications highway also known as a bus system, carries information to and from the CPU, memory and I/O units under the control of the CPU.</a:t>
            </a:r>
          </a:p>
        </p:txBody>
      </p:sp>
      <p:pic>
        <p:nvPicPr>
          <p:cNvPr id="4" name="Picture 3">
            <a:extLst>
              <a:ext uri="{FF2B5EF4-FFF2-40B4-BE49-F238E27FC236}">
                <a16:creationId xmlns:a16="http://schemas.microsoft.com/office/drawing/2014/main" id="{8404A6DA-97E1-4B42-8FE0-BC848ADA46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001" y="50721"/>
            <a:ext cx="2851037" cy="869371"/>
          </a:xfrm>
          <a:prstGeom prst="rect">
            <a:avLst/>
          </a:prstGeom>
        </p:spPr>
      </p:pic>
      <p:sp>
        <p:nvSpPr>
          <p:cNvPr id="5" name="Rectangle: Rounded Corners 4">
            <a:extLst>
              <a:ext uri="{FF2B5EF4-FFF2-40B4-BE49-F238E27FC236}">
                <a16:creationId xmlns:a16="http://schemas.microsoft.com/office/drawing/2014/main" id="{D8E59AA0-7CF1-4CCB-B537-535808356A6E}"/>
              </a:ext>
            </a:extLst>
          </p:cNvPr>
          <p:cNvSpPr/>
          <p:nvPr/>
        </p:nvSpPr>
        <p:spPr>
          <a:xfrm>
            <a:off x="55002" y="6435176"/>
            <a:ext cx="12079705" cy="323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dirty="0">
                <a:solidFill>
                  <a:schemeClr val="bg1"/>
                </a:solidFill>
                <a:latin typeface="Times New Roman" panose="02020603050405020304" pitchFamily="18" charset="0"/>
                <a:cs typeface="Times New Roman" panose="02020603050405020304" pitchFamily="18" charset="0"/>
              </a:rPr>
              <a:t> PLC Programming                      1. AN INTRODUCTION TO PROGRAMABLE LOGIC CONTROLLERS</a:t>
            </a:r>
            <a:endParaRPr lang="vi-VN" sz="1800" dirty="0">
              <a:solidFill>
                <a:schemeClr val="bg1"/>
              </a:solidFill>
              <a:latin typeface="Times New Roman" panose="02020603050405020304" pitchFamily="18" charset="0"/>
              <a:cs typeface="Times New Roman" panose="02020603050405020304" pitchFamily="18" charset="0"/>
            </a:endParaRPr>
          </a:p>
        </p:txBody>
      </p:sp>
      <p:sp>
        <p:nvSpPr>
          <p:cNvPr id="6" name="Slide Number Placeholder 6">
            <a:extLst>
              <a:ext uri="{FF2B5EF4-FFF2-40B4-BE49-F238E27FC236}">
                <a16:creationId xmlns:a16="http://schemas.microsoft.com/office/drawing/2014/main" id="{E58925EE-F35A-487D-B557-008B3A6B74DE}"/>
              </a:ext>
            </a:extLst>
          </p:cNvPr>
          <p:cNvSpPr>
            <a:spLocks noGrp="1"/>
          </p:cNvSpPr>
          <p:nvPr>
            <p:ph type="sldNum" sz="quarter" idx="12"/>
          </p:nvPr>
        </p:nvSpPr>
        <p:spPr>
          <a:xfrm>
            <a:off x="9049011" y="6435176"/>
            <a:ext cx="2743200" cy="365125"/>
          </a:xfrm>
        </p:spPr>
        <p:txBody>
          <a:bodyPr/>
          <a:lstStyle/>
          <a:p>
            <a:fld id="{7922E462-5D99-474A-8333-BF14A8734AA9}" type="slidenum">
              <a:rPr lang="vi-VN" sz="1400" smtClean="0">
                <a:solidFill>
                  <a:schemeClr val="bg1"/>
                </a:solidFill>
                <a:latin typeface="Times New Roman" panose="02020603050405020304" pitchFamily="18" charset="0"/>
                <a:cs typeface="Times New Roman" panose="02020603050405020304" pitchFamily="18" charset="0"/>
              </a:rPr>
              <a:t>40</a:t>
            </a:fld>
            <a:endParaRPr lang="vi-VN" sz="140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4">
            <a:extLst>
              <a:ext uri="{FF2B5EF4-FFF2-40B4-BE49-F238E27FC236}">
                <a16:creationId xmlns:a16="http://schemas.microsoft.com/office/drawing/2014/main" id="{013AF363-4FD7-439B-A0B5-280FFF9EC1BB}"/>
              </a:ext>
            </a:extLst>
          </p:cNvPr>
          <p:cNvSpPr>
            <a:spLocks noGrp="1" noChangeArrowheads="1"/>
          </p:cNvSpPr>
          <p:nvPr>
            <p:ph type="title"/>
          </p:nvPr>
        </p:nvSpPr>
        <p:spPr>
          <a:xfrm>
            <a:off x="3121334" y="274638"/>
            <a:ext cx="7089465" cy="411162"/>
          </a:xfrm>
          <a:solidFill>
            <a:schemeClr val="accent1">
              <a:lumMod val="40000"/>
              <a:lumOff val="60000"/>
            </a:schemeClr>
          </a:solidFill>
          <a:ln/>
        </p:spPr>
        <p:txBody>
          <a:bodyPr>
            <a:noAutofit/>
          </a:bodyPr>
          <a:lstStyle/>
          <a:p>
            <a:r>
              <a:rPr lang="en-US" altLang="vi-VN" sz="2400" b="1" dirty="0">
                <a:latin typeface="Times New Roman" panose="02020603050405020304" pitchFamily="18" charset="0"/>
                <a:cs typeface="Times New Roman" panose="02020603050405020304" pitchFamily="18" charset="0"/>
              </a:rPr>
              <a:t>3.1.1      FUNCTION OF EACH BLOCK:</a:t>
            </a:r>
          </a:p>
        </p:txBody>
      </p:sp>
      <p:sp>
        <p:nvSpPr>
          <p:cNvPr id="19459" name="Rectangle 3">
            <a:extLst>
              <a:ext uri="{FF2B5EF4-FFF2-40B4-BE49-F238E27FC236}">
                <a16:creationId xmlns:a16="http://schemas.microsoft.com/office/drawing/2014/main" id="{CB9D6255-E5D6-4F73-84D9-38F9EA4FDE8B}"/>
              </a:ext>
            </a:extLst>
          </p:cNvPr>
          <p:cNvSpPr>
            <a:spLocks noGrp="1" noChangeArrowheads="1"/>
          </p:cNvSpPr>
          <p:nvPr>
            <p:ph type="body" sz="half" idx="1"/>
          </p:nvPr>
        </p:nvSpPr>
        <p:spPr>
          <a:xfrm>
            <a:off x="1905000" y="914400"/>
            <a:ext cx="7848600" cy="3886200"/>
          </a:xfrm>
        </p:spPr>
        <p:txBody>
          <a:bodyPr>
            <a:normAutofit fontScale="92500" lnSpcReduction="10000"/>
          </a:bodyPr>
          <a:lstStyle/>
          <a:p>
            <a:pPr marL="609600" indent="-609600">
              <a:lnSpc>
                <a:spcPct val="80000"/>
              </a:lnSpc>
              <a:buFontTx/>
              <a:buAutoNum type="alphaLcPeriod" startAt="2"/>
            </a:pPr>
            <a:r>
              <a:rPr lang="en-US" altLang="vi-VN" b="1">
                <a:solidFill>
                  <a:srgbClr val="0000FF"/>
                </a:solidFill>
                <a:latin typeface="Times New Roman" panose="02020603050405020304" pitchFamily="18" charset="0"/>
                <a:cs typeface="Times New Roman" panose="02020603050405020304" pitchFamily="18" charset="0"/>
              </a:rPr>
              <a:t>Memory Unit</a:t>
            </a:r>
          </a:p>
          <a:p>
            <a:pPr marL="609600" indent="-609600">
              <a:lnSpc>
                <a:spcPct val="80000"/>
              </a:lnSpc>
              <a:buNone/>
            </a:pPr>
            <a:r>
              <a:rPr lang="en-US" altLang="vi-VN" sz="2000">
                <a:latin typeface="Times New Roman" panose="02020603050405020304" pitchFamily="18" charset="0"/>
                <a:cs typeface="Times New Roman" panose="02020603050405020304" pitchFamily="18" charset="0"/>
              </a:rPr>
              <a:t>	</a:t>
            </a:r>
          </a:p>
          <a:p>
            <a:pPr marL="609600" indent="-609600">
              <a:lnSpc>
                <a:spcPct val="80000"/>
              </a:lnSpc>
              <a:buFontTx/>
              <a:buChar char="•"/>
            </a:pPr>
            <a:r>
              <a:rPr lang="en-US" altLang="vi-VN" sz="2000">
                <a:latin typeface="Times New Roman" panose="02020603050405020304" pitchFamily="18" charset="0"/>
                <a:cs typeface="Times New Roman" panose="02020603050405020304" pitchFamily="18" charset="0"/>
              </a:rPr>
              <a:t>For storage of programs.</a:t>
            </a:r>
          </a:p>
          <a:p>
            <a:pPr marL="609600" indent="-609600">
              <a:lnSpc>
                <a:spcPct val="80000"/>
              </a:lnSpc>
              <a:buNone/>
            </a:pPr>
            <a:endParaRPr lang="en-US" altLang="vi-VN" sz="2000">
              <a:latin typeface="Times New Roman" panose="02020603050405020304" pitchFamily="18" charset="0"/>
              <a:cs typeface="Times New Roman" panose="02020603050405020304" pitchFamily="18" charset="0"/>
            </a:endParaRPr>
          </a:p>
          <a:p>
            <a:pPr marL="609600" indent="-609600">
              <a:lnSpc>
                <a:spcPct val="80000"/>
              </a:lnSpc>
              <a:buFontTx/>
              <a:buChar char="•"/>
            </a:pPr>
            <a:r>
              <a:rPr lang="en-US" altLang="vi-VN" sz="2000">
                <a:latin typeface="Times New Roman" panose="02020603050405020304" pitchFamily="18" charset="0"/>
                <a:cs typeface="Times New Roman" panose="02020603050405020304" pitchFamily="18" charset="0"/>
              </a:rPr>
              <a:t>The user’s ladder logic program, the state of I/O in the memory of PLC.</a:t>
            </a:r>
          </a:p>
          <a:p>
            <a:pPr marL="609600" indent="-609600">
              <a:lnSpc>
                <a:spcPct val="80000"/>
              </a:lnSpc>
              <a:buNone/>
            </a:pPr>
            <a:endParaRPr lang="en-US" altLang="vi-VN" sz="2000">
              <a:latin typeface="Times New Roman" panose="02020603050405020304" pitchFamily="18" charset="0"/>
              <a:cs typeface="Times New Roman" panose="02020603050405020304" pitchFamily="18" charset="0"/>
            </a:endParaRPr>
          </a:p>
          <a:p>
            <a:pPr marL="609600" indent="-609600">
              <a:lnSpc>
                <a:spcPct val="80000"/>
              </a:lnSpc>
              <a:buFontTx/>
              <a:buChar char="•"/>
            </a:pPr>
            <a:r>
              <a:rPr lang="en-US" altLang="vi-VN" sz="2000">
                <a:latin typeface="Times New Roman" panose="02020603050405020304" pitchFamily="18" charset="0"/>
                <a:cs typeface="Times New Roman" panose="02020603050405020304" pitchFamily="18" charset="0"/>
              </a:rPr>
              <a:t>The main program and the other programs necessary for the operation of PLC.</a:t>
            </a:r>
          </a:p>
          <a:p>
            <a:pPr marL="609600" indent="-609600">
              <a:lnSpc>
                <a:spcPct val="80000"/>
              </a:lnSpc>
              <a:buNone/>
            </a:pPr>
            <a:endParaRPr lang="en-US" altLang="vi-VN" sz="2000">
              <a:latin typeface="Times New Roman" panose="02020603050405020304" pitchFamily="18" charset="0"/>
              <a:cs typeface="Times New Roman" panose="02020603050405020304" pitchFamily="18" charset="0"/>
            </a:endParaRPr>
          </a:p>
          <a:p>
            <a:pPr marL="609600" indent="-609600">
              <a:lnSpc>
                <a:spcPct val="80000"/>
              </a:lnSpc>
              <a:buFontTx/>
              <a:buChar char="•"/>
            </a:pPr>
            <a:r>
              <a:rPr lang="en-US" altLang="vi-VN" sz="2000">
                <a:latin typeface="Times New Roman" panose="02020603050405020304" pitchFamily="18" charset="0"/>
                <a:cs typeface="Times New Roman" panose="02020603050405020304" pitchFamily="18" charset="0"/>
              </a:rPr>
              <a:t>The organization of the data and information in the memory is called memory map.</a:t>
            </a:r>
          </a:p>
          <a:p>
            <a:pPr marL="609600" indent="-609600">
              <a:lnSpc>
                <a:spcPct val="80000"/>
              </a:lnSpc>
              <a:buNone/>
            </a:pPr>
            <a:r>
              <a:rPr lang="en-US" altLang="vi-VN" sz="2000">
                <a:latin typeface="Times New Roman" panose="02020603050405020304" pitchFamily="18" charset="0"/>
                <a:cs typeface="Times New Roman" panose="02020603050405020304" pitchFamily="18" charset="0"/>
              </a:rPr>
              <a:t>	</a:t>
            </a:r>
          </a:p>
        </p:txBody>
      </p:sp>
      <p:sp>
        <p:nvSpPr>
          <p:cNvPr id="19465" name="Text Box 9">
            <a:extLst>
              <a:ext uri="{FF2B5EF4-FFF2-40B4-BE49-F238E27FC236}">
                <a16:creationId xmlns:a16="http://schemas.microsoft.com/office/drawing/2014/main" id="{F81B4716-3C05-48EF-AC89-734E1EA9E641}"/>
              </a:ext>
            </a:extLst>
          </p:cNvPr>
          <p:cNvSpPr txBox="1">
            <a:spLocks noChangeArrowheads="1"/>
          </p:cNvSpPr>
          <p:nvPr/>
        </p:nvSpPr>
        <p:spPr bwMode="auto">
          <a:xfrm>
            <a:off x="3352800" y="3810001"/>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vi-VN" altLang="vi-VN">
              <a:latin typeface="Times New Roman" panose="02020603050405020304" pitchFamily="18" charset="0"/>
              <a:cs typeface="Times New Roman" panose="02020603050405020304" pitchFamily="18" charset="0"/>
            </a:endParaRPr>
          </a:p>
        </p:txBody>
      </p:sp>
      <p:grpSp>
        <p:nvGrpSpPr>
          <p:cNvPr id="19512" name="Group 56">
            <a:extLst>
              <a:ext uri="{FF2B5EF4-FFF2-40B4-BE49-F238E27FC236}">
                <a16:creationId xmlns:a16="http://schemas.microsoft.com/office/drawing/2014/main" id="{0BAFBD67-B9AE-46BB-B4A4-FEBD7EA95095}"/>
              </a:ext>
            </a:extLst>
          </p:cNvPr>
          <p:cNvGrpSpPr>
            <a:grpSpLocks/>
          </p:cNvGrpSpPr>
          <p:nvPr/>
        </p:nvGrpSpPr>
        <p:grpSpPr bwMode="auto">
          <a:xfrm>
            <a:off x="3667760" y="4604173"/>
            <a:ext cx="4495800" cy="1219200"/>
            <a:chOff x="1056" y="2688"/>
            <a:chExt cx="2832" cy="768"/>
          </a:xfrm>
        </p:grpSpPr>
        <p:sp>
          <p:nvSpPr>
            <p:cNvPr id="19463" name="Rectangle 7">
              <a:extLst>
                <a:ext uri="{FF2B5EF4-FFF2-40B4-BE49-F238E27FC236}">
                  <a16:creationId xmlns:a16="http://schemas.microsoft.com/office/drawing/2014/main" id="{8C3E3449-D617-4A2D-9A90-258AAB04D263}"/>
                </a:ext>
              </a:extLst>
            </p:cNvPr>
            <p:cNvSpPr>
              <a:spLocks noChangeArrowheads="1"/>
            </p:cNvSpPr>
            <p:nvPr/>
          </p:nvSpPr>
          <p:spPr bwMode="auto">
            <a:xfrm>
              <a:off x="1680" y="2688"/>
              <a:ext cx="1238" cy="233"/>
            </a:xfrm>
            <a:prstGeom prst="rect">
              <a:avLst/>
            </a:prstGeom>
            <a:solidFill>
              <a:srgbClr val="00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spcBef>
                  <a:spcPct val="20000"/>
                </a:spcBef>
                <a:buClr>
                  <a:schemeClr val="accent1"/>
                </a:buClr>
              </a:pPr>
              <a:r>
                <a:rPr lang="en-US" altLang="vi-VN">
                  <a:latin typeface="Times New Roman" panose="02020603050405020304" pitchFamily="18" charset="0"/>
                  <a:cs typeface="Times New Roman" panose="02020603050405020304" pitchFamily="18" charset="0"/>
                </a:rPr>
                <a:t>2 types of Memory</a:t>
              </a:r>
            </a:p>
          </p:txBody>
        </p:sp>
        <p:sp>
          <p:nvSpPr>
            <p:cNvPr id="19509" name="AutoShape 53">
              <a:extLst>
                <a:ext uri="{FF2B5EF4-FFF2-40B4-BE49-F238E27FC236}">
                  <a16:creationId xmlns:a16="http://schemas.microsoft.com/office/drawing/2014/main" id="{CDA654B4-9249-4B16-921F-1FDFE90D62BB}"/>
                </a:ext>
              </a:extLst>
            </p:cNvPr>
            <p:cNvSpPr>
              <a:spLocks noChangeArrowheads="1"/>
            </p:cNvSpPr>
            <p:nvPr/>
          </p:nvSpPr>
          <p:spPr bwMode="auto">
            <a:xfrm>
              <a:off x="3120" y="2976"/>
              <a:ext cx="768" cy="480"/>
            </a:xfrm>
            <a:prstGeom prst="wedgeEllipseCallout">
              <a:avLst>
                <a:gd name="adj1" fmla="val -66667"/>
                <a:gd name="adj2" fmla="val -81042"/>
              </a:avLst>
            </a:prstGeom>
            <a:solidFill>
              <a:srgbClr val="00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vi-VN" b="1">
                  <a:latin typeface="Times New Roman" panose="02020603050405020304" pitchFamily="18" charset="0"/>
                  <a:cs typeface="Times New Roman" panose="02020603050405020304" pitchFamily="18" charset="0"/>
                </a:rPr>
                <a:t>RAM</a:t>
              </a:r>
            </a:p>
          </p:txBody>
        </p:sp>
        <p:sp>
          <p:nvSpPr>
            <p:cNvPr id="19510" name="AutoShape 54">
              <a:extLst>
                <a:ext uri="{FF2B5EF4-FFF2-40B4-BE49-F238E27FC236}">
                  <a16:creationId xmlns:a16="http://schemas.microsoft.com/office/drawing/2014/main" id="{E9DAEBDB-D865-415F-8591-FA58809A3DB6}"/>
                </a:ext>
              </a:extLst>
            </p:cNvPr>
            <p:cNvSpPr>
              <a:spLocks noChangeArrowheads="1"/>
            </p:cNvSpPr>
            <p:nvPr/>
          </p:nvSpPr>
          <p:spPr bwMode="auto">
            <a:xfrm rot="10800000">
              <a:off x="1056" y="3024"/>
              <a:ext cx="816" cy="384"/>
            </a:xfrm>
            <a:prstGeom prst="wedgeEllipseCallout">
              <a:avLst>
                <a:gd name="adj1" fmla="val -43750"/>
                <a:gd name="adj2" fmla="val 70000"/>
              </a:avLst>
            </a:prstGeom>
            <a:solidFill>
              <a:srgbClr val="00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a:lstStyle/>
            <a:p>
              <a:pPr algn="ctr"/>
              <a:endParaRPr lang="vi-VN" altLang="vi-VN">
                <a:latin typeface="Times New Roman" panose="02020603050405020304" pitchFamily="18" charset="0"/>
                <a:cs typeface="Times New Roman" panose="02020603050405020304" pitchFamily="18" charset="0"/>
              </a:endParaRPr>
            </a:p>
          </p:txBody>
        </p:sp>
        <p:sp>
          <p:nvSpPr>
            <p:cNvPr id="19511" name="Text Box 55">
              <a:extLst>
                <a:ext uri="{FF2B5EF4-FFF2-40B4-BE49-F238E27FC236}">
                  <a16:creationId xmlns:a16="http://schemas.microsoft.com/office/drawing/2014/main" id="{FFB73726-1B67-45AC-BC1C-13824E3B249C}"/>
                </a:ext>
              </a:extLst>
            </p:cNvPr>
            <p:cNvSpPr txBox="1">
              <a:spLocks noChangeArrowheads="1"/>
            </p:cNvSpPr>
            <p:nvPr/>
          </p:nvSpPr>
          <p:spPr bwMode="auto">
            <a:xfrm>
              <a:off x="1248" y="3072"/>
              <a:ext cx="47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vi-VN" b="1">
                  <a:latin typeface="Times New Roman" panose="02020603050405020304" pitchFamily="18" charset="0"/>
                  <a:cs typeface="Times New Roman" panose="02020603050405020304" pitchFamily="18" charset="0"/>
                </a:rPr>
                <a:t>ROM</a:t>
              </a:r>
            </a:p>
          </p:txBody>
        </p:sp>
      </p:grpSp>
      <p:pic>
        <p:nvPicPr>
          <p:cNvPr id="10" name="Picture 9">
            <a:extLst>
              <a:ext uri="{FF2B5EF4-FFF2-40B4-BE49-F238E27FC236}">
                <a16:creationId xmlns:a16="http://schemas.microsoft.com/office/drawing/2014/main" id="{128EBC90-DD1B-4FA5-A06D-48FA11F8FC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001" y="50721"/>
            <a:ext cx="2851037" cy="869371"/>
          </a:xfrm>
          <a:prstGeom prst="rect">
            <a:avLst/>
          </a:prstGeom>
        </p:spPr>
      </p:pic>
      <p:sp>
        <p:nvSpPr>
          <p:cNvPr id="11" name="Rectangle: Rounded Corners 10">
            <a:extLst>
              <a:ext uri="{FF2B5EF4-FFF2-40B4-BE49-F238E27FC236}">
                <a16:creationId xmlns:a16="http://schemas.microsoft.com/office/drawing/2014/main" id="{33F138BF-2689-4145-964B-DE52056605EE}"/>
              </a:ext>
            </a:extLst>
          </p:cNvPr>
          <p:cNvSpPr/>
          <p:nvPr/>
        </p:nvSpPr>
        <p:spPr>
          <a:xfrm>
            <a:off x="55002" y="6435176"/>
            <a:ext cx="12079705" cy="323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dirty="0">
                <a:solidFill>
                  <a:schemeClr val="bg1"/>
                </a:solidFill>
                <a:latin typeface="Times New Roman" panose="02020603050405020304" pitchFamily="18" charset="0"/>
                <a:cs typeface="Times New Roman" panose="02020603050405020304" pitchFamily="18" charset="0"/>
              </a:rPr>
              <a:t> PLC Programming                      1. AN INTRODUCTION TO PROGRAMABLE LOGIC CONTROLLERS</a:t>
            </a:r>
            <a:endParaRPr lang="vi-VN" sz="1800" dirty="0">
              <a:solidFill>
                <a:schemeClr val="bg1"/>
              </a:solidFill>
              <a:latin typeface="Times New Roman" panose="02020603050405020304" pitchFamily="18" charset="0"/>
              <a:cs typeface="Times New Roman" panose="02020603050405020304" pitchFamily="18" charset="0"/>
            </a:endParaRPr>
          </a:p>
        </p:txBody>
      </p:sp>
      <p:sp>
        <p:nvSpPr>
          <p:cNvPr id="12" name="Slide Number Placeholder 6">
            <a:extLst>
              <a:ext uri="{FF2B5EF4-FFF2-40B4-BE49-F238E27FC236}">
                <a16:creationId xmlns:a16="http://schemas.microsoft.com/office/drawing/2014/main" id="{55E95AB6-6DBD-4770-8C8D-C20BE388A63F}"/>
              </a:ext>
            </a:extLst>
          </p:cNvPr>
          <p:cNvSpPr>
            <a:spLocks noGrp="1"/>
          </p:cNvSpPr>
          <p:nvPr>
            <p:ph type="sldNum" sz="quarter" idx="12"/>
          </p:nvPr>
        </p:nvSpPr>
        <p:spPr>
          <a:xfrm>
            <a:off x="9049011" y="6435176"/>
            <a:ext cx="2743200" cy="365125"/>
          </a:xfrm>
        </p:spPr>
        <p:txBody>
          <a:bodyPr/>
          <a:lstStyle/>
          <a:p>
            <a:fld id="{7922E462-5D99-474A-8333-BF14A8734AA9}" type="slidenum">
              <a:rPr lang="vi-VN" sz="1400" smtClean="0">
                <a:solidFill>
                  <a:schemeClr val="bg1"/>
                </a:solidFill>
                <a:latin typeface="Times New Roman" panose="02020603050405020304" pitchFamily="18" charset="0"/>
                <a:cs typeface="Times New Roman" panose="02020603050405020304" pitchFamily="18" charset="0"/>
              </a:rPr>
              <a:t>41</a:t>
            </a:fld>
            <a:endParaRPr lang="vi-VN" sz="140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17" name="Rectangle 21">
            <a:extLst>
              <a:ext uri="{FF2B5EF4-FFF2-40B4-BE49-F238E27FC236}">
                <a16:creationId xmlns:a16="http://schemas.microsoft.com/office/drawing/2014/main" id="{9E2CA16A-530C-4C2A-9E47-0DB4D5DFC575}"/>
              </a:ext>
            </a:extLst>
          </p:cNvPr>
          <p:cNvSpPr>
            <a:spLocks noGrp="1" noChangeArrowheads="1"/>
          </p:cNvSpPr>
          <p:nvPr>
            <p:ph type="title"/>
          </p:nvPr>
        </p:nvSpPr>
        <p:spPr>
          <a:xfrm>
            <a:off x="2853202" y="1030013"/>
            <a:ext cx="6855135" cy="334963"/>
          </a:xfrm>
          <a:noFill/>
          <a:extLst>
            <a:ext uri="{909E8E84-426E-40DD-AFC4-6F175D3DCCD1}">
              <a14:hiddenFill xmlns:a14="http://schemas.microsoft.com/office/drawing/2010/main">
                <a:solidFill>
                  <a:srgbClr val="00CCFF"/>
                </a:solidFill>
              </a14:hiddenFill>
            </a:ext>
          </a:extLst>
        </p:spPr>
        <p:txBody>
          <a:bodyPr>
            <a:normAutofit fontScale="90000"/>
          </a:bodyPr>
          <a:lstStyle/>
          <a:p>
            <a:r>
              <a:rPr lang="en-US" altLang="vi-VN" sz="2400" b="1" dirty="0">
                <a:solidFill>
                  <a:srgbClr val="0000FF"/>
                </a:solidFill>
                <a:latin typeface="Times New Roman" panose="02020603050405020304" pitchFamily="18" charset="0"/>
                <a:cs typeface="Times New Roman" panose="02020603050405020304" pitchFamily="18" charset="0"/>
              </a:rPr>
              <a:t>TYPES OF MEMORY:</a:t>
            </a:r>
          </a:p>
        </p:txBody>
      </p:sp>
      <p:graphicFrame>
        <p:nvGraphicFramePr>
          <p:cNvPr id="55323" name="Group 27">
            <a:extLst>
              <a:ext uri="{FF2B5EF4-FFF2-40B4-BE49-F238E27FC236}">
                <a16:creationId xmlns:a16="http://schemas.microsoft.com/office/drawing/2014/main" id="{420A6D77-8CDF-49DD-9512-7B0539B02E32}"/>
              </a:ext>
            </a:extLst>
          </p:cNvPr>
          <p:cNvGraphicFramePr>
            <a:graphicFrameLocks noGrp="1"/>
          </p:cNvGraphicFramePr>
          <p:nvPr>
            <p:ph idx="1"/>
            <p:extLst>
              <p:ext uri="{D42A27DB-BD31-4B8C-83A1-F6EECF244321}">
                <p14:modId xmlns:p14="http://schemas.microsoft.com/office/powerpoint/2010/main" val="3259997739"/>
              </p:ext>
            </p:extLst>
          </p:nvPr>
        </p:nvGraphicFramePr>
        <p:xfrm>
          <a:off x="1981200" y="1600200"/>
          <a:ext cx="8229600" cy="3232151"/>
        </p:xfrm>
        <a:graphic>
          <a:graphicData uri="http://schemas.openxmlformats.org/drawingml/2006/table">
            <a:tbl>
              <a:tblPr/>
              <a:tblGrid>
                <a:gridCol w="4114800">
                  <a:extLst>
                    <a:ext uri="{9D8B030D-6E8A-4147-A177-3AD203B41FA5}">
                      <a16:colId xmlns:a16="http://schemas.microsoft.com/office/drawing/2014/main" val="2136611067"/>
                    </a:ext>
                  </a:extLst>
                </a:gridCol>
                <a:gridCol w="4114800">
                  <a:extLst>
                    <a:ext uri="{9D8B030D-6E8A-4147-A177-3AD203B41FA5}">
                      <a16:colId xmlns:a16="http://schemas.microsoft.com/office/drawing/2014/main" val="1566645938"/>
                    </a:ext>
                  </a:extLst>
                </a:gridCol>
              </a:tblGrid>
              <a:tr h="685800">
                <a:tc>
                  <a:txBody>
                    <a:bodyPr/>
                    <a:lstStyle>
                      <a:lvl1pPr>
                        <a:spcBef>
                          <a:spcPct val="20000"/>
                        </a:spcBef>
                        <a:buClr>
                          <a:schemeClr val="accent1"/>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300">
                          <a:solidFill>
                            <a:schemeClr val="tx1"/>
                          </a:solidFill>
                          <a:latin typeface="Arial" panose="020B0604020202020204" pitchFamily="34" charset="0"/>
                        </a:defRPr>
                      </a:lvl2pPr>
                      <a:lvl3pPr>
                        <a:spcBef>
                          <a:spcPct val="20000"/>
                        </a:spcBef>
                        <a:buClr>
                          <a:schemeClr val="accent1"/>
                        </a:buClr>
                        <a:buFont typeface="Wingdings" panose="05000000000000000000" pitchFamily="2" charset="2"/>
                        <a:defRPr sz="2100">
                          <a:solidFill>
                            <a:schemeClr val="tx1"/>
                          </a:solidFill>
                          <a:latin typeface="Arial" panose="020B0604020202020204" pitchFamily="34" charset="0"/>
                        </a:defRPr>
                      </a:lvl3pPr>
                      <a:lvl4pPr>
                        <a:spcBef>
                          <a:spcPct val="20000"/>
                        </a:spcBef>
                        <a:buClr>
                          <a:schemeClr val="accent1"/>
                        </a:buClr>
                        <a:defRPr>
                          <a:solidFill>
                            <a:schemeClr val="tx1"/>
                          </a:solidFill>
                          <a:latin typeface="Arial" panose="020B0604020202020204" pitchFamily="34" charset="0"/>
                        </a:defRPr>
                      </a:lvl4pPr>
                      <a:lvl5pPr>
                        <a:spcBef>
                          <a:spcPct val="20000"/>
                        </a:spcBef>
                        <a:buClr>
                          <a:schemeClr val="accent1"/>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tabLst/>
                      </a:pPr>
                      <a:r>
                        <a:rPr kumimoji="0" lang="en-US" altLang="vi-VN" sz="1600" b="0" i="0" u="none" strike="noStrike" cap="none" normalizeH="0" baseline="0" dirty="0">
                          <a:ln>
                            <a:noFill/>
                          </a:ln>
                          <a:solidFill>
                            <a:schemeClr val="tx1"/>
                          </a:solidFill>
                          <a:effectLst/>
                          <a:latin typeface="Arial" panose="020B0604020202020204" pitchFamily="34" charset="0"/>
                        </a:rPr>
                        <a:t>RAM </a:t>
                      </a:r>
                    </a:p>
                    <a:p>
                      <a:pPr marL="0" marR="0" lvl="0" indent="0" algn="ctr"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tabLst/>
                      </a:pPr>
                      <a:r>
                        <a:rPr kumimoji="0" lang="en-US" altLang="vi-VN" sz="1600" b="0" i="0" u="none" strike="noStrike" cap="none" normalizeH="0" baseline="0" dirty="0">
                          <a:ln>
                            <a:noFill/>
                          </a:ln>
                          <a:solidFill>
                            <a:schemeClr val="tx1"/>
                          </a:solidFill>
                          <a:effectLst/>
                          <a:latin typeface="Arial" panose="020B0604020202020204" pitchFamily="34" charset="0"/>
                        </a:rPr>
                        <a:t>Random Access Memory</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lvl1pPr>
                        <a:spcBef>
                          <a:spcPct val="20000"/>
                        </a:spcBef>
                        <a:buClr>
                          <a:schemeClr val="accent1"/>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300">
                          <a:solidFill>
                            <a:schemeClr val="tx1"/>
                          </a:solidFill>
                          <a:latin typeface="Arial" panose="020B0604020202020204" pitchFamily="34" charset="0"/>
                        </a:defRPr>
                      </a:lvl2pPr>
                      <a:lvl3pPr>
                        <a:spcBef>
                          <a:spcPct val="20000"/>
                        </a:spcBef>
                        <a:buClr>
                          <a:schemeClr val="accent1"/>
                        </a:buClr>
                        <a:buFont typeface="Wingdings" panose="05000000000000000000" pitchFamily="2" charset="2"/>
                        <a:defRPr sz="2100">
                          <a:solidFill>
                            <a:schemeClr val="tx1"/>
                          </a:solidFill>
                          <a:latin typeface="Arial" panose="020B0604020202020204" pitchFamily="34" charset="0"/>
                        </a:defRPr>
                      </a:lvl3pPr>
                      <a:lvl4pPr>
                        <a:spcBef>
                          <a:spcPct val="20000"/>
                        </a:spcBef>
                        <a:buClr>
                          <a:schemeClr val="accent1"/>
                        </a:buClr>
                        <a:defRPr>
                          <a:solidFill>
                            <a:schemeClr val="tx1"/>
                          </a:solidFill>
                          <a:latin typeface="Arial" panose="020B0604020202020204" pitchFamily="34" charset="0"/>
                        </a:defRPr>
                      </a:lvl4pPr>
                      <a:lvl5pPr>
                        <a:spcBef>
                          <a:spcPct val="20000"/>
                        </a:spcBef>
                        <a:buClr>
                          <a:schemeClr val="accent1"/>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tabLst/>
                      </a:pPr>
                      <a:r>
                        <a:rPr kumimoji="0" lang="en-US" altLang="vi-VN" sz="1600" b="0" i="0" u="none" strike="noStrike" cap="none" normalizeH="0" baseline="0" dirty="0">
                          <a:ln>
                            <a:noFill/>
                          </a:ln>
                          <a:solidFill>
                            <a:schemeClr val="tx1"/>
                          </a:solidFill>
                          <a:effectLst/>
                          <a:latin typeface="Arial" panose="020B0604020202020204" pitchFamily="34" charset="0"/>
                        </a:rPr>
                        <a:t>ROM</a:t>
                      </a:r>
                    </a:p>
                    <a:p>
                      <a:pPr marL="0" marR="0" lvl="0" indent="0" algn="ctr"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tabLst/>
                      </a:pPr>
                      <a:r>
                        <a:rPr kumimoji="0" lang="en-US" altLang="vi-VN" sz="1600" b="0" i="0" u="none" strike="noStrike" cap="none" normalizeH="0" baseline="0" dirty="0">
                          <a:ln>
                            <a:noFill/>
                          </a:ln>
                          <a:solidFill>
                            <a:schemeClr val="tx1"/>
                          </a:solidFill>
                          <a:effectLst/>
                          <a:latin typeface="Arial" panose="020B0604020202020204" pitchFamily="34" charset="0"/>
                        </a:rPr>
                        <a:t>Read Only Memory (read)</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548526087"/>
                  </a:ext>
                </a:extLst>
              </a:tr>
              <a:tr h="815975">
                <a:tc>
                  <a:txBody>
                    <a:bodyPr/>
                    <a:lstStyle>
                      <a:lvl1pPr>
                        <a:spcBef>
                          <a:spcPct val="20000"/>
                        </a:spcBef>
                        <a:buClr>
                          <a:schemeClr val="accent1"/>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300">
                          <a:solidFill>
                            <a:schemeClr val="tx1"/>
                          </a:solidFill>
                          <a:latin typeface="Arial" panose="020B0604020202020204" pitchFamily="34" charset="0"/>
                        </a:defRPr>
                      </a:lvl2pPr>
                      <a:lvl3pPr>
                        <a:spcBef>
                          <a:spcPct val="20000"/>
                        </a:spcBef>
                        <a:buClr>
                          <a:schemeClr val="accent1"/>
                        </a:buClr>
                        <a:buFont typeface="Wingdings" panose="05000000000000000000" pitchFamily="2" charset="2"/>
                        <a:defRPr sz="2100">
                          <a:solidFill>
                            <a:schemeClr val="tx1"/>
                          </a:solidFill>
                          <a:latin typeface="Arial" panose="020B0604020202020204" pitchFamily="34" charset="0"/>
                        </a:defRPr>
                      </a:lvl3pPr>
                      <a:lvl4pPr>
                        <a:spcBef>
                          <a:spcPct val="20000"/>
                        </a:spcBef>
                        <a:buClr>
                          <a:schemeClr val="accent1"/>
                        </a:buClr>
                        <a:defRPr>
                          <a:solidFill>
                            <a:schemeClr val="tx1"/>
                          </a:solidFill>
                          <a:latin typeface="Arial" panose="020B0604020202020204" pitchFamily="34" charset="0"/>
                        </a:defRPr>
                      </a:lvl4pPr>
                      <a:lvl5pPr>
                        <a:spcBef>
                          <a:spcPct val="20000"/>
                        </a:spcBef>
                        <a:buClr>
                          <a:schemeClr val="accent1"/>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tabLst/>
                      </a:pPr>
                      <a:r>
                        <a:rPr kumimoji="0" lang="en-US" altLang="vi-VN" sz="2000" b="0" i="0" u="none" strike="noStrike" cap="none" normalizeH="0" baseline="0">
                          <a:ln>
                            <a:noFill/>
                          </a:ln>
                          <a:solidFill>
                            <a:schemeClr val="tx1"/>
                          </a:solidFill>
                          <a:effectLst/>
                          <a:latin typeface="Arial" panose="020B0604020202020204" pitchFamily="34" charset="0"/>
                        </a:rPr>
                        <a:t>This memory can be read from and written to.</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300">
                          <a:solidFill>
                            <a:schemeClr val="tx1"/>
                          </a:solidFill>
                          <a:latin typeface="Arial" panose="020B0604020202020204" pitchFamily="34" charset="0"/>
                        </a:defRPr>
                      </a:lvl2pPr>
                      <a:lvl3pPr>
                        <a:spcBef>
                          <a:spcPct val="20000"/>
                        </a:spcBef>
                        <a:buClr>
                          <a:schemeClr val="accent1"/>
                        </a:buClr>
                        <a:buFont typeface="Wingdings" panose="05000000000000000000" pitchFamily="2" charset="2"/>
                        <a:defRPr sz="2100">
                          <a:solidFill>
                            <a:schemeClr val="tx1"/>
                          </a:solidFill>
                          <a:latin typeface="Arial" panose="020B0604020202020204" pitchFamily="34" charset="0"/>
                        </a:defRPr>
                      </a:lvl3pPr>
                      <a:lvl4pPr>
                        <a:spcBef>
                          <a:spcPct val="20000"/>
                        </a:spcBef>
                        <a:buClr>
                          <a:schemeClr val="accent1"/>
                        </a:buClr>
                        <a:defRPr>
                          <a:solidFill>
                            <a:schemeClr val="tx1"/>
                          </a:solidFill>
                          <a:latin typeface="Arial" panose="020B0604020202020204" pitchFamily="34" charset="0"/>
                        </a:defRPr>
                      </a:lvl4pPr>
                      <a:lvl5pPr>
                        <a:spcBef>
                          <a:spcPct val="20000"/>
                        </a:spcBef>
                        <a:buClr>
                          <a:schemeClr val="accent1"/>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tabLst/>
                      </a:pPr>
                      <a:r>
                        <a:rPr kumimoji="0" lang="en-US" altLang="vi-VN" sz="2000" b="0" i="0" u="none" strike="noStrike" cap="none" normalizeH="0" baseline="0">
                          <a:ln>
                            <a:noFill/>
                          </a:ln>
                          <a:solidFill>
                            <a:schemeClr val="tx1"/>
                          </a:solidFill>
                          <a:effectLst/>
                          <a:latin typeface="Arial" panose="020B0604020202020204" pitchFamily="34" charset="0"/>
                        </a:rPr>
                        <a:t>This memory can be read only</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87922712"/>
                  </a:ext>
                </a:extLst>
              </a:tr>
              <a:tr h="557213">
                <a:tc>
                  <a:txBody>
                    <a:bodyPr/>
                    <a:lstStyle>
                      <a:lvl1pPr>
                        <a:spcBef>
                          <a:spcPct val="20000"/>
                        </a:spcBef>
                        <a:buClr>
                          <a:schemeClr val="accent1"/>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300">
                          <a:solidFill>
                            <a:schemeClr val="tx1"/>
                          </a:solidFill>
                          <a:latin typeface="Arial" panose="020B0604020202020204" pitchFamily="34" charset="0"/>
                        </a:defRPr>
                      </a:lvl2pPr>
                      <a:lvl3pPr>
                        <a:spcBef>
                          <a:spcPct val="20000"/>
                        </a:spcBef>
                        <a:buClr>
                          <a:schemeClr val="accent1"/>
                        </a:buClr>
                        <a:buFont typeface="Wingdings" panose="05000000000000000000" pitchFamily="2" charset="2"/>
                        <a:defRPr sz="2100">
                          <a:solidFill>
                            <a:schemeClr val="tx1"/>
                          </a:solidFill>
                          <a:latin typeface="Arial" panose="020B0604020202020204" pitchFamily="34" charset="0"/>
                        </a:defRPr>
                      </a:lvl3pPr>
                      <a:lvl4pPr>
                        <a:spcBef>
                          <a:spcPct val="20000"/>
                        </a:spcBef>
                        <a:buClr>
                          <a:schemeClr val="accent1"/>
                        </a:buClr>
                        <a:defRPr>
                          <a:solidFill>
                            <a:schemeClr val="tx1"/>
                          </a:solidFill>
                          <a:latin typeface="Arial" panose="020B0604020202020204" pitchFamily="34" charset="0"/>
                        </a:defRPr>
                      </a:lvl4pPr>
                      <a:lvl5pPr>
                        <a:spcBef>
                          <a:spcPct val="20000"/>
                        </a:spcBef>
                        <a:buClr>
                          <a:schemeClr val="accent1"/>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tabLst/>
                      </a:pPr>
                      <a:r>
                        <a:rPr kumimoji="0" lang="en-US" altLang="vi-VN" sz="2000" b="0" i="0" u="none" strike="noStrike" cap="none" normalizeH="0" baseline="0">
                          <a:ln>
                            <a:noFill/>
                          </a:ln>
                          <a:solidFill>
                            <a:schemeClr val="tx1"/>
                          </a:solidFill>
                          <a:effectLst/>
                          <a:latin typeface="Arial" panose="020B0604020202020204" pitchFamily="34" charset="0"/>
                        </a:rPr>
                        <a:t>Storing all user’s programs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300">
                          <a:solidFill>
                            <a:schemeClr val="tx1"/>
                          </a:solidFill>
                          <a:latin typeface="Arial" panose="020B0604020202020204" pitchFamily="34" charset="0"/>
                        </a:defRPr>
                      </a:lvl2pPr>
                      <a:lvl3pPr>
                        <a:spcBef>
                          <a:spcPct val="20000"/>
                        </a:spcBef>
                        <a:buClr>
                          <a:schemeClr val="accent1"/>
                        </a:buClr>
                        <a:buFont typeface="Wingdings" panose="05000000000000000000" pitchFamily="2" charset="2"/>
                        <a:defRPr sz="2100">
                          <a:solidFill>
                            <a:schemeClr val="tx1"/>
                          </a:solidFill>
                          <a:latin typeface="Arial" panose="020B0604020202020204" pitchFamily="34" charset="0"/>
                        </a:defRPr>
                      </a:lvl3pPr>
                      <a:lvl4pPr>
                        <a:spcBef>
                          <a:spcPct val="20000"/>
                        </a:spcBef>
                        <a:buClr>
                          <a:schemeClr val="accent1"/>
                        </a:buClr>
                        <a:defRPr>
                          <a:solidFill>
                            <a:schemeClr val="tx1"/>
                          </a:solidFill>
                          <a:latin typeface="Arial" panose="020B0604020202020204" pitchFamily="34" charset="0"/>
                        </a:defRPr>
                      </a:lvl4pPr>
                      <a:lvl5pPr>
                        <a:spcBef>
                          <a:spcPct val="20000"/>
                        </a:spcBef>
                        <a:buClr>
                          <a:schemeClr val="accent1"/>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tabLst/>
                      </a:pPr>
                      <a:r>
                        <a:rPr kumimoji="0" lang="en-US" altLang="vi-VN" sz="2000" b="0" i="0" u="none" strike="noStrike" cap="none" normalizeH="0" baseline="0">
                          <a:ln>
                            <a:noFill/>
                          </a:ln>
                          <a:solidFill>
                            <a:schemeClr val="tx1"/>
                          </a:solidFill>
                          <a:effectLst/>
                          <a:latin typeface="Arial" panose="020B0604020202020204" pitchFamily="34" charset="0"/>
                        </a:rPr>
                        <a:t>Storing all system’s program</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857399655"/>
                  </a:ext>
                </a:extLst>
              </a:tr>
              <a:tr h="1173163">
                <a:tc>
                  <a:txBody>
                    <a:bodyPr/>
                    <a:lstStyle>
                      <a:lvl1pPr>
                        <a:spcBef>
                          <a:spcPct val="20000"/>
                        </a:spcBef>
                        <a:buClr>
                          <a:schemeClr val="accent1"/>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300">
                          <a:solidFill>
                            <a:schemeClr val="tx1"/>
                          </a:solidFill>
                          <a:latin typeface="Arial" panose="020B0604020202020204" pitchFamily="34" charset="0"/>
                        </a:defRPr>
                      </a:lvl2pPr>
                      <a:lvl3pPr>
                        <a:spcBef>
                          <a:spcPct val="20000"/>
                        </a:spcBef>
                        <a:buClr>
                          <a:schemeClr val="accent1"/>
                        </a:buClr>
                        <a:buFont typeface="Wingdings" panose="05000000000000000000" pitchFamily="2" charset="2"/>
                        <a:defRPr sz="2100">
                          <a:solidFill>
                            <a:schemeClr val="tx1"/>
                          </a:solidFill>
                          <a:latin typeface="Arial" panose="020B0604020202020204" pitchFamily="34" charset="0"/>
                        </a:defRPr>
                      </a:lvl3pPr>
                      <a:lvl4pPr>
                        <a:spcBef>
                          <a:spcPct val="20000"/>
                        </a:spcBef>
                        <a:buClr>
                          <a:schemeClr val="accent1"/>
                        </a:buClr>
                        <a:defRPr>
                          <a:solidFill>
                            <a:schemeClr val="tx1"/>
                          </a:solidFill>
                          <a:latin typeface="Arial" panose="020B0604020202020204" pitchFamily="34" charset="0"/>
                        </a:defRPr>
                      </a:lvl4pPr>
                      <a:lvl5pPr>
                        <a:spcBef>
                          <a:spcPct val="20000"/>
                        </a:spcBef>
                        <a:buClr>
                          <a:schemeClr val="accent1"/>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tabLst/>
                      </a:pPr>
                      <a:r>
                        <a:rPr kumimoji="0" lang="en-US" altLang="vi-VN" sz="2000" b="0" i="0" u="none" strike="noStrike" cap="none" normalizeH="0" baseline="0">
                          <a:ln>
                            <a:noFill/>
                          </a:ln>
                          <a:solidFill>
                            <a:schemeClr val="tx1"/>
                          </a:solidFill>
                          <a:effectLst/>
                          <a:latin typeface="Arial" panose="020B0604020202020204" pitchFamily="34" charset="0"/>
                        </a:rPr>
                        <a:t>Entire contents will be lost if power is switched off.</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300">
                          <a:solidFill>
                            <a:schemeClr val="tx1"/>
                          </a:solidFill>
                          <a:latin typeface="Arial" panose="020B0604020202020204" pitchFamily="34" charset="0"/>
                        </a:defRPr>
                      </a:lvl2pPr>
                      <a:lvl3pPr>
                        <a:spcBef>
                          <a:spcPct val="20000"/>
                        </a:spcBef>
                        <a:buClr>
                          <a:schemeClr val="accent1"/>
                        </a:buClr>
                        <a:buFont typeface="Wingdings" panose="05000000000000000000" pitchFamily="2" charset="2"/>
                        <a:defRPr sz="2100">
                          <a:solidFill>
                            <a:schemeClr val="tx1"/>
                          </a:solidFill>
                          <a:latin typeface="Arial" panose="020B0604020202020204" pitchFamily="34" charset="0"/>
                        </a:defRPr>
                      </a:lvl3pPr>
                      <a:lvl4pPr>
                        <a:spcBef>
                          <a:spcPct val="20000"/>
                        </a:spcBef>
                        <a:buClr>
                          <a:schemeClr val="accent1"/>
                        </a:buClr>
                        <a:defRPr>
                          <a:solidFill>
                            <a:schemeClr val="tx1"/>
                          </a:solidFill>
                          <a:latin typeface="Arial" panose="020B0604020202020204" pitchFamily="34" charset="0"/>
                        </a:defRPr>
                      </a:lvl4pPr>
                      <a:lvl5pPr>
                        <a:spcBef>
                          <a:spcPct val="20000"/>
                        </a:spcBef>
                        <a:buClr>
                          <a:schemeClr val="accent1"/>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tabLst/>
                      </a:pPr>
                      <a:r>
                        <a:rPr kumimoji="0" lang="en-US" altLang="vi-VN" sz="2000" b="0" i="0" u="none" strike="noStrike" cap="none" normalizeH="0" baseline="0" dirty="0">
                          <a:ln>
                            <a:noFill/>
                          </a:ln>
                          <a:solidFill>
                            <a:schemeClr val="tx1"/>
                          </a:solidFill>
                          <a:effectLst/>
                          <a:latin typeface="Arial" panose="020B0604020202020204" pitchFamily="34" charset="0"/>
                        </a:rPr>
                        <a:t>Memory content remain when the power is switched off.</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335791673"/>
                  </a:ext>
                </a:extLst>
              </a:tr>
            </a:tbl>
          </a:graphicData>
        </a:graphic>
      </p:graphicFrame>
      <p:sp>
        <p:nvSpPr>
          <p:cNvPr id="55324" name="Rectangle 28">
            <a:extLst>
              <a:ext uri="{FF2B5EF4-FFF2-40B4-BE49-F238E27FC236}">
                <a16:creationId xmlns:a16="http://schemas.microsoft.com/office/drawing/2014/main" id="{408956B7-38A4-4B5A-AB26-C8FC107B8746}"/>
              </a:ext>
            </a:extLst>
          </p:cNvPr>
          <p:cNvSpPr>
            <a:spLocks noChangeArrowheads="1"/>
          </p:cNvSpPr>
          <p:nvPr/>
        </p:nvSpPr>
        <p:spPr bwMode="auto">
          <a:xfrm>
            <a:off x="3279464" y="152401"/>
            <a:ext cx="6702736" cy="411163"/>
          </a:xfrm>
          <a:prstGeom prst="rect">
            <a:avLst/>
          </a:prstGeom>
          <a:solidFill>
            <a:schemeClr val="accent1">
              <a:lumMod val="40000"/>
              <a:lumOff val="60000"/>
            </a:schemeClr>
          </a:solidFill>
          <a:ln>
            <a:noFill/>
          </a:ln>
          <a:effectLst/>
        </p:spPr>
        <p:txBody>
          <a:bodyPr anchor="ctr"/>
          <a:lstStyle>
            <a:lvl1pPr>
              <a:defRPr sz="3800">
                <a:solidFill>
                  <a:schemeClr val="tx2"/>
                </a:solidFill>
                <a:latin typeface="Arial" panose="020B0604020202020204" pitchFamily="34" charset="0"/>
              </a:defRPr>
            </a:lvl1pPr>
            <a:lvl2pPr>
              <a:defRPr sz="3800">
                <a:solidFill>
                  <a:schemeClr val="tx2"/>
                </a:solidFill>
                <a:latin typeface="Arial" panose="020B0604020202020204" pitchFamily="34" charset="0"/>
              </a:defRPr>
            </a:lvl2pPr>
            <a:lvl3pPr>
              <a:defRPr sz="3800">
                <a:solidFill>
                  <a:schemeClr val="tx2"/>
                </a:solidFill>
                <a:latin typeface="Arial" panose="020B0604020202020204" pitchFamily="34" charset="0"/>
              </a:defRPr>
            </a:lvl3pPr>
            <a:lvl4pPr>
              <a:defRPr sz="3800">
                <a:solidFill>
                  <a:schemeClr val="tx2"/>
                </a:solidFill>
                <a:latin typeface="Arial" panose="020B0604020202020204" pitchFamily="34" charset="0"/>
              </a:defRPr>
            </a:lvl4pPr>
            <a:lvl5pPr>
              <a:defRPr sz="3800">
                <a:solidFill>
                  <a:schemeClr val="tx2"/>
                </a:solidFill>
                <a:latin typeface="Arial" panose="020B0604020202020204" pitchFamily="34" charset="0"/>
              </a:defRPr>
            </a:lvl5pPr>
            <a:lvl6pPr marL="457200" fontAlgn="base">
              <a:spcBef>
                <a:spcPct val="0"/>
              </a:spcBef>
              <a:spcAft>
                <a:spcPct val="0"/>
              </a:spcAft>
              <a:defRPr sz="3800">
                <a:solidFill>
                  <a:schemeClr val="tx2"/>
                </a:solidFill>
                <a:latin typeface="Arial" panose="020B0604020202020204" pitchFamily="34" charset="0"/>
              </a:defRPr>
            </a:lvl6pPr>
            <a:lvl7pPr marL="914400" fontAlgn="base">
              <a:spcBef>
                <a:spcPct val="0"/>
              </a:spcBef>
              <a:spcAft>
                <a:spcPct val="0"/>
              </a:spcAft>
              <a:defRPr sz="3800">
                <a:solidFill>
                  <a:schemeClr val="tx2"/>
                </a:solidFill>
                <a:latin typeface="Arial" panose="020B0604020202020204" pitchFamily="34" charset="0"/>
              </a:defRPr>
            </a:lvl7pPr>
            <a:lvl8pPr marL="1371600" fontAlgn="base">
              <a:spcBef>
                <a:spcPct val="0"/>
              </a:spcBef>
              <a:spcAft>
                <a:spcPct val="0"/>
              </a:spcAft>
              <a:defRPr sz="3800">
                <a:solidFill>
                  <a:schemeClr val="tx2"/>
                </a:solidFill>
                <a:latin typeface="Arial" panose="020B0604020202020204" pitchFamily="34" charset="0"/>
              </a:defRPr>
            </a:lvl8pPr>
            <a:lvl9pPr marL="1828800" fontAlgn="base">
              <a:spcBef>
                <a:spcPct val="0"/>
              </a:spcBef>
              <a:spcAft>
                <a:spcPct val="0"/>
              </a:spcAft>
              <a:defRPr sz="3800">
                <a:solidFill>
                  <a:schemeClr val="tx2"/>
                </a:solidFill>
                <a:latin typeface="Arial" panose="020B0604020202020204" pitchFamily="34" charset="0"/>
              </a:defRPr>
            </a:lvl9pPr>
          </a:lstStyle>
          <a:p>
            <a:pPr eaLnBrk="1" hangingPunct="1"/>
            <a:r>
              <a:rPr lang="en-US" altLang="vi-VN" sz="2800" b="1" dirty="0">
                <a:latin typeface="Times New Roman" panose="02020603050405020304" pitchFamily="18" charset="0"/>
                <a:cs typeface="Times New Roman" panose="02020603050405020304" pitchFamily="18" charset="0"/>
              </a:rPr>
              <a:t>3.1.1      FUNCTION OF EACH BLOCK:</a:t>
            </a:r>
          </a:p>
        </p:txBody>
      </p:sp>
      <p:pic>
        <p:nvPicPr>
          <p:cNvPr id="5" name="Picture 4">
            <a:extLst>
              <a:ext uri="{FF2B5EF4-FFF2-40B4-BE49-F238E27FC236}">
                <a16:creationId xmlns:a16="http://schemas.microsoft.com/office/drawing/2014/main" id="{57CEB450-CB29-486C-BE65-2B834800D8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001" y="50721"/>
            <a:ext cx="2851037" cy="869371"/>
          </a:xfrm>
          <a:prstGeom prst="rect">
            <a:avLst/>
          </a:prstGeom>
        </p:spPr>
      </p:pic>
      <p:sp>
        <p:nvSpPr>
          <p:cNvPr id="6" name="Rectangle: Rounded Corners 5">
            <a:extLst>
              <a:ext uri="{FF2B5EF4-FFF2-40B4-BE49-F238E27FC236}">
                <a16:creationId xmlns:a16="http://schemas.microsoft.com/office/drawing/2014/main" id="{729CE150-3737-451F-AE9E-D676053E752F}"/>
              </a:ext>
            </a:extLst>
          </p:cNvPr>
          <p:cNvSpPr/>
          <p:nvPr/>
        </p:nvSpPr>
        <p:spPr>
          <a:xfrm>
            <a:off x="55002" y="6435176"/>
            <a:ext cx="12079705" cy="323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dirty="0">
                <a:solidFill>
                  <a:schemeClr val="bg1"/>
                </a:solidFill>
                <a:latin typeface="Times New Roman" panose="02020603050405020304" pitchFamily="18" charset="0"/>
                <a:cs typeface="Times New Roman" panose="02020603050405020304" pitchFamily="18" charset="0"/>
              </a:rPr>
              <a:t> PLC Programming                      1. AN INTRODUCTION TO PROGRAMABLE LOGIC CONTROLLERS</a:t>
            </a:r>
            <a:endParaRPr lang="vi-VN" sz="1800" dirty="0">
              <a:solidFill>
                <a:schemeClr val="bg1"/>
              </a:solidFill>
              <a:latin typeface="Times New Roman" panose="02020603050405020304" pitchFamily="18"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46C14123-C898-4A89-B54A-81F844F573E3}"/>
              </a:ext>
            </a:extLst>
          </p:cNvPr>
          <p:cNvSpPr>
            <a:spLocks noGrp="1"/>
          </p:cNvSpPr>
          <p:nvPr>
            <p:ph type="sldNum" sz="quarter" idx="12"/>
          </p:nvPr>
        </p:nvSpPr>
        <p:spPr>
          <a:xfrm>
            <a:off x="9049011" y="6435176"/>
            <a:ext cx="2743200" cy="365125"/>
          </a:xfrm>
        </p:spPr>
        <p:txBody>
          <a:bodyPr/>
          <a:lstStyle/>
          <a:p>
            <a:fld id="{7922E462-5D99-474A-8333-BF14A8734AA9}" type="slidenum">
              <a:rPr lang="vi-VN" sz="1400" smtClean="0">
                <a:solidFill>
                  <a:schemeClr val="bg1"/>
                </a:solidFill>
                <a:latin typeface="Times New Roman" panose="02020603050405020304" pitchFamily="18" charset="0"/>
                <a:cs typeface="Times New Roman" panose="02020603050405020304" pitchFamily="18" charset="0"/>
              </a:rPr>
              <a:t>42</a:t>
            </a:fld>
            <a:endParaRPr lang="vi-VN" sz="140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C0D7159B-FF47-465F-8026-A12FA9369DFB}"/>
              </a:ext>
            </a:extLst>
          </p:cNvPr>
          <p:cNvSpPr>
            <a:spLocks noGrp="1" noChangeArrowheads="1"/>
          </p:cNvSpPr>
          <p:nvPr>
            <p:ph type="title"/>
          </p:nvPr>
        </p:nvSpPr>
        <p:spPr>
          <a:xfrm>
            <a:off x="1905000" y="914400"/>
            <a:ext cx="8229600" cy="533400"/>
          </a:xfrm>
        </p:spPr>
        <p:txBody>
          <a:bodyPr/>
          <a:lstStyle/>
          <a:p>
            <a:r>
              <a:rPr lang="en-US" altLang="vi-VN" sz="3200" b="1">
                <a:solidFill>
                  <a:srgbClr val="0000FF"/>
                </a:solidFill>
                <a:latin typeface="Times New Roman" panose="02020603050405020304" pitchFamily="18" charset="0"/>
                <a:cs typeface="Times New Roman" panose="02020603050405020304" pitchFamily="18" charset="0"/>
              </a:rPr>
              <a:t>c.  Input/ Output (</a:t>
            </a:r>
            <a:r>
              <a:rPr lang="en-US" altLang="vi-VN" sz="3200" b="1" i="1">
                <a:solidFill>
                  <a:srgbClr val="0000FF"/>
                </a:solidFill>
                <a:latin typeface="Times New Roman" panose="02020603050405020304" pitchFamily="18" charset="0"/>
                <a:cs typeface="Times New Roman" panose="02020603050405020304" pitchFamily="18" charset="0"/>
              </a:rPr>
              <a:t>I/O)</a:t>
            </a:r>
            <a:r>
              <a:rPr lang="en-US" altLang="vi-VN" sz="3200" b="1">
                <a:solidFill>
                  <a:srgbClr val="0000FF"/>
                </a:solidFill>
                <a:latin typeface="Times New Roman" panose="02020603050405020304" pitchFamily="18" charset="0"/>
                <a:cs typeface="Times New Roman" panose="02020603050405020304" pitchFamily="18" charset="0"/>
              </a:rPr>
              <a:t> Unit</a:t>
            </a:r>
          </a:p>
        </p:txBody>
      </p:sp>
      <p:sp>
        <p:nvSpPr>
          <p:cNvPr id="62467" name="Rectangle 3">
            <a:extLst>
              <a:ext uri="{FF2B5EF4-FFF2-40B4-BE49-F238E27FC236}">
                <a16:creationId xmlns:a16="http://schemas.microsoft.com/office/drawing/2014/main" id="{02B5E777-A693-4792-8CB0-D3EBEA65FC8E}"/>
              </a:ext>
            </a:extLst>
          </p:cNvPr>
          <p:cNvSpPr>
            <a:spLocks noGrp="1" noChangeArrowheads="1"/>
          </p:cNvSpPr>
          <p:nvPr>
            <p:ph type="body" idx="1"/>
          </p:nvPr>
        </p:nvSpPr>
        <p:spPr>
          <a:xfrm>
            <a:off x="2057400" y="2057400"/>
            <a:ext cx="7391400" cy="4038600"/>
          </a:xfrm>
        </p:spPr>
        <p:txBody>
          <a:bodyPr/>
          <a:lstStyle/>
          <a:p>
            <a:pPr>
              <a:lnSpc>
                <a:spcPct val="90000"/>
              </a:lnSpc>
            </a:pPr>
            <a:r>
              <a:rPr lang="en-US" altLang="vi-VN" sz="2400" b="1">
                <a:solidFill>
                  <a:srgbClr val="FF0000"/>
                </a:solidFill>
                <a:latin typeface="Times New Roman" panose="02020603050405020304" pitchFamily="18" charset="0"/>
                <a:cs typeface="Times New Roman" panose="02020603050405020304" pitchFamily="18" charset="0"/>
              </a:rPr>
              <a:t>Input Unit:</a:t>
            </a:r>
          </a:p>
          <a:p>
            <a:pPr>
              <a:lnSpc>
                <a:spcPct val="90000"/>
              </a:lnSpc>
              <a:buFont typeface="Wingdings" panose="05000000000000000000" pitchFamily="2" charset="2"/>
              <a:buNone/>
            </a:pPr>
            <a:r>
              <a:rPr lang="en-US" altLang="vi-VN" sz="2400">
                <a:latin typeface="Times New Roman" panose="02020603050405020304" pitchFamily="18" charset="0"/>
                <a:cs typeface="Times New Roman" panose="02020603050405020304" pitchFamily="18" charset="0"/>
              </a:rPr>
              <a:t>	Function as a medium that connects the external input devices </a:t>
            </a:r>
          </a:p>
          <a:p>
            <a:pPr>
              <a:lnSpc>
                <a:spcPct val="90000"/>
              </a:lnSpc>
              <a:buFont typeface="Wingdings" panose="05000000000000000000" pitchFamily="2" charset="2"/>
              <a:buNone/>
            </a:pPr>
            <a:r>
              <a:rPr lang="en-US" altLang="vi-VN" sz="2400">
                <a:latin typeface="Times New Roman" panose="02020603050405020304" pitchFamily="18" charset="0"/>
                <a:cs typeface="Times New Roman" panose="02020603050405020304" pitchFamily="18" charset="0"/>
              </a:rPr>
              <a:t>    </a:t>
            </a:r>
            <a:r>
              <a:rPr lang="en-US" altLang="vi-VN" sz="2400">
                <a:solidFill>
                  <a:srgbClr val="0000FF"/>
                </a:solidFill>
                <a:latin typeface="Times New Roman" panose="02020603050405020304" pitchFamily="18" charset="0"/>
                <a:cs typeface="Times New Roman" panose="02020603050405020304" pitchFamily="18" charset="0"/>
              </a:rPr>
              <a:t>(Switch, sensor &amp; timer)</a:t>
            </a:r>
          </a:p>
          <a:p>
            <a:pPr>
              <a:lnSpc>
                <a:spcPct val="90000"/>
              </a:lnSpc>
              <a:buFont typeface="Wingdings" panose="05000000000000000000" pitchFamily="2" charset="2"/>
              <a:buNone/>
            </a:pPr>
            <a:endParaRPr lang="en-US" altLang="vi-VN" sz="2400">
              <a:solidFill>
                <a:srgbClr val="0000FF"/>
              </a:solidFill>
              <a:latin typeface="Times New Roman" panose="02020603050405020304" pitchFamily="18" charset="0"/>
              <a:cs typeface="Times New Roman" panose="02020603050405020304" pitchFamily="18" charset="0"/>
            </a:endParaRPr>
          </a:p>
          <a:p>
            <a:pPr>
              <a:lnSpc>
                <a:spcPct val="90000"/>
              </a:lnSpc>
            </a:pPr>
            <a:r>
              <a:rPr lang="en-US" altLang="vi-VN" sz="2400" b="1">
                <a:solidFill>
                  <a:srgbClr val="FF0000"/>
                </a:solidFill>
                <a:latin typeface="Times New Roman" panose="02020603050405020304" pitchFamily="18" charset="0"/>
                <a:cs typeface="Times New Roman" panose="02020603050405020304" pitchFamily="18" charset="0"/>
              </a:rPr>
              <a:t>Output Unit:</a:t>
            </a:r>
          </a:p>
          <a:p>
            <a:pPr>
              <a:lnSpc>
                <a:spcPct val="90000"/>
              </a:lnSpc>
              <a:buFont typeface="Wingdings" panose="05000000000000000000" pitchFamily="2" charset="2"/>
              <a:buNone/>
            </a:pPr>
            <a:r>
              <a:rPr lang="en-US" altLang="vi-VN" sz="2400">
                <a:latin typeface="Times New Roman" panose="02020603050405020304" pitchFamily="18" charset="0"/>
                <a:cs typeface="Times New Roman" panose="02020603050405020304" pitchFamily="18" charset="0"/>
              </a:rPr>
              <a:t>	Function as a medium that connects the external output devices to the CPU within PLC.</a:t>
            </a:r>
          </a:p>
          <a:p>
            <a:pPr>
              <a:lnSpc>
                <a:spcPct val="90000"/>
              </a:lnSpc>
              <a:buFont typeface="Wingdings" panose="05000000000000000000" pitchFamily="2" charset="2"/>
              <a:buNone/>
            </a:pPr>
            <a:r>
              <a:rPr lang="en-US" altLang="vi-VN" sz="2400">
                <a:latin typeface="Times New Roman" panose="02020603050405020304" pitchFamily="18" charset="0"/>
                <a:cs typeface="Times New Roman" panose="02020603050405020304" pitchFamily="18" charset="0"/>
              </a:rPr>
              <a:t>	</a:t>
            </a:r>
            <a:r>
              <a:rPr lang="en-US" altLang="vi-VN" sz="2400">
                <a:solidFill>
                  <a:srgbClr val="0000FF"/>
                </a:solidFill>
                <a:latin typeface="Times New Roman" panose="02020603050405020304" pitchFamily="18" charset="0"/>
                <a:cs typeface="Times New Roman" panose="02020603050405020304" pitchFamily="18" charset="0"/>
              </a:rPr>
              <a:t>( Lamp, motor &amp; solenoid )</a:t>
            </a:r>
            <a:endParaRPr lang="en-US" altLang="vi-VN" sz="2400">
              <a:latin typeface="Times New Roman" panose="02020603050405020304" pitchFamily="18" charset="0"/>
              <a:cs typeface="Times New Roman" panose="02020603050405020304" pitchFamily="18" charset="0"/>
            </a:endParaRPr>
          </a:p>
        </p:txBody>
      </p:sp>
      <p:sp>
        <p:nvSpPr>
          <p:cNvPr id="62468" name="Rectangle 4">
            <a:extLst>
              <a:ext uri="{FF2B5EF4-FFF2-40B4-BE49-F238E27FC236}">
                <a16:creationId xmlns:a16="http://schemas.microsoft.com/office/drawing/2014/main" id="{A677D058-E9F5-4898-9D00-1224CA7094AA}"/>
              </a:ext>
            </a:extLst>
          </p:cNvPr>
          <p:cNvSpPr>
            <a:spLocks noChangeArrowheads="1"/>
          </p:cNvSpPr>
          <p:nvPr/>
        </p:nvSpPr>
        <p:spPr bwMode="auto">
          <a:xfrm>
            <a:off x="3025082" y="118025"/>
            <a:ext cx="6880917" cy="411163"/>
          </a:xfrm>
          <a:prstGeom prst="rect">
            <a:avLst/>
          </a:prstGeom>
          <a:solidFill>
            <a:schemeClr val="accent1">
              <a:lumMod val="40000"/>
              <a:lumOff val="60000"/>
            </a:schemeClr>
          </a:solidFill>
          <a:ln>
            <a:noFill/>
          </a:ln>
          <a:effectLst/>
        </p:spPr>
        <p:txBody>
          <a:bodyPr anchor="ctr"/>
          <a:lstStyle>
            <a:lvl1pPr>
              <a:defRPr sz="3800">
                <a:solidFill>
                  <a:schemeClr val="tx2"/>
                </a:solidFill>
                <a:latin typeface="Arial" panose="020B0604020202020204" pitchFamily="34" charset="0"/>
              </a:defRPr>
            </a:lvl1pPr>
            <a:lvl2pPr>
              <a:defRPr sz="3800">
                <a:solidFill>
                  <a:schemeClr val="tx2"/>
                </a:solidFill>
                <a:latin typeface="Arial" panose="020B0604020202020204" pitchFamily="34" charset="0"/>
              </a:defRPr>
            </a:lvl2pPr>
            <a:lvl3pPr>
              <a:defRPr sz="3800">
                <a:solidFill>
                  <a:schemeClr val="tx2"/>
                </a:solidFill>
                <a:latin typeface="Arial" panose="020B0604020202020204" pitchFamily="34" charset="0"/>
              </a:defRPr>
            </a:lvl3pPr>
            <a:lvl4pPr>
              <a:defRPr sz="3800">
                <a:solidFill>
                  <a:schemeClr val="tx2"/>
                </a:solidFill>
                <a:latin typeface="Arial" panose="020B0604020202020204" pitchFamily="34" charset="0"/>
              </a:defRPr>
            </a:lvl4pPr>
            <a:lvl5pPr>
              <a:defRPr sz="3800">
                <a:solidFill>
                  <a:schemeClr val="tx2"/>
                </a:solidFill>
                <a:latin typeface="Arial" panose="020B0604020202020204" pitchFamily="34" charset="0"/>
              </a:defRPr>
            </a:lvl5pPr>
            <a:lvl6pPr marL="457200" fontAlgn="base">
              <a:spcBef>
                <a:spcPct val="0"/>
              </a:spcBef>
              <a:spcAft>
                <a:spcPct val="0"/>
              </a:spcAft>
              <a:defRPr sz="3800">
                <a:solidFill>
                  <a:schemeClr val="tx2"/>
                </a:solidFill>
                <a:latin typeface="Arial" panose="020B0604020202020204" pitchFamily="34" charset="0"/>
              </a:defRPr>
            </a:lvl6pPr>
            <a:lvl7pPr marL="914400" fontAlgn="base">
              <a:spcBef>
                <a:spcPct val="0"/>
              </a:spcBef>
              <a:spcAft>
                <a:spcPct val="0"/>
              </a:spcAft>
              <a:defRPr sz="3800">
                <a:solidFill>
                  <a:schemeClr val="tx2"/>
                </a:solidFill>
                <a:latin typeface="Arial" panose="020B0604020202020204" pitchFamily="34" charset="0"/>
              </a:defRPr>
            </a:lvl7pPr>
            <a:lvl8pPr marL="1371600" fontAlgn="base">
              <a:spcBef>
                <a:spcPct val="0"/>
              </a:spcBef>
              <a:spcAft>
                <a:spcPct val="0"/>
              </a:spcAft>
              <a:defRPr sz="3800">
                <a:solidFill>
                  <a:schemeClr val="tx2"/>
                </a:solidFill>
                <a:latin typeface="Arial" panose="020B0604020202020204" pitchFamily="34" charset="0"/>
              </a:defRPr>
            </a:lvl8pPr>
            <a:lvl9pPr marL="1828800" fontAlgn="base">
              <a:spcBef>
                <a:spcPct val="0"/>
              </a:spcBef>
              <a:spcAft>
                <a:spcPct val="0"/>
              </a:spcAft>
              <a:defRPr sz="3800">
                <a:solidFill>
                  <a:schemeClr val="tx2"/>
                </a:solidFill>
                <a:latin typeface="Arial" panose="020B0604020202020204" pitchFamily="34" charset="0"/>
              </a:defRPr>
            </a:lvl9pPr>
          </a:lstStyle>
          <a:p>
            <a:pPr eaLnBrk="1" hangingPunct="1"/>
            <a:r>
              <a:rPr lang="en-US" altLang="vi-VN" sz="2400" b="1">
                <a:latin typeface="Times New Roman" panose="02020603050405020304" pitchFamily="18" charset="0"/>
                <a:cs typeface="Times New Roman" panose="02020603050405020304" pitchFamily="18" charset="0"/>
              </a:rPr>
              <a:t>3.1.1      FUNCTION OF EACH BLOCK:</a:t>
            </a:r>
          </a:p>
        </p:txBody>
      </p:sp>
      <p:pic>
        <p:nvPicPr>
          <p:cNvPr id="5" name="Picture 4">
            <a:extLst>
              <a:ext uri="{FF2B5EF4-FFF2-40B4-BE49-F238E27FC236}">
                <a16:creationId xmlns:a16="http://schemas.microsoft.com/office/drawing/2014/main" id="{C7694FDF-3709-4278-A823-58C9BE9F57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001" y="50721"/>
            <a:ext cx="2851037" cy="869371"/>
          </a:xfrm>
          <a:prstGeom prst="rect">
            <a:avLst/>
          </a:prstGeom>
        </p:spPr>
      </p:pic>
      <p:sp>
        <p:nvSpPr>
          <p:cNvPr id="6" name="Rectangle: Rounded Corners 5">
            <a:extLst>
              <a:ext uri="{FF2B5EF4-FFF2-40B4-BE49-F238E27FC236}">
                <a16:creationId xmlns:a16="http://schemas.microsoft.com/office/drawing/2014/main" id="{DBC2DDFF-A3F6-491E-938C-3EBF58C7F4FC}"/>
              </a:ext>
            </a:extLst>
          </p:cNvPr>
          <p:cNvSpPr/>
          <p:nvPr/>
        </p:nvSpPr>
        <p:spPr>
          <a:xfrm>
            <a:off x="55002" y="6435176"/>
            <a:ext cx="12079705" cy="323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dirty="0">
                <a:solidFill>
                  <a:schemeClr val="bg1"/>
                </a:solidFill>
                <a:latin typeface="Times New Roman" panose="02020603050405020304" pitchFamily="18" charset="0"/>
                <a:cs typeface="Times New Roman" panose="02020603050405020304" pitchFamily="18" charset="0"/>
              </a:rPr>
              <a:t> PLC Programming                      1. AN INTRODUCTION TO PROGRAMABLE LOGIC CONTROLLERS</a:t>
            </a:r>
            <a:endParaRPr lang="vi-VN" sz="1800" dirty="0">
              <a:solidFill>
                <a:schemeClr val="bg1"/>
              </a:solidFill>
              <a:latin typeface="Times New Roman" panose="02020603050405020304" pitchFamily="18"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79F1F0E7-BAC6-4B7F-9FE9-102D3EF2910C}"/>
              </a:ext>
            </a:extLst>
          </p:cNvPr>
          <p:cNvSpPr>
            <a:spLocks noGrp="1"/>
          </p:cNvSpPr>
          <p:nvPr>
            <p:ph type="sldNum" sz="quarter" idx="12"/>
          </p:nvPr>
        </p:nvSpPr>
        <p:spPr>
          <a:xfrm>
            <a:off x="9049011" y="6435176"/>
            <a:ext cx="2743200" cy="365125"/>
          </a:xfrm>
        </p:spPr>
        <p:txBody>
          <a:bodyPr/>
          <a:lstStyle/>
          <a:p>
            <a:fld id="{7922E462-5D99-474A-8333-BF14A8734AA9}" type="slidenum">
              <a:rPr lang="vi-VN" sz="1400" smtClean="0">
                <a:solidFill>
                  <a:schemeClr val="bg1"/>
                </a:solidFill>
                <a:latin typeface="Times New Roman" panose="02020603050405020304" pitchFamily="18" charset="0"/>
                <a:cs typeface="Times New Roman" panose="02020603050405020304" pitchFamily="18" charset="0"/>
              </a:rPr>
              <a:t>43</a:t>
            </a:fld>
            <a:endParaRPr lang="vi-VN" sz="14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9547126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492" name="Picture 4">
            <a:extLst>
              <a:ext uri="{FF2B5EF4-FFF2-40B4-BE49-F238E27FC236}">
                <a16:creationId xmlns:a16="http://schemas.microsoft.com/office/drawing/2014/main" id="{8CF62E51-6890-4F87-94F5-09C68A506F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39000" y="3429000"/>
            <a:ext cx="3048000" cy="266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3490" name="Rectangle 2">
            <a:extLst>
              <a:ext uri="{FF2B5EF4-FFF2-40B4-BE49-F238E27FC236}">
                <a16:creationId xmlns:a16="http://schemas.microsoft.com/office/drawing/2014/main" id="{C38E8C22-B41D-4C75-AF09-70DB514BDF8F}"/>
              </a:ext>
            </a:extLst>
          </p:cNvPr>
          <p:cNvSpPr>
            <a:spLocks noGrp="1" noChangeArrowheads="1"/>
          </p:cNvSpPr>
          <p:nvPr>
            <p:ph type="title"/>
          </p:nvPr>
        </p:nvSpPr>
        <p:spPr>
          <a:xfrm>
            <a:off x="2640073" y="381037"/>
            <a:ext cx="8229600" cy="411163"/>
          </a:xfrm>
        </p:spPr>
        <p:txBody>
          <a:bodyPr>
            <a:normAutofit fontScale="90000"/>
          </a:bodyPr>
          <a:lstStyle/>
          <a:p>
            <a:r>
              <a:rPr lang="en-US" altLang="vi-VN" sz="2800" b="1" dirty="0">
                <a:solidFill>
                  <a:srgbClr val="0000FF"/>
                </a:solidFill>
                <a:latin typeface="Times New Roman" panose="02020603050405020304" pitchFamily="18" charset="0"/>
                <a:cs typeface="Times New Roman" panose="02020603050405020304" pitchFamily="18" charset="0"/>
              </a:rPr>
              <a:t>d.	</a:t>
            </a:r>
            <a:r>
              <a:rPr lang="en-US" altLang="vi-VN" sz="2800" b="1" dirty="0">
                <a:latin typeface="Times New Roman" panose="02020603050405020304" pitchFamily="18" charset="0"/>
                <a:cs typeface="Times New Roman" panose="02020603050405020304" pitchFamily="18" charset="0"/>
              </a:rPr>
              <a:t>Display and Indicator Unit</a:t>
            </a:r>
          </a:p>
        </p:txBody>
      </p:sp>
      <p:sp>
        <p:nvSpPr>
          <p:cNvPr id="63491" name="Rectangle 3">
            <a:extLst>
              <a:ext uri="{FF2B5EF4-FFF2-40B4-BE49-F238E27FC236}">
                <a16:creationId xmlns:a16="http://schemas.microsoft.com/office/drawing/2014/main" id="{30363BF8-BCAF-421A-A734-A69C7F92C496}"/>
              </a:ext>
            </a:extLst>
          </p:cNvPr>
          <p:cNvSpPr>
            <a:spLocks noGrp="1" noChangeArrowheads="1"/>
          </p:cNvSpPr>
          <p:nvPr>
            <p:ph type="body" idx="1"/>
          </p:nvPr>
        </p:nvSpPr>
        <p:spPr>
          <a:xfrm>
            <a:off x="1981200" y="1219200"/>
            <a:ext cx="8229600" cy="3429000"/>
          </a:xfrm>
        </p:spPr>
        <p:txBody>
          <a:bodyPr/>
          <a:lstStyle/>
          <a:p>
            <a:pPr>
              <a:buFont typeface="Wingdings" panose="05000000000000000000" pitchFamily="2" charset="2"/>
              <a:buNone/>
            </a:pPr>
            <a:r>
              <a:rPr lang="en-US" altLang="vi-VN" sz="2000" dirty="0">
                <a:latin typeface="Times New Roman" panose="02020603050405020304" pitchFamily="18" charset="0"/>
                <a:cs typeface="Times New Roman" panose="02020603050405020304" pitchFamily="18" charset="0"/>
              </a:rPr>
              <a:t>Referring to PLC standard display Internal Relay: </a:t>
            </a:r>
          </a:p>
          <a:p>
            <a:r>
              <a:rPr lang="en-US" altLang="vi-VN" sz="2000" dirty="0">
                <a:solidFill>
                  <a:srgbClr val="FF0000"/>
                </a:solidFill>
                <a:latin typeface="Times New Roman" panose="02020603050405020304" pitchFamily="18" charset="0"/>
                <a:cs typeface="Times New Roman" panose="02020603050405020304" pitchFamily="18" charset="0"/>
              </a:rPr>
              <a:t>Console’s LCD Display</a:t>
            </a:r>
            <a:r>
              <a:rPr lang="en-US" altLang="vi-VN" sz="2000" dirty="0">
                <a:latin typeface="Times New Roman" panose="02020603050405020304" pitchFamily="18" charset="0"/>
                <a:cs typeface="Times New Roman" panose="02020603050405020304" pitchFamily="18" charset="0"/>
              </a:rPr>
              <a:t> </a:t>
            </a:r>
          </a:p>
          <a:p>
            <a:pPr>
              <a:buFont typeface="Wingdings" panose="05000000000000000000" pitchFamily="2" charset="2"/>
              <a:buNone/>
            </a:pPr>
            <a:r>
              <a:rPr lang="en-US" altLang="vi-VN" sz="2000" dirty="0">
                <a:latin typeface="Times New Roman" panose="02020603050405020304" pitchFamily="18" charset="0"/>
                <a:cs typeface="Times New Roman" panose="02020603050405020304" pitchFamily="18" charset="0"/>
              </a:rPr>
              <a:t>	if user use Mnemonic Code Programming.</a:t>
            </a:r>
          </a:p>
          <a:p>
            <a:r>
              <a:rPr lang="en-US" altLang="vi-VN" sz="2000" dirty="0">
                <a:solidFill>
                  <a:srgbClr val="FF0000"/>
                </a:solidFill>
                <a:latin typeface="Times New Roman" panose="02020603050405020304" pitchFamily="18" charset="0"/>
                <a:cs typeface="Times New Roman" panose="02020603050405020304" pitchFamily="18" charset="0"/>
              </a:rPr>
              <a:t>Monitor Screen</a:t>
            </a:r>
          </a:p>
          <a:p>
            <a:pPr>
              <a:buFont typeface="Wingdings" panose="05000000000000000000" pitchFamily="2" charset="2"/>
              <a:buNone/>
            </a:pPr>
            <a:r>
              <a:rPr lang="en-US" altLang="vi-VN" sz="2000" dirty="0">
                <a:latin typeface="Times New Roman" panose="02020603050405020304" pitchFamily="18" charset="0"/>
                <a:cs typeface="Times New Roman" panose="02020603050405020304" pitchFamily="18" charset="0"/>
              </a:rPr>
              <a:t>	if user use software programming method.</a:t>
            </a:r>
          </a:p>
          <a:p>
            <a:endParaRPr lang="en-US" altLang="vi-VN" sz="2000" dirty="0">
              <a:latin typeface="Times New Roman" panose="02020603050405020304" pitchFamily="18" charset="0"/>
              <a:cs typeface="Times New Roman" panose="02020603050405020304" pitchFamily="18" charset="0"/>
            </a:endParaRPr>
          </a:p>
        </p:txBody>
      </p:sp>
      <p:sp>
        <p:nvSpPr>
          <p:cNvPr id="63493" name="Text Box 5">
            <a:extLst>
              <a:ext uri="{FF2B5EF4-FFF2-40B4-BE49-F238E27FC236}">
                <a16:creationId xmlns:a16="http://schemas.microsoft.com/office/drawing/2014/main" id="{54C8A51D-9A98-418F-81B7-0A65EC214C0E}"/>
              </a:ext>
            </a:extLst>
          </p:cNvPr>
          <p:cNvSpPr txBox="1">
            <a:spLocks noChangeArrowheads="1"/>
          </p:cNvSpPr>
          <p:nvPr/>
        </p:nvSpPr>
        <p:spPr bwMode="auto">
          <a:xfrm>
            <a:off x="8686800" y="2743200"/>
            <a:ext cx="1295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vi-VN" sz="1400" b="1">
                <a:solidFill>
                  <a:srgbClr val="0000FF"/>
                </a:solidFill>
                <a:latin typeface="Times New Roman" panose="02020603050405020304" pitchFamily="18" charset="0"/>
                <a:cs typeface="Times New Roman" panose="02020603050405020304" pitchFamily="18" charset="0"/>
              </a:rPr>
              <a:t>LCD Display</a:t>
            </a:r>
          </a:p>
        </p:txBody>
      </p:sp>
      <p:sp>
        <p:nvSpPr>
          <p:cNvPr id="63494" name="Line 6">
            <a:extLst>
              <a:ext uri="{FF2B5EF4-FFF2-40B4-BE49-F238E27FC236}">
                <a16:creationId xmlns:a16="http://schemas.microsoft.com/office/drawing/2014/main" id="{5CA51FC2-B382-47FC-905C-D0EA79A73C9B}"/>
              </a:ext>
            </a:extLst>
          </p:cNvPr>
          <p:cNvSpPr>
            <a:spLocks noChangeShapeType="1"/>
          </p:cNvSpPr>
          <p:nvPr/>
        </p:nvSpPr>
        <p:spPr bwMode="auto">
          <a:xfrm flipH="1">
            <a:off x="8702675" y="3036888"/>
            <a:ext cx="457200" cy="838200"/>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latin typeface="Times New Roman" panose="02020603050405020304" pitchFamily="18" charset="0"/>
              <a:cs typeface="Times New Roman" panose="02020603050405020304" pitchFamily="18" charset="0"/>
            </a:endParaRPr>
          </a:p>
        </p:txBody>
      </p:sp>
      <p:pic>
        <p:nvPicPr>
          <p:cNvPr id="63495" name="Picture 7">
            <a:extLst>
              <a:ext uri="{FF2B5EF4-FFF2-40B4-BE49-F238E27FC236}">
                <a16:creationId xmlns:a16="http://schemas.microsoft.com/office/drawing/2014/main" id="{BA70F409-62E6-4F4C-83B7-D4A50749C6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4114800"/>
            <a:ext cx="3429000" cy="259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3496" name="Line 8">
            <a:extLst>
              <a:ext uri="{FF2B5EF4-FFF2-40B4-BE49-F238E27FC236}">
                <a16:creationId xmlns:a16="http://schemas.microsoft.com/office/drawing/2014/main" id="{83804CDF-9959-40DB-8547-17911BCAB7B0}"/>
              </a:ext>
            </a:extLst>
          </p:cNvPr>
          <p:cNvSpPr>
            <a:spLocks noChangeShapeType="1"/>
          </p:cNvSpPr>
          <p:nvPr/>
        </p:nvSpPr>
        <p:spPr bwMode="auto">
          <a:xfrm flipH="1" flipV="1">
            <a:off x="5029200" y="5181600"/>
            <a:ext cx="1295400" cy="152400"/>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latin typeface="Times New Roman" panose="02020603050405020304" pitchFamily="18" charset="0"/>
              <a:cs typeface="Times New Roman" panose="02020603050405020304" pitchFamily="18" charset="0"/>
            </a:endParaRPr>
          </a:p>
        </p:txBody>
      </p:sp>
      <p:sp>
        <p:nvSpPr>
          <p:cNvPr id="63497" name="Text Box 9">
            <a:extLst>
              <a:ext uri="{FF2B5EF4-FFF2-40B4-BE49-F238E27FC236}">
                <a16:creationId xmlns:a16="http://schemas.microsoft.com/office/drawing/2014/main" id="{0183D7B7-FAE3-4DD5-A5C4-D0426947A863}"/>
              </a:ext>
            </a:extLst>
          </p:cNvPr>
          <p:cNvSpPr txBox="1">
            <a:spLocks noChangeArrowheads="1"/>
          </p:cNvSpPr>
          <p:nvPr/>
        </p:nvSpPr>
        <p:spPr bwMode="auto">
          <a:xfrm>
            <a:off x="6248401" y="5181601"/>
            <a:ext cx="138037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vi-VN" sz="1400" b="1">
                <a:solidFill>
                  <a:srgbClr val="0000FF"/>
                </a:solidFill>
                <a:latin typeface="Times New Roman" panose="02020603050405020304" pitchFamily="18" charset="0"/>
                <a:cs typeface="Times New Roman" panose="02020603050405020304" pitchFamily="18" charset="0"/>
              </a:rPr>
              <a:t>Monitor Screen</a:t>
            </a:r>
          </a:p>
        </p:txBody>
      </p:sp>
      <p:pic>
        <p:nvPicPr>
          <p:cNvPr id="10" name="Picture 9">
            <a:extLst>
              <a:ext uri="{FF2B5EF4-FFF2-40B4-BE49-F238E27FC236}">
                <a16:creationId xmlns:a16="http://schemas.microsoft.com/office/drawing/2014/main" id="{B325A308-F99A-49AF-91F9-E1494B68D23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001" y="50721"/>
            <a:ext cx="2851037" cy="869371"/>
          </a:xfrm>
          <a:prstGeom prst="rect">
            <a:avLst/>
          </a:prstGeom>
        </p:spPr>
      </p:pic>
      <p:sp>
        <p:nvSpPr>
          <p:cNvPr id="11" name="Rectangle: Rounded Corners 10">
            <a:extLst>
              <a:ext uri="{FF2B5EF4-FFF2-40B4-BE49-F238E27FC236}">
                <a16:creationId xmlns:a16="http://schemas.microsoft.com/office/drawing/2014/main" id="{2D92AB0B-E607-4EBD-AC3B-2060B323D973}"/>
              </a:ext>
            </a:extLst>
          </p:cNvPr>
          <p:cNvSpPr/>
          <p:nvPr/>
        </p:nvSpPr>
        <p:spPr>
          <a:xfrm>
            <a:off x="55002" y="6435176"/>
            <a:ext cx="12079705" cy="323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dirty="0">
                <a:solidFill>
                  <a:schemeClr val="bg1"/>
                </a:solidFill>
                <a:latin typeface="Times New Roman" panose="02020603050405020304" pitchFamily="18" charset="0"/>
                <a:cs typeface="Times New Roman" panose="02020603050405020304" pitchFamily="18" charset="0"/>
              </a:rPr>
              <a:t> PLC Programming                      1. AN INTRODUCTION TO PROGRAMABLE LOGIC CONTROLLERS</a:t>
            </a:r>
            <a:endParaRPr lang="vi-VN" sz="1800" dirty="0">
              <a:solidFill>
                <a:schemeClr val="bg1"/>
              </a:solidFill>
              <a:latin typeface="Times New Roman" panose="02020603050405020304" pitchFamily="18" charset="0"/>
              <a:cs typeface="Times New Roman" panose="02020603050405020304" pitchFamily="18" charset="0"/>
            </a:endParaRPr>
          </a:p>
        </p:txBody>
      </p:sp>
      <p:sp>
        <p:nvSpPr>
          <p:cNvPr id="12" name="Slide Number Placeholder 6">
            <a:extLst>
              <a:ext uri="{FF2B5EF4-FFF2-40B4-BE49-F238E27FC236}">
                <a16:creationId xmlns:a16="http://schemas.microsoft.com/office/drawing/2014/main" id="{9DF2E451-199F-4539-A782-1C45008D6867}"/>
              </a:ext>
            </a:extLst>
          </p:cNvPr>
          <p:cNvSpPr>
            <a:spLocks noGrp="1"/>
          </p:cNvSpPr>
          <p:nvPr>
            <p:ph type="sldNum" sz="quarter" idx="12"/>
          </p:nvPr>
        </p:nvSpPr>
        <p:spPr>
          <a:xfrm>
            <a:off x="9049011" y="6435176"/>
            <a:ext cx="2743200" cy="365125"/>
          </a:xfrm>
        </p:spPr>
        <p:txBody>
          <a:bodyPr/>
          <a:lstStyle/>
          <a:p>
            <a:fld id="{7922E462-5D99-474A-8333-BF14A8734AA9}" type="slidenum">
              <a:rPr lang="vi-VN" sz="1400" smtClean="0">
                <a:solidFill>
                  <a:schemeClr val="bg1"/>
                </a:solidFill>
                <a:latin typeface="Times New Roman" panose="02020603050405020304" pitchFamily="18" charset="0"/>
                <a:cs typeface="Times New Roman" panose="02020603050405020304" pitchFamily="18" charset="0"/>
              </a:rPr>
              <a:t>44</a:t>
            </a:fld>
            <a:endParaRPr lang="vi-VN" sz="140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EE2F4736-98B3-45A7-B5A8-8B895FAC20A4}"/>
              </a:ext>
            </a:extLst>
          </p:cNvPr>
          <p:cNvSpPr>
            <a:spLocks noGrp="1" noChangeArrowheads="1"/>
          </p:cNvSpPr>
          <p:nvPr>
            <p:ph type="title"/>
          </p:nvPr>
        </p:nvSpPr>
        <p:spPr>
          <a:xfrm>
            <a:off x="1638301" y="1166294"/>
            <a:ext cx="8229600" cy="1020762"/>
          </a:xfrm>
        </p:spPr>
        <p:txBody>
          <a:bodyPr/>
          <a:lstStyle/>
          <a:p>
            <a:pPr marL="647700" indent="-647700">
              <a:buFontTx/>
              <a:buAutoNum type="alphaLcPeriod" startAt="5"/>
            </a:pPr>
            <a:r>
              <a:rPr lang="en-US" altLang="vi-VN" sz="2400" b="1" dirty="0">
                <a:solidFill>
                  <a:srgbClr val="0000FF"/>
                </a:solidFill>
              </a:rPr>
              <a:t>Housing Unit</a:t>
            </a:r>
            <a:br>
              <a:rPr lang="en-US" altLang="vi-VN" sz="2400" b="1" dirty="0">
                <a:solidFill>
                  <a:srgbClr val="0000FF"/>
                </a:solidFill>
              </a:rPr>
            </a:br>
            <a:r>
              <a:rPr lang="en-US" altLang="vi-VN" sz="2100" dirty="0"/>
              <a:t>Protect PLC circuit and internal component</a:t>
            </a:r>
            <a:br>
              <a:rPr lang="en-US" altLang="vi-VN" sz="2100" dirty="0"/>
            </a:br>
            <a:endParaRPr lang="en-US" altLang="vi-VN" sz="2100" dirty="0"/>
          </a:p>
        </p:txBody>
      </p:sp>
      <p:sp>
        <p:nvSpPr>
          <p:cNvPr id="71684" name="Rectangle 4">
            <a:extLst>
              <a:ext uri="{FF2B5EF4-FFF2-40B4-BE49-F238E27FC236}">
                <a16:creationId xmlns:a16="http://schemas.microsoft.com/office/drawing/2014/main" id="{5CE912CF-15A3-4BF7-AC1B-4CAB67BD7F45}"/>
              </a:ext>
            </a:extLst>
          </p:cNvPr>
          <p:cNvSpPr>
            <a:spLocks noGrp="1" noChangeArrowheads="1"/>
          </p:cNvSpPr>
          <p:nvPr>
            <p:ph type="body" idx="1"/>
          </p:nvPr>
        </p:nvSpPr>
        <p:spPr>
          <a:xfrm>
            <a:off x="1638301" y="2197103"/>
            <a:ext cx="5257800" cy="4495800"/>
          </a:xfrm>
        </p:spPr>
        <p:txBody>
          <a:bodyPr/>
          <a:lstStyle/>
          <a:p>
            <a:pPr marL="609600" indent="-609600">
              <a:buFont typeface="Wingdings" panose="05000000000000000000" pitchFamily="2" charset="2"/>
              <a:buAutoNum type="alphaLcPeriod" startAt="6"/>
            </a:pPr>
            <a:r>
              <a:rPr lang="en-US" altLang="vi-VN" sz="2400" b="1" dirty="0">
                <a:solidFill>
                  <a:srgbClr val="0000FF"/>
                </a:solidFill>
              </a:rPr>
              <a:t>Programming Unit</a:t>
            </a:r>
          </a:p>
          <a:p>
            <a:pPr marL="609600" indent="-609600">
              <a:buNone/>
            </a:pPr>
            <a:r>
              <a:rPr lang="en-US" altLang="vi-VN" sz="2400" b="1" dirty="0">
                <a:solidFill>
                  <a:srgbClr val="0000FF"/>
                </a:solidFill>
              </a:rPr>
              <a:t>	</a:t>
            </a:r>
            <a:r>
              <a:rPr lang="en-US" altLang="vi-VN" sz="2000" dirty="0"/>
              <a:t>Consist of 2 devices:</a:t>
            </a:r>
            <a:endParaRPr lang="en-US" altLang="vi-VN" sz="2400" dirty="0"/>
          </a:p>
          <a:p>
            <a:pPr marL="609600" indent="-609600">
              <a:buNone/>
            </a:pPr>
            <a:r>
              <a:rPr lang="en-US" altLang="vi-VN" sz="2000" dirty="0"/>
              <a:t>	</a:t>
            </a:r>
            <a:r>
              <a:rPr lang="en-US" altLang="vi-VN" sz="2000" dirty="0" err="1"/>
              <a:t>i</a:t>
            </a:r>
            <a:r>
              <a:rPr lang="en-US" altLang="vi-VN" sz="2000" dirty="0"/>
              <a:t>.	Programming Console</a:t>
            </a:r>
          </a:p>
          <a:p>
            <a:pPr marL="609600" indent="-609600">
              <a:buNone/>
            </a:pPr>
            <a:endParaRPr lang="en-US" altLang="vi-VN" sz="2000" dirty="0"/>
          </a:p>
          <a:p>
            <a:pPr marL="609600" indent="-609600">
              <a:buNone/>
            </a:pPr>
            <a:r>
              <a:rPr lang="en-US" altLang="vi-VN" sz="2000" dirty="0"/>
              <a:t>	ii.	Computer</a:t>
            </a:r>
          </a:p>
          <a:p>
            <a:pPr marL="609600" indent="-609600">
              <a:buNone/>
            </a:pPr>
            <a:endParaRPr lang="en-US" altLang="vi-VN" sz="2000" dirty="0"/>
          </a:p>
          <a:p>
            <a:pPr marL="609600" indent="-609600">
              <a:buNone/>
            </a:pPr>
            <a:r>
              <a:rPr lang="en-US" altLang="vi-VN" sz="2400" b="1" dirty="0">
                <a:solidFill>
                  <a:srgbClr val="0000FF"/>
                </a:solidFill>
              </a:rPr>
              <a:t>g.  Secondary Storage Unit</a:t>
            </a:r>
          </a:p>
          <a:p>
            <a:pPr marL="609600" indent="-609600">
              <a:buNone/>
            </a:pPr>
            <a:r>
              <a:rPr lang="en-US" altLang="vi-VN" sz="2400" b="1" dirty="0">
                <a:solidFill>
                  <a:srgbClr val="0000FF"/>
                </a:solidFill>
              </a:rPr>
              <a:t>	</a:t>
            </a:r>
            <a:r>
              <a:rPr lang="en-US" altLang="vi-VN" sz="2000" dirty="0"/>
              <a:t>This unit related to CPU where all program and information were kept.</a:t>
            </a:r>
          </a:p>
        </p:txBody>
      </p:sp>
      <p:grpSp>
        <p:nvGrpSpPr>
          <p:cNvPr id="71692" name="Group 12">
            <a:extLst>
              <a:ext uri="{FF2B5EF4-FFF2-40B4-BE49-F238E27FC236}">
                <a16:creationId xmlns:a16="http://schemas.microsoft.com/office/drawing/2014/main" id="{2A74BA02-81A9-436C-BF5D-9152F9725C25}"/>
              </a:ext>
            </a:extLst>
          </p:cNvPr>
          <p:cNvGrpSpPr>
            <a:grpSpLocks/>
          </p:cNvGrpSpPr>
          <p:nvPr/>
        </p:nvGrpSpPr>
        <p:grpSpPr bwMode="auto">
          <a:xfrm>
            <a:off x="7366000" y="1219200"/>
            <a:ext cx="2921000" cy="1600200"/>
            <a:chOff x="3536" y="768"/>
            <a:chExt cx="1840" cy="1008"/>
          </a:xfrm>
        </p:grpSpPr>
        <p:pic>
          <p:nvPicPr>
            <p:cNvPr id="71687" name="Picture 7">
              <a:extLst>
                <a:ext uri="{FF2B5EF4-FFF2-40B4-BE49-F238E27FC236}">
                  <a16:creationId xmlns:a16="http://schemas.microsoft.com/office/drawing/2014/main" id="{C19636E3-B311-4CB0-A055-EE7EE9E1BF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36" y="768"/>
              <a:ext cx="1047" cy="8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685" name="Picture 5">
              <a:extLst>
                <a:ext uri="{FF2B5EF4-FFF2-40B4-BE49-F238E27FC236}">
                  <a16:creationId xmlns:a16="http://schemas.microsoft.com/office/drawing/2014/main" id="{8CE229B2-359D-4453-B9E5-15BACEAB0C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92" y="872"/>
              <a:ext cx="984" cy="9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71693" name="Group 13">
            <a:extLst>
              <a:ext uri="{FF2B5EF4-FFF2-40B4-BE49-F238E27FC236}">
                <a16:creationId xmlns:a16="http://schemas.microsoft.com/office/drawing/2014/main" id="{C8EA2A6A-F629-4B95-B059-56E1849A034D}"/>
              </a:ext>
            </a:extLst>
          </p:cNvPr>
          <p:cNvGrpSpPr>
            <a:grpSpLocks/>
          </p:cNvGrpSpPr>
          <p:nvPr/>
        </p:nvGrpSpPr>
        <p:grpSpPr bwMode="auto">
          <a:xfrm>
            <a:off x="7485064" y="3276600"/>
            <a:ext cx="3106737" cy="1543050"/>
            <a:chOff x="3755" y="2064"/>
            <a:chExt cx="1957" cy="972"/>
          </a:xfrm>
        </p:grpSpPr>
        <p:pic>
          <p:nvPicPr>
            <p:cNvPr id="71686" name="Picture 6">
              <a:extLst>
                <a:ext uri="{FF2B5EF4-FFF2-40B4-BE49-F238E27FC236}">
                  <a16:creationId xmlns:a16="http://schemas.microsoft.com/office/drawing/2014/main" id="{E28F52F5-CA1E-401A-B115-EB616509C70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55" y="2064"/>
              <a:ext cx="1044" cy="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690" name="Picture 10">
              <a:extLst>
                <a:ext uri="{FF2B5EF4-FFF2-40B4-BE49-F238E27FC236}">
                  <a16:creationId xmlns:a16="http://schemas.microsoft.com/office/drawing/2014/main" id="{0AC58EBB-6678-43F0-92F2-46B03B3336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00" y="2208"/>
              <a:ext cx="912" cy="8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pic>
        <p:nvPicPr>
          <p:cNvPr id="10" name="Picture 9">
            <a:extLst>
              <a:ext uri="{FF2B5EF4-FFF2-40B4-BE49-F238E27FC236}">
                <a16:creationId xmlns:a16="http://schemas.microsoft.com/office/drawing/2014/main" id="{03EA78F6-885F-4B56-9D41-FC1F103BDC7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001" y="50721"/>
            <a:ext cx="2851037" cy="869371"/>
          </a:xfrm>
          <a:prstGeom prst="rect">
            <a:avLst/>
          </a:prstGeom>
        </p:spPr>
      </p:pic>
      <p:sp>
        <p:nvSpPr>
          <p:cNvPr id="11" name="Rectangle: Rounded Corners 10">
            <a:extLst>
              <a:ext uri="{FF2B5EF4-FFF2-40B4-BE49-F238E27FC236}">
                <a16:creationId xmlns:a16="http://schemas.microsoft.com/office/drawing/2014/main" id="{4E1A5804-A2E0-46E9-ABE0-57E5E23447F2}"/>
              </a:ext>
            </a:extLst>
          </p:cNvPr>
          <p:cNvSpPr/>
          <p:nvPr/>
        </p:nvSpPr>
        <p:spPr>
          <a:xfrm>
            <a:off x="55002" y="6435176"/>
            <a:ext cx="12079705" cy="323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dirty="0">
                <a:solidFill>
                  <a:schemeClr val="bg1"/>
                </a:solidFill>
                <a:latin typeface="Times New Roman" panose="02020603050405020304" pitchFamily="18" charset="0"/>
                <a:cs typeface="Times New Roman" panose="02020603050405020304" pitchFamily="18" charset="0"/>
              </a:rPr>
              <a:t> PLC Programming                      1. AN INTRODUCTION TO PROGRAMABLE LOGIC CONTROLLERS</a:t>
            </a:r>
            <a:endParaRPr lang="vi-VN" sz="1800" dirty="0">
              <a:solidFill>
                <a:schemeClr val="bg1"/>
              </a:solidFill>
              <a:latin typeface="Times New Roman" panose="02020603050405020304" pitchFamily="18" charset="0"/>
              <a:cs typeface="Times New Roman" panose="02020603050405020304" pitchFamily="18" charset="0"/>
            </a:endParaRPr>
          </a:p>
        </p:txBody>
      </p:sp>
      <p:sp>
        <p:nvSpPr>
          <p:cNvPr id="12" name="Slide Number Placeholder 6">
            <a:extLst>
              <a:ext uri="{FF2B5EF4-FFF2-40B4-BE49-F238E27FC236}">
                <a16:creationId xmlns:a16="http://schemas.microsoft.com/office/drawing/2014/main" id="{866D1729-7B3F-4C30-87ED-781891169D01}"/>
              </a:ext>
            </a:extLst>
          </p:cNvPr>
          <p:cNvSpPr>
            <a:spLocks noGrp="1"/>
          </p:cNvSpPr>
          <p:nvPr>
            <p:ph type="sldNum" sz="quarter" idx="12"/>
          </p:nvPr>
        </p:nvSpPr>
        <p:spPr>
          <a:xfrm>
            <a:off x="9049011" y="6435176"/>
            <a:ext cx="2743200" cy="365125"/>
          </a:xfrm>
        </p:spPr>
        <p:txBody>
          <a:bodyPr/>
          <a:lstStyle/>
          <a:p>
            <a:fld id="{7922E462-5D99-474A-8333-BF14A8734AA9}" type="slidenum">
              <a:rPr lang="vi-VN" sz="1400" smtClean="0">
                <a:solidFill>
                  <a:schemeClr val="bg1"/>
                </a:solidFill>
                <a:latin typeface="Times New Roman" panose="02020603050405020304" pitchFamily="18" charset="0"/>
                <a:cs typeface="Times New Roman" panose="02020603050405020304" pitchFamily="18" charset="0"/>
              </a:rPr>
              <a:t>45</a:t>
            </a:fld>
            <a:endParaRPr lang="vi-VN" sz="140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4" name="Rectangle 4">
            <a:extLst>
              <a:ext uri="{FF2B5EF4-FFF2-40B4-BE49-F238E27FC236}">
                <a16:creationId xmlns:a16="http://schemas.microsoft.com/office/drawing/2014/main" id="{61BE1315-7739-49B9-93BC-51239EF513BD}"/>
              </a:ext>
            </a:extLst>
          </p:cNvPr>
          <p:cNvSpPr>
            <a:spLocks noChangeArrowheads="1"/>
          </p:cNvSpPr>
          <p:nvPr/>
        </p:nvSpPr>
        <p:spPr bwMode="auto">
          <a:xfrm>
            <a:off x="1293312" y="1566952"/>
            <a:ext cx="7924800" cy="3724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71475" indent="-371475">
              <a:defRPr>
                <a:solidFill>
                  <a:schemeClr val="tx1"/>
                </a:solidFill>
                <a:latin typeface="Arial" panose="020B0604020202020204" pitchFamily="34" charset="0"/>
              </a:defRPr>
            </a:lvl1pPr>
            <a:lvl2pPr marL="828675" indent="-371475">
              <a:defRPr>
                <a:solidFill>
                  <a:schemeClr val="tx1"/>
                </a:solidFill>
                <a:latin typeface="Arial" panose="020B0604020202020204" pitchFamily="34" charset="0"/>
              </a:defRPr>
            </a:lvl2pPr>
            <a:lvl3pPr marL="1285875" indent="-371475">
              <a:defRPr>
                <a:solidFill>
                  <a:schemeClr val="tx1"/>
                </a:solidFill>
                <a:latin typeface="Arial" panose="020B0604020202020204" pitchFamily="34" charset="0"/>
              </a:defRPr>
            </a:lvl3pPr>
            <a:lvl4pPr marL="1743075" indent="-371475">
              <a:defRPr>
                <a:solidFill>
                  <a:schemeClr val="tx1"/>
                </a:solidFill>
                <a:latin typeface="Arial" panose="020B0604020202020204" pitchFamily="34" charset="0"/>
              </a:defRPr>
            </a:lvl4pPr>
            <a:lvl5pPr marL="2200275" indent="-371475">
              <a:defRPr>
                <a:solidFill>
                  <a:schemeClr val="tx1"/>
                </a:solidFill>
                <a:latin typeface="Arial" panose="020B0604020202020204" pitchFamily="34" charset="0"/>
              </a:defRPr>
            </a:lvl5pPr>
            <a:lvl6pPr marL="2657475" indent="-371475" fontAlgn="base">
              <a:spcBef>
                <a:spcPct val="0"/>
              </a:spcBef>
              <a:spcAft>
                <a:spcPct val="0"/>
              </a:spcAft>
              <a:defRPr>
                <a:solidFill>
                  <a:schemeClr val="tx1"/>
                </a:solidFill>
                <a:latin typeface="Arial" panose="020B0604020202020204" pitchFamily="34" charset="0"/>
              </a:defRPr>
            </a:lvl6pPr>
            <a:lvl7pPr marL="3114675" indent="-371475" fontAlgn="base">
              <a:spcBef>
                <a:spcPct val="0"/>
              </a:spcBef>
              <a:spcAft>
                <a:spcPct val="0"/>
              </a:spcAft>
              <a:defRPr>
                <a:solidFill>
                  <a:schemeClr val="tx1"/>
                </a:solidFill>
                <a:latin typeface="Arial" panose="020B0604020202020204" pitchFamily="34" charset="0"/>
              </a:defRPr>
            </a:lvl7pPr>
            <a:lvl8pPr marL="3571875" indent="-371475" fontAlgn="base">
              <a:spcBef>
                <a:spcPct val="0"/>
              </a:spcBef>
              <a:spcAft>
                <a:spcPct val="0"/>
              </a:spcAft>
              <a:defRPr>
                <a:solidFill>
                  <a:schemeClr val="tx1"/>
                </a:solidFill>
                <a:latin typeface="Arial" panose="020B0604020202020204" pitchFamily="34" charset="0"/>
              </a:defRPr>
            </a:lvl8pPr>
            <a:lvl9pPr marL="4029075" indent="-371475" fontAlgn="base">
              <a:spcBef>
                <a:spcPct val="0"/>
              </a:spcBef>
              <a:spcAft>
                <a:spcPct val="0"/>
              </a:spcAft>
              <a:defRPr>
                <a:solidFill>
                  <a:schemeClr val="tx1"/>
                </a:solidFill>
                <a:latin typeface="Arial" panose="020B0604020202020204" pitchFamily="34" charset="0"/>
              </a:defRPr>
            </a:lvl9pPr>
          </a:lstStyle>
          <a:p>
            <a:r>
              <a:rPr lang="en-US" altLang="vi-VN" sz="2400" b="1" dirty="0">
                <a:solidFill>
                  <a:srgbClr val="0000FF"/>
                </a:solidFill>
              </a:rPr>
              <a:t>h.	Power Supply Unit:</a:t>
            </a:r>
          </a:p>
          <a:p>
            <a:endParaRPr lang="en-US" altLang="vi-VN" sz="2400" b="1" dirty="0">
              <a:solidFill>
                <a:srgbClr val="0000FF"/>
              </a:solidFill>
            </a:endParaRPr>
          </a:p>
          <a:p>
            <a:r>
              <a:rPr lang="en-US" altLang="vi-VN" sz="2000" dirty="0"/>
              <a:t>	Supplies DC power </a:t>
            </a:r>
            <a:r>
              <a:rPr lang="vi-VN" altLang="vi-VN" sz="2000" dirty="0"/>
              <a:t>to the Central Processing Unit, Input Unit and Output Unit.</a:t>
            </a:r>
          </a:p>
          <a:p>
            <a:endParaRPr lang="vi-VN" altLang="vi-VN" sz="2400" b="1" dirty="0">
              <a:solidFill>
                <a:srgbClr val="0000FF"/>
              </a:solidFill>
            </a:endParaRPr>
          </a:p>
          <a:p>
            <a:pPr>
              <a:buFontTx/>
              <a:buAutoNum type="romanLcPeriod"/>
            </a:pPr>
            <a:r>
              <a:rPr lang="vi-VN" altLang="vi-VN" sz="2400" b="1" dirty="0">
                <a:solidFill>
                  <a:srgbClr val="0000FF"/>
                </a:solidFill>
              </a:rPr>
              <a:t>Printing Unit</a:t>
            </a:r>
          </a:p>
          <a:p>
            <a:r>
              <a:rPr lang="vi-VN" altLang="vi-VN" sz="2000" dirty="0"/>
              <a:t>	Used  to print control system programming that controlled by PLC wether graphically or text.</a:t>
            </a:r>
          </a:p>
          <a:p>
            <a:endParaRPr lang="vi-VN" altLang="vi-VN" sz="2000" dirty="0"/>
          </a:p>
          <a:p>
            <a:endParaRPr lang="vi-VN" altLang="vi-VN" sz="2000" dirty="0"/>
          </a:p>
          <a:p>
            <a:endParaRPr lang="en-US" altLang="vi-VN" sz="2000" dirty="0"/>
          </a:p>
        </p:txBody>
      </p:sp>
      <p:pic>
        <p:nvPicPr>
          <p:cNvPr id="3" name="Picture 2">
            <a:extLst>
              <a:ext uri="{FF2B5EF4-FFF2-40B4-BE49-F238E27FC236}">
                <a16:creationId xmlns:a16="http://schemas.microsoft.com/office/drawing/2014/main" id="{5992EE9E-82C6-443E-A6F2-15C4A49380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001" y="50721"/>
            <a:ext cx="2851037" cy="869371"/>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B6FEAD-DED1-4934-B1D5-87A0688779BE}"/>
              </a:ext>
            </a:extLst>
          </p:cNvPr>
          <p:cNvSpPr>
            <a:spLocks noGrp="1"/>
          </p:cNvSpPr>
          <p:nvPr>
            <p:ph type="ctrTitle"/>
          </p:nvPr>
        </p:nvSpPr>
        <p:spPr>
          <a:xfrm>
            <a:off x="2705504" y="-48969"/>
            <a:ext cx="9486496" cy="906853"/>
          </a:xfrm>
        </p:spPr>
        <p:txBody>
          <a:bodyPr>
            <a:noAutofit/>
          </a:bodyPr>
          <a:lstStyle/>
          <a:p>
            <a:r>
              <a:rPr lang="en-US" sz="4400" b="1" dirty="0">
                <a:latin typeface="Times New Roman" panose="02020603050405020304" pitchFamily="18" charset="0"/>
                <a:cs typeface="Times New Roman" panose="02020603050405020304" pitchFamily="18" charset="0"/>
              </a:rPr>
              <a:t>PLC Programming Languages</a:t>
            </a:r>
            <a:endParaRPr lang="vi-VN" sz="44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B16F5461-5D44-4818-B148-EB47FFF81E8B}"/>
              </a:ext>
            </a:extLst>
          </p:cNvPr>
          <p:cNvSpPr>
            <a:spLocks noGrp="1"/>
          </p:cNvSpPr>
          <p:nvPr>
            <p:ph type="subTitle" idx="1"/>
          </p:nvPr>
        </p:nvSpPr>
        <p:spPr>
          <a:xfrm>
            <a:off x="268267" y="1532070"/>
            <a:ext cx="11821555" cy="5325930"/>
          </a:xfrm>
        </p:spPr>
        <p:txBody>
          <a:bodyPr>
            <a:noAutofit/>
          </a:bodyPr>
          <a:lstStyle/>
          <a:p>
            <a:pPr algn="just"/>
            <a:r>
              <a:rPr lang="en-US" b="0" i="0" dirty="0">
                <a:solidFill>
                  <a:srgbClr val="444444"/>
                </a:solidFill>
                <a:effectLst/>
                <a:latin typeface="Times New Roman" panose="02020603050405020304" pitchFamily="18" charset="0"/>
                <a:cs typeface="Times New Roman" panose="02020603050405020304" pitchFamily="18" charset="0"/>
              </a:rPr>
              <a:t>The standard IEC (</a:t>
            </a:r>
            <a:r>
              <a:rPr lang="en-US" b="1" i="0" dirty="0">
                <a:solidFill>
                  <a:srgbClr val="444444"/>
                </a:solidFill>
                <a:effectLst/>
                <a:latin typeface="Times New Roman" panose="02020603050405020304" pitchFamily="18" charset="0"/>
                <a:cs typeface="Times New Roman" panose="02020603050405020304" pitchFamily="18" charset="0"/>
              </a:rPr>
              <a:t>International Electro technical Commission</a:t>
            </a:r>
            <a:r>
              <a:rPr lang="en-US" b="0" i="0" dirty="0">
                <a:solidFill>
                  <a:srgbClr val="444444"/>
                </a:solidFill>
                <a:effectLst/>
                <a:latin typeface="Times New Roman" panose="02020603050405020304" pitchFamily="18" charset="0"/>
                <a:cs typeface="Times New Roman" panose="02020603050405020304" pitchFamily="18" charset="0"/>
              </a:rPr>
              <a:t>) was established to standardize the multiple languages associated with PLC programming by defining the following five standard languages:</a:t>
            </a:r>
          </a:p>
          <a:p>
            <a:pPr algn="just"/>
            <a:r>
              <a:rPr lang="en-US" b="0" i="0" dirty="0">
                <a:solidFill>
                  <a:srgbClr val="444444"/>
                </a:solidFill>
                <a:effectLst/>
                <a:latin typeface="Times New Roman" panose="02020603050405020304" pitchFamily="18" charset="0"/>
                <a:cs typeface="Times New Roman" panose="02020603050405020304" pitchFamily="18" charset="0"/>
              </a:rPr>
              <a:t>• </a:t>
            </a:r>
            <a:r>
              <a:rPr lang="en-US" b="1" i="0" dirty="0">
                <a:solidFill>
                  <a:srgbClr val="0070C0"/>
                </a:solidFill>
                <a:effectLst/>
                <a:latin typeface="Times New Roman" panose="02020603050405020304" pitchFamily="18" charset="0"/>
                <a:cs typeface="Times New Roman" panose="02020603050405020304" pitchFamily="18" charset="0"/>
              </a:rPr>
              <a:t>Ladder Diagram (LD) </a:t>
            </a:r>
            <a:r>
              <a:rPr lang="en-US" b="0" i="0" dirty="0">
                <a:solidFill>
                  <a:srgbClr val="444444"/>
                </a:solidFill>
                <a:effectLst/>
                <a:latin typeface="Times New Roman" panose="02020603050405020304" pitchFamily="18" charset="0"/>
                <a:cs typeface="Times New Roman" panose="02020603050405020304" pitchFamily="18" charset="0"/>
              </a:rPr>
              <a:t>—a graphical depiction of a process with rungs of logic, similar to the relay ladder logic schemes that were replaced by PLCs</a:t>
            </a:r>
          </a:p>
          <a:p>
            <a:pPr algn="just"/>
            <a:r>
              <a:rPr lang="en-US" b="0" i="0" dirty="0">
                <a:solidFill>
                  <a:srgbClr val="444444"/>
                </a:solidFill>
                <a:effectLst/>
                <a:latin typeface="Times New Roman" panose="02020603050405020304" pitchFamily="18" charset="0"/>
                <a:cs typeface="Times New Roman" panose="02020603050405020304" pitchFamily="18" charset="0"/>
              </a:rPr>
              <a:t>• </a:t>
            </a:r>
            <a:r>
              <a:rPr lang="en-US" b="1" i="0" dirty="0">
                <a:solidFill>
                  <a:srgbClr val="0070C0"/>
                </a:solidFill>
                <a:effectLst/>
                <a:latin typeface="Times New Roman" panose="02020603050405020304" pitchFamily="18" charset="0"/>
                <a:cs typeface="Times New Roman" panose="02020603050405020304" pitchFamily="18" charset="0"/>
              </a:rPr>
              <a:t>Function Block Diagram (FBD) </a:t>
            </a:r>
            <a:r>
              <a:rPr lang="en-US" b="0" i="0" dirty="0">
                <a:solidFill>
                  <a:srgbClr val="444444"/>
                </a:solidFill>
                <a:effectLst/>
                <a:latin typeface="Times New Roman" panose="02020603050405020304" pitchFamily="18" charset="0"/>
                <a:cs typeface="Times New Roman" panose="02020603050405020304" pitchFamily="18" charset="0"/>
              </a:rPr>
              <a:t>—a graphical depiction of process flow using simple and complex interconnecting blocks.</a:t>
            </a:r>
          </a:p>
          <a:p>
            <a:pPr algn="just"/>
            <a:r>
              <a:rPr lang="en-US" b="0" i="0" dirty="0">
                <a:solidFill>
                  <a:srgbClr val="444444"/>
                </a:solidFill>
                <a:effectLst/>
                <a:latin typeface="Times New Roman" panose="02020603050405020304" pitchFamily="18" charset="0"/>
                <a:cs typeface="Times New Roman" panose="02020603050405020304" pitchFamily="18" charset="0"/>
              </a:rPr>
              <a:t>• </a:t>
            </a:r>
            <a:r>
              <a:rPr lang="en-US" b="1" i="0" dirty="0">
                <a:solidFill>
                  <a:srgbClr val="0070C0"/>
                </a:solidFill>
                <a:effectLst/>
                <a:latin typeface="Times New Roman" panose="02020603050405020304" pitchFamily="18" charset="0"/>
                <a:cs typeface="Times New Roman" panose="02020603050405020304" pitchFamily="18" charset="0"/>
              </a:rPr>
              <a:t>Sequential Function Chart (SFC) </a:t>
            </a:r>
            <a:r>
              <a:rPr lang="en-US" b="0" i="0" dirty="0">
                <a:solidFill>
                  <a:srgbClr val="444444"/>
                </a:solidFill>
                <a:effectLst/>
                <a:latin typeface="Times New Roman" panose="02020603050405020304" pitchFamily="18" charset="0"/>
                <a:cs typeface="Times New Roman" panose="02020603050405020304" pitchFamily="18" charset="0"/>
              </a:rPr>
              <a:t>—a graphical depiction of interconnecting steps, actions, and transitions.</a:t>
            </a:r>
          </a:p>
          <a:p>
            <a:pPr algn="just"/>
            <a:r>
              <a:rPr lang="en-US" b="0" i="0" dirty="0">
                <a:solidFill>
                  <a:srgbClr val="444444"/>
                </a:solidFill>
                <a:effectLst/>
                <a:latin typeface="Times New Roman" panose="02020603050405020304" pitchFamily="18" charset="0"/>
                <a:cs typeface="Times New Roman" panose="02020603050405020304" pitchFamily="18" charset="0"/>
              </a:rPr>
              <a:t>• </a:t>
            </a:r>
            <a:r>
              <a:rPr lang="en-US" b="1" i="0" dirty="0">
                <a:solidFill>
                  <a:srgbClr val="0070C0"/>
                </a:solidFill>
                <a:effectLst/>
                <a:latin typeface="Times New Roman" panose="02020603050405020304" pitchFamily="18" charset="0"/>
                <a:cs typeface="Times New Roman" panose="02020603050405020304" pitchFamily="18" charset="0"/>
              </a:rPr>
              <a:t>Instruction List (IL) </a:t>
            </a:r>
            <a:r>
              <a:rPr lang="en-US" b="0" i="0" dirty="0">
                <a:solidFill>
                  <a:srgbClr val="444444"/>
                </a:solidFill>
                <a:effectLst/>
                <a:latin typeface="Times New Roman" panose="02020603050405020304" pitchFamily="18" charset="0"/>
                <a:cs typeface="Times New Roman" panose="02020603050405020304" pitchFamily="18" charset="0"/>
              </a:rPr>
              <a:t>—a low-level, text-based language that uses mnemonic instructions.</a:t>
            </a:r>
          </a:p>
          <a:p>
            <a:pPr algn="just"/>
            <a:r>
              <a:rPr lang="en-US" b="0" i="0" dirty="0">
                <a:solidFill>
                  <a:srgbClr val="444444"/>
                </a:solidFill>
                <a:effectLst/>
                <a:latin typeface="Times New Roman" panose="02020603050405020304" pitchFamily="18" charset="0"/>
                <a:cs typeface="Times New Roman" panose="02020603050405020304" pitchFamily="18" charset="0"/>
              </a:rPr>
              <a:t>• </a:t>
            </a:r>
            <a:r>
              <a:rPr lang="en-US" b="1" i="0" dirty="0">
                <a:solidFill>
                  <a:srgbClr val="0070C0"/>
                </a:solidFill>
                <a:effectLst/>
                <a:latin typeface="Times New Roman" panose="02020603050405020304" pitchFamily="18" charset="0"/>
                <a:cs typeface="Times New Roman" panose="02020603050405020304" pitchFamily="18" charset="0"/>
              </a:rPr>
              <a:t>Structured Text (ST) </a:t>
            </a:r>
            <a:r>
              <a:rPr lang="en-US" b="0" i="0" dirty="0">
                <a:solidFill>
                  <a:srgbClr val="444444"/>
                </a:solidFill>
                <a:effectLst/>
                <a:latin typeface="Times New Roman" panose="02020603050405020304" pitchFamily="18" charset="0"/>
                <a:cs typeface="Times New Roman" panose="02020603050405020304" pitchFamily="18" charset="0"/>
              </a:rPr>
              <a:t>—a high-level, text-based language such as BASIC, C, or PASCAL specifically developed for industrial control applications</a:t>
            </a:r>
            <a:endParaRPr lang="vi-VN" dirty="0">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8ECBB26A-61BD-4CD2-BADA-EC9345C9EFED}"/>
              </a:ext>
            </a:extLst>
          </p:cNvPr>
          <p:cNvSpPr/>
          <p:nvPr/>
        </p:nvSpPr>
        <p:spPr>
          <a:xfrm>
            <a:off x="55002" y="6435176"/>
            <a:ext cx="12079705" cy="323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dirty="0">
                <a:solidFill>
                  <a:schemeClr val="bg1"/>
                </a:solidFill>
                <a:latin typeface="Times New Roman" panose="02020603050405020304" pitchFamily="18" charset="0"/>
                <a:cs typeface="Times New Roman" panose="02020603050405020304" pitchFamily="18" charset="0"/>
              </a:rPr>
              <a:t> PLC Programming                      1. AN INTRODUCTION TO PROGRAMABLE LOGIC CONTROLLERS</a:t>
            </a:r>
            <a:endParaRPr lang="vi-VN" sz="1800" dirty="0">
              <a:solidFill>
                <a:schemeClr val="bg1"/>
              </a:solidFill>
              <a:latin typeface="Times New Roman" panose="02020603050405020304" pitchFamily="18"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F7ABEB17-1D0D-4D5E-AFE5-473B433329FB}"/>
              </a:ext>
            </a:extLst>
          </p:cNvPr>
          <p:cNvSpPr>
            <a:spLocks noGrp="1"/>
          </p:cNvSpPr>
          <p:nvPr>
            <p:ph type="sldNum" sz="quarter" idx="12"/>
          </p:nvPr>
        </p:nvSpPr>
        <p:spPr>
          <a:xfrm>
            <a:off x="9049011" y="6435176"/>
            <a:ext cx="2743200" cy="365125"/>
          </a:xfrm>
        </p:spPr>
        <p:txBody>
          <a:bodyPr/>
          <a:lstStyle/>
          <a:p>
            <a:fld id="{7922E462-5D99-474A-8333-BF14A8734AA9}" type="slidenum">
              <a:rPr lang="vi-VN" sz="1400" smtClean="0">
                <a:solidFill>
                  <a:schemeClr val="bg1"/>
                </a:solidFill>
                <a:latin typeface="+mj-lt"/>
              </a:rPr>
              <a:t>47</a:t>
            </a:fld>
            <a:endParaRPr lang="vi-VN" sz="1400" dirty="0">
              <a:solidFill>
                <a:schemeClr val="bg1"/>
              </a:solidFill>
              <a:latin typeface="+mj-lt"/>
            </a:endParaRPr>
          </a:p>
        </p:txBody>
      </p:sp>
      <p:pic>
        <p:nvPicPr>
          <p:cNvPr id="9" name="Picture 8">
            <a:extLst>
              <a:ext uri="{FF2B5EF4-FFF2-40B4-BE49-F238E27FC236}">
                <a16:creationId xmlns:a16="http://schemas.microsoft.com/office/drawing/2014/main" id="{38403124-EC3F-4D0B-A4B4-3CADD5A9BA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001" y="50721"/>
            <a:ext cx="2851037" cy="869371"/>
          </a:xfrm>
          <a:prstGeom prst="rect">
            <a:avLst/>
          </a:prstGeom>
        </p:spPr>
      </p:pic>
      <p:pic>
        <p:nvPicPr>
          <p:cNvPr id="8" name="Picture 7">
            <a:extLst>
              <a:ext uri="{FF2B5EF4-FFF2-40B4-BE49-F238E27FC236}">
                <a16:creationId xmlns:a16="http://schemas.microsoft.com/office/drawing/2014/main" id="{24C718DA-BB33-4BBE-A572-5FD64257BB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7401" y="203121"/>
            <a:ext cx="2851037" cy="869371"/>
          </a:xfrm>
          <a:prstGeom prst="rect">
            <a:avLst/>
          </a:prstGeom>
        </p:spPr>
      </p:pic>
    </p:spTree>
    <p:extLst>
      <p:ext uri="{BB962C8B-B14F-4D97-AF65-F5344CB8AC3E}">
        <p14:creationId xmlns:p14="http://schemas.microsoft.com/office/powerpoint/2010/main" val="365731098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B6FEAD-DED1-4934-B1D5-87A0688779BE}"/>
              </a:ext>
            </a:extLst>
          </p:cNvPr>
          <p:cNvSpPr>
            <a:spLocks noGrp="1"/>
          </p:cNvSpPr>
          <p:nvPr>
            <p:ph type="ctrTitle"/>
          </p:nvPr>
        </p:nvSpPr>
        <p:spPr>
          <a:xfrm>
            <a:off x="3111674" y="-134198"/>
            <a:ext cx="9486496" cy="906853"/>
          </a:xfrm>
        </p:spPr>
        <p:txBody>
          <a:bodyPr>
            <a:noAutofit/>
          </a:bodyPr>
          <a:lstStyle/>
          <a:p>
            <a:r>
              <a:rPr lang="en-US" sz="4000" b="1" dirty="0">
                <a:latin typeface="Times New Roman" panose="02020603050405020304" pitchFamily="18" charset="0"/>
                <a:cs typeface="Times New Roman" panose="02020603050405020304" pitchFamily="18" charset="0"/>
              </a:rPr>
              <a:t>Ladder Diagram and Programming</a:t>
            </a:r>
            <a:endParaRPr lang="vi-VN" sz="4000" b="1" dirty="0">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8ECBB26A-61BD-4CD2-BADA-EC9345C9EFED}"/>
              </a:ext>
            </a:extLst>
          </p:cNvPr>
          <p:cNvSpPr/>
          <p:nvPr/>
        </p:nvSpPr>
        <p:spPr>
          <a:xfrm>
            <a:off x="55002" y="6435176"/>
            <a:ext cx="12079705" cy="323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dirty="0">
                <a:solidFill>
                  <a:schemeClr val="bg1"/>
                </a:solidFill>
                <a:latin typeface="Times New Roman" panose="02020603050405020304" pitchFamily="18" charset="0"/>
                <a:cs typeface="Times New Roman" panose="02020603050405020304" pitchFamily="18" charset="0"/>
              </a:rPr>
              <a:t> PLC Programming                      1. AN INTRODUCTION TO PROGRAMABLE LOGIC CONTROLLERS</a:t>
            </a:r>
            <a:endParaRPr lang="vi-VN" sz="1800" dirty="0">
              <a:solidFill>
                <a:schemeClr val="bg1"/>
              </a:solidFill>
              <a:latin typeface="Times New Roman" panose="02020603050405020304" pitchFamily="18"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F7ABEB17-1D0D-4D5E-AFE5-473B433329FB}"/>
              </a:ext>
            </a:extLst>
          </p:cNvPr>
          <p:cNvSpPr>
            <a:spLocks noGrp="1"/>
          </p:cNvSpPr>
          <p:nvPr>
            <p:ph type="sldNum" sz="quarter" idx="12"/>
          </p:nvPr>
        </p:nvSpPr>
        <p:spPr>
          <a:xfrm>
            <a:off x="9049011" y="6435176"/>
            <a:ext cx="2743200" cy="365125"/>
          </a:xfrm>
        </p:spPr>
        <p:txBody>
          <a:bodyPr/>
          <a:lstStyle/>
          <a:p>
            <a:fld id="{7922E462-5D99-474A-8333-BF14A8734AA9}" type="slidenum">
              <a:rPr lang="vi-VN" sz="1400" smtClean="0">
                <a:solidFill>
                  <a:schemeClr val="bg1"/>
                </a:solidFill>
                <a:latin typeface="+mj-lt"/>
              </a:rPr>
              <a:t>48</a:t>
            </a:fld>
            <a:endParaRPr lang="vi-VN" sz="1400" dirty="0">
              <a:solidFill>
                <a:schemeClr val="bg1"/>
              </a:solidFill>
              <a:latin typeface="+mj-lt"/>
            </a:endParaRPr>
          </a:p>
        </p:txBody>
      </p:sp>
      <p:pic>
        <p:nvPicPr>
          <p:cNvPr id="9" name="Picture 8">
            <a:extLst>
              <a:ext uri="{FF2B5EF4-FFF2-40B4-BE49-F238E27FC236}">
                <a16:creationId xmlns:a16="http://schemas.microsoft.com/office/drawing/2014/main" id="{38403124-EC3F-4D0B-A4B4-3CADD5A9BA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001" y="50721"/>
            <a:ext cx="2851037" cy="869371"/>
          </a:xfrm>
          <a:prstGeom prst="rect">
            <a:avLst/>
          </a:prstGeom>
        </p:spPr>
      </p:pic>
      <p:pic>
        <p:nvPicPr>
          <p:cNvPr id="8" name="Picture 7">
            <a:extLst>
              <a:ext uri="{FF2B5EF4-FFF2-40B4-BE49-F238E27FC236}">
                <a16:creationId xmlns:a16="http://schemas.microsoft.com/office/drawing/2014/main" id="{6CBD0642-8012-4C6F-AAA5-A93138F889F4}"/>
              </a:ext>
            </a:extLst>
          </p:cNvPr>
          <p:cNvPicPr>
            <a:picLocks noChangeAspect="1"/>
          </p:cNvPicPr>
          <p:nvPr/>
        </p:nvPicPr>
        <p:blipFill>
          <a:blip r:embed="rId3"/>
          <a:stretch>
            <a:fillRect/>
          </a:stretch>
        </p:blipFill>
        <p:spPr>
          <a:xfrm>
            <a:off x="1282816" y="1234417"/>
            <a:ext cx="9226521" cy="5117175"/>
          </a:xfrm>
          <a:prstGeom prst="rect">
            <a:avLst/>
          </a:prstGeom>
        </p:spPr>
      </p:pic>
      <p:pic>
        <p:nvPicPr>
          <p:cNvPr id="10" name="Picture 9">
            <a:extLst>
              <a:ext uri="{FF2B5EF4-FFF2-40B4-BE49-F238E27FC236}">
                <a16:creationId xmlns:a16="http://schemas.microsoft.com/office/drawing/2014/main" id="{1D73CFB4-6F54-4E7E-B17F-368B75E110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7401" y="203121"/>
            <a:ext cx="2851037" cy="869371"/>
          </a:xfrm>
          <a:prstGeom prst="rect">
            <a:avLst/>
          </a:prstGeom>
        </p:spPr>
      </p:pic>
    </p:spTree>
    <p:extLst>
      <p:ext uri="{BB962C8B-B14F-4D97-AF65-F5344CB8AC3E}">
        <p14:creationId xmlns:p14="http://schemas.microsoft.com/office/powerpoint/2010/main" val="154253136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E31E360A-1FB8-4A46-A645-82C60125B88E}"/>
              </a:ext>
            </a:extLst>
          </p:cNvPr>
          <p:cNvSpPr>
            <a:spLocks noGrp="1" noChangeArrowheads="1"/>
          </p:cNvSpPr>
          <p:nvPr>
            <p:ph type="title"/>
          </p:nvPr>
        </p:nvSpPr>
        <p:spPr>
          <a:xfrm>
            <a:off x="3406686" y="541339"/>
            <a:ext cx="5251629" cy="728481"/>
          </a:xfrm>
          <a:noFill/>
          <a:ln/>
          <a:extLst>
            <a:ext uri="{91240B29-F687-4F45-9708-019B960494DF}">
              <a14:hiddenLine xmlns:a14="http://schemas.microsoft.com/office/drawing/2010/main" w="12700">
                <a:solidFill>
                  <a:schemeClr val="tx1"/>
                </a:solidFill>
                <a:miter lim="800000"/>
                <a:headEnd/>
                <a:tailEnd/>
              </a14:hiddenLine>
            </a:ext>
          </a:extLst>
        </p:spPr>
        <p:txBody>
          <a:bodyPr vert="horz" wrap="none" lIns="63595" tIns="25438" rIns="63595" bIns="25438" numCol="1" anchor="t" anchorCtr="0" compatLnSpc="1">
            <a:prstTxWarp prst="textNoShape">
              <a:avLst/>
            </a:prstTxWarp>
            <a:spAutoFit/>
          </a:bodyPr>
          <a:lstStyle/>
          <a:p>
            <a:r>
              <a:rPr lang="en-US" altLang="vi-VN"/>
              <a:t>LADDER DIAGRAM</a:t>
            </a:r>
          </a:p>
        </p:txBody>
      </p:sp>
      <p:sp>
        <p:nvSpPr>
          <p:cNvPr id="23555" name="Rectangle 3">
            <a:extLst>
              <a:ext uri="{FF2B5EF4-FFF2-40B4-BE49-F238E27FC236}">
                <a16:creationId xmlns:a16="http://schemas.microsoft.com/office/drawing/2014/main" id="{50A9B995-9524-425B-A7B3-F4A9366EE741}"/>
              </a:ext>
            </a:extLst>
          </p:cNvPr>
          <p:cNvSpPr>
            <a:spLocks noGrp="1" noChangeArrowheads="1"/>
          </p:cNvSpPr>
          <p:nvPr>
            <p:ph type="body" idx="1"/>
          </p:nvPr>
        </p:nvSpPr>
        <p:spPr>
          <a:xfrm>
            <a:off x="2217738" y="1227138"/>
            <a:ext cx="7999412" cy="1096962"/>
          </a:xfrm>
          <a:noFill/>
          <a:ln/>
          <a:extLst>
            <a:ext uri="{91240B29-F687-4F45-9708-019B960494DF}">
              <a14:hiddenLine xmlns:a14="http://schemas.microsoft.com/office/drawing/2010/main" w="12700">
                <a:solidFill>
                  <a:schemeClr val="tx1"/>
                </a:solidFill>
                <a:miter lim="800000"/>
                <a:headEnd/>
                <a:tailEnd/>
              </a14:hiddenLine>
            </a:ext>
          </a:extLst>
        </p:spPr>
        <p:txBody>
          <a:bodyPr vert="horz" wrap="square" lIns="63595" tIns="25438" rIns="63595" bIns="25438" numCol="1" anchor="t" anchorCtr="0" compatLnSpc="1">
            <a:prstTxWarp prst="textNoShape">
              <a:avLst/>
            </a:prstTxWarp>
            <a:spAutoFit/>
          </a:bodyPr>
          <a:lstStyle/>
          <a:p>
            <a:pPr defTabSz="912813">
              <a:lnSpc>
                <a:spcPct val="95000"/>
              </a:lnSpc>
              <a:spcBef>
                <a:spcPct val="47000"/>
              </a:spcBef>
              <a:buNone/>
            </a:pPr>
            <a:r>
              <a:rPr lang="en-US" altLang="vi-VN" sz="2400"/>
              <a:t>A ladder diagram (also called contact symbology)  is a means of graphically representing the logic required in a relay logic  system. </a:t>
            </a:r>
          </a:p>
        </p:txBody>
      </p:sp>
      <p:pic>
        <p:nvPicPr>
          <p:cNvPr id="23556" name="Picture 4">
            <a:extLst>
              <a:ext uri="{FF2B5EF4-FFF2-40B4-BE49-F238E27FC236}">
                <a16:creationId xmlns:a16="http://schemas.microsoft.com/office/drawing/2014/main" id="{F20FA042-32CC-4DA5-BBB9-F56747E9773D}"/>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4575" y="2976563"/>
            <a:ext cx="4438650" cy="282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3557" name="Rectangle 5">
            <a:extLst>
              <a:ext uri="{FF2B5EF4-FFF2-40B4-BE49-F238E27FC236}">
                <a16:creationId xmlns:a16="http://schemas.microsoft.com/office/drawing/2014/main" id="{8778BAE8-D2C9-4206-8642-14D5368C036A}"/>
              </a:ext>
            </a:extLst>
          </p:cNvPr>
          <p:cNvSpPr>
            <a:spLocks noChangeArrowheads="1"/>
          </p:cNvSpPr>
          <p:nvPr/>
        </p:nvSpPr>
        <p:spPr bwMode="auto">
          <a:xfrm>
            <a:off x="3055939" y="2690813"/>
            <a:ext cx="551625" cy="2951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95" tIns="25438" rIns="63595" bIns="25438">
            <a:spAutoFit/>
          </a:bodyPr>
          <a:lstStyle>
            <a:lvl1pPr defTabSz="915988">
              <a:defRPr sz="2400">
                <a:solidFill>
                  <a:schemeClr val="tx1"/>
                </a:solidFill>
                <a:latin typeface="Times New Roman" panose="02020603050405020304" pitchFamily="18" charset="0"/>
              </a:defRPr>
            </a:lvl1pPr>
            <a:lvl2pPr defTabSz="915988">
              <a:defRPr sz="2400">
                <a:solidFill>
                  <a:schemeClr val="tx1"/>
                </a:solidFill>
                <a:latin typeface="Times New Roman" panose="02020603050405020304" pitchFamily="18" charset="0"/>
              </a:defRPr>
            </a:lvl2pPr>
            <a:lvl3pPr marL="915988" defTabSz="915988">
              <a:defRPr sz="2400">
                <a:solidFill>
                  <a:schemeClr val="tx1"/>
                </a:solidFill>
                <a:latin typeface="Times New Roman" panose="02020603050405020304" pitchFamily="18" charset="0"/>
              </a:defRPr>
            </a:lvl3pPr>
            <a:lvl4pPr marL="1373188" defTabSz="915988">
              <a:defRPr sz="2400">
                <a:solidFill>
                  <a:schemeClr val="tx1"/>
                </a:solidFill>
                <a:latin typeface="Times New Roman" panose="02020603050405020304" pitchFamily="18" charset="0"/>
              </a:defRPr>
            </a:lvl4pPr>
            <a:lvl5pPr marL="1831975" defTabSz="915988">
              <a:defRPr sz="2400">
                <a:solidFill>
                  <a:schemeClr val="tx1"/>
                </a:solidFill>
                <a:latin typeface="Times New Roman" panose="02020603050405020304" pitchFamily="18" charset="0"/>
              </a:defRPr>
            </a:lvl5pPr>
            <a:lvl6pPr marL="2289175" defTabSz="915988" fontAlgn="base">
              <a:spcBef>
                <a:spcPct val="0"/>
              </a:spcBef>
              <a:spcAft>
                <a:spcPct val="0"/>
              </a:spcAft>
              <a:defRPr sz="2400">
                <a:solidFill>
                  <a:schemeClr val="tx1"/>
                </a:solidFill>
                <a:latin typeface="Times New Roman" panose="02020603050405020304" pitchFamily="18" charset="0"/>
              </a:defRPr>
            </a:lvl6pPr>
            <a:lvl7pPr marL="2746375" defTabSz="915988" fontAlgn="base">
              <a:spcBef>
                <a:spcPct val="0"/>
              </a:spcBef>
              <a:spcAft>
                <a:spcPct val="0"/>
              </a:spcAft>
              <a:defRPr sz="2400">
                <a:solidFill>
                  <a:schemeClr val="tx1"/>
                </a:solidFill>
                <a:latin typeface="Times New Roman" panose="02020603050405020304" pitchFamily="18" charset="0"/>
              </a:defRPr>
            </a:lvl7pPr>
            <a:lvl8pPr marL="3203575" defTabSz="915988" fontAlgn="base">
              <a:spcBef>
                <a:spcPct val="0"/>
              </a:spcBef>
              <a:spcAft>
                <a:spcPct val="0"/>
              </a:spcAft>
              <a:defRPr sz="2400">
                <a:solidFill>
                  <a:schemeClr val="tx1"/>
                </a:solidFill>
                <a:latin typeface="Times New Roman" panose="02020603050405020304" pitchFamily="18" charset="0"/>
              </a:defRPr>
            </a:lvl8pPr>
            <a:lvl9pPr marL="3660775" defTabSz="915988" fontAlgn="base">
              <a:spcBef>
                <a:spcPct val="0"/>
              </a:spcBef>
              <a:spcAft>
                <a:spcPct val="0"/>
              </a:spcAft>
              <a:defRPr sz="2400">
                <a:solidFill>
                  <a:schemeClr val="tx1"/>
                </a:solidFill>
                <a:latin typeface="Times New Roman" panose="02020603050405020304" pitchFamily="18" charset="0"/>
              </a:defRPr>
            </a:lvl9pPr>
          </a:lstStyle>
          <a:p>
            <a:pPr eaLnBrk="0" fontAlgn="base" hangingPunct="0">
              <a:lnSpc>
                <a:spcPct val="88000"/>
              </a:lnSpc>
              <a:spcBef>
                <a:spcPct val="0"/>
              </a:spcBef>
              <a:spcAft>
                <a:spcPct val="0"/>
              </a:spcAft>
            </a:pPr>
            <a:r>
              <a:rPr lang="en-US" altLang="vi-VN" sz="1800" b="1">
                <a:solidFill>
                  <a:srgbClr val="000000"/>
                </a:solidFill>
                <a:latin typeface="Arial" panose="020B0604020202020204" pitchFamily="34" charset="0"/>
              </a:rPr>
              <a:t>Rail</a:t>
            </a:r>
          </a:p>
        </p:txBody>
      </p:sp>
      <p:sp>
        <p:nvSpPr>
          <p:cNvPr id="23558" name="Rectangle 6">
            <a:extLst>
              <a:ext uri="{FF2B5EF4-FFF2-40B4-BE49-F238E27FC236}">
                <a16:creationId xmlns:a16="http://schemas.microsoft.com/office/drawing/2014/main" id="{C2BFD3C6-5864-4199-BE69-E415B82C41CE}"/>
              </a:ext>
            </a:extLst>
          </p:cNvPr>
          <p:cNvSpPr>
            <a:spLocks noChangeArrowheads="1"/>
          </p:cNvSpPr>
          <p:nvPr/>
        </p:nvSpPr>
        <p:spPr bwMode="auto">
          <a:xfrm>
            <a:off x="2063751" y="3989388"/>
            <a:ext cx="718337" cy="2951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95" tIns="25438" rIns="63595" bIns="25438">
            <a:spAutoFit/>
          </a:bodyPr>
          <a:lstStyle>
            <a:lvl1pPr defTabSz="915988">
              <a:defRPr sz="2400">
                <a:solidFill>
                  <a:schemeClr val="tx1"/>
                </a:solidFill>
                <a:latin typeface="Times New Roman" panose="02020603050405020304" pitchFamily="18" charset="0"/>
              </a:defRPr>
            </a:lvl1pPr>
            <a:lvl2pPr defTabSz="915988">
              <a:defRPr sz="2400">
                <a:solidFill>
                  <a:schemeClr val="tx1"/>
                </a:solidFill>
                <a:latin typeface="Times New Roman" panose="02020603050405020304" pitchFamily="18" charset="0"/>
              </a:defRPr>
            </a:lvl2pPr>
            <a:lvl3pPr marL="915988" defTabSz="915988">
              <a:defRPr sz="2400">
                <a:solidFill>
                  <a:schemeClr val="tx1"/>
                </a:solidFill>
                <a:latin typeface="Times New Roman" panose="02020603050405020304" pitchFamily="18" charset="0"/>
              </a:defRPr>
            </a:lvl3pPr>
            <a:lvl4pPr marL="1373188" defTabSz="915988">
              <a:defRPr sz="2400">
                <a:solidFill>
                  <a:schemeClr val="tx1"/>
                </a:solidFill>
                <a:latin typeface="Times New Roman" panose="02020603050405020304" pitchFamily="18" charset="0"/>
              </a:defRPr>
            </a:lvl4pPr>
            <a:lvl5pPr marL="1831975" defTabSz="915988">
              <a:defRPr sz="2400">
                <a:solidFill>
                  <a:schemeClr val="tx1"/>
                </a:solidFill>
                <a:latin typeface="Times New Roman" panose="02020603050405020304" pitchFamily="18" charset="0"/>
              </a:defRPr>
            </a:lvl5pPr>
            <a:lvl6pPr marL="2289175" defTabSz="915988" fontAlgn="base">
              <a:spcBef>
                <a:spcPct val="0"/>
              </a:spcBef>
              <a:spcAft>
                <a:spcPct val="0"/>
              </a:spcAft>
              <a:defRPr sz="2400">
                <a:solidFill>
                  <a:schemeClr val="tx1"/>
                </a:solidFill>
                <a:latin typeface="Times New Roman" panose="02020603050405020304" pitchFamily="18" charset="0"/>
              </a:defRPr>
            </a:lvl6pPr>
            <a:lvl7pPr marL="2746375" defTabSz="915988" fontAlgn="base">
              <a:spcBef>
                <a:spcPct val="0"/>
              </a:spcBef>
              <a:spcAft>
                <a:spcPct val="0"/>
              </a:spcAft>
              <a:defRPr sz="2400">
                <a:solidFill>
                  <a:schemeClr val="tx1"/>
                </a:solidFill>
                <a:latin typeface="Times New Roman" panose="02020603050405020304" pitchFamily="18" charset="0"/>
              </a:defRPr>
            </a:lvl7pPr>
            <a:lvl8pPr marL="3203575" defTabSz="915988" fontAlgn="base">
              <a:spcBef>
                <a:spcPct val="0"/>
              </a:spcBef>
              <a:spcAft>
                <a:spcPct val="0"/>
              </a:spcAft>
              <a:defRPr sz="2400">
                <a:solidFill>
                  <a:schemeClr val="tx1"/>
                </a:solidFill>
                <a:latin typeface="Times New Roman" panose="02020603050405020304" pitchFamily="18" charset="0"/>
              </a:defRPr>
            </a:lvl8pPr>
            <a:lvl9pPr marL="3660775" defTabSz="915988" fontAlgn="base">
              <a:spcBef>
                <a:spcPct val="0"/>
              </a:spcBef>
              <a:spcAft>
                <a:spcPct val="0"/>
              </a:spcAft>
              <a:defRPr sz="2400">
                <a:solidFill>
                  <a:schemeClr val="tx1"/>
                </a:solidFill>
                <a:latin typeface="Times New Roman" panose="02020603050405020304" pitchFamily="18" charset="0"/>
              </a:defRPr>
            </a:lvl9pPr>
          </a:lstStyle>
          <a:p>
            <a:pPr eaLnBrk="0" fontAlgn="base" hangingPunct="0">
              <a:lnSpc>
                <a:spcPct val="88000"/>
              </a:lnSpc>
              <a:spcBef>
                <a:spcPct val="0"/>
              </a:spcBef>
              <a:spcAft>
                <a:spcPct val="0"/>
              </a:spcAft>
            </a:pPr>
            <a:r>
              <a:rPr lang="en-US" altLang="vi-VN" sz="1800" b="1">
                <a:solidFill>
                  <a:srgbClr val="000000"/>
                </a:solidFill>
                <a:latin typeface="Arial" panose="020B0604020202020204" pitchFamily="34" charset="0"/>
              </a:rPr>
              <a:t>Rung</a:t>
            </a:r>
          </a:p>
        </p:txBody>
      </p:sp>
      <p:sp>
        <p:nvSpPr>
          <p:cNvPr id="23559" name="Line 7">
            <a:extLst>
              <a:ext uri="{FF2B5EF4-FFF2-40B4-BE49-F238E27FC236}">
                <a16:creationId xmlns:a16="http://schemas.microsoft.com/office/drawing/2014/main" id="{F19D82FA-E740-4E2D-98B4-67C911A9F56F}"/>
              </a:ext>
            </a:extLst>
          </p:cNvPr>
          <p:cNvSpPr>
            <a:spLocks noChangeShapeType="1"/>
          </p:cNvSpPr>
          <p:nvPr/>
        </p:nvSpPr>
        <p:spPr bwMode="auto">
          <a:xfrm flipV="1">
            <a:off x="2897189" y="3957638"/>
            <a:ext cx="1284287" cy="2413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vi-VN" sz="2400">
              <a:solidFill>
                <a:srgbClr val="000000"/>
              </a:solidFill>
              <a:latin typeface="Times New Roman" panose="02020603050405020304" pitchFamily="18" charset="0"/>
            </a:endParaRPr>
          </a:p>
        </p:txBody>
      </p:sp>
      <p:sp>
        <p:nvSpPr>
          <p:cNvPr id="23560" name="Line 8">
            <a:extLst>
              <a:ext uri="{FF2B5EF4-FFF2-40B4-BE49-F238E27FC236}">
                <a16:creationId xmlns:a16="http://schemas.microsoft.com/office/drawing/2014/main" id="{D01A2266-F4BE-47D8-A91C-3A10CA480D4B}"/>
              </a:ext>
            </a:extLst>
          </p:cNvPr>
          <p:cNvSpPr>
            <a:spLocks noChangeShapeType="1"/>
          </p:cNvSpPr>
          <p:nvPr/>
        </p:nvSpPr>
        <p:spPr bwMode="auto">
          <a:xfrm>
            <a:off x="3432175" y="3054350"/>
            <a:ext cx="215900" cy="2159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vi-VN" sz="2400">
              <a:solidFill>
                <a:srgbClr val="000000"/>
              </a:solidFill>
              <a:latin typeface="Times New Roman" panose="02020603050405020304" pitchFamily="18" charset="0"/>
            </a:endParaRP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1EFE3099-9DB4-4344-AB36-C6F196D6FEFF}"/>
              </a:ext>
            </a:extLst>
          </p:cNvPr>
          <p:cNvSpPr>
            <a:spLocks noGrp="1" noChangeArrowheads="1"/>
          </p:cNvSpPr>
          <p:nvPr>
            <p:ph type="title"/>
          </p:nvPr>
        </p:nvSpPr>
        <p:spPr/>
        <p:txBody>
          <a:bodyPr/>
          <a:lstStyle/>
          <a:p>
            <a:r>
              <a:rPr lang="en-US" altLang="vi-VN"/>
              <a:t>Ladder Representation</a:t>
            </a:r>
          </a:p>
        </p:txBody>
      </p:sp>
      <p:pic>
        <p:nvPicPr>
          <p:cNvPr id="24579" name="Picture 3">
            <a:extLst>
              <a:ext uri="{FF2B5EF4-FFF2-40B4-BE49-F238E27FC236}">
                <a16:creationId xmlns:a16="http://schemas.microsoft.com/office/drawing/2014/main" id="{57908745-4E80-493F-8A76-539928C633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4789" y="2747964"/>
            <a:ext cx="2746375" cy="2003425"/>
          </a:xfrm>
          <a:prstGeom prst="rect">
            <a:avLst/>
          </a:prstGeom>
          <a:noFill/>
          <a:extLst>
            <a:ext uri="{909E8E84-426E-40DD-AFC4-6F175D3DCCD1}">
              <a14:hiddenFill xmlns:a14="http://schemas.microsoft.com/office/drawing/2010/main">
                <a:solidFill>
                  <a:srgbClr val="FFFFFF"/>
                </a:solidFill>
              </a14:hiddenFill>
            </a:ext>
          </a:extLst>
        </p:spPr>
      </p:pic>
      <p:pic>
        <p:nvPicPr>
          <p:cNvPr id="24580" name="Picture 4">
            <a:extLst>
              <a:ext uri="{FF2B5EF4-FFF2-40B4-BE49-F238E27FC236}">
                <a16:creationId xmlns:a16="http://schemas.microsoft.com/office/drawing/2014/main" id="{CB7C0C7D-0E94-41CA-95BA-3CA6344BCEA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42139" y="2747964"/>
            <a:ext cx="2814637" cy="20542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0B306C90-A8B9-4E4A-8886-F064B69A123F}"/>
              </a:ext>
            </a:extLst>
          </p:cNvPr>
          <p:cNvSpPr>
            <a:spLocks noGrp="1" noChangeArrowheads="1"/>
          </p:cNvSpPr>
          <p:nvPr>
            <p:ph type="title"/>
          </p:nvPr>
        </p:nvSpPr>
        <p:spPr>
          <a:xfrm>
            <a:off x="2918059" y="541339"/>
            <a:ext cx="6228885" cy="728481"/>
          </a:xfrm>
          <a:noFill/>
          <a:ln/>
          <a:extLst>
            <a:ext uri="{91240B29-F687-4F45-9708-019B960494DF}">
              <a14:hiddenLine xmlns:a14="http://schemas.microsoft.com/office/drawing/2010/main" w="12700">
                <a:solidFill>
                  <a:schemeClr val="tx1"/>
                </a:solidFill>
                <a:miter lim="800000"/>
                <a:headEnd/>
                <a:tailEnd/>
              </a14:hiddenLine>
            </a:ext>
          </a:extLst>
        </p:spPr>
        <p:txBody>
          <a:bodyPr vert="horz" wrap="none" lIns="63595" tIns="25438" rIns="63595" bIns="25438" numCol="1" anchor="t" anchorCtr="0" compatLnSpc="1">
            <a:prstTxWarp prst="textNoShape">
              <a:avLst/>
            </a:prstTxWarp>
            <a:spAutoFit/>
          </a:bodyPr>
          <a:lstStyle/>
          <a:p>
            <a:r>
              <a:rPr lang="en-US" altLang="vi-VN"/>
              <a:t>PLC WIRING DIAGRAM</a:t>
            </a:r>
          </a:p>
        </p:txBody>
      </p:sp>
      <p:pic>
        <p:nvPicPr>
          <p:cNvPr id="25603" name="Picture 3">
            <a:extLst>
              <a:ext uri="{FF2B5EF4-FFF2-40B4-BE49-F238E27FC236}">
                <a16:creationId xmlns:a16="http://schemas.microsoft.com/office/drawing/2014/main" id="{36FF3C4A-7315-41BF-922D-8137F17496D8}"/>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49625" y="2474913"/>
            <a:ext cx="5492750" cy="2519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5604" name="Rectangle 4">
            <a:extLst>
              <a:ext uri="{FF2B5EF4-FFF2-40B4-BE49-F238E27FC236}">
                <a16:creationId xmlns:a16="http://schemas.microsoft.com/office/drawing/2014/main" id="{B0B85214-84AD-4695-A5AA-2DC75E09BEA5}"/>
              </a:ext>
            </a:extLst>
          </p:cNvPr>
          <p:cNvSpPr>
            <a:spLocks noChangeArrowheads="1"/>
          </p:cNvSpPr>
          <p:nvPr/>
        </p:nvSpPr>
        <p:spPr bwMode="auto">
          <a:xfrm>
            <a:off x="3055939" y="3835400"/>
            <a:ext cx="1093787" cy="534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95" tIns="25438" rIns="63595" bIns="25438">
            <a:spAutoFit/>
          </a:bodyPr>
          <a:lstStyle>
            <a:lvl1pPr defTabSz="915988">
              <a:defRPr sz="2400">
                <a:solidFill>
                  <a:schemeClr val="tx1"/>
                </a:solidFill>
                <a:latin typeface="Times New Roman" panose="02020603050405020304" pitchFamily="18" charset="0"/>
              </a:defRPr>
            </a:lvl1pPr>
            <a:lvl2pPr defTabSz="915988">
              <a:defRPr sz="2400">
                <a:solidFill>
                  <a:schemeClr val="tx1"/>
                </a:solidFill>
                <a:latin typeface="Times New Roman" panose="02020603050405020304" pitchFamily="18" charset="0"/>
              </a:defRPr>
            </a:lvl2pPr>
            <a:lvl3pPr marL="915988" defTabSz="915988">
              <a:defRPr sz="2400">
                <a:solidFill>
                  <a:schemeClr val="tx1"/>
                </a:solidFill>
                <a:latin typeface="Times New Roman" panose="02020603050405020304" pitchFamily="18" charset="0"/>
              </a:defRPr>
            </a:lvl3pPr>
            <a:lvl4pPr marL="1373188" defTabSz="915988">
              <a:defRPr sz="2400">
                <a:solidFill>
                  <a:schemeClr val="tx1"/>
                </a:solidFill>
                <a:latin typeface="Times New Roman" panose="02020603050405020304" pitchFamily="18" charset="0"/>
              </a:defRPr>
            </a:lvl4pPr>
            <a:lvl5pPr marL="1831975" defTabSz="915988">
              <a:defRPr sz="2400">
                <a:solidFill>
                  <a:schemeClr val="tx1"/>
                </a:solidFill>
                <a:latin typeface="Times New Roman" panose="02020603050405020304" pitchFamily="18" charset="0"/>
              </a:defRPr>
            </a:lvl5pPr>
            <a:lvl6pPr marL="2289175" defTabSz="915988" fontAlgn="base">
              <a:spcBef>
                <a:spcPct val="0"/>
              </a:spcBef>
              <a:spcAft>
                <a:spcPct val="0"/>
              </a:spcAft>
              <a:defRPr sz="2400">
                <a:solidFill>
                  <a:schemeClr val="tx1"/>
                </a:solidFill>
                <a:latin typeface="Times New Roman" panose="02020603050405020304" pitchFamily="18" charset="0"/>
              </a:defRPr>
            </a:lvl6pPr>
            <a:lvl7pPr marL="2746375" defTabSz="915988" fontAlgn="base">
              <a:spcBef>
                <a:spcPct val="0"/>
              </a:spcBef>
              <a:spcAft>
                <a:spcPct val="0"/>
              </a:spcAft>
              <a:defRPr sz="2400">
                <a:solidFill>
                  <a:schemeClr val="tx1"/>
                </a:solidFill>
                <a:latin typeface="Times New Roman" panose="02020603050405020304" pitchFamily="18" charset="0"/>
              </a:defRPr>
            </a:lvl7pPr>
            <a:lvl8pPr marL="3203575" defTabSz="915988" fontAlgn="base">
              <a:spcBef>
                <a:spcPct val="0"/>
              </a:spcBef>
              <a:spcAft>
                <a:spcPct val="0"/>
              </a:spcAft>
              <a:defRPr sz="2400">
                <a:solidFill>
                  <a:schemeClr val="tx1"/>
                </a:solidFill>
                <a:latin typeface="Times New Roman" panose="02020603050405020304" pitchFamily="18" charset="0"/>
              </a:defRPr>
            </a:lvl8pPr>
            <a:lvl9pPr marL="3660775" defTabSz="915988" fontAlgn="base">
              <a:spcBef>
                <a:spcPct val="0"/>
              </a:spcBef>
              <a:spcAft>
                <a:spcPct val="0"/>
              </a:spcAft>
              <a:defRPr sz="2400">
                <a:solidFill>
                  <a:schemeClr val="tx1"/>
                </a:solidFill>
                <a:latin typeface="Times New Roman" panose="02020603050405020304" pitchFamily="18" charset="0"/>
              </a:defRPr>
            </a:lvl9pPr>
          </a:lstStyle>
          <a:p>
            <a:pPr eaLnBrk="0" fontAlgn="base" hangingPunct="0">
              <a:lnSpc>
                <a:spcPct val="88000"/>
              </a:lnSpc>
              <a:spcBef>
                <a:spcPct val="0"/>
              </a:spcBef>
              <a:spcAft>
                <a:spcPct val="0"/>
              </a:spcAft>
            </a:pPr>
            <a:r>
              <a:rPr lang="en-US" altLang="vi-VN" sz="1800" b="1">
                <a:solidFill>
                  <a:srgbClr val="000000"/>
                </a:solidFill>
                <a:latin typeface="Arial" panose="020B0604020202020204" pitchFamily="34" charset="0"/>
              </a:rPr>
              <a:t>External</a:t>
            </a:r>
          </a:p>
          <a:p>
            <a:pPr eaLnBrk="0" fontAlgn="base" hangingPunct="0">
              <a:lnSpc>
                <a:spcPct val="88000"/>
              </a:lnSpc>
              <a:spcBef>
                <a:spcPct val="0"/>
              </a:spcBef>
              <a:spcAft>
                <a:spcPct val="0"/>
              </a:spcAft>
            </a:pPr>
            <a:r>
              <a:rPr lang="en-US" altLang="vi-VN" sz="1800" b="1">
                <a:solidFill>
                  <a:srgbClr val="000000"/>
                </a:solidFill>
                <a:latin typeface="Arial" panose="020B0604020202020204" pitchFamily="34" charset="0"/>
              </a:rPr>
              <a:t>switches</a:t>
            </a:r>
          </a:p>
        </p:txBody>
      </p:sp>
      <p:sp>
        <p:nvSpPr>
          <p:cNvPr id="25605" name="Rectangle 5">
            <a:extLst>
              <a:ext uri="{FF2B5EF4-FFF2-40B4-BE49-F238E27FC236}">
                <a16:creationId xmlns:a16="http://schemas.microsoft.com/office/drawing/2014/main" id="{35522DBC-0A62-480A-BC10-FCD9E3811831}"/>
              </a:ext>
            </a:extLst>
          </p:cNvPr>
          <p:cNvSpPr>
            <a:spLocks noChangeArrowheads="1"/>
          </p:cNvSpPr>
          <p:nvPr/>
        </p:nvSpPr>
        <p:spPr bwMode="auto">
          <a:xfrm>
            <a:off x="5575300" y="5362575"/>
            <a:ext cx="1843088" cy="293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95" tIns="25438" rIns="63595" bIns="25438">
            <a:spAutoFit/>
          </a:bodyPr>
          <a:lstStyle>
            <a:lvl1pPr defTabSz="915988">
              <a:defRPr sz="2400">
                <a:solidFill>
                  <a:schemeClr val="tx1"/>
                </a:solidFill>
                <a:latin typeface="Times New Roman" panose="02020603050405020304" pitchFamily="18" charset="0"/>
              </a:defRPr>
            </a:lvl1pPr>
            <a:lvl2pPr defTabSz="915988">
              <a:defRPr sz="2400">
                <a:solidFill>
                  <a:schemeClr val="tx1"/>
                </a:solidFill>
                <a:latin typeface="Times New Roman" panose="02020603050405020304" pitchFamily="18" charset="0"/>
              </a:defRPr>
            </a:lvl2pPr>
            <a:lvl3pPr marL="915988" defTabSz="915988">
              <a:defRPr sz="2400">
                <a:solidFill>
                  <a:schemeClr val="tx1"/>
                </a:solidFill>
                <a:latin typeface="Times New Roman" panose="02020603050405020304" pitchFamily="18" charset="0"/>
              </a:defRPr>
            </a:lvl3pPr>
            <a:lvl4pPr marL="1373188" defTabSz="915988">
              <a:defRPr sz="2400">
                <a:solidFill>
                  <a:schemeClr val="tx1"/>
                </a:solidFill>
                <a:latin typeface="Times New Roman" panose="02020603050405020304" pitchFamily="18" charset="0"/>
              </a:defRPr>
            </a:lvl4pPr>
            <a:lvl5pPr marL="1831975" defTabSz="915988">
              <a:defRPr sz="2400">
                <a:solidFill>
                  <a:schemeClr val="tx1"/>
                </a:solidFill>
                <a:latin typeface="Times New Roman" panose="02020603050405020304" pitchFamily="18" charset="0"/>
              </a:defRPr>
            </a:lvl5pPr>
            <a:lvl6pPr marL="2289175" defTabSz="915988" fontAlgn="base">
              <a:spcBef>
                <a:spcPct val="0"/>
              </a:spcBef>
              <a:spcAft>
                <a:spcPct val="0"/>
              </a:spcAft>
              <a:defRPr sz="2400">
                <a:solidFill>
                  <a:schemeClr val="tx1"/>
                </a:solidFill>
                <a:latin typeface="Times New Roman" panose="02020603050405020304" pitchFamily="18" charset="0"/>
              </a:defRPr>
            </a:lvl6pPr>
            <a:lvl7pPr marL="2746375" defTabSz="915988" fontAlgn="base">
              <a:spcBef>
                <a:spcPct val="0"/>
              </a:spcBef>
              <a:spcAft>
                <a:spcPct val="0"/>
              </a:spcAft>
              <a:defRPr sz="2400">
                <a:solidFill>
                  <a:schemeClr val="tx1"/>
                </a:solidFill>
                <a:latin typeface="Times New Roman" panose="02020603050405020304" pitchFamily="18" charset="0"/>
              </a:defRPr>
            </a:lvl7pPr>
            <a:lvl8pPr marL="3203575" defTabSz="915988" fontAlgn="base">
              <a:spcBef>
                <a:spcPct val="0"/>
              </a:spcBef>
              <a:spcAft>
                <a:spcPct val="0"/>
              </a:spcAft>
              <a:defRPr sz="2400">
                <a:solidFill>
                  <a:schemeClr val="tx1"/>
                </a:solidFill>
                <a:latin typeface="Times New Roman" panose="02020603050405020304" pitchFamily="18" charset="0"/>
              </a:defRPr>
            </a:lvl8pPr>
            <a:lvl9pPr marL="3660775" defTabSz="915988" fontAlgn="base">
              <a:spcBef>
                <a:spcPct val="0"/>
              </a:spcBef>
              <a:spcAft>
                <a:spcPct val="0"/>
              </a:spcAft>
              <a:defRPr sz="2400">
                <a:solidFill>
                  <a:schemeClr val="tx1"/>
                </a:solidFill>
                <a:latin typeface="Times New Roman" panose="02020603050405020304" pitchFamily="18" charset="0"/>
              </a:defRPr>
            </a:lvl9pPr>
          </a:lstStyle>
          <a:p>
            <a:pPr eaLnBrk="0" fontAlgn="base" hangingPunct="0">
              <a:lnSpc>
                <a:spcPct val="88000"/>
              </a:lnSpc>
              <a:spcBef>
                <a:spcPct val="0"/>
              </a:spcBef>
              <a:spcAft>
                <a:spcPct val="0"/>
              </a:spcAft>
            </a:pPr>
            <a:r>
              <a:rPr lang="en-US" altLang="vi-VN" sz="1800" b="1">
                <a:solidFill>
                  <a:srgbClr val="000000"/>
                </a:solidFill>
                <a:latin typeface="Arial" panose="020B0604020202020204" pitchFamily="34" charset="0"/>
              </a:rPr>
              <a:t>Stored program</a:t>
            </a:r>
          </a:p>
        </p:txBody>
      </p:sp>
      <p:sp>
        <p:nvSpPr>
          <p:cNvPr id="25606" name="Line 6">
            <a:extLst>
              <a:ext uri="{FF2B5EF4-FFF2-40B4-BE49-F238E27FC236}">
                <a16:creationId xmlns:a16="http://schemas.microsoft.com/office/drawing/2014/main" id="{55312531-96B1-4D1A-80DD-8554170DF868}"/>
              </a:ext>
            </a:extLst>
          </p:cNvPr>
          <p:cNvSpPr>
            <a:spLocks noChangeShapeType="1"/>
          </p:cNvSpPr>
          <p:nvPr/>
        </p:nvSpPr>
        <p:spPr bwMode="auto">
          <a:xfrm flipV="1">
            <a:off x="3736975" y="3422650"/>
            <a:ext cx="63500" cy="3175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vi-VN" sz="2400">
              <a:solidFill>
                <a:srgbClr val="000000"/>
              </a:solidFill>
              <a:latin typeface="Times New Roman" panose="02020603050405020304" pitchFamily="18" charset="0"/>
            </a:endParaRPr>
          </a:p>
        </p:txBody>
      </p:sp>
      <p:sp>
        <p:nvSpPr>
          <p:cNvPr id="25607" name="Line 7">
            <a:extLst>
              <a:ext uri="{FF2B5EF4-FFF2-40B4-BE49-F238E27FC236}">
                <a16:creationId xmlns:a16="http://schemas.microsoft.com/office/drawing/2014/main" id="{8A093475-07A1-4472-82A6-BE8CC0982CC5}"/>
              </a:ext>
            </a:extLst>
          </p:cNvPr>
          <p:cNvSpPr>
            <a:spLocks noChangeShapeType="1"/>
          </p:cNvSpPr>
          <p:nvPr/>
        </p:nvSpPr>
        <p:spPr bwMode="auto">
          <a:xfrm flipH="1" flipV="1">
            <a:off x="6089650" y="4033839"/>
            <a:ext cx="165100" cy="1233487"/>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vi-VN" sz="2400">
              <a:solidFill>
                <a:srgbClr val="000000"/>
              </a:solidFill>
              <a:latin typeface="Times New Roman" panose="02020603050405020304" pitchFamily="18" charset="0"/>
            </a:endParaRP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E61287A2-CCFA-45AF-8F12-F4340C8F933E}"/>
              </a:ext>
            </a:extLst>
          </p:cNvPr>
          <p:cNvSpPr>
            <a:spLocks noGrp="1" noChangeArrowheads="1"/>
          </p:cNvSpPr>
          <p:nvPr>
            <p:ph type="title"/>
          </p:nvPr>
        </p:nvSpPr>
        <p:spPr>
          <a:xfrm>
            <a:off x="5206667" y="201794"/>
            <a:ext cx="1633652" cy="728481"/>
          </a:xfrm>
          <a:noFill/>
          <a:ln/>
          <a:extLst>
            <a:ext uri="{91240B29-F687-4F45-9708-019B960494DF}">
              <a14:hiddenLine xmlns:a14="http://schemas.microsoft.com/office/drawing/2010/main" w="12700">
                <a:solidFill>
                  <a:schemeClr val="tx1"/>
                </a:solidFill>
                <a:miter lim="800000"/>
                <a:headEnd/>
                <a:tailEnd/>
              </a14:hiddenLine>
            </a:ext>
          </a:extLst>
        </p:spPr>
        <p:txBody>
          <a:bodyPr vert="horz" wrap="none" lIns="63595" tIns="25438" rIns="63595" bIns="25438" numCol="1" anchor="t" anchorCtr="0" compatLnSpc="1">
            <a:prstTxWarp prst="textNoShape">
              <a:avLst/>
            </a:prstTxWarp>
            <a:spAutoFit/>
          </a:bodyPr>
          <a:lstStyle/>
          <a:p>
            <a:r>
              <a:rPr lang="en-US" altLang="vi-VN"/>
              <a:t>SCAN</a:t>
            </a:r>
          </a:p>
        </p:txBody>
      </p:sp>
      <p:sp>
        <p:nvSpPr>
          <p:cNvPr id="26627" name="Oval 3">
            <a:extLst>
              <a:ext uri="{FF2B5EF4-FFF2-40B4-BE49-F238E27FC236}">
                <a16:creationId xmlns:a16="http://schemas.microsoft.com/office/drawing/2014/main" id="{74B7FBF3-06D0-4193-B57F-33C271632F4B}"/>
              </a:ext>
            </a:extLst>
          </p:cNvPr>
          <p:cNvSpPr>
            <a:spLocks noChangeArrowheads="1"/>
          </p:cNvSpPr>
          <p:nvPr/>
        </p:nvSpPr>
        <p:spPr bwMode="auto">
          <a:xfrm>
            <a:off x="4346576" y="3206751"/>
            <a:ext cx="3268663" cy="3040063"/>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vi-VN" sz="2400">
              <a:solidFill>
                <a:srgbClr val="000000"/>
              </a:solidFill>
              <a:latin typeface="Times New Roman" panose="02020603050405020304" pitchFamily="18" charset="0"/>
            </a:endParaRPr>
          </a:p>
        </p:txBody>
      </p:sp>
      <p:sp>
        <p:nvSpPr>
          <p:cNvPr id="26628" name="Line 4">
            <a:extLst>
              <a:ext uri="{FF2B5EF4-FFF2-40B4-BE49-F238E27FC236}">
                <a16:creationId xmlns:a16="http://schemas.microsoft.com/office/drawing/2014/main" id="{1BDBF012-F41C-4C88-89F2-A167469A4FB1}"/>
              </a:ext>
            </a:extLst>
          </p:cNvPr>
          <p:cNvSpPr>
            <a:spLocks noChangeShapeType="1"/>
          </p:cNvSpPr>
          <p:nvPr/>
        </p:nvSpPr>
        <p:spPr bwMode="auto">
          <a:xfrm>
            <a:off x="5943600" y="2824164"/>
            <a:ext cx="0" cy="59848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vi-VN" sz="2400">
              <a:solidFill>
                <a:srgbClr val="000000"/>
              </a:solidFill>
              <a:latin typeface="Times New Roman" panose="02020603050405020304" pitchFamily="18" charset="0"/>
            </a:endParaRPr>
          </a:p>
        </p:txBody>
      </p:sp>
      <p:sp>
        <p:nvSpPr>
          <p:cNvPr id="26629" name="Rectangle 5">
            <a:extLst>
              <a:ext uri="{FF2B5EF4-FFF2-40B4-BE49-F238E27FC236}">
                <a16:creationId xmlns:a16="http://schemas.microsoft.com/office/drawing/2014/main" id="{6F512AB7-27EC-42C5-A51A-D9115A72BD3F}"/>
              </a:ext>
            </a:extLst>
          </p:cNvPr>
          <p:cNvSpPr>
            <a:spLocks noChangeArrowheads="1"/>
          </p:cNvSpPr>
          <p:nvPr/>
        </p:nvSpPr>
        <p:spPr bwMode="auto">
          <a:xfrm>
            <a:off x="5651501" y="3530600"/>
            <a:ext cx="743985" cy="2951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95" tIns="25438" rIns="63595" bIns="25438">
            <a:spAutoFit/>
          </a:bodyPr>
          <a:lstStyle>
            <a:lvl1pPr defTabSz="915988">
              <a:defRPr sz="2400">
                <a:solidFill>
                  <a:schemeClr val="tx1"/>
                </a:solidFill>
                <a:latin typeface="Times New Roman" panose="02020603050405020304" pitchFamily="18" charset="0"/>
              </a:defRPr>
            </a:lvl1pPr>
            <a:lvl2pPr defTabSz="915988">
              <a:defRPr sz="2400">
                <a:solidFill>
                  <a:schemeClr val="tx1"/>
                </a:solidFill>
                <a:latin typeface="Times New Roman" panose="02020603050405020304" pitchFamily="18" charset="0"/>
              </a:defRPr>
            </a:lvl2pPr>
            <a:lvl3pPr marL="915988" defTabSz="915988">
              <a:defRPr sz="2400">
                <a:solidFill>
                  <a:schemeClr val="tx1"/>
                </a:solidFill>
                <a:latin typeface="Times New Roman" panose="02020603050405020304" pitchFamily="18" charset="0"/>
              </a:defRPr>
            </a:lvl3pPr>
            <a:lvl4pPr marL="1373188" defTabSz="915988">
              <a:defRPr sz="2400">
                <a:solidFill>
                  <a:schemeClr val="tx1"/>
                </a:solidFill>
                <a:latin typeface="Times New Roman" panose="02020603050405020304" pitchFamily="18" charset="0"/>
              </a:defRPr>
            </a:lvl4pPr>
            <a:lvl5pPr marL="1831975" defTabSz="915988">
              <a:defRPr sz="2400">
                <a:solidFill>
                  <a:schemeClr val="tx1"/>
                </a:solidFill>
                <a:latin typeface="Times New Roman" panose="02020603050405020304" pitchFamily="18" charset="0"/>
              </a:defRPr>
            </a:lvl5pPr>
            <a:lvl6pPr marL="2289175" defTabSz="915988" fontAlgn="base">
              <a:spcBef>
                <a:spcPct val="0"/>
              </a:spcBef>
              <a:spcAft>
                <a:spcPct val="0"/>
              </a:spcAft>
              <a:defRPr sz="2400">
                <a:solidFill>
                  <a:schemeClr val="tx1"/>
                </a:solidFill>
                <a:latin typeface="Times New Roman" panose="02020603050405020304" pitchFamily="18" charset="0"/>
              </a:defRPr>
            </a:lvl6pPr>
            <a:lvl7pPr marL="2746375" defTabSz="915988" fontAlgn="base">
              <a:spcBef>
                <a:spcPct val="0"/>
              </a:spcBef>
              <a:spcAft>
                <a:spcPct val="0"/>
              </a:spcAft>
              <a:defRPr sz="2400">
                <a:solidFill>
                  <a:schemeClr val="tx1"/>
                </a:solidFill>
                <a:latin typeface="Times New Roman" panose="02020603050405020304" pitchFamily="18" charset="0"/>
              </a:defRPr>
            </a:lvl7pPr>
            <a:lvl8pPr marL="3203575" defTabSz="915988" fontAlgn="base">
              <a:spcBef>
                <a:spcPct val="0"/>
              </a:spcBef>
              <a:spcAft>
                <a:spcPct val="0"/>
              </a:spcAft>
              <a:defRPr sz="2400">
                <a:solidFill>
                  <a:schemeClr val="tx1"/>
                </a:solidFill>
                <a:latin typeface="Times New Roman" panose="02020603050405020304" pitchFamily="18" charset="0"/>
              </a:defRPr>
            </a:lvl8pPr>
            <a:lvl9pPr marL="3660775" defTabSz="915988" fontAlgn="base">
              <a:spcBef>
                <a:spcPct val="0"/>
              </a:spcBef>
              <a:spcAft>
                <a:spcPct val="0"/>
              </a:spcAft>
              <a:defRPr sz="2400">
                <a:solidFill>
                  <a:schemeClr val="tx1"/>
                </a:solidFill>
                <a:latin typeface="Times New Roman" panose="02020603050405020304" pitchFamily="18" charset="0"/>
              </a:defRPr>
            </a:lvl9pPr>
          </a:lstStyle>
          <a:p>
            <a:pPr eaLnBrk="0" fontAlgn="base" hangingPunct="0">
              <a:lnSpc>
                <a:spcPct val="88000"/>
              </a:lnSpc>
              <a:spcBef>
                <a:spcPct val="0"/>
              </a:spcBef>
              <a:spcAft>
                <a:spcPct val="0"/>
              </a:spcAft>
            </a:pPr>
            <a:r>
              <a:rPr lang="en-US" altLang="vi-VN" sz="1800" b="1">
                <a:solidFill>
                  <a:srgbClr val="000000"/>
                </a:solidFill>
                <a:latin typeface="Arial" panose="020B0604020202020204" pitchFamily="34" charset="0"/>
              </a:rPr>
              <a:t>begin</a:t>
            </a:r>
          </a:p>
        </p:txBody>
      </p:sp>
      <p:sp>
        <p:nvSpPr>
          <p:cNvPr id="26630" name="Line 6">
            <a:extLst>
              <a:ext uri="{FF2B5EF4-FFF2-40B4-BE49-F238E27FC236}">
                <a16:creationId xmlns:a16="http://schemas.microsoft.com/office/drawing/2014/main" id="{031E4694-E26F-42AD-A971-FA416259A29A}"/>
              </a:ext>
            </a:extLst>
          </p:cNvPr>
          <p:cNvSpPr>
            <a:spLocks noChangeShapeType="1"/>
          </p:cNvSpPr>
          <p:nvPr/>
        </p:nvSpPr>
        <p:spPr bwMode="auto">
          <a:xfrm flipH="1">
            <a:off x="6777038" y="2976564"/>
            <a:ext cx="241300" cy="52228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vi-VN" sz="2400">
              <a:solidFill>
                <a:srgbClr val="000000"/>
              </a:solidFill>
              <a:latin typeface="Times New Roman" panose="02020603050405020304" pitchFamily="18" charset="0"/>
            </a:endParaRPr>
          </a:p>
        </p:txBody>
      </p:sp>
      <p:sp>
        <p:nvSpPr>
          <p:cNvPr id="26631" name="Line 7">
            <a:extLst>
              <a:ext uri="{FF2B5EF4-FFF2-40B4-BE49-F238E27FC236}">
                <a16:creationId xmlns:a16="http://schemas.microsoft.com/office/drawing/2014/main" id="{A218F04A-B522-48FA-B798-76BFFCF61478}"/>
              </a:ext>
            </a:extLst>
          </p:cNvPr>
          <p:cNvSpPr>
            <a:spLocks noChangeShapeType="1"/>
          </p:cNvSpPr>
          <p:nvPr/>
        </p:nvSpPr>
        <p:spPr bwMode="auto">
          <a:xfrm flipH="1">
            <a:off x="7158038" y="3587750"/>
            <a:ext cx="546100" cy="3698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vi-VN" sz="2400">
              <a:solidFill>
                <a:srgbClr val="000000"/>
              </a:solidFill>
              <a:latin typeface="Times New Roman" panose="02020603050405020304" pitchFamily="18" charset="0"/>
            </a:endParaRPr>
          </a:p>
        </p:txBody>
      </p:sp>
      <p:sp>
        <p:nvSpPr>
          <p:cNvPr id="26632" name="Rectangle 8">
            <a:extLst>
              <a:ext uri="{FF2B5EF4-FFF2-40B4-BE49-F238E27FC236}">
                <a16:creationId xmlns:a16="http://schemas.microsoft.com/office/drawing/2014/main" id="{F9C37DED-12AE-4601-AF4F-8D15BCAF5383}"/>
              </a:ext>
            </a:extLst>
          </p:cNvPr>
          <p:cNvSpPr>
            <a:spLocks noChangeArrowheads="1"/>
          </p:cNvSpPr>
          <p:nvPr/>
        </p:nvSpPr>
        <p:spPr bwMode="auto">
          <a:xfrm>
            <a:off x="7024689" y="3149600"/>
            <a:ext cx="692689" cy="2951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95" tIns="25438" rIns="63595" bIns="25438">
            <a:spAutoFit/>
          </a:bodyPr>
          <a:lstStyle>
            <a:lvl1pPr defTabSz="915988">
              <a:defRPr sz="2400">
                <a:solidFill>
                  <a:schemeClr val="tx1"/>
                </a:solidFill>
                <a:latin typeface="Times New Roman" panose="02020603050405020304" pitchFamily="18" charset="0"/>
              </a:defRPr>
            </a:lvl1pPr>
            <a:lvl2pPr defTabSz="915988">
              <a:defRPr sz="2400">
                <a:solidFill>
                  <a:schemeClr val="tx1"/>
                </a:solidFill>
                <a:latin typeface="Times New Roman" panose="02020603050405020304" pitchFamily="18" charset="0"/>
              </a:defRPr>
            </a:lvl2pPr>
            <a:lvl3pPr marL="915988" defTabSz="915988">
              <a:defRPr sz="2400">
                <a:solidFill>
                  <a:schemeClr val="tx1"/>
                </a:solidFill>
                <a:latin typeface="Times New Roman" panose="02020603050405020304" pitchFamily="18" charset="0"/>
              </a:defRPr>
            </a:lvl3pPr>
            <a:lvl4pPr marL="1373188" defTabSz="915988">
              <a:defRPr sz="2400">
                <a:solidFill>
                  <a:schemeClr val="tx1"/>
                </a:solidFill>
                <a:latin typeface="Times New Roman" panose="02020603050405020304" pitchFamily="18" charset="0"/>
              </a:defRPr>
            </a:lvl4pPr>
            <a:lvl5pPr marL="1831975" defTabSz="915988">
              <a:defRPr sz="2400">
                <a:solidFill>
                  <a:schemeClr val="tx1"/>
                </a:solidFill>
                <a:latin typeface="Times New Roman" panose="02020603050405020304" pitchFamily="18" charset="0"/>
              </a:defRPr>
            </a:lvl5pPr>
            <a:lvl6pPr marL="2289175" defTabSz="915988" fontAlgn="base">
              <a:spcBef>
                <a:spcPct val="0"/>
              </a:spcBef>
              <a:spcAft>
                <a:spcPct val="0"/>
              </a:spcAft>
              <a:defRPr sz="2400">
                <a:solidFill>
                  <a:schemeClr val="tx1"/>
                </a:solidFill>
                <a:latin typeface="Times New Roman" panose="02020603050405020304" pitchFamily="18" charset="0"/>
              </a:defRPr>
            </a:lvl6pPr>
            <a:lvl7pPr marL="2746375" defTabSz="915988" fontAlgn="base">
              <a:spcBef>
                <a:spcPct val="0"/>
              </a:spcBef>
              <a:spcAft>
                <a:spcPct val="0"/>
              </a:spcAft>
              <a:defRPr sz="2400">
                <a:solidFill>
                  <a:schemeClr val="tx1"/>
                </a:solidFill>
                <a:latin typeface="Times New Roman" panose="02020603050405020304" pitchFamily="18" charset="0"/>
              </a:defRPr>
            </a:lvl7pPr>
            <a:lvl8pPr marL="3203575" defTabSz="915988" fontAlgn="base">
              <a:spcBef>
                <a:spcPct val="0"/>
              </a:spcBef>
              <a:spcAft>
                <a:spcPct val="0"/>
              </a:spcAft>
              <a:defRPr sz="2400">
                <a:solidFill>
                  <a:schemeClr val="tx1"/>
                </a:solidFill>
                <a:latin typeface="Times New Roman" panose="02020603050405020304" pitchFamily="18" charset="0"/>
              </a:defRPr>
            </a:lvl8pPr>
            <a:lvl9pPr marL="3660775" defTabSz="915988" fontAlgn="base">
              <a:spcBef>
                <a:spcPct val="0"/>
              </a:spcBef>
              <a:spcAft>
                <a:spcPct val="0"/>
              </a:spcAft>
              <a:defRPr sz="2400">
                <a:solidFill>
                  <a:schemeClr val="tx1"/>
                </a:solidFill>
                <a:latin typeface="Times New Roman" panose="02020603050405020304" pitchFamily="18" charset="0"/>
              </a:defRPr>
            </a:lvl9pPr>
          </a:lstStyle>
          <a:p>
            <a:pPr eaLnBrk="0" fontAlgn="base" hangingPunct="0">
              <a:lnSpc>
                <a:spcPct val="88000"/>
              </a:lnSpc>
              <a:spcBef>
                <a:spcPct val="0"/>
              </a:spcBef>
              <a:spcAft>
                <a:spcPct val="0"/>
              </a:spcAft>
            </a:pPr>
            <a:r>
              <a:rPr lang="en-US" altLang="vi-VN" sz="1800" b="1">
                <a:solidFill>
                  <a:srgbClr val="000000"/>
                </a:solidFill>
                <a:latin typeface="Arial" panose="020B0604020202020204" pitchFamily="34" charset="0"/>
              </a:rPr>
              <a:t>Input</a:t>
            </a:r>
          </a:p>
        </p:txBody>
      </p:sp>
      <p:sp>
        <p:nvSpPr>
          <p:cNvPr id="26633" name="Rectangle 9">
            <a:extLst>
              <a:ext uri="{FF2B5EF4-FFF2-40B4-BE49-F238E27FC236}">
                <a16:creationId xmlns:a16="http://schemas.microsoft.com/office/drawing/2014/main" id="{74F6D8CF-BE67-40C2-A3A3-1FEC6577EBF8}"/>
              </a:ext>
            </a:extLst>
          </p:cNvPr>
          <p:cNvSpPr>
            <a:spLocks noChangeArrowheads="1"/>
          </p:cNvSpPr>
          <p:nvPr/>
        </p:nvSpPr>
        <p:spPr bwMode="auto">
          <a:xfrm>
            <a:off x="6108700" y="2767014"/>
            <a:ext cx="877888" cy="293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95" tIns="25438" rIns="63595" bIns="25438">
            <a:spAutoFit/>
          </a:bodyPr>
          <a:lstStyle>
            <a:lvl1pPr defTabSz="915988">
              <a:defRPr sz="2400">
                <a:solidFill>
                  <a:schemeClr val="tx1"/>
                </a:solidFill>
                <a:latin typeface="Times New Roman" panose="02020603050405020304" pitchFamily="18" charset="0"/>
              </a:defRPr>
            </a:lvl1pPr>
            <a:lvl2pPr defTabSz="915988">
              <a:defRPr sz="2400">
                <a:solidFill>
                  <a:schemeClr val="tx1"/>
                </a:solidFill>
                <a:latin typeface="Times New Roman" panose="02020603050405020304" pitchFamily="18" charset="0"/>
              </a:defRPr>
            </a:lvl2pPr>
            <a:lvl3pPr marL="915988" defTabSz="915988">
              <a:defRPr sz="2400">
                <a:solidFill>
                  <a:schemeClr val="tx1"/>
                </a:solidFill>
                <a:latin typeface="Times New Roman" panose="02020603050405020304" pitchFamily="18" charset="0"/>
              </a:defRPr>
            </a:lvl3pPr>
            <a:lvl4pPr marL="1373188" defTabSz="915988">
              <a:defRPr sz="2400">
                <a:solidFill>
                  <a:schemeClr val="tx1"/>
                </a:solidFill>
                <a:latin typeface="Times New Roman" panose="02020603050405020304" pitchFamily="18" charset="0"/>
              </a:defRPr>
            </a:lvl4pPr>
            <a:lvl5pPr marL="1831975" defTabSz="915988">
              <a:defRPr sz="2400">
                <a:solidFill>
                  <a:schemeClr val="tx1"/>
                </a:solidFill>
                <a:latin typeface="Times New Roman" panose="02020603050405020304" pitchFamily="18" charset="0"/>
              </a:defRPr>
            </a:lvl5pPr>
            <a:lvl6pPr marL="2289175" defTabSz="915988" fontAlgn="base">
              <a:spcBef>
                <a:spcPct val="0"/>
              </a:spcBef>
              <a:spcAft>
                <a:spcPct val="0"/>
              </a:spcAft>
              <a:defRPr sz="2400">
                <a:solidFill>
                  <a:schemeClr val="tx1"/>
                </a:solidFill>
                <a:latin typeface="Times New Roman" panose="02020603050405020304" pitchFamily="18" charset="0"/>
              </a:defRPr>
            </a:lvl6pPr>
            <a:lvl7pPr marL="2746375" defTabSz="915988" fontAlgn="base">
              <a:spcBef>
                <a:spcPct val="0"/>
              </a:spcBef>
              <a:spcAft>
                <a:spcPct val="0"/>
              </a:spcAft>
              <a:defRPr sz="2400">
                <a:solidFill>
                  <a:schemeClr val="tx1"/>
                </a:solidFill>
                <a:latin typeface="Times New Roman" panose="02020603050405020304" pitchFamily="18" charset="0"/>
              </a:defRPr>
            </a:lvl7pPr>
            <a:lvl8pPr marL="3203575" defTabSz="915988" fontAlgn="base">
              <a:spcBef>
                <a:spcPct val="0"/>
              </a:spcBef>
              <a:spcAft>
                <a:spcPct val="0"/>
              </a:spcAft>
              <a:defRPr sz="2400">
                <a:solidFill>
                  <a:schemeClr val="tx1"/>
                </a:solidFill>
                <a:latin typeface="Times New Roman" panose="02020603050405020304" pitchFamily="18" charset="0"/>
              </a:defRPr>
            </a:lvl8pPr>
            <a:lvl9pPr marL="3660775" defTabSz="915988" fontAlgn="base">
              <a:spcBef>
                <a:spcPct val="0"/>
              </a:spcBef>
              <a:spcAft>
                <a:spcPct val="0"/>
              </a:spcAft>
              <a:defRPr sz="2400">
                <a:solidFill>
                  <a:schemeClr val="tx1"/>
                </a:solidFill>
                <a:latin typeface="Times New Roman" panose="02020603050405020304" pitchFamily="18" charset="0"/>
              </a:defRPr>
            </a:lvl9pPr>
          </a:lstStyle>
          <a:p>
            <a:pPr eaLnBrk="0" fontAlgn="base" hangingPunct="0">
              <a:lnSpc>
                <a:spcPct val="88000"/>
              </a:lnSpc>
              <a:spcBef>
                <a:spcPct val="0"/>
              </a:spcBef>
              <a:spcAft>
                <a:spcPct val="0"/>
              </a:spcAft>
            </a:pPr>
            <a:r>
              <a:rPr lang="en-US" altLang="vi-VN" sz="1800" b="1">
                <a:solidFill>
                  <a:srgbClr val="000000"/>
                </a:solidFill>
                <a:latin typeface="Arial" panose="020B0604020202020204" pitchFamily="34" charset="0"/>
              </a:rPr>
              <a:t>Output</a:t>
            </a:r>
          </a:p>
        </p:txBody>
      </p:sp>
      <p:sp>
        <p:nvSpPr>
          <p:cNvPr id="26634" name="Rectangle 10">
            <a:extLst>
              <a:ext uri="{FF2B5EF4-FFF2-40B4-BE49-F238E27FC236}">
                <a16:creationId xmlns:a16="http://schemas.microsoft.com/office/drawing/2014/main" id="{80011097-C230-47EF-95EF-A80EDE2F3035}"/>
              </a:ext>
            </a:extLst>
          </p:cNvPr>
          <p:cNvSpPr>
            <a:spLocks noChangeArrowheads="1"/>
          </p:cNvSpPr>
          <p:nvPr/>
        </p:nvSpPr>
        <p:spPr bwMode="auto">
          <a:xfrm>
            <a:off x="7558089" y="5362575"/>
            <a:ext cx="1004887" cy="534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95" tIns="25438" rIns="63595" bIns="25438">
            <a:spAutoFit/>
          </a:bodyPr>
          <a:lstStyle>
            <a:lvl1pPr defTabSz="915988">
              <a:defRPr sz="2400">
                <a:solidFill>
                  <a:schemeClr val="tx1"/>
                </a:solidFill>
                <a:latin typeface="Times New Roman" panose="02020603050405020304" pitchFamily="18" charset="0"/>
              </a:defRPr>
            </a:lvl1pPr>
            <a:lvl2pPr defTabSz="915988">
              <a:defRPr sz="2400">
                <a:solidFill>
                  <a:schemeClr val="tx1"/>
                </a:solidFill>
                <a:latin typeface="Times New Roman" panose="02020603050405020304" pitchFamily="18" charset="0"/>
              </a:defRPr>
            </a:lvl2pPr>
            <a:lvl3pPr marL="915988" defTabSz="915988">
              <a:defRPr sz="2400">
                <a:solidFill>
                  <a:schemeClr val="tx1"/>
                </a:solidFill>
                <a:latin typeface="Times New Roman" panose="02020603050405020304" pitchFamily="18" charset="0"/>
              </a:defRPr>
            </a:lvl3pPr>
            <a:lvl4pPr marL="1373188" defTabSz="915988">
              <a:defRPr sz="2400">
                <a:solidFill>
                  <a:schemeClr val="tx1"/>
                </a:solidFill>
                <a:latin typeface="Times New Roman" panose="02020603050405020304" pitchFamily="18" charset="0"/>
              </a:defRPr>
            </a:lvl4pPr>
            <a:lvl5pPr marL="1831975" defTabSz="915988">
              <a:defRPr sz="2400">
                <a:solidFill>
                  <a:schemeClr val="tx1"/>
                </a:solidFill>
                <a:latin typeface="Times New Roman" panose="02020603050405020304" pitchFamily="18" charset="0"/>
              </a:defRPr>
            </a:lvl5pPr>
            <a:lvl6pPr marL="2289175" defTabSz="915988" fontAlgn="base">
              <a:spcBef>
                <a:spcPct val="0"/>
              </a:spcBef>
              <a:spcAft>
                <a:spcPct val="0"/>
              </a:spcAft>
              <a:defRPr sz="2400">
                <a:solidFill>
                  <a:schemeClr val="tx1"/>
                </a:solidFill>
                <a:latin typeface="Times New Roman" panose="02020603050405020304" pitchFamily="18" charset="0"/>
              </a:defRPr>
            </a:lvl6pPr>
            <a:lvl7pPr marL="2746375" defTabSz="915988" fontAlgn="base">
              <a:spcBef>
                <a:spcPct val="0"/>
              </a:spcBef>
              <a:spcAft>
                <a:spcPct val="0"/>
              </a:spcAft>
              <a:defRPr sz="2400">
                <a:solidFill>
                  <a:schemeClr val="tx1"/>
                </a:solidFill>
                <a:latin typeface="Times New Roman" panose="02020603050405020304" pitchFamily="18" charset="0"/>
              </a:defRPr>
            </a:lvl7pPr>
            <a:lvl8pPr marL="3203575" defTabSz="915988" fontAlgn="base">
              <a:spcBef>
                <a:spcPct val="0"/>
              </a:spcBef>
              <a:spcAft>
                <a:spcPct val="0"/>
              </a:spcAft>
              <a:defRPr sz="2400">
                <a:solidFill>
                  <a:schemeClr val="tx1"/>
                </a:solidFill>
                <a:latin typeface="Times New Roman" panose="02020603050405020304" pitchFamily="18" charset="0"/>
              </a:defRPr>
            </a:lvl8pPr>
            <a:lvl9pPr marL="3660775" defTabSz="915988" fontAlgn="base">
              <a:spcBef>
                <a:spcPct val="0"/>
              </a:spcBef>
              <a:spcAft>
                <a:spcPct val="0"/>
              </a:spcAft>
              <a:defRPr sz="2400">
                <a:solidFill>
                  <a:schemeClr val="tx1"/>
                </a:solidFill>
                <a:latin typeface="Times New Roman" panose="02020603050405020304" pitchFamily="18" charset="0"/>
              </a:defRPr>
            </a:lvl9pPr>
          </a:lstStyle>
          <a:p>
            <a:pPr eaLnBrk="0" fontAlgn="base" hangingPunct="0">
              <a:lnSpc>
                <a:spcPct val="88000"/>
              </a:lnSpc>
              <a:spcBef>
                <a:spcPct val="0"/>
              </a:spcBef>
              <a:spcAft>
                <a:spcPct val="0"/>
              </a:spcAft>
            </a:pPr>
            <a:r>
              <a:rPr lang="en-US" altLang="vi-VN" sz="1800" b="1">
                <a:solidFill>
                  <a:srgbClr val="000000"/>
                </a:solidFill>
                <a:latin typeface="Arial" panose="020B0604020202020204" pitchFamily="34" charset="0"/>
              </a:rPr>
              <a:t>Resolve</a:t>
            </a:r>
          </a:p>
          <a:p>
            <a:pPr eaLnBrk="0" fontAlgn="base" hangingPunct="0">
              <a:lnSpc>
                <a:spcPct val="88000"/>
              </a:lnSpc>
              <a:spcBef>
                <a:spcPct val="0"/>
              </a:spcBef>
              <a:spcAft>
                <a:spcPct val="0"/>
              </a:spcAft>
            </a:pPr>
            <a:r>
              <a:rPr lang="en-US" altLang="vi-VN" sz="1800" b="1">
                <a:solidFill>
                  <a:srgbClr val="000000"/>
                </a:solidFill>
                <a:latin typeface="Arial" panose="020B0604020202020204" pitchFamily="34" charset="0"/>
              </a:rPr>
              <a:t>logic</a:t>
            </a:r>
          </a:p>
        </p:txBody>
      </p:sp>
      <p:sp>
        <p:nvSpPr>
          <p:cNvPr id="26635" name="Rectangle 11">
            <a:extLst>
              <a:ext uri="{FF2B5EF4-FFF2-40B4-BE49-F238E27FC236}">
                <a16:creationId xmlns:a16="http://schemas.microsoft.com/office/drawing/2014/main" id="{2656BA1C-D285-474D-8B20-F7C0B104A6C5}"/>
              </a:ext>
            </a:extLst>
          </p:cNvPr>
          <p:cNvSpPr>
            <a:spLocks noChangeArrowheads="1"/>
          </p:cNvSpPr>
          <p:nvPr/>
        </p:nvSpPr>
        <p:spPr bwMode="auto">
          <a:xfrm>
            <a:off x="4048126" y="4065588"/>
            <a:ext cx="525977" cy="2951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95" tIns="25438" rIns="63595" bIns="25438">
            <a:spAutoFit/>
          </a:bodyPr>
          <a:lstStyle>
            <a:lvl1pPr defTabSz="915988">
              <a:defRPr sz="2400">
                <a:solidFill>
                  <a:schemeClr val="tx1"/>
                </a:solidFill>
                <a:latin typeface="Times New Roman" panose="02020603050405020304" pitchFamily="18" charset="0"/>
              </a:defRPr>
            </a:lvl1pPr>
            <a:lvl2pPr defTabSz="915988">
              <a:defRPr sz="2400">
                <a:solidFill>
                  <a:schemeClr val="tx1"/>
                </a:solidFill>
                <a:latin typeface="Times New Roman" panose="02020603050405020304" pitchFamily="18" charset="0"/>
              </a:defRPr>
            </a:lvl2pPr>
            <a:lvl3pPr marL="915988" defTabSz="915988">
              <a:defRPr sz="2400">
                <a:solidFill>
                  <a:schemeClr val="tx1"/>
                </a:solidFill>
                <a:latin typeface="Times New Roman" panose="02020603050405020304" pitchFamily="18" charset="0"/>
              </a:defRPr>
            </a:lvl3pPr>
            <a:lvl4pPr marL="1373188" defTabSz="915988">
              <a:defRPr sz="2400">
                <a:solidFill>
                  <a:schemeClr val="tx1"/>
                </a:solidFill>
                <a:latin typeface="Times New Roman" panose="02020603050405020304" pitchFamily="18" charset="0"/>
              </a:defRPr>
            </a:lvl4pPr>
            <a:lvl5pPr marL="1831975" defTabSz="915988">
              <a:defRPr sz="2400">
                <a:solidFill>
                  <a:schemeClr val="tx1"/>
                </a:solidFill>
                <a:latin typeface="Times New Roman" panose="02020603050405020304" pitchFamily="18" charset="0"/>
              </a:defRPr>
            </a:lvl5pPr>
            <a:lvl6pPr marL="2289175" defTabSz="915988" fontAlgn="base">
              <a:spcBef>
                <a:spcPct val="0"/>
              </a:spcBef>
              <a:spcAft>
                <a:spcPct val="0"/>
              </a:spcAft>
              <a:defRPr sz="2400">
                <a:solidFill>
                  <a:schemeClr val="tx1"/>
                </a:solidFill>
                <a:latin typeface="Times New Roman" panose="02020603050405020304" pitchFamily="18" charset="0"/>
              </a:defRPr>
            </a:lvl6pPr>
            <a:lvl7pPr marL="2746375" defTabSz="915988" fontAlgn="base">
              <a:spcBef>
                <a:spcPct val="0"/>
              </a:spcBef>
              <a:spcAft>
                <a:spcPct val="0"/>
              </a:spcAft>
              <a:defRPr sz="2400">
                <a:solidFill>
                  <a:schemeClr val="tx1"/>
                </a:solidFill>
                <a:latin typeface="Times New Roman" panose="02020603050405020304" pitchFamily="18" charset="0"/>
              </a:defRPr>
            </a:lvl7pPr>
            <a:lvl8pPr marL="3203575" defTabSz="915988" fontAlgn="base">
              <a:spcBef>
                <a:spcPct val="0"/>
              </a:spcBef>
              <a:spcAft>
                <a:spcPct val="0"/>
              </a:spcAft>
              <a:defRPr sz="2400">
                <a:solidFill>
                  <a:schemeClr val="tx1"/>
                </a:solidFill>
                <a:latin typeface="Times New Roman" panose="02020603050405020304" pitchFamily="18" charset="0"/>
              </a:defRPr>
            </a:lvl8pPr>
            <a:lvl9pPr marL="3660775" defTabSz="915988" fontAlgn="base">
              <a:spcBef>
                <a:spcPct val="0"/>
              </a:spcBef>
              <a:spcAft>
                <a:spcPct val="0"/>
              </a:spcAft>
              <a:defRPr sz="2400">
                <a:solidFill>
                  <a:schemeClr val="tx1"/>
                </a:solidFill>
                <a:latin typeface="Times New Roman" panose="02020603050405020304" pitchFamily="18" charset="0"/>
              </a:defRPr>
            </a:lvl9pPr>
          </a:lstStyle>
          <a:p>
            <a:pPr eaLnBrk="0" fontAlgn="base" hangingPunct="0">
              <a:lnSpc>
                <a:spcPct val="88000"/>
              </a:lnSpc>
              <a:spcBef>
                <a:spcPct val="0"/>
              </a:spcBef>
              <a:spcAft>
                <a:spcPct val="0"/>
              </a:spcAft>
            </a:pPr>
            <a:r>
              <a:rPr lang="en-US" altLang="vi-VN" sz="1800" b="1">
                <a:solidFill>
                  <a:srgbClr val="000000"/>
                </a:solidFill>
                <a:latin typeface="Arial" panose="020B0604020202020204" pitchFamily="34" charset="0"/>
              </a:rPr>
              <a:t>Idle</a:t>
            </a:r>
          </a:p>
        </p:txBody>
      </p:sp>
      <p:sp>
        <p:nvSpPr>
          <p:cNvPr id="26636" name="Line 12">
            <a:extLst>
              <a:ext uri="{FF2B5EF4-FFF2-40B4-BE49-F238E27FC236}">
                <a16:creationId xmlns:a16="http://schemas.microsoft.com/office/drawing/2014/main" id="{7A6F8BF8-56DF-4A79-9360-7AD3C7D64501}"/>
              </a:ext>
            </a:extLst>
          </p:cNvPr>
          <p:cNvSpPr>
            <a:spLocks noChangeShapeType="1"/>
          </p:cNvSpPr>
          <p:nvPr/>
        </p:nvSpPr>
        <p:spPr bwMode="auto">
          <a:xfrm flipH="1">
            <a:off x="5326063" y="5954713"/>
            <a:ext cx="165100" cy="4445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vi-VN" sz="2400">
              <a:solidFill>
                <a:srgbClr val="000000"/>
              </a:solidFill>
              <a:latin typeface="Times New Roman" panose="02020603050405020304" pitchFamily="18" charset="0"/>
            </a:endParaRPr>
          </a:p>
        </p:txBody>
      </p:sp>
      <p:sp>
        <p:nvSpPr>
          <p:cNvPr id="26637" name="Rectangle 13">
            <a:extLst>
              <a:ext uri="{FF2B5EF4-FFF2-40B4-BE49-F238E27FC236}">
                <a16:creationId xmlns:a16="http://schemas.microsoft.com/office/drawing/2014/main" id="{591F77C5-17CE-4543-8116-3E22FBF98558}"/>
              </a:ext>
            </a:extLst>
          </p:cNvPr>
          <p:cNvSpPr>
            <a:spLocks noGrp="1" noChangeArrowheads="1"/>
          </p:cNvSpPr>
          <p:nvPr>
            <p:ph type="body" idx="1"/>
          </p:nvPr>
        </p:nvSpPr>
        <p:spPr>
          <a:xfrm>
            <a:off x="1981200" y="1144588"/>
            <a:ext cx="8153400" cy="1701800"/>
          </a:xfrm>
          <a:noFill/>
          <a:ln/>
          <a:extLst>
            <a:ext uri="{91240B29-F687-4F45-9708-019B960494DF}">
              <a14:hiddenLine xmlns:a14="http://schemas.microsoft.com/office/drawing/2010/main" w="12700">
                <a:solidFill>
                  <a:schemeClr val="tx1"/>
                </a:solidFill>
                <a:miter lim="800000"/>
                <a:headEnd/>
                <a:tailEnd/>
              </a14:hiddenLine>
            </a:ext>
          </a:extLst>
        </p:spPr>
        <p:txBody>
          <a:bodyPr vert="horz" wrap="square" lIns="63595" tIns="25438" rIns="63595" bIns="25438" numCol="1" anchor="t" anchorCtr="0" compatLnSpc="1">
            <a:prstTxWarp prst="textNoShape">
              <a:avLst/>
            </a:prstTxWarp>
            <a:spAutoFit/>
          </a:bodyPr>
          <a:lstStyle/>
          <a:p>
            <a:pPr marL="38100" indent="-38100" algn="just" defTabSz="912813">
              <a:spcBef>
                <a:spcPct val="45000"/>
              </a:spcBef>
              <a:buNone/>
            </a:pPr>
            <a:r>
              <a:rPr lang="en-US" altLang="vi-VN" sz="1800"/>
              <a:t>A PLC resolves the logic of a ladder diagram (program) rung by rung, from the top to the bottom.  Usually, all the outputs are updated based on the status of the internal registers.  Then the input states are checked and the corresponding input registers are updated.  Only after the I/Os have been resolved, is the program then executed.  This process is run in a endless cycle.   The time it takes to finish one cycle is called the scan time. </a:t>
            </a:r>
          </a:p>
        </p:txBody>
      </p:sp>
      <p:sp>
        <p:nvSpPr>
          <p:cNvPr id="26638" name="Rectangle 14">
            <a:extLst>
              <a:ext uri="{FF2B5EF4-FFF2-40B4-BE49-F238E27FC236}">
                <a16:creationId xmlns:a16="http://schemas.microsoft.com/office/drawing/2014/main" id="{7335EB6D-4D2C-4DEC-A2BF-41BD347E9A6C}"/>
              </a:ext>
            </a:extLst>
          </p:cNvPr>
          <p:cNvSpPr>
            <a:spLocks noChangeArrowheads="1"/>
          </p:cNvSpPr>
          <p:nvPr/>
        </p:nvSpPr>
        <p:spPr bwMode="auto">
          <a:xfrm>
            <a:off x="5268914" y="4522789"/>
            <a:ext cx="1309687" cy="293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95" tIns="25438" rIns="63595" bIns="25438">
            <a:spAutoFit/>
          </a:bodyPr>
          <a:lstStyle>
            <a:lvl1pPr defTabSz="915988">
              <a:defRPr sz="2400">
                <a:solidFill>
                  <a:schemeClr val="tx1"/>
                </a:solidFill>
                <a:latin typeface="Times New Roman" panose="02020603050405020304" pitchFamily="18" charset="0"/>
              </a:defRPr>
            </a:lvl1pPr>
            <a:lvl2pPr defTabSz="915988">
              <a:defRPr sz="2400">
                <a:solidFill>
                  <a:schemeClr val="tx1"/>
                </a:solidFill>
                <a:latin typeface="Times New Roman" panose="02020603050405020304" pitchFamily="18" charset="0"/>
              </a:defRPr>
            </a:lvl2pPr>
            <a:lvl3pPr marL="915988" defTabSz="915988">
              <a:defRPr sz="2400">
                <a:solidFill>
                  <a:schemeClr val="tx1"/>
                </a:solidFill>
                <a:latin typeface="Times New Roman" panose="02020603050405020304" pitchFamily="18" charset="0"/>
              </a:defRPr>
            </a:lvl3pPr>
            <a:lvl4pPr marL="1373188" defTabSz="915988">
              <a:defRPr sz="2400">
                <a:solidFill>
                  <a:schemeClr val="tx1"/>
                </a:solidFill>
                <a:latin typeface="Times New Roman" panose="02020603050405020304" pitchFamily="18" charset="0"/>
              </a:defRPr>
            </a:lvl4pPr>
            <a:lvl5pPr marL="1831975" defTabSz="915988">
              <a:defRPr sz="2400">
                <a:solidFill>
                  <a:schemeClr val="tx1"/>
                </a:solidFill>
                <a:latin typeface="Times New Roman" panose="02020603050405020304" pitchFamily="18" charset="0"/>
              </a:defRPr>
            </a:lvl5pPr>
            <a:lvl6pPr marL="2289175" defTabSz="915988" fontAlgn="base">
              <a:spcBef>
                <a:spcPct val="0"/>
              </a:spcBef>
              <a:spcAft>
                <a:spcPct val="0"/>
              </a:spcAft>
              <a:defRPr sz="2400">
                <a:solidFill>
                  <a:schemeClr val="tx1"/>
                </a:solidFill>
                <a:latin typeface="Times New Roman" panose="02020603050405020304" pitchFamily="18" charset="0"/>
              </a:defRPr>
            </a:lvl6pPr>
            <a:lvl7pPr marL="2746375" defTabSz="915988" fontAlgn="base">
              <a:spcBef>
                <a:spcPct val="0"/>
              </a:spcBef>
              <a:spcAft>
                <a:spcPct val="0"/>
              </a:spcAft>
              <a:defRPr sz="2400">
                <a:solidFill>
                  <a:schemeClr val="tx1"/>
                </a:solidFill>
                <a:latin typeface="Times New Roman" panose="02020603050405020304" pitchFamily="18" charset="0"/>
              </a:defRPr>
            </a:lvl7pPr>
            <a:lvl8pPr marL="3203575" defTabSz="915988" fontAlgn="base">
              <a:spcBef>
                <a:spcPct val="0"/>
              </a:spcBef>
              <a:spcAft>
                <a:spcPct val="0"/>
              </a:spcAft>
              <a:defRPr sz="2400">
                <a:solidFill>
                  <a:schemeClr val="tx1"/>
                </a:solidFill>
                <a:latin typeface="Times New Roman" panose="02020603050405020304" pitchFamily="18" charset="0"/>
              </a:defRPr>
            </a:lvl8pPr>
            <a:lvl9pPr marL="3660775" defTabSz="915988" fontAlgn="base">
              <a:spcBef>
                <a:spcPct val="0"/>
              </a:spcBef>
              <a:spcAft>
                <a:spcPct val="0"/>
              </a:spcAft>
              <a:defRPr sz="2400">
                <a:solidFill>
                  <a:schemeClr val="tx1"/>
                </a:solidFill>
                <a:latin typeface="Times New Roman" panose="02020603050405020304" pitchFamily="18" charset="0"/>
              </a:defRPr>
            </a:lvl9pPr>
          </a:lstStyle>
          <a:p>
            <a:pPr eaLnBrk="0" fontAlgn="base" hangingPunct="0">
              <a:lnSpc>
                <a:spcPct val="88000"/>
              </a:lnSpc>
              <a:spcBef>
                <a:spcPct val="0"/>
              </a:spcBef>
              <a:spcAft>
                <a:spcPct val="0"/>
              </a:spcAft>
            </a:pPr>
            <a:r>
              <a:rPr lang="en-US" altLang="vi-VN" sz="1800" b="1">
                <a:solidFill>
                  <a:srgbClr val="000000"/>
                </a:solidFill>
                <a:latin typeface="Arial" panose="020B0604020202020204" pitchFamily="34" charset="0"/>
              </a:rPr>
              <a:t>Scan cycle</a:t>
            </a:r>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D671000E-1690-46A9-9103-BFF6E0332C90}"/>
              </a:ext>
            </a:extLst>
          </p:cNvPr>
          <p:cNvSpPr>
            <a:spLocks noGrp="1" noChangeArrowheads="1"/>
          </p:cNvSpPr>
          <p:nvPr>
            <p:ph type="title"/>
          </p:nvPr>
        </p:nvSpPr>
        <p:spPr>
          <a:xfrm>
            <a:off x="3348915" y="541339"/>
            <a:ext cx="5379870" cy="728481"/>
          </a:xfrm>
          <a:noFill/>
          <a:ln/>
          <a:extLst>
            <a:ext uri="{91240B29-F687-4F45-9708-019B960494DF}">
              <a14:hiddenLine xmlns:a14="http://schemas.microsoft.com/office/drawing/2010/main" w="12700">
                <a:solidFill>
                  <a:schemeClr val="tx1"/>
                </a:solidFill>
                <a:miter lim="800000"/>
                <a:headEnd/>
                <a:tailEnd/>
              </a14:hiddenLine>
            </a:ext>
          </a:extLst>
        </p:spPr>
        <p:txBody>
          <a:bodyPr vert="horz" wrap="none" lIns="63595" tIns="25438" rIns="63595" bIns="25438" numCol="1" anchor="t" anchorCtr="0" compatLnSpc="1">
            <a:prstTxWarp prst="textNoShape">
              <a:avLst/>
            </a:prstTxWarp>
            <a:spAutoFit/>
          </a:bodyPr>
          <a:lstStyle/>
          <a:p>
            <a:r>
              <a:rPr lang="en-US" altLang="vi-VN"/>
              <a:t>PLC INSTRUCTIONS</a:t>
            </a:r>
          </a:p>
        </p:txBody>
      </p:sp>
      <p:sp>
        <p:nvSpPr>
          <p:cNvPr id="27651" name="Rectangle 3">
            <a:extLst>
              <a:ext uri="{FF2B5EF4-FFF2-40B4-BE49-F238E27FC236}">
                <a16:creationId xmlns:a16="http://schemas.microsoft.com/office/drawing/2014/main" id="{19531338-9B50-40DA-8673-6A0BF231FFC6}"/>
              </a:ext>
            </a:extLst>
          </p:cNvPr>
          <p:cNvSpPr>
            <a:spLocks noGrp="1" noChangeArrowheads="1"/>
          </p:cNvSpPr>
          <p:nvPr>
            <p:ph type="body" idx="1"/>
          </p:nvPr>
        </p:nvSpPr>
        <p:spPr>
          <a:xfrm>
            <a:off x="2141539" y="1381125"/>
            <a:ext cx="7616825" cy="4547540"/>
          </a:xfrm>
          <a:noFill/>
          <a:ln/>
          <a:extLst>
            <a:ext uri="{91240B29-F687-4F45-9708-019B960494DF}">
              <a14:hiddenLine xmlns:a14="http://schemas.microsoft.com/office/drawing/2010/main" w="12700">
                <a:solidFill>
                  <a:schemeClr val="tx1"/>
                </a:solidFill>
                <a:miter lim="800000"/>
                <a:headEnd/>
                <a:tailEnd/>
              </a14:hiddenLine>
            </a:ext>
          </a:extLst>
        </p:spPr>
        <p:txBody>
          <a:bodyPr vert="horz" wrap="square" lIns="63595" tIns="25438" rIns="63595" bIns="25438" numCol="1" anchor="t" anchorCtr="0" compatLnSpc="1">
            <a:prstTxWarp prst="textNoShape">
              <a:avLst/>
            </a:prstTxWarp>
            <a:spAutoFit/>
          </a:bodyPr>
          <a:lstStyle/>
          <a:p>
            <a:pPr defTabSz="912813">
              <a:lnSpc>
                <a:spcPct val="91000"/>
              </a:lnSpc>
              <a:spcBef>
                <a:spcPct val="46000"/>
              </a:spcBef>
              <a:buNone/>
            </a:pPr>
            <a:r>
              <a:rPr lang="en-US" altLang="vi-VN"/>
              <a:t>1) Relay,</a:t>
            </a:r>
          </a:p>
          <a:p>
            <a:pPr defTabSz="912813">
              <a:lnSpc>
                <a:spcPct val="91000"/>
              </a:lnSpc>
              <a:spcBef>
                <a:spcPct val="46000"/>
              </a:spcBef>
              <a:buNone/>
            </a:pPr>
            <a:r>
              <a:rPr lang="en-US" altLang="vi-VN"/>
              <a:t>2) Timer and counter,</a:t>
            </a:r>
          </a:p>
          <a:p>
            <a:pPr defTabSz="912813">
              <a:lnSpc>
                <a:spcPct val="91000"/>
              </a:lnSpc>
              <a:spcBef>
                <a:spcPct val="46000"/>
              </a:spcBef>
              <a:buNone/>
            </a:pPr>
            <a:r>
              <a:rPr lang="en-US" altLang="vi-VN"/>
              <a:t>3) Program control,</a:t>
            </a:r>
          </a:p>
          <a:p>
            <a:pPr defTabSz="912813">
              <a:lnSpc>
                <a:spcPct val="91000"/>
              </a:lnSpc>
              <a:spcBef>
                <a:spcPct val="46000"/>
              </a:spcBef>
              <a:buNone/>
            </a:pPr>
            <a:r>
              <a:rPr lang="en-US" altLang="vi-VN"/>
              <a:t>4) Arithmetic,</a:t>
            </a:r>
          </a:p>
          <a:p>
            <a:pPr defTabSz="912813">
              <a:lnSpc>
                <a:spcPct val="91000"/>
              </a:lnSpc>
              <a:spcBef>
                <a:spcPct val="46000"/>
              </a:spcBef>
              <a:buNone/>
            </a:pPr>
            <a:r>
              <a:rPr lang="en-US" altLang="vi-VN"/>
              <a:t>5) Data manipulation,</a:t>
            </a:r>
          </a:p>
          <a:p>
            <a:pPr defTabSz="912813">
              <a:lnSpc>
                <a:spcPct val="91000"/>
              </a:lnSpc>
              <a:spcBef>
                <a:spcPct val="46000"/>
              </a:spcBef>
              <a:buNone/>
            </a:pPr>
            <a:r>
              <a:rPr lang="en-US" altLang="vi-VN"/>
              <a:t>6) Data transfer, and</a:t>
            </a:r>
          </a:p>
          <a:p>
            <a:pPr defTabSz="912813">
              <a:lnSpc>
                <a:spcPct val="91000"/>
              </a:lnSpc>
              <a:spcBef>
                <a:spcPct val="46000"/>
              </a:spcBef>
              <a:buNone/>
            </a:pPr>
            <a:r>
              <a:rPr lang="en-US" altLang="vi-VN"/>
              <a:t>7) Others, such as sequencers. </a:t>
            </a:r>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4CDE8DB5-6254-49BD-938E-D354A138052D}"/>
              </a:ext>
            </a:extLst>
          </p:cNvPr>
          <p:cNvSpPr>
            <a:spLocks noGrp="1" noChangeArrowheads="1"/>
          </p:cNvSpPr>
          <p:nvPr>
            <p:ph type="title"/>
          </p:nvPr>
        </p:nvSpPr>
        <p:spPr>
          <a:xfrm>
            <a:off x="4055262" y="541339"/>
            <a:ext cx="3954479" cy="728481"/>
          </a:xfrm>
          <a:noFill/>
          <a:ln/>
          <a:extLst>
            <a:ext uri="{91240B29-F687-4F45-9708-019B960494DF}">
              <a14:hiddenLine xmlns:a14="http://schemas.microsoft.com/office/drawing/2010/main" w="12700">
                <a:solidFill>
                  <a:schemeClr val="tx1"/>
                </a:solidFill>
                <a:miter lim="800000"/>
                <a:headEnd/>
                <a:tailEnd/>
              </a14:hiddenLine>
            </a:ext>
          </a:extLst>
        </p:spPr>
        <p:txBody>
          <a:bodyPr vert="horz" wrap="none" lIns="63595" tIns="25438" rIns="63595" bIns="25438" numCol="1" anchor="t" anchorCtr="0" compatLnSpc="1">
            <a:prstTxWarp prst="textNoShape">
              <a:avLst/>
            </a:prstTxWarp>
            <a:spAutoFit/>
          </a:bodyPr>
          <a:lstStyle/>
          <a:p>
            <a:r>
              <a:rPr lang="en-US" altLang="vi-VN"/>
              <a:t>LOGIC STATES</a:t>
            </a:r>
          </a:p>
        </p:txBody>
      </p:sp>
      <p:sp>
        <p:nvSpPr>
          <p:cNvPr id="28675" name="Rectangle 3">
            <a:extLst>
              <a:ext uri="{FF2B5EF4-FFF2-40B4-BE49-F238E27FC236}">
                <a16:creationId xmlns:a16="http://schemas.microsoft.com/office/drawing/2014/main" id="{08FE989F-3387-4B0D-AD3B-9AEF4E1C9FB6}"/>
              </a:ext>
            </a:extLst>
          </p:cNvPr>
          <p:cNvSpPr>
            <a:spLocks noGrp="1" noChangeArrowheads="1"/>
          </p:cNvSpPr>
          <p:nvPr>
            <p:ph type="body" idx="1"/>
          </p:nvPr>
        </p:nvSpPr>
        <p:spPr>
          <a:xfrm>
            <a:off x="2446339" y="1533526"/>
            <a:ext cx="7540625" cy="1673225"/>
          </a:xfrm>
          <a:noFill/>
          <a:ln/>
          <a:extLst>
            <a:ext uri="{91240B29-F687-4F45-9708-019B960494DF}">
              <a14:hiddenLine xmlns:a14="http://schemas.microsoft.com/office/drawing/2010/main" w="12700">
                <a:solidFill>
                  <a:schemeClr val="tx1"/>
                </a:solidFill>
                <a:miter lim="800000"/>
                <a:headEnd/>
                <a:tailEnd/>
              </a14:hiddenLine>
            </a:ext>
          </a:extLst>
        </p:spPr>
        <p:txBody>
          <a:bodyPr vert="horz" wrap="square" lIns="63595" tIns="25438" rIns="63595" bIns="25438" numCol="1" anchor="t" anchorCtr="0" compatLnSpc="1">
            <a:prstTxWarp prst="textNoShape">
              <a:avLst/>
            </a:prstTxWarp>
            <a:spAutoFit/>
          </a:bodyPr>
          <a:lstStyle/>
          <a:p>
            <a:pPr defTabSz="912813">
              <a:lnSpc>
                <a:spcPct val="95000"/>
              </a:lnSpc>
              <a:spcBef>
                <a:spcPct val="47000"/>
              </a:spcBef>
              <a:buNone/>
            </a:pPr>
            <a:r>
              <a:rPr lang="en-US" altLang="vi-VN"/>
              <a:t>ON : TRUE, contact closure, energize, etc. </a:t>
            </a:r>
          </a:p>
          <a:p>
            <a:pPr defTabSz="912813">
              <a:lnSpc>
                <a:spcPct val="95000"/>
              </a:lnSpc>
              <a:spcBef>
                <a:spcPct val="47000"/>
              </a:spcBef>
              <a:buNone/>
            </a:pPr>
            <a:r>
              <a:rPr lang="en-US" altLang="vi-VN"/>
              <a:t>OFF: FALSE, contact open ,  de-energize, etc.</a:t>
            </a:r>
          </a:p>
        </p:txBody>
      </p:sp>
      <p:sp>
        <p:nvSpPr>
          <p:cNvPr id="28676" name="Rectangle 4">
            <a:extLst>
              <a:ext uri="{FF2B5EF4-FFF2-40B4-BE49-F238E27FC236}">
                <a16:creationId xmlns:a16="http://schemas.microsoft.com/office/drawing/2014/main" id="{5F512727-09D6-4433-9D62-4357F80734C7}"/>
              </a:ext>
            </a:extLst>
          </p:cNvPr>
          <p:cNvSpPr>
            <a:spLocks noChangeArrowheads="1"/>
          </p:cNvSpPr>
          <p:nvPr/>
        </p:nvSpPr>
        <p:spPr bwMode="auto">
          <a:xfrm>
            <a:off x="2903539" y="4510089"/>
            <a:ext cx="6397625" cy="573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3595" tIns="25438" rIns="63595" bIns="25438">
            <a:spAutoFit/>
          </a:bodyPr>
          <a:lstStyle>
            <a:lvl1pPr marL="342900" indent="-342900" defTabSz="915988">
              <a:defRPr sz="2400">
                <a:solidFill>
                  <a:schemeClr val="tx1"/>
                </a:solidFill>
                <a:latin typeface="Times New Roman" panose="02020603050405020304" pitchFamily="18" charset="0"/>
              </a:defRPr>
            </a:lvl1pPr>
            <a:lvl2pPr marL="801688" indent="-344488" defTabSz="915988">
              <a:defRPr sz="2400">
                <a:solidFill>
                  <a:schemeClr val="tx1"/>
                </a:solidFill>
                <a:latin typeface="Times New Roman" panose="02020603050405020304" pitchFamily="18" charset="0"/>
              </a:defRPr>
            </a:lvl2pPr>
            <a:lvl3pPr marL="1258888" indent="-342900" defTabSz="915988">
              <a:defRPr sz="2400">
                <a:solidFill>
                  <a:schemeClr val="tx1"/>
                </a:solidFill>
                <a:latin typeface="Times New Roman" panose="02020603050405020304" pitchFamily="18" charset="0"/>
              </a:defRPr>
            </a:lvl3pPr>
            <a:lvl4pPr marL="1717675" indent="-344488" defTabSz="915988">
              <a:defRPr sz="2400">
                <a:solidFill>
                  <a:schemeClr val="tx1"/>
                </a:solidFill>
                <a:latin typeface="Times New Roman" panose="02020603050405020304" pitchFamily="18" charset="0"/>
              </a:defRPr>
            </a:lvl4pPr>
            <a:lvl5pPr marL="2174875" indent="-342900" defTabSz="915988">
              <a:defRPr sz="2400">
                <a:solidFill>
                  <a:schemeClr val="tx1"/>
                </a:solidFill>
                <a:latin typeface="Times New Roman" panose="02020603050405020304" pitchFamily="18" charset="0"/>
              </a:defRPr>
            </a:lvl5pPr>
            <a:lvl6pPr marL="2632075" indent="-342900" defTabSz="915988" fontAlgn="base">
              <a:spcBef>
                <a:spcPct val="0"/>
              </a:spcBef>
              <a:spcAft>
                <a:spcPct val="0"/>
              </a:spcAft>
              <a:defRPr sz="2400">
                <a:solidFill>
                  <a:schemeClr val="tx1"/>
                </a:solidFill>
                <a:latin typeface="Times New Roman" panose="02020603050405020304" pitchFamily="18" charset="0"/>
              </a:defRPr>
            </a:lvl6pPr>
            <a:lvl7pPr marL="3089275" indent="-342900" defTabSz="915988" fontAlgn="base">
              <a:spcBef>
                <a:spcPct val="0"/>
              </a:spcBef>
              <a:spcAft>
                <a:spcPct val="0"/>
              </a:spcAft>
              <a:defRPr sz="2400">
                <a:solidFill>
                  <a:schemeClr val="tx1"/>
                </a:solidFill>
                <a:latin typeface="Times New Roman" panose="02020603050405020304" pitchFamily="18" charset="0"/>
              </a:defRPr>
            </a:lvl7pPr>
            <a:lvl8pPr marL="3546475" indent="-342900" defTabSz="915988" fontAlgn="base">
              <a:spcBef>
                <a:spcPct val="0"/>
              </a:spcBef>
              <a:spcAft>
                <a:spcPct val="0"/>
              </a:spcAft>
              <a:defRPr sz="2400">
                <a:solidFill>
                  <a:schemeClr val="tx1"/>
                </a:solidFill>
                <a:latin typeface="Times New Roman" panose="02020603050405020304" pitchFamily="18" charset="0"/>
              </a:defRPr>
            </a:lvl8pPr>
            <a:lvl9pPr marL="4003675" indent="-342900" defTabSz="915988" fontAlgn="base">
              <a:spcBef>
                <a:spcPct val="0"/>
              </a:spcBef>
              <a:spcAft>
                <a:spcPct val="0"/>
              </a:spcAft>
              <a:defRPr sz="2400">
                <a:solidFill>
                  <a:schemeClr val="tx1"/>
                </a:solidFill>
                <a:latin typeface="Times New Roman" panose="02020603050405020304" pitchFamily="18" charset="0"/>
              </a:defRPr>
            </a:lvl9pPr>
          </a:lstStyle>
          <a:p>
            <a:pPr eaLnBrk="0" fontAlgn="base" hangingPunct="0">
              <a:lnSpc>
                <a:spcPct val="95000"/>
              </a:lnSpc>
              <a:spcBef>
                <a:spcPct val="47000"/>
              </a:spcBef>
              <a:spcAft>
                <a:spcPct val="0"/>
              </a:spcAft>
            </a:pPr>
            <a:r>
              <a:rPr lang="en-US" altLang="vi-VN" sz="1800" b="1">
                <a:solidFill>
                  <a:srgbClr val="000000"/>
                </a:solidFill>
                <a:latin typeface="Arial" panose="020B0604020202020204" pitchFamily="34" charset="0"/>
              </a:rPr>
              <a:t>(In the notes we use the symbol "~" to represent negation.  AND and OR are  logic operators.  )</a:t>
            </a:r>
          </a:p>
        </p:txBody>
      </p:sp>
      <p:sp>
        <p:nvSpPr>
          <p:cNvPr id="28677" name="Rectangle 5">
            <a:extLst>
              <a:ext uri="{FF2B5EF4-FFF2-40B4-BE49-F238E27FC236}">
                <a16:creationId xmlns:a16="http://schemas.microsoft.com/office/drawing/2014/main" id="{7DD9CEC5-3B12-4339-9D69-297EC2F18476}"/>
              </a:ext>
            </a:extLst>
          </p:cNvPr>
          <p:cNvSpPr>
            <a:spLocks noChangeArrowheads="1"/>
          </p:cNvSpPr>
          <p:nvPr/>
        </p:nvSpPr>
        <p:spPr bwMode="auto">
          <a:xfrm>
            <a:off x="3132138" y="3378200"/>
            <a:ext cx="7021512" cy="776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95" tIns="25438" rIns="63595" bIns="25438">
            <a:spAutoFit/>
          </a:bodyPr>
          <a:lstStyle>
            <a:lvl1pPr defTabSz="915988">
              <a:defRPr sz="2400">
                <a:solidFill>
                  <a:schemeClr val="tx1"/>
                </a:solidFill>
                <a:latin typeface="Times New Roman" panose="02020603050405020304" pitchFamily="18" charset="0"/>
              </a:defRPr>
            </a:lvl1pPr>
            <a:lvl2pPr defTabSz="915988">
              <a:defRPr sz="2400">
                <a:solidFill>
                  <a:schemeClr val="tx1"/>
                </a:solidFill>
                <a:latin typeface="Times New Roman" panose="02020603050405020304" pitchFamily="18" charset="0"/>
              </a:defRPr>
            </a:lvl2pPr>
            <a:lvl3pPr marL="915988" defTabSz="915988">
              <a:defRPr sz="2400">
                <a:solidFill>
                  <a:schemeClr val="tx1"/>
                </a:solidFill>
                <a:latin typeface="Times New Roman" panose="02020603050405020304" pitchFamily="18" charset="0"/>
              </a:defRPr>
            </a:lvl3pPr>
            <a:lvl4pPr marL="1373188" defTabSz="915988">
              <a:defRPr sz="2400">
                <a:solidFill>
                  <a:schemeClr val="tx1"/>
                </a:solidFill>
                <a:latin typeface="Times New Roman" panose="02020603050405020304" pitchFamily="18" charset="0"/>
              </a:defRPr>
            </a:lvl4pPr>
            <a:lvl5pPr marL="1831975" defTabSz="915988">
              <a:defRPr sz="2400">
                <a:solidFill>
                  <a:schemeClr val="tx1"/>
                </a:solidFill>
                <a:latin typeface="Times New Roman" panose="02020603050405020304" pitchFamily="18" charset="0"/>
              </a:defRPr>
            </a:lvl5pPr>
            <a:lvl6pPr marL="2289175" defTabSz="915988" fontAlgn="base">
              <a:spcBef>
                <a:spcPct val="0"/>
              </a:spcBef>
              <a:spcAft>
                <a:spcPct val="0"/>
              </a:spcAft>
              <a:defRPr sz="2400">
                <a:solidFill>
                  <a:schemeClr val="tx1"/>
                </a:solidFill>
                <a:latin typeface="Times New Roman" panose="02020603050405020304" pitchFamily="18" charset="0"/>
              </a:defRPr>
            </a:lvl6pPr>
            <a:lvl7pPr marL="2746375" defTabSz="915988" fontAlgn="base">
              <a:spcBef>
                <a:spcPct val="0"/>
              </a:spcBef>
              <a:spcAft>
                <a:spcPct val="0"/>
              </a:spcAft>
              <a:defRPr sz="2400">
                <a:solidFill>
                  <a:schemeClr val="tx1"/>
                </a:solidFill>
                <a:latin typeface="Times New Roman" panose="02020603050405020304" pitchFamily="18" charset="0"/>
              </a:defRPr>
            </a:lvl7pPr>
            <a:lvl8pPr marL="3203575" defTabSz="915988" fontAlgn="base">
              <a:spcBef>
                <a:spcPct val="0"/>
              </a:spcBef>
              <a:spcAft>
                <a:spcPct val="0"/>
              </a:spcAft>
              <a:defRPr sz="2400">
                <a:solidFill>
                  <a:schemeClr val="tx1"/>
                </a:solidFill>
                <a:latin typeface="Times New Roman" panose="02020603050405020304" pitchFamily="18" charset="0"/>
              </a:defRPr>
            </a:lvl8pPr>
            <a:lvl9pPr marL="3660775" defTabSz="915988" fontAlgn="base">
              <a:spcBef>
                <a:spcPct val="0"/>
              </a:spcBef>
              <a:spcAft>
                <a:spcPct val="0"/>
              </a:spcAft>
              <a:defRPr sz="2400">
                <a:solidFill>
                  <a:schemeClr val="tx1"/>
                </a:solidFill>
                <a:latin typeface="Times New Roman" panose="02020603050405020304" pitchFamily="18" charset="0"/>
              </a:defRPr>
            </a:lvl9pPr>
          </a:lstStyle>
          <a:p>
            <a:pPr eaLnBrk="0" fontAlgn="base" hangingPunct="0">
              <a:lnSpc>
                <a:spcPct val="88000"/>
              </a:lnSpc>
              <a:spcBef>
                <a:spcPct val="0"/>
              </a:spcBef>
              <a:spcAft>
                <a:spcPct val="0"/>
              </a:spcAft>
            </a:pPr>
            <a:r>
              <a:rPr lang="en-US" altLang="vi-VN" sz="1800" b="1">
                <a:solidFill>
                  <a:srgbClr val="000000"/>
                </a:solidFill>
                <a:latin typeface="Arial" panose="020B0604020202020204" pitchFamily="34" charset="0"/>
              </a:rPr>
              <a:t>Do not confuse the internal relay and program with the external</a:t>
            </a:r>
          </a:p>
          <a:p>
            <a:pPr eaLnBrk="0" fontAlgn="base" hangingPunct="0">
              <a:lnSpc>
                <a:spcPct val="88000"/>
              </a:lnSpc>
              <a:spcBef>
                <a:spcPct val="0"/>
              </a:spcBef>
              <a:spcAft>
                <a:spcPct val="0"/>
              </a:spcAft>
            </a:pPr>
            <a:r>
              <a:rPr lang="en-US" altLang="vi-VN" sz="1800" b="1">
                <a:solidFill>
                  <a:srgbClr val="000000"/>
                </a:solidFill>
                <a:latin typeface="Arial" panose="020B0604020202020204" pitchFamily="34" charset="0"/>
              </a:rPr>
              <a:t>switch and relay.  Internal symbols are used for programming.</a:t>
            </a:r>
          </a:p>
          <a:p>
            <a:pPr eaLnBrk="0" fontAlgn="base" hangingPunct="0">
              <a:lnSpc>
                <a:spcPct val="88000"/>
              </a:lnSpc>
              <a:spcBef>
                <a:spcPct val="0"/>
              </a:spcBef>
              <a:spcAft>
                <a:spcPct val="0"/>
              </a:spcAft>
            </a:pPr>
            <a:r>
              <a:rPr lang="en-US" altLang="vi-VN" sz="1800" b="1">
                <a:solidFill>
                  <a:srgbClr val="000000"/>
                </a:solidFill>
                <a:latin typeface="Arial" panose="020B0604020202020204" pitchFamily="34" charset="0"/>
              </a:rPr>
              <a:t>External devices provide actual interface.</a:t>
            </a:r>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85D07E6D-6515-4973-8EB8-7B9A9EDFF971}"/>
              </a:ext>
            </a:extLst>
          </p:cNvPr>
          <p:cNvSpPr>
            <a:spLocks noGrp="1" noChangeArrowheads="1"/>
          </p:cNvSpPr>
          <p:nvPr>
            <p:ph type="title"/>
          </p:nvPr>
        </p:nvSpPr>
        <p:spPr>
          <a:xfrm>
            <a:off x="4110819" y="341223"/>
            <a:ext cx="5235600" cy="728481"/>
          </a:xfrm>
          <a:noFill/>
          <a:ln/>
          <a:extLst>
            <a:ext uri="{91240B29-F687-4F45-9708-019B960494DF}">
              <a14:hiddenLine xmlns:a14="http://schemas.microsoft.com/office/drawing/2010/main" w="12700">
                <a:solidFill>
                  <a:schemeClr val="tx1"/>
                </a:solidFill>
                <a:miter lim="800000"/>
                <a:headEnd/>
                <a:tailEnd/>
              </a14:hiddenLine>
            </a:ext>
          </a:extLst>
        </p:spPr>
        <p:txBody>
          <a:bodyPr vert="horz" wrap="none" lIns="63595" tIns="25438" rIns="63595" bIns="25438" numCol="1" anchor="t" anchorCtr="0" compatLnSpc="1">
            <a:prstTxWarp prst="textNoShape">
              <a:avLst/>
            </a:prstTxWarp>
            <a:spAutoFit/>
          </a:bodyPr>
          <a:lstStyle/>
          <a:p>
            <a:r>
              <a:rPr lang="en-US" altLang="vi-VN"/>
              <a:t>AND  and OR LOGIC</a:t>
            </a:r>
          </a:p>
        </p:txBody>
      </p:sp>
      <p:pic>
        <p:nvPicPr>
          <p:cNvPr id="29699" name="Picture 3">
            <a:extLst>
              <a:ext uri="{FF2B5EF4-FFF2-40B4-BE49-F238E27FC236}">
                <a16:creationId xmlns:a16="http://schemas.microsoft.com/office/drawing/2014/main" id="{D48F4179-B70A-4780-A3DC-DFBEA575BEA5}"/>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36015" y="1946275"/>
            <a:ext cx="4738769" cy="1565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9700" name="Picture 4">
            <a:extLst>
              <a:ext uri="{FF2B5EF4-FFF2-40B4-BE49-F238E27FC236}">
                <a16:creationId xmlns:a16="http://schemas.microsoft.com/office/drawing/2014/main" id="{43AAA804-1D23-400A-A105-8F548E187BF4}"/>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36015" y="4811892"/>
            <a:ext cx="4948238"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9701" name="Rectangle 5">
            <a:extLst>
              <a:ext uri="{FF2B5EF4-FFF2-40B4-BE49-F238E27FC236}">
                <a16:creationId xmlns:a16="http://schemas.microsoft.com/office/drawing/2014/main" id="{C31E422B-526B-4A67-82CD-24E61CFB8DC7}"/>
              </a:ext>
            </a:extLst>
          </p:cNvPr>
          <p:cNvSpPr>
            <a:spLocks noChangeArrowheads="1"/>
          </p:cNvSpPr>
          <p:nvPr/>
        </p:nvSpPr>
        <p:spPr bwMode="auto">
          <a:xfrm>
            <a:off x="2979739" y="1269820"/>
            <a:ext cx="1316771" cy="2951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95" tIns="25438" rIns="63595" bIns="25438">
            <a:spAutoFit/>
          </a:bodyPr>
          <a:lstStyle>
            <a:lvl1pPr defTabSz="915988">
              <a:defRPr sz="2400">
                <a:solidFill>
                  <a:schemeClr val="tx1"/>
                </a:solidFill>
                <a:latin typeface="Times New Roman" panose="02020603050405020304" pitchFamily="18" charset="0"/>
              </a:defRPr>
            </a:lvl1pPr>
            <a:lvl2pPr defTabSz="915988">
              <a:defRPr sz="2400">
                <a:solidFill>
                  <a:schemeClr val="tx1"/>
                </a:solidFill>
                <a:latin typeface="Times New Roman" panose="02020603050405020304" pitchFamily="18" charset="0"/>
              </a:defRPr>
            </a:lvl2pPr>
            <a:lvl3pPr marL="915988" defTabSz="915988">
              <a:defRPr sz="2400">
                <a:solidFill>
                  <a:schemeClr val="tx1"/>
                </a:solidFill>
                <a:latin typeface="Times New Roman" panose="02020603050405020304" pitchFamily="18" charset="0"/>
              </a:defRPr>
            </a:lvl3pPr>
            <a:lvl4pPr marL="1373188" defTabSz="915988">
              <a:defRPr sz="2400">
                <a:solidFill>
                  <a:schemeClr val="tx1"/>
                </a:solidFill>
                <a:latin typeface="Times New Roman" panose="02020603050405020304" pitchFamily="18" charset="0"/>
              </a:defRPr>
            </a:lvl4pPr>
            <a:lvl5pPr marL="1831975" defTabSz="915988">
              <a:defRPr sz="2400">
                <a:solidFill>
                  <a:schemeClr val="tx1"/>
                </a:solidFill>
                <a:latin typeface="Times New Roman" panose="02020603050405020304" pitchFamily="18" charset="0"/>
              </a:defRPr>
            </a:lvl5pPr>
            <a:lvl6pPr marL="2289175" defTabSz="915988" fontAlgn="base">
              <a:spcBef>
                <a:spcPct val="0"/>
              </a:spcBef>
              <a:spcAft>
                <a:spcPct val="0"/>
              </a:spcAft>
              <a:defRPr sz="2400">
                <a:solidFill>
                  <a:schemeClr val="tx1"/>
                </a:solidFill>
                <a:latin typeface="Times New Roman" panose="02020603050405020304" pitchFamily="18" charset="0"/>
              </a:defRPr>
            </a:lvl6pPr>
            <a:lvl7pPr marL="2746375" defTabSz="915988" fontAlgn="base">
              <a:spcBef>
                <a:spcPct val="0"/>
              </a:spcBef>
              <a:spcAft>
                <a:spcPct val="0"/>
              </a:spcAft>
              <a:defRPr sz="2400">
                <a:solidFill>
                  <a:schemeClr val="tx1"/>
                </a:solidFill>
                <a:latin typeface="Times New Roman" panose="02020603050405020304" pitchFamily="18" charset="0"/>
              </a:defRPr>
            </a:lvl7pPr>
            <a:lvl8pPr marL="3203575" defTabSz="915988" fontAlgn="base">
              <a:spcBef>
                <a:spcPct val="0"/>
              </a:spcBef>
              <a:spcAft>
                <a:spcPct val="0"/>
              </a:spcAft>
              <a:defRPr sz="2400">
                <a:solidFill>
                  <a:schemeClr val="tx1"/>
                </a:solidFill>
                <a:latin typeface="Times New Roman" panose="02020603050405020304" pitchFamily="18" charset="0"/>
              </a:defRPr>
            </a:lvl8pPr>
            <a:lvl9pPr marL="3660775" defTabSz="915988" fontAlgn="base">
              <a:spcBef>
                <a:spcPct val="0"/>
              </a:spcBef>
              <a:spcAft>
                <a:spcPct val="0"/>
              </a:spcAft>
              <a:defRPr sz="2400">
                <a:solidFill>
                  <a:schemeClr val="tx1"/>
                </a:solidFill>
                <a:latin typeface="Times New Roman" panose="02020603050405020304" pitchFamily="18" charset="0"/>
              </a:defRPr>
            </a:lvl9pPr>
          </a:lstStyle>
          <a:p>
            <a:pPr eaLnBrk="0" fontAlgn="base" hangingPunct="0">
              <a:lnSpc>
                <a:spcPct val="88000"/>
              </a:lnSpc>
              <a:spcBef>
                <a:spcPct val="0"/>
              </a:spcBef>
              <a:spcAft>
                <a:spcPct val="0"/>
              </a:spcAft>
            </a:pPr>
            <a:r>
              <a:rPr lang="en-US" altLang="vi-VN" sz="1800" b="1">
                <a:solidFill>
                  <a:srgbClr val="000000"/>
                </a:solidFill>
                <a:latin typeface="Arial" panose="020B0604020202020204" pitchFamily="34" charset="0"/>
              </a:rPr>
              <a:t>AND GATE</a:t>
            </a:r>
          </a:p>
        </p:txBody>
      </p:sp>
      <p:sp>
        <p:nvSpPr>
          <p:cNvPr id="29702" name="Rectangle 6">
            <a:extLst>
              <a:ext uri="{FF2B5EF4-FFF2-40B4-BE49-F238E27FC236}">
                <a16:creationId xmlns:a16="http://schemas.microsoft.com/office/drawing/2014/main" id="{7C485370-1D48-4E8B-B29D-02ECDBD6967B}"/>
              </a:ext>
            </a:extLst>
          </p:cNvPr>
          <p:cNvSpPr>
            <a:spLocks noChangeArrowheads="1"/>
          </p:cNvSpPr>
          <p:nvPr/>
        </p:nvSpPr>
        <p:spPr bwMode="auto">
          <a:xfrm>
            <a:off x="3056682" y="4240542"/>
            <a:ext cx="1162882" cy="2951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95" tIns="25438" rIns="63595" bIns="25438">
            <a:spAutoFit/>
          </a:bodyPr>
          <a:lstStyle>
            <a:lvl1pPr defTabSz="915988">
              <a:defRPr sz="2400">
                <a:solidFill>
                  <a:schemeClr val="tx1"/>
                </a:solidFill>
                <a:latin typeface="Times New Roman" panose="02020603050405020304" pitchFamily="18" charset="0"/>
              </a:defRPr>
            </a:lvl1pPr>
            <a:lvl2pPr defTabSz="915988">
              <a:defRPr sz="2400">
                <a:solidFill>
                  <a:schemeClr val="tx1"/>
                </a:solidFill>
                <a:latin typeface="Times New Roman" panose="02020603050405020304" pitchFamily="18" charset="0"/>
              </a:defRPr>
            </a:lvl2pPr>
            <a:lvl3pPr marL="915988" defTabSz="915988">
              <a:defRPr sz="2400">
                <a:solidFill>
                  <a:schemeClr val="tx1"/>
                </a:solidFill>
                <a:latin typeface="Times New Roman" panose="02020603050405020304" pitchFamily="18" charset="0"/>
              </a:defRPr>
            </a:lvl3pPr>
            <a:lvl4pPr marL="1373188" defTabSz="915988">
              <a:defRPr sz="2400">
                <a:solidFill>
                  <a:schemeClr val="tx1"/>
                </a:solidFill>
                <a:latin typeface="Times New Roman" panose="02020603050405020304" pitchFamily="18" charset="0"/>
              </a:defRPr>
            </a:lvl4pPr>
            <a:lvl5pPr marL="1831975" defTabSz="915988">
              <a:defRPr sz="2400">
                <a:solidFill>
                  <a:schemeClr val="tx1"/>
                </a:solidFill>
                <a:latin typeface="Times New Roman" panose="02020603050405020304" pitchFamily="18" charset="0"/>
              </a:defRPr>
            </a:lvl5pPr>
            <a:lvl6pPr marL="2289175" defTabSz="915988" fontAlgn="base">
              <a:spcBef>
                <a:spcPct val="0"/>
              </a:spcBef>
              <a:spcAft>
                <a:spcPct val="0"/>
              </a:spcAft>
              <a:defRPr sz="2400">
                <a:solidFill>
                  <a:schemeClr val="tx1"/>
                </a:solidFill>
                <a:latin typeface="Times New Roman" panose="02020603050405020304" pitchFamily="18" charset="0"/>
              </a:defRPr>
            </a:lvl6pPr>
            <a:lvl7pPr marL="2746375" defTabSz="915988" fontAlgn="base">
              <a:spcBef>
                <a:spcPct val="0"/>
              </a:spcBef>
              <a:spcAft>
                <a:spcPct val="0"/>
              </a:spcAft>
              <a:defRPr sz="2400">
                <a:solidFill>
                  <a:schemeClr val="tx1"/>
                </a:solidFill>
                <a:latin typeface="Times New Roman" panose="02020603050405020304" pitchFamily="18" charset="0"/>
              </a:defRPr>
            </a:lvl7pPr>
            <a:lvl8pPr marL="3203575" defTabSz="915988" fontAlgn="base">
              <a:spcBef>
                <a:spcPct val="0"/>
              </a:spcBef>
              <a:spcAft>
                <a:spcPct val="0"/>
              </a:spcAft>
              <a:defRPr sz="2400">
                <a:solidFill>
                  <a:schemeClr val="tx1"/>
                </a:solidFill>
                <a:latin typeface="Times New Roman" panose="02020603050405020304" pitchFamily="18" charset="0"/>
              </a:defRPr>
            </a:lvl8pPr>
            <a:lvl9pPr marL="3660775" defTabSz="915988" fontAlgn="base">
              <a:spcBef>
                <a:spcPct val="0"/>
              </a:spcBef>
              <a:spcAft>
                <a:spcPct val="0"/>
              </a:spcAft>
              <a:defRPr sz="2400">
                <a:solidFill>
                  <a:schemeClr val="tx1"/>
                </a:solidFill>
                <a:latin typeface="Times New Roman" panose="02020603050405020304" pitchFamily="18" charset="0"/>
              </a:defRPr>
            </a:lvl9pPr>
          </a:lstStyle>
          <a:p>
            <a:pPr eaLnBrk="0" fontAlgn="base" hangingPunct="0">
              <a:lnSpc>
                <a:spcPct val="88000"/>
              </a:lnSpc>
              <a:spcBef>
                <a:spcPct val="0"/>
              </a:spcBef>
              <a:spcAft>
                <a:spcPct val="0"/>
              </a:spcAft>
            </a:pPr>
            <a:r>
              <a:rPr lang="en-US" altLang="vi-VN" sz="1800" b="1">
                <a:solidFill>
                  <a:srgbClr val="000000"/>
                </a:solidFill>
                <a:latin typeface="Arial" panose="020B0604020202020204" pitchFamily="34" charset="0"/>
              </a:rPr>
              <a:t>OR GATE</a:t>
            </a:r>
          </a:p>
        </p:txBody>
      </p:sp>
      <p:graphicFrame>
        <p:nvGraphicFramePr>
          <p:cNvPr id="2" name="Table 2">
            <a:extLst>
              <a:ext uri="{FF2B5EF4-FFF2-40B4-BE49-F238E27FC236}">
                <a16:creationId xmlns:a16="http://schemas.microsoft.com/office/drawing/2014/main" id="{A6FB2242-0768-4F68-8A2A-985901988BF1}"/>
              </a:ext>
            </a:extLst>
          </p:cNvPr>
          <p:cNvGraphicFramePr>
            <a:graphicFrameLocks noGrp="1"/>
          </p:cNvGraphicFramePr>
          <p:nvPr>
            <p:extLst>
              <p:ext uri="{D42A27DB-BD31-4B8C-83A1-F6EECF244321}">
                <p14:modId xmlns:p14="http://schemas.microsoft.com/office/powerpoint/2010/main" val="1520452659"/>
              </p:ext>
            </p:extLst>
          </p:nvPr>
        </p:nvGraphicFramePr>
        <p:xfrm>
          <a:off x="8001000" y="1801812"/>
          <a:ext cx="3896529" cy="1854200"/>
        </p:xfrm>
        <a:graphic>
          <a:graphicData uri="http://schemas.openxmlformats.org/drawingml/2006/table">
            <a:tbl>
              <a:tblPr firstRow="1" bandRow="1">
                <a:tableStyleId>{5C22544A-7EE6-4342-B048-85BDC9FD1C3A}</a:tableStyleId>
              </a:tblPr>
              <a:tblGrid>
                <a:gridCol w="1298843">
                  <a:extLst>
                    <a:ext uri="{9D8B030D-6E8A-4147-A177-3AD203B41FA5}">
                      <a16:colId xmlns:a16="http://schemas.microsoft.com/office/drawing/2014/main" val="431330947"/>
                    </a:ext>
                  </a:extLst>
                </a:gridCol>
                <a:gridCol w="1298843">
                  <a:extLst>
                    <a:ext uri="{9D8B030D-6E8A-4147-A177-3AD203B41FA5}">
                      <a16:colId xmlns:a16="http://schemas.microsoft.com/office/drawing/2014/main" val="304075443"/>
                    </a:ext>
                  </a:extLst>
                </a:gridCol>
                <a:gridCol w="1298843">
                  <a:extLst>
                    <a:ext uri="{9D8B030D-6E8A-4147-A177-3AD203B41FA5}">
                      <a16:colId xmlns:a16="http://schemas.microsoft.com/office/drawing/2014/main" val="130376382"/>
                    </a:ext>
                  </a:extLst>
                </a:gridCol>
              </a:tblGrid>
              <a:tr h="370840">
                <a:tc>
                  <a:txBody>
                    <a:bodyPr/>
                    <a:lstStyle/>
                    <a:p>
                      <a:pPr algn="ctr"/>
                      <a:r>
                        <a:rPr lang="en-US">
                          <a:solidFill>
                            <a:schemeClr val="tx1"/>
                          </a:solidFill>
                        </a:rPr>
                        <a:t>PB1</a:t>
                      </a:r>
                      <a:endParaRPr lang="vi-VN">
                        <a:solidFill>
                          <a:schemeClr val="tx1"/>
                        </a:solidFill>
                      </a:endParaRPr>
                    </a:p>
                  </a:txBody>
                  <a:tcPr>
                    <a:solidFill>
                      <a:schemeClr val="bg1">
                        <a:lumMod val="95000"/>
                      </a:schemeClr>
                    </a:solidFill>
                  </a:tcPr>
                </a:tc>
                <a:tc>
                  <a:txBody>
                    <a:bodyPr/>
                    <a:lstStyle/>
                    <a:p>
                      <a:pPr algn="ctr"/>
                      <a:r>
                        <a:rPr lang="en-US">
                          <a:solidFill>
                            <a:schemeClr val="tx1"/>
                          </a:solidFill>
                        </a:rPr>
                        <a:t>PB2</a:t>
                      </a:r>
                      <a:endParaRPr lang="vi-VN">
                        <a:solidFill>
                          <a:schemeClr val="tx1"/>
                        </a:solidFill>
                      </a:endParaRPr>
                    </a:p>
                  </a:txBody>
                  <a:tcPr>
                    <a:solidFill>
                      <a:schemeClr val="bg1">
                        <a:lumMod val="95000"/>
                      </a:schemeClr>
                    </a:solidFill>
                  </a:tcPr>
                </a:tc>
                <a:tc>
                  <a:txBody>
                    <a:bodyPr/>
                    <a:lstStyle/>
                    <a:p>
                      <a:pPr algn="ctr"/>
                      <a:r>
                        <a:rPr lang="en-US">
                          <a:solidFill>
                            <a:schemeClr val="tx1"/>
                          </a:solidFill>
                        </a:rPr>
                        <a:t>Logic (R)</a:t>
                      </a:r>
                      <a:endParaRPr lang="vi-VN">
                        <a:solidFill>
                          <a:schemeClr val="tx1"/>
                        </a:solidFill>
                      </a:endParaRPr>
                    </a:p>
                  </a:txBody>
                  <a:tcPr>
                    <a:solidFill>
                      <a:schemeClr val="bg1">
                        <a:lumMod val="95000"/>
                      </a:schemeClr>
                    </a:solidFill>
                  </a:tcPr>
                </a:tc>
                <a:extLst>
                  <a:ext uri="{0D108BD9-81ED-4DB2-BD59-A6C34878D82A}">
                    <a16:rowId xmlns:a16="http://schemas.microsoft.com/office/drawing/2014/main" val="868617379"/>
                  </a:ext>
                </a:extLst>
              </a:tr>
              <a:tr h="370840">
                <a:tc>
                  <a:txBody>
                    <a:bodyPr/>
                    <a:lstStyle/>
                    <a:p>
                      <a:pPr algn="ctr"/>
                      <a:r>
                        <a:rPr lang="en-US">
                          <a:solidFill>
                            <a:schemeClr val="tx1"/>
                          </a:solidFill>
                        </a:rPr>
                        <a:t>ON</a:t>
                      </a:r>
                      <a:endParaRPr lang="vi-VN">
                        <a:solidFill>
                          <a:schemeClr val="tx1"/>
                        </a:solidFill>
                      </a:endParaRPr>
                    </a:p>
                  </a:txBody>
                  <a:tcPr>
                    <a:solidFill>
                      <a:schemeClr val="bg1">
                        <a:lumMod val="95000"/>
                      </a:schemeClr>
                    </a:solidFill>
                  </a:tcPr>
                </a:tc>
                <a:tc>
                  <a:txBody>
                    <a:bodyPr/>
                    <a:lstStyle/>
                    <a:p>
                      <a:pPr algn="ctr"/>
                      <a:r>
                        <a:rPr lang="en-US">
                          <a:solidFill>
                            <a:schemeClr val="tx1"/>
                          </a:solidFill>
                        </a:rPr>
                        <a:t>ON</a:t>
                      </a:r>
                      <a:endParaRPr lang="vi-VN">
                        <a:solidFill>
                          <a:schemeClr val="tx1"/>
                        </a:solidFill>
                      </a:endParaRPr>
                    </a:p>
                  </a:txBody>
                  <a:tcPr>
                    <a:solidFill>
                      <a:schemeClr val="bg1">
                        <a:lumMod val="95000"/>
                      </a:schemeClr>
                    </a:solidFill>
                  </a:tcPr>
                </a:tc>
                <a:tc>
                  <a:txBody>
                    <a:bodyPr/>
                    <a:lstStyle/>
                    <a:p>
                      <a:pPr algn="ctr"/>
                      <a:r>
                        <a:rPr lang="en-US">
                          <a:solidFill>
                            <a:schemeClr val="tx1"/>
                          </a:solidFill>
                        </a:rPr>
                        <a:t>ON</a:t>
                      </a:r>
                      <a:endParaRPr lang="vi-VN">
                        <a:solidFill>
                          <a:schemeClr val="tx1"/>
                        </a:solidFill>
                      </a:endParaRPr>
                    </a:p>
                  </a:txBody>
                  <a:tcPr>
                    <a:solidFill>
                      <a:schemeClr val="bg1">
                        <a:lumMod val="95000"/>
                      </a:schemeClr>
                    </a:solidFill>
                  </a:tcPr>
                </a:tc>
                <a:extLst>
                  <a:ext uri="{0D108BD9-81ED-4DB2-BD59-A6C34878D82A}">
                    <a16:rowId xmlns:a16="http://schemas.microsoft.com/office/drawing/2014/main" val="4111298518"/>
                  </a:ext>
                </a:extLst>
              </a:tr>
              <a:tr h="370840">
                <a:tc>
                  <a:txBody>
                    <a:bodyPr/>
                    <a:lstStyle/>
                    <a:p>
                      <a:pPr algn="ctr"/>
                      <a:r>
                        <a:rPr lang="en-US">
                          <a:solidFill>
                            <a:schemeClr val="tx1"/>
                          </a:solidFill>
                        </a:rPr>
                        <a:t>ON</a:t>
                      </a:r>
                      <a:endParaRPr lang="vi-VN">
                        <a:solidFill>
                          <a:schemeClr val="tx1"/>
                        </a:solidFill>
                      </a:endParaRPr>
                    </a:p>
                  </a:txBody>
                  <a:tcPr>
                    <a:solidFill>
                      <a:schemeClr val="bg1">
                        <a:lumMod val="95000"/>
                      </a:schemeClr>
                    </a:solidFill>
                  </a:tcPr>
                </a:tc>
                <a:tc>
                  <a:txBody>
                    <a:bodyPr/>
                    <a:lstStyle/>
                    <a:p>
                      <a:pPr algn="ctr"/>
                      <a:r>
                        <a:rPr lang="en-US">
                          <a:solidFill>
                            <a:schemeClr val="tx1"/>
                          </a:solidFill>
                        </a:rPr>
                        <a:t>OFF</a:t>
                      </a:r>
                      <a:endParaRPr lang="vi-VN">
                        <a:solidFill>
                          <a:schemeClr val="tx1"/>
                        </a:solidFill>
                      </a:endParaRPr>
                    </a:p>
                  </a:txBody>
                  <a:tcPr>
                    <a:solidFill>
                      <a:schemeClr val="bg1">
                        <a:lumMod val="95000"/>
                      </a:schemeClr>
                    </a:solidFill>
                  </a:tcPr>
                </a:tc>
                <a:tc>
                  <a:txBody>
                    <a:bodyPr/>
                    <a:lstStyle/>
                    <a:p>
                      <a:pPr algn="ctr"/>
                      <a:r>
                        <a:rPr lang="en-US">
                          <a:solidFill>
                            <a:schemeClr val="tx1"/>
                          </a:solidFill>
                        </a:rPr>
                        <a:t>OFF</a:t>
                      </a:r>
                      <a:endParaRPr lang="vi-VN">
                        <a:solidFill>
                          <a:schemeClr val="tx1"/>
                        </a:solidFill>
                      </a:endParaRPr>
                    </a:p>
                  </a:txBody>
                  <a:tcPr>
                    <a:solidFill>
                      <a:schemeClr val="bg1">
                        <a:lumMod val="95000"/>
                      </a:schemeClr>
                    </a:solidFill>
                  </a:tcPr>
                </a:tc>
                <a:extLst>
                  <a:ext uri="{0D108BD9-81ED-4DB2-BD59-A6C34878D82A}">
                    <a16:rowId xmlns:a16="http://schemas.microsoft.com/office/drawing/2014/main" val="1095606964"/>
                  </a:ext>
                </a:extLst>
              </a:tr>
              <a:tr h="370840">
                <a:tc>
                  <a:txBody>
                    <a:bodyPr/>
                    <a:lstStyle/>
                    <a:p>
                      <a:pPr algn="ctr"/>
                      <a:r>
                        <a:rPr lang="en-US">
                          <a:solidFill>
                            <a:schemeClr val="tx1"/>
                          </a:solidFill>
                        </a:rPr>
                        <a:t>OFF</a:t>
                      </a:r>
                      <a:endParaRPr lang="vi-VN">
                        <a:solidFill>
                          <a:schemeClr val="tx1"/>
                        </a:solidFill>
                      </a:endParaRPr>
                    </a:p>
                  </a:txBody>
                  <a:tcPr>
                    <a:solidFill>
                      <a:schemeClr val="bg1">
                        <a:lumMod val="95000"/>
                      </a:schemeClr>
                    </a:solidFill>
                  </a:tcPr>
                </a:tc>
                <a:tc>
                  <a:txBody>
                    <a:bodyPr/>
                    <a:lstStyle/>
                    <a:p>
                      <a:pPr algn="ctr"/>
                      <a:r>
                        <a:rPr lang="en-US">
                          <a:solidFill>
                            <a:schemeClr val="tx1"/>
                          </a:solidFill>
                        </a:rPr>
                        <a:t>ON</a:t>
                      </a:r>
                      <a:endParaRPr lang="vi-VN">
                        <a:solidFill>
                          <a:schemeClr val="tx1"/>
                        </a:solidFill>
                      </a:endParaRPr>
                    </a:p>
                  </a:txBody>
                  <a:tcPr>
                    <a:solidFill>
                      <a:schemeClr val="bg1">
                        <a:lumMod val="95000"/>
                      </a:schemeClr>
                    </a:solidFill>
                  </a:tcPr>
                </a:tc>
                <a:tc>
                  <a:txBody>
                    <a:bodyPr/>
                    <a:lstStyle/>
                    <a:p>
                      <a:pPr algn="ctr"/>
                      <a:r>
                        <a:rPr lang="en-US">
                          <a:solidFill>
                            <a:schemeClr val="tx1"/>
                          </a:solidFill>
                        </a:rPr>
                        <a:t>OFF</a:t>
                      </a:r>
                      <a:endParaRPr lang="vi-VN">
                        <a:solidFill>
                          <a:schemeClr val="tx1"/>
                        </a:solidFill>
                      </a:endParaRPr>
                    </a:p>
                  </a:txBody>
                  <a:tcPr>
                    <a:solidFill>
                      <a:schemeClr val="bg1">
                        <a:lumMod val="95000"/>
                      </a:schemeClr>
                    </a:solidFill>
                  </a:tcPr>
                </a:tc>
                <a:extLst>
                  <a:ext uri="{0D108BD9-81ED-4DB2-BD59-A6C34878D82A}">
                    <a16:rowId xmlns:a16="http://schemas.microsoft.com/office/drawing/2014/main" val="644330902"/>
                  </a:ext>
                </a:extLst>
              </a:tr>
              <a:tr h="370840">
                <a:tc>
                  <a:txBody>
                    <a:bodyPr/>
                    <a:lstStyle/>
                    <a:p>
                      <a:pPr algn="ctr"/>
                      <a:r>
                        <a:rPr lang="en-US">
                          <a:solidFill>
                            <a:schemeClr val="tx1"/>
                          </a:solidFill>
                        </a:rPr>
                        <a:t>OFF</a:t>
                      </a:r>
                      <a:endParaRPr lang="vi-VN">
                        <a:solidFill>
                          <a:schemeClr val="tx1"/>
                        </a:solidFill>
                      </a:endParaRPr>
                    </a:p>
                  </a:txBody>
                  <a:tcPr>
                    <a:solidFill>
                      <a:schemeClr val="bg1">
                        <a:lumMod val="95000"/>
                      </a:schemeClr>
                    </a:solidFill>
                  </a:tcPr>
                </a:tc>
                <a:tc>
                  <a:txBody>
                    <a:bodyPr/>
                    <a:lstStyle/>
                    <a:p>
                      <a:pPr algn="ctr"/>
                      <a:r>
                        <a:rPr lang="en-US">
                          <a:solidFill>
                            <a:schemeClr val="tx1"/>
                          </a:solidFill>
                        </a:rPr>
                        <a:t>OFF</a:t>
                      </a:r>
                      <a:endParaRPr lang="vi-VN">
                        <a:solidFill>
                          <a:schemeClr val="tx1"/>
                        </a:solidFill>
                      </a:endParaRPr>
                    </a:p>
                  </a:txBody>
                  <a:tcPr>
                    <a:solidFill>
                      <a:schemeClr val="bg1">
                        <a:lumMod val="95000"/>
                      </a:schemeClr>
                    </a:solidFill>
                  </a:tcPr>
                </a:tc>
                <a:tc>
                  <a:txBody>
                    <a:bodyPr/>
                    <a:lstStyle/>
                    <a:p>
                      <a:pPr algn="ctr"/>
                      <a:r>
                        <a:rPr lang="en-US">
                          <a:solidFill>
                            <a:schemeClr val="tx1"/>
                          </a:solidFill>
                        </a:rPr>
                        <a:t>OFF</a:t>
                      </a:r>
                      <a:endParaRPr lang="vi-VN">
                        <a:solidFill>
                          <a:schemeClr val="tx1"/>
                        </a:solidFill>
                      </a:endParaRPr>
                    </a:p>
                  </a:txBody>
                  <a:tcPr>
                    <a:solidFill>
                      <a:schemeClr val="bg1">
                        <a:lumMod val="95000"/>
                      </a:schemeClr>
                    </a:solidFill>
                  </a:tcPr>
                </a:tc>
                <a:extLst>
                  <a:ext uri="{0D108BD9-81ED-4DB2-BD59-A6C34878D82A}">
                    <a16:rowId xmlns:a16="http://schemas.microsoft.com/office/drawing/2014/main" val="1355825202"/>
                  </a:ext>
                </a:extLst>
              </a:tr>
            </a:tbl>
          </a:graphicData>
        </a:graphic>
      </p:graphicFrame>
      <p:graphicFrame>
        <p:nvGraphicFramePr>
          <p:cNvPr id="8" name="Table 2">
            <a:extLst>
              <a:ext uri="{FF2B5EF4-FFF2-40B4-BE49-F238E27FC236}">
                <a16:creationId xmlns:a16="http://schemas.microsoft.com/office/drawing/2014/main" id="{0103DB26-2816-4515-A291-007F15F4A0F4}"/>
              </a:ext>
            </a:extLst>
          </p:cNvPr>
          <p:cNvGraphicFramePr>
            <a:graphicFrameLocks noGrp="1"/>
          </p:cNvGraphicFramePr>
          <p:nvPr>
            <p:extLst>
              <p:ext uri="{D42A27DB-BD31-4B8C-83A1-F6EECF244321}">
                <p14:modId xmlns:p14="http://schemas.microsoft.com/office/powerpoint/2010/main" val="1690197859"/>
              </p:ext>
            </p:extLst>
          </p:nvPr>
        </p:nvGraphicFramePr>
        <p:xfrm>
          <a:off x="8000999" y="4548400"/>
          <a:ext cx="3896529" cy="1854200"/>
        </p:xfrm>
        <a:graphic>
          <a:graphicData uri="http://schemas.openxmlformats.org/drawingml/2006/table">
            <a:tbl>
              <a:tblPr firstRow="1" bandRow="1">
                <a:tableStyleId>{5C22544A-7EE6-4342-B048-85BDC9FD1C3A}</a:tableStyleId>
              </a:tblPr>
              <a:tblGrid>
                <a:gridCol w="1298843">
                  <a:extLst>
                    <a:ext uri="{9D8B030D-6E8A-4147-A177-3AD203B41FA5}">
                      <a16:colId xmlns:a16="http://schemas.microsoft.com/office/drawing/2014/main" val="431330947"/>
                    </a:ext>
                  </a:extLst>
                </a:gridCol>
                <a:gridCol w="1298843">
                  <a:extLst>
                    <a:ext uri="{9D8B030D-6E8A-4147-A177-3AD203B41FA5}">
                      <a16:colId xmlns:a16="http://schemas.microsoft.com/office/drawing/2014/main" val="304075443"/>
                    </a:ext>
                  </a:extLst>
                </a:gridCol>
                <a:gridCol w="1298843">
                  <a:extLst>
                    <a:ext uri="{9D8B030D-6E8A-4147-A177-3AD203B41FA5}">
                      <a16:colId xmlns:a16="http://schemas.microsoft.com/office/drawing/2014/main" val="130376382"/>
                    </a:ext>
                  </a:extLst>
                </a:gridCol>
              </a:tblGrid>
              <a:tr h="370840">
                <a:tc>
                  <a:txBody>
                    <a:bodyPr/>
                    <a:lstStyle/>
                    <a:p>
                      <a:pPr algn="ctr"/>
                      <a:r>
                        <a:rPr lang="en-US">
                          <a:solidFill>
                            <a:schemeClr val="tx1"/>
                          </a:solidFill>
                        </a:rPr>
                        <a:t>PB1</a:t>
                      </a:r>
                      <a:endParaRPr lang="vi-VN">
                        <a:solidFill>
                          <a:schemeClr val="tx1"/>
                        </a:solidFill>
                      </a:endParaRPr>
                    </a:p>
                  </a:txBody>
                  <a:tcPr>
                    <a:solidFill>
                      <a:schemeClr val="bg1">
                        <a:lumMod val="95000"/>
                      </a:schemeClr>
                    </a:solidFill>
                  </a:tcPr>
                </a:tc>
                <a:tc>
                  <a:txBody>
                    <a:bodyPr/>
                    <a:lstStyle/>
                    <a:p>
                      <a:pPr algn="ctr"/>
                      <a:r>
                        <a:rPr lang="en-US">
                          <a:solidFill>
                            <a:schemeClr val="tx1"/>
                          </a:solidFill>
                        </a:rPr>
                        <a:t>PB2</a:t>
                      </a:r>
                      <a:endParaRPr lang="vi-VN">
                        <a:solidFill>
                          <a:schemeClr val="tx1"/>
                        </a:solidFill>
                      </a:endParaRPr>
                    </a:p>
                  </a:txBody>
                  <a:tcPr>
                    <a:solidFill>
                      <a:schemeClr val="bg1">
                        <a:lumMod val="95000"/>
                      </a:schemeClr>
                    </a:solidFill>
                  </a:tcPr>
                </a:tc>
                <a:tc>
                  <a:txBody>
                    <a:bodyPr/>
                    <a:lstStyle/>
                    <a:p>
                      <a:pPr algn="ctr"/>
                      <a:r>
                        <a:rPr lang="en-US">
                          <a:solidFill>
                            <a:schemeClr val="tx1"/>
                          </a:solidFill>
                        </a:rPr>
                        <a:t>Logic (R1)</a:t>
                      </a:r>
                      <a:endParaRPr lang="vi-VN">
                        <a:solidFill>
                          <a:schemeClr val="tx1"/>
                        </a:solidFill>
                      </a:endParaRPr>
                    </a:p>
                  </a:txBody>
                  <a:tcPr>
                    <a:solidFill>
                      <a:schemeClr val="bg1">
                        <a:lumMod val="95000"/>
                      </a:schemeClr>
                    </a:solidFill>
                  </a:tcPr>
                </a:tc>
                <a:extLst>
                  <a:ext uri="{0D108BD9-81ED-4DB2-BD59-A6C34878D82A}">
                    <a16:rowId xmlns:a16="http://schemas.microsoft.com/office/drawing/2014/main" val="868617379"/>
                  </a:ext>
                </a:extLst>
              </a:tr>
              <a:tr h="370840">
                <a:tc>
                  <a:txBody>
                    <a:bodyPr/>
                    <a:lstStyle/>
                    <a:p>
                      <a:pPr algn="ctr"/>
                      <a:r>
                        <a:rPr lang="en-US">
                          <a:solidFill>
                            <a:schemeClr val="tx1"/>
                          </a:solidFill>
                        </a:rPr>
                        <a:t>ON</a:t>
                      </a:r>
                      <a:endParaRPr lang="vi-VN">
                        <a:solidFill>
                          <a:schemeClr val="tx1"/>
                        </a:solidFill>
                      </a:endParaRPr>
                    </a:p>
                  </a:txBody>
                  <a:tcPr>
                    <a:solidFill>
                      <a:schemeClr val="bg1">
                        <a:lumMod val="95000"/>
                      </a:schemeClr>
                    </a:solidFill>
                  </a:tcPr>
                </a:tc>
                <a:tc>
                  <a:txBody>
                    <a:bodyPr/>
                    <a:lstStyle/>
                    <a:p>
                      <a:pPr algn="ctr"/>
                      <a:r>
                        <a:rPr lang="en-US">
                          <a:solidFill>
                            <a:schemeClr val="tx1"/>
                          </a:solidFill>
                        </a:rPr>
                        <a:t>ON</a:t>
                      </a:r>
                      <a:endParaRPr lang="vi-VN">
                        <a:solidFill>
                          <a:schemeClr val="tx1"/>
                        </a:solidFill>
                      </a:endParaRPr>
                    </a:p>
                  </a:txBody>
                  <a:tcPr>
                    <a:solidFill>
                      <a:schemeClr val="bg1">
                        <a:lumMod val="95000"/>
                      </a:schemeClr>
                    </a:solidFill>
                  </a:tcPr>
                </a:tc>
                <a:tc>
                  <a:txBody>
                    <a:bodyPr/>
                    <a:lstStyle/>
                    <a:p>
                      <a:pPr algn="ctr"/>
                      <a:r>
                        <a:rPr lang="en-US">
                          <a:solidFill>
                            <a:schemeClr val="tx1"/>
                          </a:solidFill>
                        </a:rPr>
                        <a:t>ON</a:t>
                      </a:r>
                      <a:endParaRPr lang="vi-VN">
                        <a:solidFill>
                          <a:schemeClr val="tx1"/>
                        </a:solidFill>
                      </a:endParaRPr>
                    </a:p>
                  </a:txBody>
                  <a:tcPr>
                    <a:solidFill>
                      <a:schemeClr val="bg1">
                        <a:lumMod val="95000"/>
                      </a:schemeClr>
                    </a:solidFill>
                  </a:tcPr>
                </a:tc>
                <a:extLst>
                  <a:ext uri="{0D108BD9-81ED-4DB2-BD59-A6C34878D82A}">
                    <a16:rowId xmlns:a16="http://schemas.microsoft.com/office/drawing/2014/main" val="4111298518"/>
                  </a:ext>
                </a:extLst>
              </a:tr>
              <a:tr h="370840">
                <a:tc>
                  <a:txBody>
                    <a:bodyPr/>
                    <a:lstStyle/>
                    <a:p>
                      <a:pPr algn="ctr"/>
                      <a:endParaRPr lang="vi-VN">
                        <a:solidFill>
                          <a:schemeClr val="tx1"/>
                        </a:solidFill>
                      </a:endParaRPr>
                    </a:p>
                  </a:txBody>
                  <a:tcPr>
                    <a:solidFill>
                      <a:schemeClr val="bg1">
                        <a:lumMod val="95000"/>
                      </a:schemeClr>
                    </a:solidFill>
                  </a:tcPr>
                </a:tc>
                <a:tc>
                  <a:txBody>
                    <a:bodyPr/>
                    <a:lstStyle/>
                    <a:p>
                      <a:pPr algn="ctr"/>
                      <a:endParaRPr lang="vi-VN">
                        <a:solidFill>
                          <a:schemeClr val="tx1"/>
                        </a:solidFill>
                      </a:endParaRPr>
                    </a:p>
                  </a:txBody>
                  <a:tcPr>
                    <a:solidFill>
                      <a:schemeClr val="bg1">
                        <a:lumMod val="95000"/>
                      </a:schemeClr>
                    </a:solidFill>
                  </a:tcPr>
                </a:tc>
                <a:tc>
                  <a:txBody>
                    <a:bodyPr/>
                    <a:lstStyle/>
                    <a:p>
                      <a:pPr algn="ctr"/>
                      <a:endParaRPr lang="vi-VN">
                        <a:solidFill>
                          <a:schemeClr val="tx1"/>
                        </a:solidFill>
                      </a:endParaRPr>
                    </a:p>
                  </a:txBody>
                  <a:tcPr>
                    <a:solidFill>
                      <a:schemeClr val="bg1">
                        <a:lumMod val="95000"/>
                      </a:schemeClr>
                    </a:solidFill>
                  </a:tcPr>
                </a:tc>
                <a:extLst>
                  <a:ext uri="{0D108BD9-81ED-4DB2-BD59-A6C34878D82A}">
                    <a16:rowId xmlns:a16="http://schemas.microsoft.com/office/drawing/2014/main" val="1095606964"/>
                  </a:ext>
                </a:extLst>
              </a:tr>
              <a:tr h="370840">
                <a:tc>
                  <a:txBody>
                    <a:bodyPr/>
                    <a:lstStyle/>
                    <a:p>
                      <a:pPr algn="ctr"/>
                      <a:endParaRPr lang="vi-VN">
                        <a:solidFill>
                          <a:schemeClr val="tx1"/>
                        </a:solidFill>
                      </a:endParaRPr>
                    </a:p>
                  </a:txBody>
                  <a:tcPr>
                    <a:solidFill>
                      <a:schemeClr val="bg1">
                        <a:lumMod val="95000"/>
                      </a:schemeClr>
                    </a:solidFill>
                  </a:tcPr>
                </a:tc>
                <a:tc>
                  <a:txBody>
                    <a:bodyPr/>
                    <a:lstStyle/>
                    <a:p>
                      <a:pPr algn="ctr"/>
                      <a:endParaRPr lang="vi-VN">
                        <a:solidFill>
                          <a:schemeClr val="tx1"/>
                        </a:solidFill>
                      </a:endParaRPr>
                    </a:p>
                  </a:txBody>
                  <a:tcPr>
                    <a:solidFill>
                      <a:schemeClr val="bg1">
                        <a:lumMod val="95000"/>
                      </a:schemeClr>
                    </a:solidFill>
                  </a:tcPr>
                </a:tc>
                <a:tc>
                  <a:txBody>
                    <a:bodyPr/>
                    <a:lstStyle/>
                    <a:p>
                      <a:pPr algn="ctr"/>
                      <a:endParaRPr lang="vi-VN">
                        <a:solidFill>
                          <a:schemeClr val="tx1"/>
                        </a:solidFill>
                      </a:endParaRPr>
                    </a:p>
                  </a:txBody>
                  <a:tcPr>
                    <a:solidFill>
                      <a:schemeClr val="bg1">
                        <a:lumMod val="95000"/>
                      </a:schemeClr>
                    </a:solidFill>
                  </a:tcPr>
                </a:tc>
                <a:extLst>
                  <a:ext uri="{0D108BD9-81ED-4DB2-BD59-A6C34878D82A}">
                    <a16:rowId xmlns:a16="http://schemas.microsoft.com/office/drawing/2014/main" val="644330902"/>
                  </a:ext>
                </a:extLst>
              </a:tr>
              <a:tr h="370840">
                <a:tc>
                  <a:txBody>
                    <a:bodyPr/>
                    <a:lstStyle/>
                    <a:p>
                      <a:pPr algn="ctr"/>
                      <a:endParaRPr lang="vi-VN">
                        <a:solidFill>
                          <a:schemeClr val="tx1"/>
                        </a:solidFill>
                      </a:endParaRPr>
                    </a:p>
                  </a:txBody>
                  <a:tcPr>
                    <a:solidFill>
                      <a:schemeClr val="bg1">
                        <a:lumMod val="95000"/>
                      </a:schemeClr>
                    </a:solidFill>
                  </a:tcPr>
                </a:tc>
                <a:tc>
                  <a:txBody>
                    <a:bodyPr/>
                    <a:lstStyle/>
                    <a:p>
                      <a:pPr algn="ctr"/>
                      <a:endParaRPr lang="vi-VN">
                        <a:solidFill>
                          <a:schemeClr val="tx1"/>
                        </a:solidFill>
                      </a:endParaRPr>
                    </a:p>
                  </a:txBody>
                  <a:tcPr>
                    <a:solidFill>
                      <a:schemeClr val="bg1">
                        <a:lumMod val="95000"/>
                      </a:schemeClr>
                    </a:solidFill>
                  </a:tcPr>
                </a:tc>
                <a:tc>
                  <a:txBody>
                    <a:bodyPr/>
                    <a:lstStyle/>
                    <a:p>
                      <a:pPr algn="ctr"/>
                      <a:endParaRPr lang="vi-VN">
                        <a:solidFill>
                          <a:schemeClr val="tx1"/>
                        </a:solidFill>
                      </a:endParaRPr>
                    </a:p>
                  </a:txBody>
                  <a:tcPr>
                    <a:solidFill>
                      <a:schemeClr val="bg1">
                        <a:lumMod val="95000"/>
                      </a:schemeClr>
                    </a:solidFill>
                  </a:tcPr>
                </a:tc>
                <a:extLst>
                  <a:ext uri="{0D108BD9-81ED-4DB2-BD59-A6C34878D82A}">
                    <a16:rowId xmlns:a16="http://schemas.microsoft.com/office/drawing/2014/main" val="1355825202"/>
                  </a:ext>
                </a:extLst>
              </a:tr>
            </a:tbl>
          </a:graphicData>
        </a:graphic>
      </p:graphicFrame>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A6262C80-3DB6-44EC-953A-E66B42D80368}"/>
              </a:ext>
            </a:extLst>
          </p:cNvPr>
          <p:cNvSpPr>
            <a:spLocks noGrp="1" noChangeArrowheads="1"/>
          </p:cNvSpPr>
          <p:nvPr>
            <p:ph type="title"/>
          </p:nvPr>
        </p:nvSpPr>
        <p:spPr>
          <a:xfrm>
            <a:off x="3045562" y="541339"/>
            <a:ext cx="5973879" cy="728481"/>
          </a:xfrm>
          <a:noFill/>
          <a:ln/>
          <a:extLst>
            <a:ext uri="{91240B29-F687-4F45-9708-019B960494DF}">
              <a14:hiddenLine xmlns:a14="http://schemas.microsoft.com/office/drawing/2010/main" w="12700">
                <a:solidFill>
                  <a:schemeClr val="tx1"/>
                </a:solidFill>
                <a:miter lim="800000"/>
                <a:headEnd/>
                <a:tailEnd/>
              </a14:hiddenLine>
            </a:ext>
          </a:extLst>
        </p:spPr>
        <p:txBody>
          <a:bodyPr vert="horz" wrap="none" lIns="63595" tIns="25438" rIns="63595" bIns="25438" numCol="1" anchor="t" anchorCtr="0" compatLnSpc="1">
            <a:prstTxWarp prst="textNoShape">
              <a:avLst/>
            </a:prstTxWarp>
            <a:spAutoFit/>
          </a:bodyPr>
          <a:lstStyle/>
          <a:p>
            <a:r>
              <a:rPr lang="en-US" altLang="vi-VN"/>
              <a:t>COMBINED AND &amp; OR</a:t>
            </a:r>
          </a:p>
        </p:txBody>
      </p:sp>
      <p:sp>
        <p:nvSpPr>
          <p:cNvPr id="30723" name="Rectangle 3">
            <a:extLst>
              <a:ext uri="{FF2B5EF4-FFF2-40B4-BE49-F238E27FC236}">
                <a16:creationId xmlns:a16="http://schemas.microsoft.com/office/drawing/2014/main" id="{B1465ED9-3364-4880-8C49-4A4CD01814EE}"/>
              </a:ext>
            </a:extLst>
          </p:cNvPr>
          <p:cNvSpPr>
            <a:spLocks noChangeArrowheads="1"/>
          </p:cNvSpPr>
          <p:nvPr/>
        </p:nvSpPr>
        <p:spPr bwMode="auto">
          <a:xfrm>
            <a:off x="3667126" y="2028825"/>
            <a:ext cx="3579813" cy="293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95" tIns="25438" rIns="63595" bIns="25438">
            <a:spAutoFit/>
          </a:bodyPr>
          <a:lstStyle>
            <a:lvl1pPr defTabSz="915988">
              <a:defRPr sz="2400">
                <a:solidFill>
                  <a:schemeClr val="tx1"/>
                </a:solidFill>
                <a:latin typeface="Times New Roman" panose="02020603050405020304" pitchFamily="18" charset="0"/>
              </a:defRPr>
            </a:lvl1pPr>
            <a:lvl2pPr defTabSz="915988">
              <a:defRPr sz="2400">
                <a:solidFill>
                  <a:schemeClr val="tx1"/>
                </a:solidFill>
                <a:latin typeface="Times New Roman" panose="02020603050405020304" pitchFamily="18" charset="0"/>
              </a:defRPr>
            </a:lvl2pPr>
            <a:lvl3pPr marL="915988" defTabSz="915988">
              <a:defRPr sz="2400">
                <a:solidFill>
                  <a:schemeClr val="tx1"/>
                </a:solidFill>
                <a:latin typeface="Times New Roman" panose="02020603050405020304" pitchFamily="18" charset="0"/>
              </a:defRPr>
            </a:lvl3pPr>
            <a:lvl4pPr marL="1373188" defTabSz="915988">
              <a:defRPr sz="2400">
                <a:solidFill>
                  <a:schemeClr val="tx1"/>
                </a:solidFill>
                <a:latin typeface="Times New Roman" panose="02020603050405020304" pitchFamily="18" charset="0"/>
              </a:defRPr>
            </a:lvl4pPr>
            <a:lvl5pPr marL="1831975" defTabSz="915988">
              <a:defRPr sz="2400">
                <a:solidFill>
                  <a:schemeClr val="tx1"/>
                </a:solidFill>
                <a:latin typeface="Times New Roman" panose="02020603050405020304" pitchFamily="18" charset="0"/>
              </a:defRPr>
            </a:lvl5pPr>
            <a:lvl6pPr marL="2289175" defTabSz="915988" fontAlgn="base">
              <a:spcBef>
                <a:spcPct val="0"/>
              </a:spcBef>
              <a:spcAft>
                <a:spcPct val="0"/>
              </a:spcAft>
              <a:defRPr sz="2400">
                <a:solidFill>
                  <a:schemeClr val="tx1"/>
                </a:solidFill>
                <a:latin typeface="Times New Roman" panose="02020603050405020304" pitchFamily="18" charset="0"/>
              </a:defRPr>
            </a:lvl6pPr>
            <a:lvl7pPr marL="2746375" defTabSz="915988" fontAlgn="base">
              <a:spcBef>
                <a:spcPct val="0"/>
              </a:spcBef>
              <a:spcAft>
                <a:spcPct val="0"/>
              </a:spcAft>
              <a:defRPr sz="2400">
                <a:solidFill>
                  <a:schemeClr val="tx1"/>
                </a:solidFill>
                <a:latin typeface="Times New Roman" panose="02020603050405020304" pitchFamily="18" charset="0"/>
              </a:defRPr>
            </a:lvl7pPr>
            <a:lvl8pPr marL="3203575" defTabSz="915988" fontAlgn="base">
              <a:spcBef>
                <a:spcPct val="0"/>
              </a:spcBef>
              <a:spcAft>
                <a:spcPct val="0"/>
              </a:spcAft>
              <a:defRPr sz="2400">
                <a:solidFill>
                  <a:schemeClr val="tx1"/>
                </a:solidFill>
                <a:latin typeface="Times New Roman" panose="02020603050405020304" pitchFamily="18" charset="0"/>
              </a:defRPr>
            </a:lvl8pPr>
            <a:lvl9pPr marL="3660775" defTabSz="915988" fontAlgn="base">
              <a:spcBef>
                <a:spcPct val="0"/>
              </a:spcBef>
              <a:spcAft>
                <a:spcPct val="0"/>
              </a:spcAft>
              <a:defRPr sz="2400">
                <a:solidFill>
                  <a:schemeClr val="tx1"/>
                </a:solidFill>
                <a:latin typeface="Times New Roman" panose="02020603050405020304" pitchFamily="18" charset="0"/>
              </a:defRPr>
            </a:lvl9pPr>
          </a:lstStyle>
          <a:p>
            <a:pPr eaLnBrk="0" fontAlgn="base" hangingPunct="0">
              <a:lnSpc>
                <a:spcPct val="88000"/>
              </a:lnSpc>
              <a:spcBef>
                <a:spcPct val="0"/>
              </a:spcBef>
              <a:spcAft>
                <a:spcPct val="0"/>
              </a:spcAft>
            </a:pPr>
            <a:r>
              <a:rPr lang="en-US" altLang="vi-VN" sz="1800" b="1">
                <a:solidFill>
                  <a:srgbClr val="000000"/>
                </a:solidFill>
                <a:latin typeface="Arial" panose="020B0604020202020204" pitchFamily="34" charset="0"/>
              </a:rPr>
              <a:t>R1 = PB1 .OR. (PB2 .AND. PB3) </a:t>
            </a:r>
          </a:p>
        </p:txBody>
      </p:sp>
      <p:pic>
        <p:nvPicPr>
          <p:cNvPr id="30724" name="Picture 4">
            <a:extLst>
              <a:ext uri="{FF2B5EF4-FFF2-40B4-BE49-F238E27FC236}">
                <a16:creationId xmlns:a16="http://schemas.microsoft.com/office/drawing/2014/main" id="{F7B3AA9E-3FCC-43D2-A8E5-6FE538133A15}"/>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38626" y="3035300"/>
            <a:ext cx="3255963" cy="1550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0725" name="Rectangle 5">
            <a:extLst>
              <a:ext uri="{FF2B5EF4-FFF2-40B4-BE49-F238E27FC236}">
                <a16:creationId xmlns:a16="http://schemas.microsoft.com/office/drawing/2014/main" id="{FE65D0F1-C4A9-492F-B52D-AECCCAD0D9D5}"/>
              </a:ext>
            </a:extLst>
          </p:cNvPr>
          <p:cNvSpPr>
            <a:spLocks noChangeArrowheads="1"/>
          </p:cNvSpPr>
          <p:nvPr/>
        </p:nvSpPr>
        <p:spPr bwMode="auto">
          <a:xfrm>
            <a:off x="5345114" y="3835400"/>
            <a:ext cx="509587" cy="293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95" tIns="25438" rIns="63595" bIns="25438">
            <a:spAutoFit/>
          </a:bodyPr>
          <a:lstStyle>
            <a:lvl1pPr defTabSz="915988">
              <a:defRPr sz="2400">
                <a:solidFill>
                  <a:schemeClr val="tx1"/>
                </a:solidFill>
                <a:latin typeface="Times New Roman" panose="02020603050405020304" pitchFamily="18" charset="0"/>
              </a:defRPr>
            </a:lvl1pPr>
            <a:lvl2pPr defTabSz="915988">
              <a:defRPr sz="2400">
                <a:solidFill>
                  <a:schemeClr val="tx1"/>
                </a:solidFill>
                <a:latin typeface="Times New Roman" panose="02020603050405020304" pitchFamily="18" charset="0"/>
              </a:defRPr>
            </a:lvl2pPr>
            <a:lvl3pPr marL="915988" defTabSz="915988">
              <a:defRPr sz="2400">
                <a:solidFill>
                  <a:schemeClr val="tx1"/>
                </a:solidFill>
                <a:latin typeface="Times New Roman" panose="02020603050405020304" pitchFamily="18" charset="0"/>
              </a:defRPr>
            </a:lvl3pPr>
            <a:lvl4pPr marL="1373188" defTabSz="915988">
              <a:defRPr sz="2400">
                <a:solidFill>
                  <a:schemeClr val="tx1"/>
                </a:solidFill>
                <a:latin typeface="Times New Roman" panose="02020603050405020304" pitchFamily="18" charset="0"/>
              </a:defRPr>
            </a:lvl4pPr>
            <a:lvl5pPr marL="1831975" defTabSz="915988">
              <a:defRPr sz="2400">
                <a:solidFill>
                  <a:schemeClr val="tx1"/>
                </a:solidFill>
                <a:latin typeface="Times New Roman" panose="02020603050405020304" pitchFamily="18" charset="0"/>
              </a:defRPr>
            </a:lvl5pPr>
            <a:lvl6pPr marL="2289175" defTabSz="915988" fontAlgn="base">
              <a:spcBef>
                <a:spcPct val="0"/>
              </a:spcBef>
              <a:spcAft>
                <a:spcPct val="0"/>
              </a:spcAft>
              <a:defRPr sz="2400">
                <a:solidFill>
                  <a:schemeClr val="tx1"/>
                </a:solidFill>
                <a:latin typeface="Times New Roman" panose="02020603050405020304" pitchFamily="18" charset="0"/>
              </a:defRPr>
            </a:lvl6pPr>
            <a:lvl7pPr marL="2746375" defTabSz="915988" fontAlgn="base">
              <a:spcBef>
                <a:spcPct val="0"/>
              </a:spcBef>
              <a:spcAft>
                <a:spcPct val="0"/>
              </a:spcAft>
              <a:defRPr sz="2400">
                <a:solidFill>
                  <a:schemeClr val="tx1"/>
                </a:solidFill>
                <a:latin typeface="Times New Roman" panose="02020603050405020304" pitchFamily="18" charset="0"/>
              </a:defRPr>
            </a:lvl7pPr>
            <a:lvl8pPr marL="3203575" defTabSz="915988" fontAlgn="base">
              <a:spcBef>
                <a:spcPct val="0"/>
              </a:spcBef>
              <a:spcAft>
                <a:spcPct val="0"/>
              </a:spcAft>
              <a:defRPr sz="2400">
                <a:solidFill>
                  <a:schemeClr val="tx1"/>
                </a:solidFill>
                <a:latin typeface="Times New Roman" panose="02020603050405020304" pitchFamily="18" charset="0"/>
              </a:defRPr>
            </a:lvl8pPr>
            <a:lvl9pPr marL="3660775" defTabSz="915988" fontAlgn="base">
              <a:spcBef>
                <a:spcPct val="0"/>
              </a:spcBef>
              <a:spcAft>
                <a:spcPct val="0"/>
              </a:spcAft>
              <a:defRPr sz="2400">
                <a:solidFill>
                  <a:schemeClr val="tx1"/>
                </a:solidFill>
                <a:latin typeface="Times New Roman" panose="02020603050405020304" pitchFamily="18" charset="0"/>
              </a:defRPr>
            </a:lvl9pPr>
          </a:lstStyle>
          <a:p>
            <a:pPr eaLnBrk="0" fontAlgn="base" hangingPunct="0">
              <a:lnSpc>
                <a:spcPct val="88000"/>
              </a:lnSpc>
              <a:spcBef>
                <a:spcPct val="0"/>
              </a:spcBef>
              <a:spcAft>
                <a:spcPct val="0"/>
              </a:spcAft>
            </a:pPr>
            <a:r>
              <a:rPr lang="en-US" altLang="vi-VN" sz="1800">
                <a:solidFill>
                  <a:srgbClr val="000000"/>
                </a:solidFill>
                <a:latin typeface="Arial" panose="020B0604020202020204" pitchFamily="34" charset="0"/>
              </a:rPr>
              <a:t>pb3</a:t>
            </a:r>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401231CB-43F0-485E-AA7A-15F935F6A483}"/>
              </a:ext>
            </a:extLst>
          </p:cNvPr>
          <p:cNvSpPr>
            <a:spLocks noGrp="1" noChangeArrowheads="1"/>
          </p:cNvSpPr>
          <p:nvPr>
            <p:ph type="title"/>
          </p:nvPr>
        </p:nvSpPr>
        <p:spPr>
          <a:xfrm>
            <a:off x="5054821" y="541339"/>
            <a:ext cx="1956946" cy="728481"/>
          </a:xfrm>
          <a:noFill/>
          <a:ln/>
          <a:extLst>
            <a:ext uri="{91240B29-F687-4F45-9708-019B960494DF}">
              <a14:hiddenLine xmlns:a14="http://schemas.microsoft.com/office/drawing/2010/main" w="12700">
                <a:solidFill>
                  <a:schemeClr val="tx1"/>
                </a:solidFill>
                <a:miter lim="800000"/>
                <a:headEnd/>
                <a:tailEnd/>
              </a14:hiddenLine>
            </a:ext>
          </a:extLst>
        </p:spPr>
        <p:txBody>
          <a:bodyPr vert="horz" wrap="none" lIns="63595" tIns="25438" rIns="63595" bIns="25438" numCol="1" anchor="t" anchorCtr="0" compatLnSpc="1">
            <a:prstTxWarp prst="textNoShape">
              <a:avLst/>
            </a:prstTxWarp>
            <a:spAutoFit/>
          </a:bodyPr>
          <a:lstStyle/>
          <a:p>
            <a:r>
              <a:rPr lang="en-US" altLang="vi-VN"/>
              <a:t>RELAY</a:t>
            </a:r>
          </a:p>
        </p:txBody>
      </p:sp>
      <p:sp>
        <p:nvSpPr>
          <p:cNvPr id="31747" name="Rectangle 3">
            <a:extLst>
              <a:ext uri="{FF2B5EF4-FFF2-40B4-BE49-F238E27FC236}">
                <a16:creationId xmlns:a16="http://schemas.microsoft.com/office/drawing/2014/main" id="{DB79B8F5-961E-42B2-B7D3-0729430DA632}"/>
              </a:ext>
            </a:extLst>
          </p:cNvPr>
          <p:cNvSpPr>
            <a:spLocks noChangeArrowheads="1"/>
          </p:cNvSpPr>
          <p:nvPr/>
        </p:nvSpPr>
        <p:spPr bwMode="auto">
          <a:xfrm>
            <a:off x="2293939" y="1227139"/>
            <a:ext cx="7540625" cy="3158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3595" tIns="25438" rIns="63595" bIns="25438">
            <a:spAutoFit/>
          </a:bodyPr>
          <a:lstStyle>
            <a:lvl1pPr marL="342900" indent="-342900" defTabSz="915988">
              <a:defRPr sz="2400">
                <a:solidFill>
                  <a:schemeClr val="tx1"/>
                </a:solidFill>
                <a:latin typeface="Times New Roman" panose="02020603050405020304" pitchFamily="18" charset="0"/>
              </a:defRPr>
            </a:lvl1pPr>
            <a:lvl2pPr marL="801688" indent="-344488" defTabSz="915988">
              <a:defRPr sz="2400">
                <a:solidFill>
                  <a:schemeClr val="tx1"/>
                </a:solidFill>
                <a:latin typeface="Times New Roman" panose="02020603050405020304" pitchFamily="18" charset="0"/>
              </a:defRPr>
            </a:lvl2pPr>
            <a:lvl3pPr marL="1258888" indent="-342900" defTabSz="915988">
              <a:defRPr sz="2400">
                <a:solidFill>
                  <a:schemeClr val="tx1"/>
                </a:solidFill>
                <a:latin typeface="Times New Roman" panose="02020603050405020304" pitchFamily="18" charset="0"/>
              </a:defRPr>
            </a:lvl3pPr>
            <a:lvl4pPr marL="1717675" indent="-344488" defTabSz="915988">
              <a:defRPr sz="2400">
                <a:solidFill>
                  <a:schemeClr val="tx1"/>
                </a:solidFill>
                <a:latin typeface="Times New Roman" panose="02020603050405020304" pitchFamily="18" charset="0"/>
              </a:defRPr>
            </a:lvl4pPr>
            <a:lvl5pPr marL="2174875" indent="-342900" defTabSz="915988">
              <a:defRPr sz="2400">
                <a:solidFill>
                  <a:schemeClr val="tx1"/>
                </a:solidFill>
                <a:latin typeface="Times New Roman" panose="02020603050405020304" pitchFamily="18" charset="0"/>
              </a:defRPr>
            </a:lvl5pPr>
            <a:lvl6pPr marL="2632075" indent="-342900" defTabSz="915988" fontAlgn="base">
              <a:spcBef>
                <a:spcPct val="0"/>
              </a:spcBef>
              <a:spcAft>
                <a:spcPct val="0"/>
              </a:spcAft>
              <a:defRPr sz="2400">
                <a:solidFill>
                  <a:schemeClr val="tx1"/>
                </a:solidFill>
                <a:latin typeface="Times New Roman" panose="02020603050405020304" pitchFamily="18" charset="0"/>
              </a:defRPr>
            </a:lvl6pPr>
            <a:lvl7pPr marL="3089275" indent="-342900" defTabSz="915988" fontAlgn="base">
              <a:spcBef>
                <a:spcPct val="0"/>
              </a:spcBef>
              <a:spcAft>
                <a:spcPct val="0"/>
              </a:spcAft>
              <a:defRPr sz="2400">
                <a:solidFill>
                  <a:schemeClr val="tx1"/>
                </a:solidFill>
                <a:latin typeface="Times New Roman" panose="02020603050405020304" pitchFamily="18" charset="0"/>
              </a:defRPr>
            </a:lvl7pPr>
            <a:lvl8pPr marL="3546475" indent="-342900" defTabSz="915988" fontAlgn="base">
              <a:spcBef>
                <a:spcPct val="0"/>
              </a:spcBef>
              <a:spcAft>
                <a:spcPct val="0"/>
              </a:spcAft>
              <a:defRPr sz="2400">
                <a:solidFill>
                  <a:schemeClr val="tx1"/>
                </a:solidFill>
                <a:latin typeface="Times New Roman" panose="02020603050405020304" pitchFamily="18" charset="0"/>
              </a:defRPr>
            </a:lvl8pPr>
            <a:lvl9pPr marL="4003675" indent="-342900" defTabSz="915988" fontAlgn="base">
              <a:spcBef>
                <a:spcPct val="0"/>
              </a:spcBef>
              <a:spcAft>
                <a:spcPct val="0"/>
              </a:spcAft>
              <a:defRPr sz="2400">
                <a:solidFill>
                  <a:schemeClr val="tx1"/>
                </a:solidFill>
                <a:latin typeface="Times New Roman" panose="02020603050405020304" pitchFamily="18" charset="0"/>
              </a:defRPr>
            </a:lvl9pPr>
          </a:lstStyle>
          <a:p>
            <a:pPr eaLnBrk="0" fontAlgn="base" hangingPunct="0">
              <a:lnSpc>
                <a:spcPct val="102000"/>
              </a:lnSpc>
              <a:spcBef>
                <a:spcPct val="51000"/>
              </a:spcBef>
              <a:spcAft>
                <a:spcPct val="0"/>
              </a:spcAft>
            </a:pPr>
            <a:r>
              <a:rPr lang="en-US" altLang="vi-VN" sz="1800" b="1">
                <a:solidFill>
                  <a:srgbClr val="000000"/>
                </a:solidFill>
                <a:latin typeface="Arial" panose="020B0604020202020204" pitchFamily="34" charset="0"/>
              </a:rPr>
              <a:t>A Relay consists of two parts, the coil and the contact(s). </a:t>
            </a:r>
          </a:p>
        </p:txBody>
      </p:sp>
      <p:sp>
        <p:nvSpPr>
          <p:cNvPr id="31748" name="Rectangle 4">
            <a:extLst>
              <a:ext uri="{FF2B5EF4-FFF2-40B4-BE49-F238E27FC236}">
                <a16:creationId xmlns:a16="http://schemas.microsoft.com/office/drawing/2014/main" id="{36D53510-8A09-4C74-9EA9-5490F44956DF}"/>
              </a:ext>
            </a:extLst>
          </p:cNvPr>
          <p:cNvSpPr>
            <a:spLocks noGrp="1" noChangeArrowheads="1"/>
          </p:cNvSpPr>
          <p:nvPr>
            <p:ph type="body" idx="1"/>
          </p:nvPr>
        </p:nvSpPr>
        <p:spPr>
          <a:xfrm>
            <a:off x="2370139" y="1914525"/>
            <a:ext cx="6702425" cy="4648200"/>
          </a:xfrm>
          <a:noFill/>
          <a:ln/>
          <a:extLst>
            <a:ext uri="{91240B29-F687-4F45-9708-019B960494DF}">
              <a14:hiddenLine xmlns:a14="http://schemas.microsoft.com/office/drawing/2010/main" w="12700">
                <a:solidFill>
                  <a:schemeClr val="tx1"/>
                </a:solidFill>
                <a:miter lim="800000"/>
                <a:headEnd/>
                <a:tailEnd/>
              </a14:hiddenLine>
            </a:ext>
          </a:extLst>
        </p:spPr>
        <p:txBody>
          <a:bodyPr vert="horz" wrap="square" lIns="63595" tIns="25438" rIns="63595" bIns="25438" numCol="1" anchor="t" anchorCtr="0" compatLnSpc="1">
            <a:prstTxWarp prst="textNoShape">
              <a:avLst/>
            </a:prstTxWarp>
            <a:spAutoFit/>
          </a:bodyPr>
          <a:lstStyle/>
          <a:p>
            <a:pPr defTabSz="912813">
              <a:lnSpc>
                <a:spcPct val="89000"/>
              </a:lnSpc>
              <a:spcBef>
                <a:spcPct val="43000"/>
              </a:spcBef>
              <a:buNone/>
              <a:tabLst>
                <a:tab pos="3187700" algn="l"/>
              </a:tabLst>
            </a:pPr>
            <a:r>
              <a:rPr lang="en-US" altLang="vi-VN" sz="1800"/>
              <a:t>Contacts: </a:t>
            </a:r>
          </a:p>
          <a:p>
            <a:pPr defTabSz="912813">
              <a:lnSpc>
                <a:spcPct val="89000"/>
              </a:lnSpc>
              <a:spcBef>
                <a:spcPct val="43000"/>
              </a:spcBef>
              <a:buNone/>
              <a:tabLst>
                <a:tab pos="3187700" algn="l"/>
              </a:tabLst>
            </a:pPr>
            <a:endParaRPr lang="en-US" altLang="vi-VN" sz="1800"/>
          </a:p>
          <a:p>
            <a:pPr defTabSz="912813">
              <a:lnSpc>
                <a:spcPct val="89000"/>
              </a:lnSpc>
              <a:spcBef>
                <a:spcPct val="43000"/>
              </a:spcBef>
              <a:buNone/>
              <a:tabLst>
                <a:tab pos="3187700" algn="l"/>
              </a:tabLst>
            </a:pPr>
            <a:r>
              <a:rPr lang="en-US" altLang="vi-VN" sz="1800"/>
              <a:t>	a.  Normally open	-|  |-</a:t>
            </a:r>
          </a:p>
          <a:p>
            <a:pPr defTabSz="912813">
              <a:lnSpc>
                <a:spcPct val="89000"/>
              </a:lnSpc>
              <a:spcBef>
                <a:spcPct val="43000"/>
              </a:spcBef>
              <a:buNone/>
              <a:tabLst>
                <a:tab pos="3187700" algn="l"/>
              </a:tabLst>
            </a:pPr>
            <a:r>
              <a:rPr lang="en-US" altLang="vi-VN" sz="1800"/>
              <a:t>	b.  Normally closed	-|/|-</a:t>
            </a:r>
          </a:p>
          <a:p>
            <a:pPr defTabSz="912813">
              <a:lnSpc>
                <a:spcPct val="89000"/>
              </a:lnSpc>
              <a:spcBef>
                <a:spcPct val="43000"/>
              </a:spcBef>
              <a:buNone/>
              <a:tabLst>
                <a:tab pos="3187700" algn="l"/>
              </a:tabLst>
            </a:pPr>
            <a:r>
              <a:rPr lang="en-US" altLang="vi-VN" sz="1800"/>
              <a:t>	c.  Off-on transitional 	-|</a:t>
            </a:r>
            <a:r>
              <a:rPr lang="en-US" altLang="vi-VN" sz="1800">
                <a:latin typeface="Symbol" panose="05050102010706020507" pitchFamily="18" charset="2"/>
              </a:rPr>
              <a:t></a:t>
            </a:r>
            <a:r>
              <a:rPr lang="en-US" altLang="vi-VN" sz="1800"/>
              <a:t>|-</a:t>
            </a:r>
          </a:p>
          <a:p>
            <a:pPr defTabSz="912813">
              <a:lnSpc>
                <a:spcPct val="89000"/>
              </a:lnSpc>
              <a:spcBef>
                <a:spcPct val="43000"/>
              </a:spcBef>
              <a:buNone/>
              <a:tabLst>
                <a:tab pos="3187700" algn="l"/>
              </a:tabLst>
            </a:pPr>
            <a:r>
              <a:rPr lang="en-US" altLang="vi-VN" sz="1800"/>
              <a:t>	d.  On-off transitional	-|</a:t>
            </a:r>
            <a:r>
              <a:rPr lang="en-US" altLang="vi-VN" sz="1800">
                <a:latin typeface="Symbol" panose="05050102010706020507" pitchFamily="18" charset="2"/>
              </a:rPr>
              <a:t></a:t>
            </a:r>
            <a:r>
              <a:rPr lang="en-US" altLang="vi-VN" sz="1800"/>
              <a:t> |-</a:t>
            </a:r>
          </a:p>
          <a:p>
            <a:pPr defTabSz="912813">
              <a:lnSpc>
                <a:spcPct val="89000"/>
              </a:lnSpc>
              <a:spcBef>
                <a:spcPct val="43000"/>
              </a:spcBef>
              <a:buNone/>
              <a:tabLst>
                <a:tab pos="3187700" algn="l"/>
              </a:tabLst>
            </a:pPr>
            <a:endParaRPr lang="en-US" altLang="vi-VN" sz="1800"/>
          </a:p>
          <a:p>
            <a:pPr defTabSz="912813">
              <a:lnSpc>
                <a:spcPct val="89000"/>
              </a:lnSpc>
              <a:spcBef>
                <a:spcPct val="43000"/>
              </a:spcBef>
              <a:buNone/>
              <a:tabLst>
                <a:tab pos="3187700" algn="l"/>
              </a:tabLst>
            </a:pPr>
            <a:r>
              <a:rPr lang="en-US" altLang="vi-VN" sz="1800"/>
              <a:t>Coil:  </a:t>
            </a:r>
          </a:p>
          <a:p>
            <a:pPr defTabSz="912813">
              <a:lnSpc>
                <a:spcPct val="89000"/>
              </a:lnSpc>
              <a:spcBef>
                <a:spcPct val="43000"/>
              </a:spcBef>
              <a:buNone/>
              <a:tabLst>
                <a:tab pos="3187700" algn="l"/>
              </a:tabLst>
            </a:pPr>
            <a:endParaRPr lang="en-US" altLang="vi-VN" sz="1800"/>
          </a:p>
          <a:p>
            <a:pPr defTabSz="912813">
              <a:lnSpc>
                <a:spcPct val="89000"/>
              </a:lnSpc>
              <a:spcBef>
                <a:spcPct val="43000"/>
              </a:spcBef>
              <a:buNone/>
              <a:tabLst>
                <a:tab pos="3187700" algn="l"/>
              </a:tabLst>
            </a:pPr>
            <a:r>
              <a:rPr lang="en-US" altLang="vi-VN" sz="1800"/>
              <a:t>	a.  Energize Coil	-( )-</a:t>
            </a:r>
          </a:p>
          <a:p>
            <a:pPr defTabSz="912813">
              <a:lnSpc>
                <a:spcPct val="89000"/>
              </a:lnSpc>
              <a:spcBef>
                <a:spcPct val="43000"/>
              </a:spcBef>
              <a:buNone/>
              <a:tabLst>
                <a:tab pos="3187700" algn="l"/>
              </a:tabLst>
            </a:pPr>
            <a:r>
              <a:rPr lang="en-US" altLang="vi-VN" sz="1800"/>
              <a:t>	b.  De-energize	-(/)-</a:t>
            </a:r>
          </a:p>
          <a:p>
            <a:pPr defTabSz="912813">
              <a:lnSpc>
                <a:spcPct val="89000"/>
              </a:lnSpc>
              <a:spcBef>
                <a:spcPct val="43000"/>
              </a:spcBef>
              <a:buNone/>
              <a:tabLst>
                <a:tab pos="3187700" algn="l"/>
              </a:tabLst>
            </a:pPr>
            <a:r>
              <a:rPr lang="en-US" altLang="vi-VN" sz="1800"/>
              <a:t>	c.  Latch	-(L)-</a:t>
            </a:r>
          </a:p>
          <a:p>
            <a:pPr defTabSz="912813">
              <a:lnSpc>
                <a:spcPct val="89000"/>
              </a:lnSpc>
              <a:spcBef>
                <a:spcPct val="43000"/>
              </a:spcBef>
              <a:buNone/>
              <a:tabLst>
                <a:tab pos="3187700" algn="l"/>
              </a:tabLst>
            </a:pPr>
            <a:r>
              <a:rPr lang="en-US" altLang="vi-VN" sz="1800"/>
              <a:t>	d.  Unlatch	-(U)-</a:t>
            </a:r>
          </a:p>
        </p:txBody>
      </p:sp>
      <p:sp>
        <p:nvSpPr>
          <p:cNvPr id="31749" name="Line 5">
            <a:extLst>
              <a:ext uri="{FF2B5EF4-FFF2-40B4-BE49-F238E27FC236}">
                <a16:creationId xmlns:a16="http://schemas.microsoft.com/office/drawing/2014/main" id="{E113D1CB-DCE0-433F-B7D9-2B7389F4FD1B}"/>
              </a:ext>
            </a:extLst>
          </p:cNvPr>
          <p:cNvSpPr>
            <a:spLocks noChangeShapeType="1"/>
          </p:cNvSpPr>
          <p:nvPr/>
        </p:nvSpPr>
        <p:spPr bwMode="auto">
          <a:xfrm>
            <a:off x="6635750" y="4421188"/>
            <a:ext cx="827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vi-VN" sz="2400">
              <a:solidFill>
                <a:srgbClr val="000000"/>
              </a:solidFill>
              <a:latin typeface="Times New Roman" panose="02020603050405020304" pitchFamily="18" charset="0"/>
            </a:endParaRPr>
          </a:p>
        </p:txBody>
      </p:sp>
      <p:sp>
        <p:nvSpPr>
          <p:cNvPr id="31750" name="Line 6">
            <a:extLst>
              <a:ext uri="{FF2B5EF4-FFF2-40B4-BE49-F238E27FC236}">
                <a16:creationId xmlns:a16="http://schemas.microsoft.com/office/drawing/2014/main" id="{8D99115D-8728-4936-97F4-09D4ECC8664C}"/>
              </a:ext>
            </a:extLst>
          </p:cNvPr>
          <p:cNvSpPr>
            <a:spLocks noChangeShapeType="1"/>
          </p:cNvSpPr>
          <p:nvPr/>
        </p:nvSpPr>
        <p:spPr bwMode="auto">
          <a:xfrm>
            <a:off x="7469188" y="4275138"/>
            <a:ext cx="0" cy="3683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vi-VN" sz="2400">
              <a:solidFill>
                <a:srgbClr val="000000"/>
              </a:solidFill>
              <a:latin typeface="Times New Roman" panose="02020603050405020304" pitchFamily="18" charset="0"/>
            </a:endParaRPr>
          </a:p>
        </p:txBody>
      </p:sp>
      <p:sp>
        <p:nvSpPr>
          <p:cNvPr id="31751" name="Line 7">
            <a:extLst>
              <a:ext uri="{FF2B5EF4-FFF2-40B4-BE49-F238E27FC236}">
                <a16:creationId xmlns:a16="http://schemas.microsoft.com/office/drawing/2014/main" id="{3476B13F-FB2F-4D1D-8884-DBAE34F33ACF}"/>
              </a:ext>
            </a:extLst>
          </p:cNvPr>
          <p:cNvSpPr>
            <a:spLocks noChangeShapeType="1"/>
          </p:cNvSpPr>
          <p:nvPr/>
        </p:nvSpPr>
        <p:spPr bwMode="auto">
          <a:xfrm>
            <a:off x="7621588" y="4275138"/>
            <a:ext cx="0" cy="3683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vi-VN" sz="2400">
              <a:solidFill>
                <a:srgbClr val="000000"/>
              </a:solidFill>
              <a:latin typeface="Times New Roman" panose="02020603050405020304" pitchFamily="18" charset="0"/>
            </a:endParaRPr>
          </a:p>
        </p:txBody>
      </p:sp>
      <p:sp>
        <p:nvSpPr>
          <p:cNvPr id="31752" name="Line 8">
            <a:extLst>
              <a:ext uri="{FF2B5EF4-FFF2-40B4-BE49-F238E27FC236}">
                <a16:creationId xmlns:a16="http://schemas.microsoft.com/office/drawing/2014/main" id="{9E5B492D-DA82-444D-9658-73E9B572B04C}"/>
              </a:ext>
            </a:extLst>
          </p:cNvPr>
          <p:cNvSpPr>
            <a:spLocks noChangeShapeType="1"/>
          </p:cNvSpPr>
          <p:nvPr/>
        </p:nvSpPr>
        <p:spPr bwMode="auto">
          <a:xfrm>
            <a:off x="7627939" y="4421188"/>
            <a:ext cx="52228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vi-VN" sz="2400">
              <a:solidFill>
                <a:srgbClr val="000000"/>
              </a:solidFill>
              <a:latin typeface="Times New Roman" panose="02020603050405020304" pitchFamily="18" charset="0"/>
            </a:endParaRPr>
          </a:p>
        </p:txBody>
      </p:sp>
      <p:sp>
        <p:nvSpPr>
          <p:cNvPr id="31753" name="Rectangle 9">
            <a:extLst>
              <a:ext uri="{FF2B5EF4-FFF2-40B4-BE49-F238E27FC236}">
                <a16:creationId xmlns:a16="http://schemas.microsoft.com/office/drawing/2014/main" id="{42529A35-9CFD-45D0-BC1A-CC1CC92A8636}"/>
              </a:ext>
            </a:extLst>
          </p:cNvPr>
          <p:cNvSpPr>
            <a:spLocks noChangeArrowheads="1"/>
          </p:cNvSpPr>
          <p:nvPr/>
        </p:nvSpPr>
        <p:spPr bwMode="auto">
          <a:xfrm>
            <a:off x="8093075" y="4294188"/>
            <a:ext cx="346440" cy="2951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95" tIns="25438" rIns="63595" bIns="25438">
            <a:spAutoFit/>
          </a:bodyPr>
          <a:lstStyle>
            <a:lvl1pPr defTabSz="915988">
              <a:defRPr sz="2400">
                <a:solidFill>
                  <a:schemeClr val="tx1"/>
                </a:solidFill>
                <a:latin typeface="Times New Roman" panose="02020603050405020304" pitchFamily="18" charset="0"/>
              </a:defRPr>
            </a:lvl1pPr>
            <a:lvl2pPr defTabSz="915988">
              <a:defRPr sz="2400">
                <a:solidFill>
                  <a:schemeClr val="tx1"/>
                </a:solidFill>
                <a:latin typeface="Times New Roman" panose="02020603050405020304" pitchFamily="18" charset="0"/>
              </a:defRPr>
            </a:lvl2pPr>
            <a:lvl3pPr marL="915988" defTabSz="915988">
              <a:defRPr sz="2400">
                <a:solidFill>
                  <a:schemeClr val="tx1"/>
                </a:solidFill>
                <a:latin typeface="Times New Roman" panose="02020603050405020304" pitchFamily="18" charset="0"/>
              </a:defRPr>
            </a:lvl3pPr>
            <a:lvl4pPr marL="1373188" defTabSz="915988">
              <a:defRPr sz="2400">
                <a:solidFill>
                  <a:schemeClr val="tx1"/>
                </a:solidFill>
                <a:latin typeface="Times New Roman" panose="02020603050405020304" pitchFamily="18" charset="0"/>
              </a:defRPr>
            </a:lvl4pPr>
            <a:lvl5pPr marL="1831975" defTabSz="915988">
              <a:defRPr sz="2400">
                <a:solidFill>
                  <a:schemeClr val="tx1"/>
                </a:solidFill>
                <a:latin typeface="Times New Roman" panose="02020603050405020304" pitchFamily="18" charset="0"/>
              </a:defRPr>
            </a:lvl5pPr>
            <a:lvl6pPr marL="2289175" defTabSz="915988" fontAlgn="base">
              <a:spcBef>
                <a:spcPct val="0"/>
              </a:spcBef>
              <a:spcAft>
                <a:spcPct val="0"/>
              </a:spcAft>
              <a:defRPr sz="2400">
                <a:solidFill>
                  <a:schemeClr val="tx1"/>
                </a:solidFill>
                <a:latin typeface="Times New Roman" panose="02020603050405020304" pitchFamily="18" charset="0"/>
              </a:defRPr>
            </a:lvl6pPr>
            <a:lvl7pPr marL="2746375" defTabSz="915988" fontAlgn="base">
              <a:spcBef>
                <a:spcPct val="0"/>
              </a:spcBef>
              <a:spcAft>
                <a:spcPct val="0"/>
              </a:spcAft>
              <a:defRPr sz="2400">
                <a:solidFill>
                  <a:schemeClr val="tx1"/>
                </a:solidFill>
                <a:latin typeface="Times New Roman" panose="02020603050405020304" pitchFamily="18" charset="0"/>
              </a:defRPr>
            </a:lvl7pPr>
            <a:lvl8pPr marL="3203575" defTabSz="915988" fontAlgn="base">
              <a:spcBef>
                <a:spcPct val="0"/>
              </a:spcBef>
              <a:spcAft>
                <a:spcPct val="0"/>
              </a:spcAft>
              <a:defRPr sz="2400">
                <a:solidFill>
                  <a:schemeClr val="tx1"/>
                </a:solidFill>
                <a:latin typeface="Times New Roman" panose="02020603050405020304" pitchFamily="18" charset="0"/>
              </a:defRPr>
            </a:lvl8pPr>
            <a:lvl9pPr marL="3660775" defTabSz="915988" fontAlgn="base">
              <a:spcBef>
                <a:spcPct val="0"/>
              </a:spcBef>
              <a:spcAft>
                <a:spcPct val="0"/>
              </a:spcAft>
              <a:defRPr sz="2400">
                <a:solidFill>
                  <a:schemeClr val="tx1"/>
                </a:solidFill>
                <a:latin typeface="Times New Roman" panose="02020603050405020304" pitchFamily="18" charset="0"/>
              </a:defRPr>
            </a:lvl9pPr>
          </a:lstStyle>
          <a:p>
            <a:pPr eaLnBrk="0" fontAlgn="base" hangingPunct="0">
              <a:lnSpc>
                <a:spcPct val="88000"/>
              </a:lnSpc>
              <a:spcBef>
                <a:spcPct val="0"/>
              </a:spcBef>
              <a:spcAft>
                <a:spcPct val="0"/>
              </a:spcAft>
            </a:pPr>
            <a:r>
              <a:rPr lang="en-US" altLang="vi-VN" sz="1800" b="1">
                <a:solidFill>
                  <a:srgbClr val="000000"/>
                </a:solidFill>
                <a:latin typeface="Arial" panose="020B0604020202020204" pitchFamily="34" charset="0"/>
              </a:rPr>
              <a:t>( )</a:t>
            </a:r>
          </a:p>
        </p:txBody>
      </p:sp>
      <p:sp>
        <p:nvSpPr>
          <p:cNvPr id="31754" name="Line 10">
            <a:extLst>
              <a:ext uri="{FF2B5EF4-FFF2-40B4-BE49-F238E27FC236}">
                <a16:creationId xmlns:a16="http://schemas.microsoft.com/office/drawing/2014/main" id="{8C92C816-F44B-4A57-9649-85D341D9338C}"/>
              </a:ext>
            </a:extLst>
          </p:cNvPr>
          <p:cNvSpPr>
            <a:spLocks noChangeShapeType="1"/>
          </p:cNvSpPr>
          <p:nvPr/>
        </p:nvSpPr>
        <p:spPr bwMode="auto">
          <a:xfrm>
            <a:off x="8391525" y="4421188"/>
            <a:ext cx="7508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vi-VN" sz="2400">
              <a:solidFill>
                <a:srgbClr val="000000"/>
              </a:solidFill>
              <a:latin typeface="Times New Roman" panose="02020603050405020304" pitchFamily="18" charset="0"/>
            </a:endParaRPr>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1FC100D1-C3D9-4D79-84F6-ACE235D9531F}"/>
              </a:ext>
            </a:extLst>
          </p:cNvPr>
          <p:cNvSpPr>
            <a:spLocks noGrp="1" noChangeArrowheads="1"/>
          </p:cNvSpPr>
          <p:nvPr>
            <p:ph type="title"/>
          </p:nvPr>
        </p:nvSpPr>
        <p:spPr>
          <a:xfrm>
            <a:off x="2599333" y="254001"/>
            <a:ext cx="6648743" cy="728481"/>
          </a:xfrm>
          <a:noFill/>
          <a:ln/>
          <a:extLst>
            <a:ext uri="{91240B29-F687-4F45-9708-019B960494DF}">
              <a14:hiddenLine xmlns:a14="http://schemas.microsoft.com/office/drawing/2010/main" w="12700">
                <a:solidFill>
                  <a:schemeClr val="tx1"/>
                </a:solidFill>
                <a:miter lim="800000"/>
                <a:headEnd/>
                <a:tailEnd/>
              </a14:hiddenLine>
            </a:ext>
          </a:extLst>
        </p:spPr>
        <p:txBody>
          <a:bodyPr vert="horz" wrap="none" lIns="63595" tIns="25438" rIns="63595" bIns="25438" numCol="1" anchor="t" anchorCtr="0" compatLnSpc="1">
            <a:prstTxWarp prst="textNoShape">
              <a:avLst/>
            </a:prstTxWarp>
            <a:spAutoFit/>
          </a:bodyPr>
          <a:lstStyle/>
          <a:p>
            <a:r>
              <a:rPr lang="en-US" altLang="vi-VN"/>
              <a:t>TIMERS AND COUNTERS</a:t>
            </a:r>
          </a:p>
        </p:txBody>
      </p:sp>
      <p:sp>
        <p:nvSpPr>
          <p:cNvPr id="32771" name="Rectangle 3">
            <a:extLst>
              <a:ext uri="{FF2B5EF4-FFF2-40B4-BE49-F238E27FC236}">
                <a16:creationId xmlns:a16="http://schemas.microsoft.com/office/drawing/2014/main" id="{E7FC0616-5FEB-483B-87A7-17B8149E9267}"/>
              </a:ext>
            </a:extLst>
          </p:cNvPr>
          <p:cNvSpPr>
            <a:spLocks noGrp="1" noChangeArrowheads="1"/>
          </p:cNvSpPr>
          <p:nvPr>
            <p:ph type="body" idx="1"/>
          </p:nvPr>
        </p:nvSpPr>
        <p:spPr>
          <a:xfrm>
            <a:off x="1905000" y="1908175"/>
            <a:ext cx="4718050" cy="3887788"/>
          </a:xfrm>
          <a:noFill/>
          <a:ln/>
          <a:extLst>
            <a:ext uri="{91240B29-F687-4F45-9708-019B960494DF}">
              <a14:hiddenLine xmlns:a14="http://schemas.microsoft.com/office/drawing/2010/main" w="12700">
                <a:solidFill>
                  <a:schemeClr val="tx1"/>
                </a:solidFill>
                <a:miter lim="800000"/>
                <a:headEnd/>
                <a:tailEnd/>
              </a14:hiddenLine>
            </a:ext>
          </a:extLst>
        </p:spPr>
        <p:txBody>
          <a:bodyPr vert="horz" wrap="square" lIns="63595" tIns="25438" rIns="63595" bIns="25438" numCol="1" anchor="t" anchorCtr="0" compatLnSpc="1">
            <a:prstTxWarp prst="textNoShape">
              <a:avLst/>
            </a:prstTxWarp>
            <a:spAutoFit/>
          </a:bodyPr>
          <a:lstStyle/>
          <a:p>
            <a:pPr defTabSz="912813">
              <a:lnSpc>
                <a:spcPct val="88000"/>
              </a:lnSpc>
              <a:spcBef>
                <a:spcPct val="43000"/>
              </a:spcBef>
              <a:buNone/>
              <a:tabLst>
                <a:tab pos="3225800" algn="l"/>
              </a:tabLst>
            </a:pPr>
            <a:r>
              <a:rPr lang="en-US" altLang="vi-VN" sz="1800"/>
              <a:t>Timers: </a:t>
            </a:r>
          </a:p>
          <a:p>
            <a:pPr defTabSz="912813">
              <a:lnSpc>
                <a:spcPct val="88000"/>
              </a:lnSpc>
              <a:spcBef>
                <a:spcPct val="43000"/>
              </a:spcBef>
              <a:buNone/>
              <a:tabLst>
                <a:tab pos="3225800" algn="l"/>
              </a:tabLst>
            </a:pPr>
            <a:endParaRPr lang="en-US" altLang="vi-VN" sz="1800"/>
          </a:p>
          <a:p>
            <a:pPr defTabSz="912813">
              <a:lnSpc>
                <a:spcPct val="88000"/>
              </a:lnSpc>
              <a:spcBef>
                <a:spcPct val="43000"/>
              </a:spcBef>
              <a:buNone/>
              <a:tabLst>
                <a:tab pos="3225800" algn="l"/>
              </a:tabLst>
            </a:pPr>
            <a:r>
              <a:rPr lang="en-US" altLang="vi-VN" sz="1800"/>
              <a:t>     a.  Retentive on delay	-(RTO)- </a:t>
            </a:r>
          </a:p>
          <a:p>
            <a:pPr defTabSz="912813">
              <a:lnSpc>
                <a:spcPct val="88000"/>
              </a:lnSpc>
              <a:spcBef>
                <a:spcPct val="43000"/>
              </a:spcBef>
              <a:buNone/>
              <a:tabLst>
                <a:tab pos="3225800" algn="l"/>
              </a:tabLst>
            </a:pPr>
            <a:r>
              <a:rPr lang="en-US" altLang="vi-VN" sz="1800"/>
              <a:t>     b.  Retentive off delay	-(RTF)- </a:t>
            </a:r>
          </a:p>
          <a:p>
            <a:pPr defTabSz="912813">
              <a:lnSpc>
                <a:spcPct val="88000"/>
              </a:lnSpc>
              <a:spcBef>
                <a:spcPct val="43000"/>
              </a:spcBef>
              <a:buNone/>
              <a:tabLst>
                <a:tab pos="3225800" algn="l"/>
              </a:tabLst>
            </a:pPr>
            <a:r>
              <a:rPr lang="en-US" altLang="vi-VN" sz="1800"/>
              <a:t>     c.   Reset	-(RST)-</a:t>
            </a:r>
          </a:p>
          <a:p>
            <a:pPr defTabSz="912813">
              <a:lnSpc>
                <a:spcPct val="88000"/>
              </a:lnSpc>
              <a:spcBef>
                <a:spcPct val="43000"/>
              </a:spcBef>
              <a:buNone/>
              <a:tabLst>
                <a:tab pos="3225800" algn="l"/>
              </a:tabLst>
            </a:pPr>
            <a:endParaRPr lang="en-US" altLang="vi-VN" sz="1800"/>
          </a:p>
          <a:p>
            <a:pPr defTabSz="912813">
              <a:lnSpc>
                <a:spcPct val="88000"/>
              </a:lnSpc>
              <a:spcBef>
                <a:spcPct val="43000"/>
              </a:spcBef>
              <a:buNone/>
              <a:tabLst>
                <a:tab pos="3225800" algn="l"/>
              </a:tabLst>
            </a:pPr>
            <a:r>
              <a:rPr lang="en-US" altLang="vi-VN" sz="1800"/>
              <a:t>Counter: </a:t>
            </a:r>
          </a:p>
          <a:p>
            <a:pPr defTabSz="912813">
              <a:lnSpc>
                <a:spcPct val="88000"/>
              </a:lnSpc>
              <a:spcBef>
                <a:spcPct val="43000"/>
              </a:spcBef>
              <a:buNone/>
              <a:tabLst>
                <a:tab pos="3225800" algn="l"/>
              </a:tabLst>
            </a:pPr>
            <a:endParaRPr lang="en-US" altLang="vi-VN" sz="1800"/>
          </a:p>
          <a:p>
            <a:pPr defTabSz="912813">
              <a:lnSpc>
                <a:spcPct val="88000"/>
              </a:lnSpc>
              <a:spcBef>
                <a:spcPct val="43000"/>
              </a:spcBef>
              <a:buNone/>
              <a:tabLst>
                <a:tab pos="3225800" algn="l"/>
              </a:tabLst>
            </a:pPr>
            <a:r>
              <a:rPr lang="en-US" altLang="vi-VN" sz="1800"/>
              <a:t>     a.  Counter   up	-(CTU)-</a:t>
            </a:r>
          </a:p>
          <a:p>
            <a:pPr defTabSz="912813">
              <a:lnSpc>
                <a:spcPct val="88000"/>
              </a:lnSpc>
              <a:spcBef>
                <a:spcPct val="43000"/>
              </a:spcBef>
              <a:buNone/>
              <a:tabLst>
                <a:tab pos="3225800" algn="l"/>
              </a:tabLst>
            </a:pPr>
            <a:r>
              <a:rPr lang="en-US" altLang="vi-VN" sz="1800"/>
              <a:t>     b.  Counter  down	-(CTD)-</a:t>
            </a:r>
          </a:p>
          <a:p>
            <a:pPr defTabSz="912813">
              <a:lnSpc>
                <a:spcPct val="88000"/>
              </a:lnSpc>
              <a:spcBef>
                <a:spcPct val="43000"/>
              </a:spcBef>
              <a:buNone/>
              <a:tabLst>
                <a:tab pos="3225800" algn="l"/>
              </a:tabLst>
            </a:pPr>
            <a:r>
              <a:rPr lang="en-US" altLang="vi-VN" sz="1800"/>
              <a:t>     c.  Counter reset	-(CTR)- </a:t>
            </a:r>
          </a:p>
        </p:txBody>
      </p:sp>
      <p:sp>
        <p:nvSpPr>
          <p:cNvPr id="32772" name="Rectangle 4">
            <a:extLst>
              <a:ext uri="{FF2B5EF4-FFF2-40B4-BE49-F238E27FC236}">
                <a16:creationId xmlns:a16="http://schemas.microsoft.com/office/drawing/2014/main" id="{383B5D44-A988-4700-B589-BE2FC601D0D4}"/>
              </a:ext>
            </a:extLst>
          </p:cNvPr>
          <p:cNvSpPr>
            <a:spLocks noChangeArrowheads="1"/>
          </p:cNvSpPr>
          <p:nvPr/>
        </p:nvSpPr>
        <p:spPr bwMode="auto">
          <a:xfrm>
            <a:off x="6707188" y="1901826"/>
            <a:ext cx="3433762" cy="1450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vi-VN" sz="2400">
              <a:solidFill>
                <a:srgbClr val="000000"/>
              </a:solidFill>
              <a:latin typeface="Times New Roman" panose="02020603050405020304" pitchFamily="18" charset="0"/>
            </a:endParaRPr>
          </a:p>
        </p:txBody>
      </p:sp>
      <p:sp>
        <p:nvSpPr>
          <p:cNvPr id="32773" name="Rectangle 5">
            <a:extLst>
              <a:ext uri="{FF2B5EF4-FFF2-40B4-BE49-F238E27FC236}">
                <a16:creationId xmlns:a16="http://schemas.microsoft.com/office/drawing/2014/main" id="{7CE7E42A-6139-4BD6-AF1A-1211CB943AE9}"/>
              </a:ext>
            </a:extLst>
          </p:cNvPr>
          <p:cNvSpPr>
            <a:spLocks noChangeArrowheads="1"/>
          </p:cNvSpPr>
          <p:nvPr/>
        </p:nvSpPr>
        <p:spPr bwMode="auto">
          <a:xfrm>
            <a:off x="6789739" y="1908176"/>
            <a:ext cx="3267075" cy="1438275"/>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vi-VN" sz="2400">
              <a:solidFill>
                <a:srgbClr val="000000"/>
              </a:solidFill>
              <a:latin typeface="Times New Roman" panose="02020603050405020304" pitchFamily="18" charset="0"/>
            </a:endParaRPr>
          </a:p>
        </p:txBody>
      </p:sp>
      <p:sp>
        <p:nvSpPr>
          <p:cNvPr id="32774" name="Rectangle 6">
            <a:extLst>
              <a:ext uri="{FF2B5EF4-FFF2-40B4-BE49-F238E27FC236}">
                <a16:creationId xmlns:a16="http://schemas.microsoft.com/office/drawing/2014/main" id="{455B3B2D-D14A-4AAC-BB7C-A6AEC99DA52E}"/>
              </a:ext>
            </a:extLst>
          </p:cNvPr>
          <p:cNvSpPr>
            <a:spLocks noChangeArrowheads="1"/>
          </p:cNvSpPr>
          <p:nvPr/>
        </p:nvSpPr>
        <p:spPr bwMode="auto">
          <a:xfrm>
            <a:off x="6184901" y="2003426"/>
            <a:ext cx="3852863" cy="1019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95" tIns="25438" rIns="63595" bIns="25438">
            <a:spAutoFit/>
          </a:bodyPr>
          <a:lstStyle>
            <a:lvl1pPr defTabSz="915988">
              <a:defRPr sz="2400">
                <a:solidFill>
                  <a:schemeClr val="tx1"/>
                </a:solidFill>
                <a:latin typeface="Times New Roman" panose="02020603050405020304" pitchFamily="18" charset="0"/>
              </a:defRPr>
            </a:lvl1pPr>
            <a:lvl2pPr defTabSz="915988">
              <a:defRPr sz="2400">
                <a:solidFill>
                  <a:schemeClr val="tx1"/>
                </a:solidFill>
                <a:latin typeface="Times New Roman" panose="02020603050405020304" pitchFamily="18" charset="0"/>
              </a:defRPr>
            </a:lvl2pPr>
            <a:lvl3pPr marL="915988" defTabSz="915988">
              <a:defRPr sz="2400">
                <a:solidFill>
                  <a:schemeClr val="tx1"/>
                </a:solidFill>
                <a:latin typeface="Times New Roman" panose="02020603050405020304" pitchFamily="18" charset="0"/>
              </a:defRPr>
            </a:lvl3pPr>
            <a:lvl4pPr marL="1373188" defTabSz="915988">
              <a:defRPr sz="2400">
                <a:solidFill>
                  <a:schemeClr val="tx1"/>
                </a:solidFill>
                <a:latin typeface="Times New Roman" panose="02020603050405020304" pitchFamily="18" charset="0"/>
              </a:defRPr>
            </a:lvl4pPr>
            <a:lvl5pPr marL="1831975" defTabSz="915988">
              <a:defRPr sz="2400">
                <a:solidFill>
                  <a:schemeClr val="tx1"/>
                </a:solidFill>
                <a:latin typeface="Times New Roman" panose="02020603050405020304" pitchFamily="18" charset="0"/>
              </a:defRPr>
            </a:lvl5pPr>
            <a:lvl6pPr marL="2289175" defTabSz="915988" fontAlgn="base">
              <a:spcBef>
                <a:spcPct val="0"/>
              </a:spcBef>
              <a:spcAft>
                <a:spcPct val="0"/>
              </a:spcAft>
              <a:defRPr sz="2400">
                <a:solidFill>
                  <a:schemeClr val="tx1"/>
                </a:solidFill>
                <a:latin typeface="Times New Roman" panose="02020603050405020304" pitchFamily="18" charset="0"/>
              </a:defRPr>
            </a:lvl6pPr>
            <a:lvl7pPr marL="2746375" defTabSz="915988" fontAlgn="base">
              <a:spcBef>
                <a:spcPct val="0"/>
              </a:spcBef>
              <a:spcAft>
                <a:spcPct val="0"/>
              </a:spcAft>
              <a:defRPr sz="2400">
                <a:solidFill>
                  <a:schemeClr val="tx1"/>
                </a:solidFill>
                <a:latin typeface="Times New Roman" panose="02020603050405020304" pitchFamily="18" charset="0"/>
              </a:defRPr>
            </a:lvl7pPr>
            <a:lvl8pPr marL="3203575" defTabSz="915988" fontAlgn="base">
              <a:spcBef>
                <a:spcPct val="0"/>
              </a:spcBef>
              <a:spcAft>
                <a:spcPct val="0"/>
              </a:spcAft>
              <a:defRPr sz="2400">
                <a:solidFill>
                  <a:schemeClr val="tx1"/>
                </a:solidFill>
                <a:latin typeface="Times New Roman" panose="02020603050405020304" pitchFamily="18" charset="0"/>
              </a:defRPr>
            </a:lvl8pPr>
            <a:lvl9pPr marL="3660775" defTabSz="915988" fontAlgn="base">
              <a:spcBef>
                <a:spcPct val="0"/>
              </a:spcBef>
              <a:spcAft>
                <a:spcPct val="0"/>
              </a:spcAft>
              <a:defRPr sz="2400">
                <a:solidFill>
                  <a:schemeClr val="tx1"/>
                </a:solidFill>
                <a:latin typeface="Times New Roman" panose="02020603050405020304" pitchFamily="18" charset="0"/>
              </a:defRPr>
            </a:lvl9pPr>
          </a:lstStyle>
          <a:p>
            <a:pPr eaLnBrk="0" fontAlgn="base" hangingPunct="0">
              <a:lnSpc>
                <a:spcPct val="88000"/>
              </a:lnSpc>
              <a:spcBef>
                <a:spcPct val="0"/>
              </a:spcBef>
              <a:spcAft>
                <a:spcPct val="0"/>
              </a:spcAft>
            </a:pPr>
            <a:r>
              <a:rPr lang="en-US" altLang="vi-VN" sz="1800" b="1">
                <a:solidFill>
                  <a:srgbClr val="000000"/>
                </a:solidFill>
                <a:latin typeface="Arial" panose="020B0604020202020204" pitchFamily="34" charset="0"/>
              </a:rPr>
              <a:t>RTO   counting  stop       counting </a:t>
            </a:r>
          </a:p>
          <a:p>
            <a:pPr eaLnBrk="0" fontAlgn="base" hangingPunct="0">
              <a:lnSpc>
                <a:spcPct val="88000"/>
              </a:lnSpc>
              <a:spcBef>
                <a:spcPct val="0"/>
              </a:spcBef>
              <a:spcAft>
                <a:spcPct val="0"/>
              </a:spcAft>
            </a:pPr>
            <a:r>
              <a:rPr lang="en-US" altLang="vi-VN" sz="1800" b="1">
                <a:solidFill>
                  <a:srgbClr val="000000"/>
                </a:solidFill>
                <a:latin typeface="Arial" panose="020B0604020202020204" pitchFamily="34" charset="0"/>
              </a:rPr>
              <a:t>                                            resume</a:t>
            </a:r>
          </a:p>
          <a:p>
            <a:pPr eaLnBrk="0" fontAlgn="base" hangingPunct="0">
              <a:lnSpc>
                <a:spcPct val="88000"/>
              </a:lnSpc>
              <a:spcBef>
                <a:spcPct val="0"/>
              </a:spcBef>
              <a:spcAft>
                <a:spcPct val="0"/>
              </a:spcAft>
            </a:pPr>
            <a:endParaRPr lang="en-US" altLang="vi-VN" sz="1800" b="1">
              <a:solidFill>
                <a:srgbClr val="000000"/>
              </a:solidFill>
              <a:latin typeface="Arial" panose="020B0604020202020204" pitchFamily="34" charset="0"/>
            </a:endParaRPr>
          </a:p>
          <a:p>
            <a:pPr eaLnBrk="0" fontAlgn="base" hangingPunct="0">
              <a:lnSpc>
                <a:spcPct val="88000"/>
              </a:lnSpc>
              <a:spcBef>
                <a:spcPct val="0"/>
              </a:spcBef>
              <a:spcAft>
                <a:spcPct val="0"/>
              </a:spcAft>
            </a:pPr>
            <a:r>
              <a:rPr lang="en-US" altLang="vi-VN" sz="1800" b="1">
                <a:solidFill>
                  <a:srgbClr val="000000"/>
                </a:solidFill>
                <a:latin typeface="Arial" panose="020B0604020202020204" pitchFamily="34" charset="0"/>
              </a:rPr>
              <a:t>RTF     stop        counting   stop</a:t>
            </a:r>
          </a:p>
        </p:txBody>
      </p:sp>
      <p:sp>
        <p:nvSpPr>
          <p:cNvPr id="32775" name="Line 7">
            <a:extLst>
              <a:ext uri="{FF2B5EF4-FFF2-40B4-BE49-F238E27FC236}">
                <a16:creationId xmlns:a16="http://schemas.microsoft.com/office/drawing/2014/main" id="{B45526C2-0A02-4B52-BEBB-1FA3092AE04A}"/>
              </a:ext>
            </a:extLst>
          </p:cNvPr>
          <p:cNvSpPr>
            <a:spLocks noChangeShapeType="1"/>
          </p:cNvSpPr>
          <p:nvPr/>
        </p:nvSpPr>
        <p:spPr bwMode="auto">
          <a:xfrm>
            <a:off x="8004175" y="1908176"/>
            <a:ext cx="0" cy="143827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vi-VN" sz="2400">
              <a:solidFill>
                <a:srgbClr val="000000"/>
              </a:solidFill>
              <a:latin typeface="Times New Roman" panose="02020603050405020304" pitchFamily="18" charset="0"/>
            </a:endParaRPr>
          </a:p>
        </p:txBody>
      </p:sp>
      <p:sp>
        <p:nvSpPr>
          <p:cNvPr id="32776" name="Line 8">
            <a:extLst>
              <a:ext uri="{FF2B5EF4-FFF2-40B4-BE49-F238E27FC236}">
                <a16:creationId xmlns:a16="http://schemas.microsoft.com/office/drawing/2014/main" id="{A964858D-998D-40FB-AF29-55706222EAAD}"/>
              </a:ext>
            </a:extLst>
          </p:cNvPr>
          <p:cNvSpPr>
            <a:spLocks noChangeShapeType="1"/>
          </p:cNvSpPr>
          <p:nvPr/>
        </p:nvSpPr>
        <p:spPr bwMode="auto">
          <a:xfrm>
            <a:off x="8996363" y="1908176"/>
            <a:ext cx="0" cy="143827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vi-VN" sz="2400">
              <a:solidFill>
                <a:srgbClr val="000000"/>
              </a:solidFill>
              <a:latin typeface="Times New Roman" panose="02020603050405020304" pitchFamily="18" charset="0"/>
            </a:endParaRPr>
          </a:p>
        </p:txBody>
      </p:sp>
      <p:sp>
        <p:nvSpPr>
          <p:cNvPr id="32777" name="Line 9">
            <a:extLst>
              <a:ext uri="{FF2B5EF4-FFF2-40B4-BE49-F238E27FC236}">
                <a16:creationId xmlns:a16="http://schemas.microsoft.com/office/drawing/2014/main" id="{45850D90-5559-4698-83A9-F1DEA085315F}"/>
              </a:ext>
            </a:extLst>
          </p:cNvPr>
          <p:cNvSpPr>
            <a:spLocks noChangeShapeType="1"/>
          </p:cNvSpPr>
          <p:nvPr/>
        </p:nvSpPr>
        <p:spPr bwMode="auto">
          <a:xfrm>
            <a:off x="6789739" y="2589213"/>
            <a:ext cx="326707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vi-VN" sz="2400">
              <a:solidFill>
                <a:srgbClr val="000000"/>
              </a:solidFill>
              <a:latin typeface="Times New Roman" panose="02020603050405020304" pitchFamily="18" charset="0"/>
            </a:endParaRPr>
          </a:p>
        </p:txBody>
      </p:sp>
      <p:sp>
        <p:nvSpPr>
          <p:cNvPr id="32778" name="Rectangle 10">
            <a:extLst>
              <a:ext uri="{FF2B5EF4-FFF2-40B4-BE49-F238E27FC236}">
                <a16:creationId xmlns:a16="http://schemas.microsoft.com/office/drawing/2014/main" id="{5C355FF8-D2F5-4555-904F-A4246372C255}"/>
              </a:ext>
            </a:extLst>
          </p:cNvPr>
          <p:cNvSpPr>
            <a:spLocks noChangeArrowheads="1"/>
          </p:cNvSpPr>
          <p:nvPr/>
        </p:nvSpPr>
        <p:spPr bwMode="auto">
          <a:xfrm>
            <a:off x="6948489" y="1546225"/>
            <a:ext cx="2719013" cy="2951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95" tIns="25438" rIns="63595" bIns="25438">
            <a:spAutoFit/>
          </a:bodyPr>
          <a:lstStyle>
            <a:lvl1pPr defTabSz="915988">
              <a:defRPr sz="2400">
                <a:solidFill>
                  <a:schemeClr val="tx1"/>
                </a:solidFill>
                <a:latin typeface="Times New Roman" panose="02020603050405020304" pitchFamily="18" charset="0"/>
              </a:defRPr>
            </a:lvl1pPr>
            <a:lvl2pPr defTabSz="915988">
              <a:defRPr sz="2400">
                <a:solidFill>
                  <a:schemeClr val="tx1"/>
                </a:solidFill>
                <a:latin typeface="Times New Roman" panose="02020603050405020304" pitchFamily="18" charset="0"/>
              </a:defRPr>
            </a:lvl2pPr>
            <a:lvl3pPr marL="915988" defTabSz="915988">
              <a:defRPr sz="2400">
                <a:solidFill>
                  <a:schemeClr val="tx1"/>
                </a:solidFill>
                <a:latin typeface="Times New Roman" panose="02020603050405020304" pitchFamily="18" charset="0"/>
              </a:defRPr>
            </a:lvl3pPr>
            <a:lvl4pPr marL="1373188" defTabSz="915988">
              <a:defRPr sz="2400">
                <a:solidFill>
                  <a:schemeClr val="tx1"/>
                </a:solidFill>
                <a:latin typeface="Times New Roman" panose="02020603050405020304" pitchFamily="18" charset="0"/>
              </a:defRPr>
            </a:lvl4pPr>
            <a:lvl5pPr marL="1831975" defTabSz="915988">
              <a:defRPr sz="2400">
                <a:solidFill>
                  <a:schemeClr val="tx1"/>
                </a:solidFill>
                <a:latin typeface="Times New Roman" panose="02020603050405020304" pitchFamily="18" charset="0"/>
              </a:defRPr>
            </a:lvl5pPr>
            <a:lvl6pPr marL="2289175" defTabSz="915988" fontAlgn="base">
              <a:spcBef>
                <a:spcPct val="0"/>
              </a:spcBef>
              <a:spcAft>
                <a:spcPct val="0"/>
              </a:spcAft>
              <a:defRPr sz="2400">
                <a:solidFill>
                  <a:schemeClr val="tx1"/>
                </a:solidFill>
                <a:latin typeface="Times New Roman" panose="02020603050405020304" pitchFamily="18" charset="0"/>
              </a:defRPr>
            </a:lvl6pPr>
            <a:lvl7pPr marL="2746375" defTabSz="915988" fontAlgn="base">
              <a:spcBef>
                <a:spcPct val="0"/>
              </a:spcBef>
              <a:spcAft>
                <a:spcPct val="0"/>
              </a:spcAft>
              <a:defRPr sz="2400">
                <a:solidFill>
                  <a:schemeClr val="tx1"/>
                </a:solidFill>
                <a:latin typeface="Times New Roman" panose="02020603050405020304" pitchFamily="18" charset="0"/>
              </a:defRPr>
            </a:lvl7pPr>
            <a:lvl8pPr marL="3203575" defTabSz="915988" fontAlgn="base">
              <a:spcBef>
                <a:spcPct val="0"/>
              </a:spcBef>
              <a:spcAft>
                <a:spcPct val="0"/>
              </a:spcAft>
              <a:defRPr sz="2400">
                <a:solidFill>
                  <a:schemeClr val="tx1"/>
                </a:solidFill>
                <a:latin typeface="Times New Roman" panose="02020603050405020304" pitchFamily="18" charset="0"/>
              </a:defRPr>
            </a:lvl8pPr>
            <a:lvl9pPr marL="3660775" defTabSz="915988" fontAlgn="base">
              <a:spcBef>
                <a:spcPct val="0"/>
              </a:spcBef>
              <a:spcAft>
                <a:spcPct val="0"/>
              </a:spcAft>
              <a:defRPr sz="2400">
                <a:solidFill>
                  <a:schemeClr val="tx1"/>
                </a:solidFill>
                <a:latin typeface="Times New Roman" panose="02020603050405020304" pitchFamily="18" charset="0"/>
              </a:defRPr>
            </a:lvl9pPr>
          </a:lstStyle>
          <a:p>
            <a:pPr eaLnBrk="0" fontAlgn="base" hangingPunct="0">
              <a:lnSpc>
                <a:spcPct val="88000"/>
              </a:lnSpc>
              <a:spcBef>
                <a:spcPct val="0"/>
              </a:spcBef>
              <a:spcAft>
                <a:spcPct val="0"/>
              </a:spcAft>
            </a:pPr>
            <a:r>
              <a:rPr lang="en-US" altLang="vi-VN" sz="1800" b="1">
                <a:solidFill>
                  <a:srgbClr val="000000"/>
                </a:solidFill>
                <a:latin typeface="Arial" panose="020B0604020202020204" pitchFamily="34" charset="0"/>
              </a:rPr>
              <a:t>True         False       True</a:t>
            </a:r>
          </a:p>
        </p:txBody>
      </p:sp>
      <p:sp>
        <p:nvSpPr>
          <p:cNvPr id="32779" name="Rectangle 11">
            <a:extLst>
              <a:ext uri="{FF2B5EF4-FFF2-40B4-BE49-F238E27FC236}">
                <a16:creationId xmlns:a16="http://schemas.microsoft.com/office/drawing/2014/main" id="{EED82D8A-6AF8-4BD8-A363-EC8AA4CFB3EE}"/>
              </a:ext>
            </a:extLst>
          </p:cNvPr>
          <p:cNvSpPr>
            <a:spLocks noChangeArrowheads="1"/>
          </p:cNvSpPr>
          <p:nvPr/>
        </p:nvSpPr>
        <p:spPr bwMode="auto">
          <a:xfrm>
            <a:off x="7864476" y="1163638"/>
            <a:ext cx="692689" cy="2951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95" tIns="25438" rIns="63595" bIns="25438">
            <a:spAutoFit/>
          </a:bodyPr>
          <a:lstStyle>
            <a:lvl1pPr defTabSz="915988">
              <a:defRPr sz="2400">
                <a:solidFill>
                  <a:schemeClr val="tx1"/>
                </a:solidFill>
                <a:latin typeface="Times New Roman" panose="02020603050405020304" pitchFamily="18" charset="0"/>
              </a:defRPr>
            </a:lvl1pPr>
            <a:lvl2pPr defTabSz="915988">
              <a:defRPr sz="2400">
                <a:solidFill>
                  <a:schemeClr val="tx1"/>
                </a:solidFill>
                <a:latin typeface="Times New Roman" panose="02020603050405020304" pitchFamily="18" charset="0"/>
              </a:defRPr>
            </a:lvl2pPr>
            <a:lvl3pPr marL="915988" defTabSz="915988">
              <a:defRPr sz="2400">
                <a:solidFill>
                  <a:schemeClr val="tx1"/>
                </a:solidFill>
                <a:latin typeface="Times New Roman" panose="02020603050405020304" pitchFamily="18" charset="0"/>
              </a:defRPr>
            </a:lvl3pPr>
            <a:lvl4pPr marL="1373188" defTabSz="915988">
              <a:defRPr sz="2400">
                <a:solidFill>
                  <a:schemeClr val="tx1"/>
                </a:solidFill>
                <a:latin typeface="Times New Roman" panose="02020603050405020304" pitchFamily="18" charset="0"/>
              </a:defRPr>
            </a:lvl4pPr>
            <a:lvl5pPr marL="1831975" defTabSz="915988">
              <a:defRPr sz="2400">
                <a:solidFill>
                  <a:schemeClr val="tx1"/>
                </a:solidFill>
                <a:latin typeface="Times New Roman" panose="02020603050405020304" pitchFamily="18" charset="0"/>
              </a:defRPr>
            </a:lvl5pPr>
            <a:lvl6pPr marL="2289175" defTabSz="915988" fontAlgn="base">
              <a:spcBef>
                <a:spcPct val="0"/>
              </a:spcBef>
              <a:spcAft>
                <a:spcPct val="0"/>
              </a:spcAft>
              <a:defRPr sz="2400">
                <a:solidFill>
                  <a:schemeClr val="tx1"/>
                </a:solidFill>
                <a:latin typeface="Times New Roman" panose="02020603050405020304" pitchFamily="18" charset="0"/>
              </a:defRPr>
            </a:lvl6pPr>
            <a:lvl7pPr marL="2746375" defTabSz="915988" fontAlgn="base">
              <a:spcBef>
                <a:spcPct val="0"/>
              </a:spcBef>
              <a:spcAft>
                <a:spcPct val="0"/>
              </a:spcAft>
              <a:defRPr sz="2400">
                <a:solidFill>
                  <a:schemeClr val="tx1"/>
                </a:solidFill>
                <a:latin typeface="Times New Roman" panose="02020603050405020304" pitchFamily="18" charset="0"/>
              </a:defRPr>
            </a:lvl7pPr>
            <a:lvl8pPr marL="3203575" defTabSz="915988" fontAlgn="base">
              <a:spcBef>
                <a:spcPct val="0"/>
              </a:spcBef>
              <a:spcAft>
                <a:spcPct val="0"/>
              </a:spcAft>
              <a:defRPr sz="2400">
                <a:solidFill>
                  <a:schemeClr val="tx1"/>
                </a:solidFill>
                <a:latin typeface="Times New Roman" panose="02020603050405020304" pitchFamily="18" charset="0"/>
              </a:defRPr>
            </a:lvl8pPr>
            <a:lvl9pPr marL="3660775" defTabSz="915988" fontAlgn="base">
              <a:spcBef>
                <a:spcPct val="0"/>
              </a:spcBef>
              <a:spcAft>
                <a:spcPct val="0"/>
              </a:spcAft>
              <a:defRPr sz="2400">
                <a:solidFill>
                  <a:schemeClr val="tx1"/>
                </a:solidFill>
                <a:latin typeface="Times New Roman" panose="02020603050405020304" pitchFamily="18" charset="0"/>
              </a:defRPr>
            </a:lvl9pPr>
          </a:lstStyle>
          <a:p>
            <a:pPr eaLnBrk="0" fontAlgn="base" hangingPunct="0">
              <a:lnSpc>
                <a:spcPct val="88000"/>
              </a:lnSpc>
              <a:spcBef>
                <a:spcPct val="0"/>
              </a:spcBef>
              <a:spcAft>
                <a:spcPct val="0"/>
              </a:spcAft>
            </a:pPr>
            <a:r>
              <a:rPr lang="en-US" altLang="vi-VN" sz="1800" b="1">
                <a:solidFill>
                  <a:srgbClr val="000000"/>
                </a:solidFill>
                <a:latin typeface="Arial" panose="020B0604020202020204" pitchFamily="34" charset="0"/>
              </a:rPr>
              <a:t>Input</a:t>
            </a:r>
          </a:p>
        </p:txBody>
      </p:sp>
      <p:sp>
        <p:nvSpPr>
          <p:cNvPr id="32780" name="Rectangle 12">
            <a:extLst>
              <a:ext uri="{FF2B5EF4-FFF2-40B4-BE49-F238E27FC236}">
                <a16:creationId xmlns:a16="http://schemas.microsoft.com/office/drawing/2014/main" id="{71B74F07-093F-462B-A61D-9310038A77AF}"/>
              </a:ext>
            </a:extLst>
          </p:cNvPr>
          <p:cNvSpPr>
            <a:spLocks noChangeArrowheads="1"/>
          </p:cNvSpPr>
          <p:nvPr/>
        </p:nvSpPr>
        <p:spPr bwMode="auto">
          <a:xfrm>
            <a:off x="6565900" y="3606800"/>
            <a:ext cx="3638550" cy="534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95" tIns="25438" rIns="63595" bIns="25438">
            <a:spAutoFit/>
          </a:bodyPr>
          <a:lstStyle>
            <a:lvl1pPr defTabSz="915988">
              <a:defRPr sz="2400">
                <a:solidFill>
                  <a:schemeClr val="tx1"/>
                </a:solidFill>
                <a:latin typeface="Times New Roman" panose="02020603050405020304" pitchFamily="18" charset="0"/>
              </a:defRPr>
            </a:lvl1pPr>
            <a:lvl2pPr defTabSz="915988">
              <a:defRPr sz="2400">
                <a:solidFill>
                  <a:schemeClr val="tx1"/>
                </a:solidFill>
                <a:latin typeface="Times New Roman" panose="02020603050405020304" pitchFamily="18" charset="0"/>
              </a:defRPr>
            </a:lvl2pPr>
            <a:lvl3pPr marL="915988" defTabSz="915988">
              <a:defRPr sz="2400">
                <a:solidFill>
                  <a:schemeClr val="tx1"/>
                </a:solidFill>
                <a:latin typeface="Times New Roman" panose="02020603050405020304" pitchFamily="18" charset="0"/>
              </a:defRPr>
            </a:lvl3pPr>
            <a:lvl4pPr marL="1373188" defTabSz="915988">
              <a:defRPr sz="2400">
                <a:solidFill>
                  <a:schemeClr val="tx1"/>
                </a:solidFill>
                <a:latin typeface="Times New Roman" panose="02020603050405020304" pitchFamily="18" charset="0"/>
              </a:defRPr>
            </a:lvl4pPr>
            <a:lvl5pPr marL="1831975" defTabSz="915988">
              <a:defRPr sz="2400">
                <a:solidFill>
                  <a:schemeClr val="tx1"/>
                </a:solidFill>
                <a:latin typeface="Times New Roman" panose="02020603050405020304" pitchFamily="18" charset="0"/>
              </a:defRPr>
            </a:lvl5pPr>
            <a:lvl6pPr marL="2289175" defTabSz="915988" fontAlgn="base">
              <a:spcBef>
                <a:spcPct val="0"/>
              </a:spcBef>
              <a:spcAft>
                <a:spcPct val="0"/>
              </a:spcAft>
              <a:defRPr sz="2400">
                <a:solidFill>
                  <a:schemeClr val="tx1"/>
                </a:solidFill>
                <a:latin typeface="Times New Roman" panose="02020603050405020304" pitchFamily="18" charset="0"/>
              </a:defRPr>
            </a:lvl6pPr>
            <a:lvl7pPr marL="2746375" defTabSz="915988" fontAlgn="base">
              <a:spcBef>
                <a:spcPct val="0"/>
              </a:spcBef>
              <a:spcAft>
                <a:spcPct val="0"/>
              </a:spcAft>
              <a:defRPr sz="2400">
                <a:solidFill>
                  <a:schemeClr val="tx1"/>
                </a:solidFill>
                <a:latin typeface="Times New Roman" panose="02020603050405020304" pitchFamily="18" charset="0"/>
              </a:defRPr>
            </a:lvl7pPr>
            <a:lvl8pPr marL="3203575" defTabSz="915988" fontAlgn="base">
              <a:spcBef>
                <a:spcPct val="0"/>
              </a:spcBef>
              <a:spcAft>
                <a:spcPct val="0"/>
              </a:spcAft>
              <a:defRPr sz="2400">
                <a:solidFill>
                  <a:schemeClr val="tx1"/>
                </a:solidFill>
                <a:latin typeface="Times New Roman" panose="02020603050405020304" pitchFamily="18" charset="0"/>
              </a:defRPr>
            </a:lvl8pPr>
            <a:lvl9pPr marL="3660775" defTabSz="915988" fontAlgn="base">
              <a:spcBef>
                <a:spcPct val="0"/>
              </a:spcBef>
              <a:spcAft>
                <a:spcPct val="0"/>
              </a:spcAft>
              <a:defRPr sz="2400">
                <a:solidFill>
                  <a:schemeClr val="tx1"/>
                </a:solidFill>
                <a:latin typeface="Times New Roman" panose="02020603050405020304" pitchFamily="18" charset="0"/>
              </a:defRPr>
            </a:lvl9pPr>
          </a:lstStyle>
          <a:p>
            <a:pPr eaLnBrk="0" fontAlgn="base" hangingPunct="0">
              <a:lnSpc>
                <a:spcPct val="88000"/>
              </a:lnSpc>
              <a:spcBef>
                <a:spcPct val="0"/>
              </a:spcBef>
              <a:spcAft>
                <a:spcPct val="0"/>
              </a:spcAft>
            </a:pPr>
            <a:r>
              <a:rPr lang="en-US" altLang="vi-VN" sz="1800" b="1">
                <a:solidFill>
                  <a:srgbClr val="000000"/>
                </a:solidFill>
                <a:latin typeface="Arial" panose="020B0604020202020204" pitchFamily="34" charset="0"/>
              </a:rPr>
              <a:t>RTO reach PR value, output ON</a:t>
            </a:r>
          </a:p>
          <a:p>
            <a:pPr eaLnBrk="0" fontAlgn="base" hangingPunct="0">
              <a:lnSpc>
                <a:spcPct val="88000"/>
              </a:lnSpc>
              <a:spcBef>
                <a:spcPct val="0"/>
              </a:spcBef>
              <a:spcAft>
                <a:spcPct val="0"/>
              </a:spcAft>
            </a:pPr>
            <a:r>
              <a:rPr lang="en-US" altLang="vi-VN" sz="1800" b="1">
                <a:solidFill>
                  <a:srgbClr val="000000"/>
                </a:solidFill>
                <a:latin typeface="Arial" panose="020B0604020202020204" pitchFamily="34" charset="0"/>
              </a:rPr>
              <a:t>RTF reach PR value, output OFF</a:t>
            </a:r>
          </a:p>
        </p:txBody>
      </p:sp>
      <p:sp>
        <p:nvSpPr>
          <p:cNvPr id="32781" name="Rectangle 13">
            <a:extLst>
              <a:ext uri="{FF2B5EF4-FFF2-40B4-BE49-F238E27FC236}">
                <a16:creationId xmlns:a16="http://schemas.microsoft.com/office/drawing/2014/main" id="{D503350D-B33B-42C2-A8CE-2594BA990789}"/>
              </a:ext>
            </a:extLst>
          </p:cNvPr>
          <p:cNvSpPr>
            <a:spLocks noChangeArrowheads="1"/>
          </p:cNvSpPr>
          <p:nvPr/>
        </p:nvSpPr>
        <p:spPr bwMode="auto">
          <a:xfrm>
            <a:off x="7558089" y="4370388"/>
            <a:ext cx="2629117" cy="2951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95" tIns="25438" rIns="63595" bIns="25438">
            <a:spAutoFit/>
          </a:bodyPr>
          <a:lstStyle>
            <a:lvl1pPr defTabSz="915988">
              <a:defRPr sz="2400">
                <a:solidFill>
                  <a:schemeClr val="tx1"/>
                </a:solidFill>
                <a:latin typeface="Times New Roman" panose="02020603050405020304" pitchFamily="18" charset="0"/>
              </a:defRPr>
            </a:lvl1pPr>
            <a:lvl2pPr defTabSz="915988">
              <a:defRPr sz="2400">
                <a:solidFill>
                  <a:schemeClr val="tx1"/>
                </a:solidFill>
                <a:latin typeface="Times New Roman" panose="02020603050405020304" pitchFamily="18" charset="0"/>
              </a:defRPr>
            </a:lvl2pPr>
            <a:lvl3pPr marL="915988" defTabSz="915988">
              <a:defRPr sz="2400">
                <a:solidFill>
                  <a:schemeClr val="tx1"/>
                </a:solidFill>
                <a:latin typeface="Times New Roman" panose="02020603050405020304" pitchFamily="18" charset="0"/>
              </a:defRPr>
            </a:lvl3pPr>
            <a:lvl4pPr marL="1373188" defTabSz="915988">
              <a:defRPr sz="2400">
                <a:solidFill>
                  <a:schemeClr val="tx1"/>
                </a:solidFill>
                <a:latin typeface="Times New Roman" panose="02020603050405020304" pitchFamily="18" charset="0"/>
              </a:defRPr>
            </a:lvl4pPr>
            <a:lvl5pPr marL="1831975" defTabSz="915988">
              <a:defRPr sz="2400">
                <a:solidFill>
                  <a:schemeClr val="tx1"/>
                </a:solidFill>
                <a:latin typeface="Times New Roman" panose="02020603050405020304" pitchFamily="18" charset="0"/>
              </a:defRPr>
            </a:lvl5pPr>
            <a:lvl6pPr marL="2289175" defTabSz="915988" fontAlgn="base">
              <a:spcBef>
                <a:spcPct val="0"/>
              </a:spcBef>
              <a:spcAft>
                <a:spcPct val="0"/>
              </a:spcAft>
              <a:defRPr sz="2400">
                <a:solidFill>
                  <a:schemeClr val="tx1"/>
                </a:solidFill>
                <a:latin typeface="Times New Roman" panose="02020603050405020304" pitchFamily="18" charset="0"/>
              </a:defRPr>
            </a:lvl6pPr>
            <a:lvl7pPr marL="2746375" defTabSz="915988" fontAlgn="base">
              <a:spcBef>
                <a:spcPct val="0"/>
              </a:spcBef>
              <a:spcAft>
                <a:spcPct val="0"/>
              </a:spcAft>
              <a:defRPr sz="2400">
                <a:solidFill>
                  <a:schemeClr val="tx1"/>
                </a:solidFill>
                <a:latin typeface="Times New Roman" panose="02020603050405020304" pitchFamily="18" charset="0"/>
              </a:defRPr>
            </a:lvl7pPr>
            <a:lvl8pPr marL="3203575" defTabSz="915988" fontAlgn="base">
              <a:spcBef>
                <a:spcPct val="0"/>
              </a:spcBef>
              <a:spcAft>
                <a:spcPct val="0"/>
              </a:spcAft>
              <a:defRPr sz="2400">
                <a:solidFill>
                  <a:schemeClr val="tx1"/>
                </a:solidFill>
                <a:latin typeface="Times New Roman" panose="02020603050405020304" pitchFamily="18" charset="0"/>
              </a:defRPr>
            </a:lvl8pPr>
            <a:lvl9pPr marL="3660775" defTabSz="915988" fontAlgn="base">
              <a:spcBef>
                <a:spcPct val="0"/>
              </a:spcBef>
              <a:spcAft>
                <a:spcPct val="0"/>
              </a:spcAft>
              <a:defRPr sz="2400">
                <a:solidFill>
                  <a:schemeClr val="tx1"/>
                </a:solidFill>
                <a:latin typeface="Times New Roman" panose="02020603050405020304" pitchFamily="18" charset="0"/>
              </a:defRPr>
            </a:lvl9pPr>
          </a:lstStyle>
          <a:p>
            <a:pPr eaLnBrk="0" fontAlgn="base" hangingPunct="0">
              <a:lnSpc>
                <a:spcPct val="88000"/>
              </a:lnSpc>
              <a:spcBef>
                <a:spcPct val="0"/>
              </a:spcBef>
              <a:spcAft>
                <a:spcPct val="0"/>
              </a:spcAft>
            </a:pPr>
            <a:r>
              <a:rPr lang="en-US" altLang="vi-VN" sz="1800" b="1">
                <a:solidFill>
                  <a:srgbClr val="000000"/>
                </a:solidFill>
                <a:latin typeface="Arial" panose="020B0604020202020204" pitchFamily="34" charset="0"/>
              </a:rPr>
              <a:t>PR value in 0.1 second</a:t>
            </a:r>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BC2CEFC8-AFE7-4A69-94AD-C2B0E87F0B58}"/>
              </a:ext>
            </a:extLst>
          </p:cNvPr>
          <p:cNvSpPr>
            <a:spLocks noGrp="1" noChangeArrowheads="1"/>
          </p:cNvSpPr>
          <p:nvPr>
            <p:ph type="title"/>
          </p:nvPr>
        </p:nvSpPr>
        <p:spPr>
          <a:xfrm>
            <a:off x="4305979" y="541339"/>
            <a:ext cx="3451458" cy="728481"/>
          </a:xfrm>
          <a:noFill/>
          <a:ln/>
          <a:extLst>
            <a:ext uri="{91240B29-F687-4F45-9708-019B960494DF}">
              <a14:hiddenLine xmlns:a14="http://schemas.microsoft.com/office/drawing/2010/main" w="12700">
                <a:solidFill>
                  <a:schemeClr val="tx1"/>
                </a:solidFill>
                <a:miter lim="800000"/>
                <a:headEnd/>
                <a:tailEnd/>
              </a14:hiddenLine>
            </a:ext>
          </a:extLst>
        </p:spPr>
        <p:txBody>
          <a:bodyPr vert="horz" wrap="none" lIns="63595" tIns="25438" rIns="63595" bIns="25438" numCol="1" anchor="t" anchorCtr="0" compatLnSpc="1">
            <a:prstTxWarp prst="textNoShape">
              <a:avLst/>
            </a:prstTxWarp>
            <a:spAutoFit/>
          </a:bodyPr>
          <a:lstStyle/>
          <a:p>
            <a:r>
              <a:rPr lang="en-US" altLang="vi-VN"/>
              <a:t>SEQUENCER</a:t>
            </a:r>
          </a:p>
        </p:txBody>
      </p:sp>
      <p:sp>
        <p:nvSpPr>
          <p:cNvPr id="33795" name="Rectangle 3">
            <a:extLst>
              <a:ext uri="{FF2B5EF4-FFF2-40B4-BE49-F238E27FC236}">
                <a16:creationId xmlns:a16="http://schemas.microsoft.com/office/drawing/2014/main" id="{F87D3187-DE08-4034-A9D8-7FE7A6199270}"/>
              </a:ext>
            </a:extLst>
          </p:cNvPr>
          <p:cNvSpPr>
            <a:spLocks noChangeArrowheads="1"/>
          </p:cNvSpPr>
          <p:nvPr/>
        </p:nvSpPr>
        <p:spPr bwMode="auto">
          <a:xfrm>
            <a:off x="2522539" y="1304925"/>
            <a:ext cx="7083425" cy="808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3595" tIns="25438" rIns="63595" bIns="25438">
            <a:spAutoFit/>
          </a:bodyPr>
          <a:lstStyle>
            <a:lvl1pPr marL="342900" indent="-342900" defTabSz="915988">
              <a:defRPr sz="2400">
                <a:solidFill>
                  <a:schemeClr val="tx1"/>
                </a:solidFill>
                <a:latin typeface="Times New Roman" panose="02020603050405020304" pitchFamily="18" charset="0"/>
              </a:defRPr>
            </a:lvl1pPr>
            <a:lvl2pPr marL="801688" indent="-344488" defTabSz="915988">
              <a:defRPr sz="2400">
                <a:solidFill>
                  <a:schemeClr val="tx1"/>
                </a:solidFill>
                <a:latin typeface="Times New Roman" panose="02020603050405020304" pitchFamily="18" charset="0"/>
              </a:defRPr>
            </a:lvl2pPr>
            <a:lvl3pPr marL="1258888" indent="-342900" defTabSz="915988">
              <a:defRPr sz="2400">
                <a:solidFill>
                  <a:schemeClr val="tx1"/>
                </a:solidFill>
                <a:latin typeface="Times New Roman" panose="02020603050405020304" pitchFamily="18" charset="0"/>
              </a:defRPr>
            </a:lvl3pPr>
            <a:lvl4pPr marL="1717675" indent="-344488" defTabSz="915988">
              <a:defRPr sz="2400">
                <a:solidFill>
                  <a:schemeClr val="tx1"/>
                </a:solidFill>
                <a:latin typeface="Times New Roman" panose="02020603050405020304" pitchFamily="18" charset="0"/>
              </a:defRPr>
            </a:lvl4pPr>
            <a:lvl5pPr marL="2174875" indent="-342900" defTabSz="915988">
              <a:defRPr sz="2400">
                <a:solidFill>
                  <a:schemeClr val="tx1"/>
                </a:solidFill>
                <a:latin typeface="Times New Roman" panose="02020603050405020304" pitchFamily="18" charset="0"/>
              </a:defRPr>
            </a:lvl5pPr>
            <a:lvl6pPr marL="2632075" indent="-342900" defTabSz="915988" fontAlgn="base">
              <a:spcBef>
                <a:spcPct val="0"/>
              </a:spcBef>
              <a:spcAft>
                <a:spcPct val="0"/>
              </a:spcAft>
              <a:defRPr sz="2400">
                <a:solidFill>
                  <a:schemeClr val="tx1"/>
                </a:solidFill>
                <a:latin typeface="Times New Roman" panose="02020603050405020304" pitchFamily="18" charset="0"/>
              </a:defRPr>
            </a:lvl6pPr>
            <a:lvl7pPr marL="3089275" indent="-342900" defTabSz="915988" fontAlgn="base">
              <a:spcBef>
                <a:spcPct val="0"/>
              </a:spcBef>
              <a:spcAft>
                <a:spcPct val="0"/>
              </a:spcAft>
              <a:defRPr sz="2400">
                <a:solidFill>
                  <a:schemeClr val="tx1"/>
                </a:solidFill>
                <a:latin typeface="Times New Roman" panose="02020603050405020304" pitchFamily="18" charset="0"/>
              </a:defRPr>
            </a:lvl7pPr>
            <a:lvl8pPr marL="3546475" indent="-342900" defTabSz="915988" fontAlgn="base">
              <a:spcBef>
                <a:spcPct val="0"/>
              </a:spcBef>
              <a:spcAft>
                <a:spcPct val="0"/>
              </a:spcAft>
              <a:defRPr sz="2400">
                <a:solidFill>
                  <a:schemeClr val="tx1"/>
                </a:solidFill>
                <a:latin typeface="Times New Roman" panose="02020603050405020304" pitchFamily="18" charset="0"/>
              </a:defRPr>
            </a:lvl8pPr>
            <a:lvl9pPr marL="4003675" indent="-342900" defTabSz="915988" fontAlgn="base">
              <a:spcBef>
                <a:spcPct val="0"/>
              </a:spcBef>
              <a:spcAft>
                <a:spcPct val="0"/>
              </a:spcAft>
              <a:defRPr sz="2400">
                <a:solidFill>
                  <a:schemeClr val="tx1"/>
                </a:solidFill>
                <a:latin typeface="Times New Roman" panose="02020603050405020304" pitchFamily="18" charset="0"/>
              </a:defRPr>
            </a:lvl9pPr>
          </a:lstStyle>
          <a:p>
            <a:pPr eaLnBrk="0" fontAlgn="base" hangingPunct="0">
              <a:lnSpc>
                <a:spcPct val="92000"/>
              </a:lnSpc>
              <a:spcBef>
                <a:spcPct val="46000"/>
              </a:spcBef>
              <a:spcAft>
                <a:spcPct val="0"/>
              </a:spcAft>
            </a:pPr>
            <a:r>
              <a:rPr lang="en-US" altLang="vi-VN" sz="1800" b="1">
                <a:solidFill>
                  <a:srgbClr val="000000"/>
                </a:solidFill>
                <a:latin typeface="Arial" panose="020B0604020202020204" pitchFamily="34" charset="0"/>
              </a:rPr>
              <a:t>Sequencers are used with machines or processes involving repeating  operating cycles which can be segmented into steps. </a:t>
            </a:r>
          </a:p>
        </p:txBody>
      </p:sp>
      <p:sp>
        <p:nvSpPr>
          <p:cNvPr id="33796" name="Rectangle 4">
            <a:extLst>
              <a:ext uri="{FF2B5EF4-FFF2-40B4-BE49-F238E27FC236}">
                <a16:creationId xmlns:a16="http://schemas.microsoft.com/office/drawing/2014/main" id="{989E338C-3537-4DAA-A9C8-F833A08438F4}"/>
              </a:ext>
            </a:extLst>
          </p:cNvPr>
          <p:cNvSpPr>
            <a:spLocks noGrp="1" noChangeArrowheads="1"/>
          </p:cNvSpPr>
          <p:nvPr>
            <p:ph type="body" idx="1"/>
          </p:nvPr>
        </p:nvSpPr>
        <p:spPr>
          <a:xfrm>
            <a:off x="2211388" y="2824163"/>
            <a:ext cx="7378700" cy="2190750"/>
          </a:xfrm>
          <a:noFill/>
          <a:ln/>
          <a:extLst>
            <a:ext uri="{91240B29-F687-4F45-9708-019B960494DF}">
              <a14:hiddenLine xmlns:a14="http://schemas.microsoft.com/office/drawing/2010/main" w="12700">
                <a:solidFill>
                  <a:schemeClr val="tx1"/>
                </a:solidFill>
                <a:miter lim="800000"/>
                <a:headEnd/>
                <a:tailEnd/>
              </a14:hiddenLine>
            </a:ext>
          </a:extLst>
        </p:spPr>
        <p:txBody>
          <a:bodyPr vert="horz" wrap="square" lIns="63595" tIns="25438" rIns="63595" bIns="25438" numCol="1" anchor="t" anchorCtr="0" compatLnSpc="1">
            <a:prstTxWarp prst="textNoShape">
              <a:avLst/>
            </a:prstTxWarp>
            <a:spAutoFit/>
          </a:bodyPr>
          <a:lstStyle/>
          <a:p>
            <a:pPr defTabSz="912813">
              <a:lnSpc>
                <a:spcPct val="89000"/>
              </a:lnSpc>
              <a:spcBef>
                <a:spcPct val="43000"/>
              </a:spcBef>
              <a:buNone/>
            </a:pPr>
            <a:r>
              <a:rPr lang="en-US" altLang="vi-VN" sz="2400"/>
              <a:t>                    </a:t>
            </a:r>
            <a:r>
              <a:rPr lang="en-US" altLang="vi-VN" sz="1800"/>
              <a:t>Output                                                  </a:t>
            </a:r>
          </a:p>
          <a:p>
            <a:pPr defTabSz="912813">
              <a:lnSpc>
                <a:spcPct val="89000"/>
              </a:lnSpc>
              <a:spcBef>
                <a:spcPct val="43000"/>
              </a:spcBef>
              <a:buNone/>
            </a:pPr>
            <a:r>
              <a:rPr lang="en-US" altLang="vi-VN" sz="1800"/>
              <a:t>Step      A         B      C      Dwell time </a:t>
            </a:r>
          </a:p>
          <a:p>
            <a:pPr defTabSz="912813">
              <a:lnSpc>
                <a:spcPct val="89000"/>
              </a:lnSpc>
              <a:spcBef>
                <a:spcPct val="43000"/>
              </a:spcBef>
              <a:buNone/>
            </a:pPr>
            <a:r>
              <a:rPr lang="en-US" altLang="vi-VN" sz="1800"/>
              <a:t>1          ON     OFF   OFF      5 sec. </a:t>
            </a:r>
          </a:p>
          <a:p>
            <a:pPr defTabSz="912813">
              <a:lnSpc>
                <a:spcPct val="89000"/>
              </a:lnSpc>
              <a:spcBef>
                <a:spcPct val="43000"/>
              </a:spcBef>
              <a:buNone/>
            </a:pPr>
            <a:r>
              <a:rPr lang="en-US" altLang="vi-VN" sz="1800"/>
              <a:t>2          ON      ON   OFF     10 sec. </a:t>
            </a:r>
          </a:p>
          <a:p>
            <a:pPr defTabSz="912813">
              <a:lnSpc>
                <a:spcPct val="89000"/>
              </a:lnSpc>
              <a:spcBef>
                <a:spcPct val="43000"/>
              </a:spcBef>
              <a:buNone/>
            </a:pPr>
            <a:r>
              <a:rPr lang="en-US" altLang="vi-VN" sz="1800"/>
              <a:t>3          OFF    OFF  ON        3 sec. </a:t>
            </a:r>
          </a:p>
          <a:p>
            <a:pPr defTabSz="912813">
              <a:lnSpc>
                <a:spcPct val="89000"/>
              </a:lnSpc>
              <a:spcBef>
                <a:spcPct val="43000"/>
              </a:spcBef>
              <a:buNone/>
            </a:pPr>
            <a:r>
              <a:rPr lang="en-US" altLang="vi-VN" sz="1800"/>
              <a:t>4          OFF     ON   OFF      9 sec. </a:t>
            </a:r>
          </a:p>
        </p:txBody>
      </p:sp>
      <p:sp>
        <p:nvSpPr>
          <p:cNvPr id="33797" name="Line 5">
            <a:extLst>
              <a:ext uri="{FF2B5EF4-FFF2-40B4-BE49-F238E27FC236}">
                <a16:creationId xmlns:a16="http://schemas.microsoft.com/office/drawing/2014/main" id="{9035A14C-0990-48C2-98EA-BD599A6BAC88}"/>
              </a:ext>
            </a:extLst>
          </p:cNvPr>
          <p:cNvSpPr>
            <a:spLocks noChangeShapeType="1"/>
          </p:cNvSpPr>
          <p:nvPr/>
        </p:nvSpPr>
        <p:spPr bwMode="auto">
          <a:xfrm>
            <a:off x="2287588" y="3200400"/>
            <a:ext cx="441325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vi-VN" sz="2400">
              <a:solidFill>
                <a:srgbClr val="000000"/>
              </a:solidFill>
              <a:latin typeface="Times New Roman" panose="02020603050405020304" pitchFamily="18" charset="0"/>
            </a:endParaRPr>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79D08EE5-EC64-4724-85F9-5BD508F05882}"/>
              </a:ext>
            </a:extLst>
          </p:cNvPr>
          <p:cNvSpPr>
            <a:spLocks noGrp="1" noChangeArrowheads="1"/>
          </p:cNvSpPr>
          <p:nvPr>
            <p:ph type="title"/>
          </p:nvPr>
        </p:nvSpPr>
        <p:spPr>
          <a:xfrm>
            <a:off x="2577462" y="541339"/>
            <a:ext cx="6914842" cy="728481"/>
          </a:xfrm>
          <a:noFill/>
          <a:ln/>
          <a:extLst>
            <a:ext uri="{91240B29-F687-4F45-9708-019B960494DF}">
              <a14:hiddenLine xmlns:a14="http://schemas.microsoft.com/office/drawing/2010/main" w="12700">
                <a:solidFill>
                  <a:schemeClr val="tx1"/>
                </a:solidFill>
                <a:miter lim="800000"/>
                <a:headEnd/>
                <a:tailEnd/>
              </a14:hiddenLine>
            </a:ext>
          </a:extLst>
        </p:spPr>
        <p:txBody>
          <a:bodyPr vert="horz" wrap="none" lIns="63595" tIns="25438" rIns="63595" bIns="25438" numCol="1" anchor="t" anchorCtr="0" compatLnSpc="1">
            <a:prstTxWarp prst="textNoShape">
              <a:avLst/>
            </a:prstTxWarp>
            <a:spAutoFit/>
          </a:bodyPr>
          <a:lstStyle/>
          <a:p>
            <a:r>
              <a:rPr lang="en-US" altLang="vi-VN"/>
              <a:t>Rockwell/ Allen Bradley PLC</a:t>
            </a:r>
          </a:p>
        </p:txBody>
      </p:sp>
      <p:sp>
        <p:nvSpPr>
          <p:cNvPr id="34819" name="Rectangle 3">
            <a:extLst>
              <a:ext uri="{FF2B5EF4-FFF2-40B4-BE49-F238E27FC236}">
                <a16:creationId xmlns:a16="http://schemas.microsoft.com/office/drawing/2014/main" id="{2EC0DF99-60B2-426D-AB3C-E7882F2E1D9E}"/>
              </a:ext>
            </a:extLst>
          </p:cNvPr>
          <p:cNvSpPr>
            <a:spLocks noGrp="1" noChangeArrowheads="1"/>
          </p:cNvSpPr>
          <p:nvPr>
            <p:ph type="body" idx="1"/>
          </p:nvPr>
        </p:nvSpPr>
        <p:spPr>
          <a:xfrm>
            <a:off x="2293939" y="1609726"/>
            <a:ext cx="7464425" cy="4410075"/>
          </a:xfrm>
          <a:noFill/>
          <a:ln/>
          <a:extLst>
            <a:ext uri="{91240B29-F687-4F45-9708-019B960494DF}">
              <a14:hiddenLine xmlns:a14="http://schemas.microsoft.com/office/drawing/2010/main" w="12700">
                <a:solidFill>
                  <a:schemeClr val="tx1"/>
                </a:solidFill>
                <a:miter lim="800000"/>
                <a:headEnd/>
                <a:tailEnd/>
              </a14:hiddenLine>
            </a:ext>
          </a:extLst>
        </p:spPr>
        <p:txBody>
          <a:bodyPr vert="horz" wrap="square" lIns="63595" tIns="25438" rIns="63595" bIns="25438" numCol="1" anchor="t" anchorCtr="0" compatLnSpc="1">
            <a:prstTxWarp prst="textNoShape">
              <a:avLst/>
            </a:prstTxWarp>
            <a:spAutoFit/>
          </a:bodyPr>
          <a:lstStyle/>
          <a:p>
            <a:pPr defTabSz="912813">
              <a:lnSpc>
                <a:spcPct val="95000"/>
              </a:lnSpc>
              <a:spcBef>
                <a:spcPct val="48000"/>
              </a:spcBef>
              <a:buNone/>
            </a:pPr>
            <a:r>
              <a:rPr lang="en-US" altLang="vi-VN" sz="2400"/>
              <a:t>I/O points are numbered, they correspond to the I/O slot on the PLC.</a:t>
            </a:r>
          </a:p>
          <a:p>
            <a:pPr defTabSz="912813">
              <a:lnSpc>
                <a:spcPct val="95000"/>
              </a:lnSpc>
              <a:spcBef>
                <a:spcPct val="48000"/>
              </a:spcBef>
              <a:buNone/>
            </a:pPr>
            <a:endParaRPr lang="en-US" altLang="vi-VN" sz="2400"/>
          </a:p>
          <a:p>
            <a:pPr defTabSz="912813">
              <a:lnSpc>
                <a:spcPct val="95000"/>
              </a:lnSpc>
              <a:spcBef>
                <a:spcPct val="48000"/>
              </a:spcBef>
              <a:buNone/>
            </a:pPr>
            <a:r>
              <a:rPr lang="en-US" altLang="vi-VN" sz="2400"/>
              <a:t>For A-B controller used in our lab</a:t>
            </a:r>
          </a:p>
          <a:p>
            <a:pPr defTabSz="912813">
              <a:lnSpc>
                <a:spcPct val="95000"/>
              </a:lnSpc>
              <a:spcBef>
                <a:spcPct val="48000"/>
              </a:spcBef>
              <a:buNone/>
            </a:pPr>
            <a:r>
              <a:rPr lang="en-US" altLang="vi-VN" sz="2400"/>
              <a:t>I/O   uses 1-32</a:t>
            </a:r>
          </a:p>
          <a:p>
            <a:pPr defTabSz="912813">
              <a:lnSpc>
                <a:spcPct val="95000"/>
              </a:lnSpc>
              <a:spcBef>
                <a:spcPct val="48000"/>
              </a:spcBef>
              <a:buNone/>
            </a:pPr>
            <a:r>
              <a:rPr lang="en-US" altLang="vi-VN" sz="2400"/>
              <a:t>Internal relays use  033 - 098</a:t>
            </a:r>
          </a:p>
          <a:p>
            <a:pPr defTabSz="912813">
              <a:lnSpc>
                <a:spcPct val="95000"/>
              </a:lnSpc>
              <a:spcBef>
                <a:spcPct val="48000"/>
              </a:spcBef>
              <a:buNone/>
            </a:pPr>
            <a:r>
              <a:rPr lang="en-US" altLang="vi-VN" sz="2400"/>
              <a:t>Internal timers/counters/sequencers use 901-932</a:t>
            </a:r>
          </a:p>
          <a:p>
            <a:pPr defTabSz="912813">
              <a:lnSpc>
                <a:spcPct val="95000"/>
              </a:lnSpc>
              <a:spcBef>
                <a:spcPct val="48000"/>
              </a:spcBef>
              <a:buNone/>
            </a:pPr>
            <a:r>
              <a:rPr lang="en-US" altLang="vi-VN" sz="2400"/>
              <a:t>Status  951-982</a:t>
            </a:r>
          </a:p>
          <a:p>
            <a:pPr defTabSz="912813">
              <a:lnSpc>
                <a:spcPct val="95000"/>
              </a:lnSpc>
              <a:spcBef>
                <a:spcPct val="48000"/>
              </a:spcBef>
              <a:buNone/>
            </a:pPr>
            <a:endParaRPr lang="en-US" altLang="vi-VN" sz="2400"/>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5BABD77E-48A1-4DD7-BBD2-2AC7685725C8}"/>
              </a:ext>
            </a:extLst>
          </p:cNvPr>
          <p:cNvSpPr>
            <a:spLocks noGrp="1" noChangeArrowheads="1"/>
          </p:cNvSpPr>
          <p:nvPr>
            <p:ph type="title"/>
          </p:nvPr>
        </p:nvSpPr>
        <p:spPr/>
        <p:txBody>
          <a:bodyPr/>
          <a:lstStyle/>
          <a:p>
            <a:r>
              <a:rPr lang="en-US" altLang="vi-VN"/>
              <a:t>Programming a PLC</a:t>
            </a:r>
          </a:p>
        </p:txBody>
      </p:sp>
      <p:pic>
        <p:nvPicPr>
          <p:cNvPr id="35843" name="Picture 3">
            <a:extLst>
              <a:ext uri="{FF2B5EF4-FFF2-40B4-BE49-F238E27FC236}">
                <a16:creationId xmlns:a16="http://schemas.microsoft.com/office/drawing/2014/main" id="{F750BCD4-43FC-468D-A99E-64B6E71A77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24364" y="2595564"/>
            <a:ext cx="3870325" cy="3024187"/>
          </a:xfrm>
          <a:prstGeom prst="rect">
            <a:avLst/>
          </a:prstGeom>
          <a:noFill/>
          <a:extLst>
            <a:ext uri="{909E8E84-426E-40DD-AFC4-6F175D3DCCD1}">
              <a14:hiddenFill xmlns:a14="http://schemas.microsoft.com/office/drawing/2010/main">
                <a:solidFill>
                  <a:srgbClr val="FFFFFF"/>
                </a:solidFill>
              </a14:hiddenFill>
            </a:ext>
          </a:extLst>
        </p:spPr>
      </p:pic>
      <p:sp>
        <p:nvSpPr>
          <p:cNvPr id="35844" name="Text Box 4">
            <a:extLst>
              <a:ext uri="{FF2B5EF4-FFF2-40B4-BE49-F238E27FC236}">
                <a16:creationId xmlns:a16="http://schemas.microsoft.com/office/drawing/2014/main" id="{A7691E42-734D-42AB-96AA-13670D417621}"/>
              </a:ext>
            </a:extLst>
          </p:cNvPr>
          <p:cNvSpPr txBox="1">
            <a:spLocks noChangeArrowheads="1"/>
          </p:cNvSpPr>
          <p:nvPr/>
        </p:nvSpPr>
        <p:spPr bwMode="auto">
          <a:xfrm>
            <a:off x="2041526" y="1870075"/>
            <a:ext cx="2454275"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en-US" altLang="vi-VN" sz="2400">
                <a:solidFill>
                  <a:srgbClr val="000000"/>
                </a:solidFill>
                <a:latin typeface="Times New Roman" panose="02020603050405020304" pitchFamily="18" charset="0"/>
              </a:rPr>
              <a:t>Oil is consumed randomly.  The tank needs to be refilled by turning on a pump.  Two hydrostatic switches are used to detect a high and low level.</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5BABD77E-48A1-4DD7-BBD2-2AC7685725C8}"/>
              </a:ext>
            </a:extLst>
          </p:cNvPr>
          <p:cNvSpPr>
            <a:spLocks noGrp="1" noChangeArrowheads="1"/>
          </p:cNvSpPr>
          <p:nvPr>
            <p:ph type="title"/>
          </p:nvPr>
        </p:nvSpPr>
        <p:spPr>
          <a:xfrm>
            <a:off x="1022555" y="211753"/>
            <a:ext cx="10363200" cy="1143000"/>
          </a:xfrm>
        </p:spPr>
        <p:txBody>
          <a:bodyPr/>
          <a:lstStyle/>
          <a:p>
            <a:r>
              <a:rPr lang="en-US" altLang="vi-VN"/>
              <a:t>Programming a PLC</a:t>
            </a:r>
          </a:p>
        </p:txBody>
      </p:sp>
      <p:sp>
        <p:nvSpPr>
          <p:cNvPr id="35844" name="Text Box 4">
            <a:extLst>
              <a:ext uri="{FF2B5EF4-FFF2-40B4-BE49-F238E27FC236}">
                <a16:creationId xmlns:a16="http://schemas.microsoft.com/office/drawing/2014/main" id="{A7691E42-734D-42AB-96AA-13670D417621}"/>
              </a:ext>
            </a:extLst>
          </p:cNvPr>
          <p:cNvSpPr txBox="1">
            <a:spLocks noChangeArrowheads="1"/>
          </p:cNvSpPr>
          <p:nvPr/>
        </p:nvSpPr>
        <p:spPr bwMode="auto">
          <a:xfrm>
            <a:off x="2031486" y="1585452"/>
            <a:ext cx="9590242"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r>
              <a:rPr lang="en-US" sz="2400" b="1"/>
              <a:t>Write a PLC Program to Control 2 Pumps:</a:t>
            </a:r>
            <a:endParaRPr lang="en-US" sz="2400"/>
          </a:p>
          <a:p>
            <a:pPr algn="just"/>
            <a:r>
              <a:rPr lang="en-US" sz="2400"/>
              <a:t>The system includes 3 level sensors: High level, Middle level, and Low level.</a:t>
            </a:r>
          </a:p>
          <a:p>
            <a:pPr algn="just">
              <a:buFont typeface="Arial" panose="020B0604020202020204" pitchFamily="34" charset="0"/>
              <a:buChar char="•"/>
            </a:pPr>
            <a:r>
              <a:rPr lang="en-US" sz="2400"/>
              <a:t>When the pump is empty, all 3 sensors (High, Middle, and Low) are ON, and both Motors 1 and 2 turn ON.</a:t>
            </a:r>
          </a:p>
          <a:p>
            <a:pPr algn="just">
              <a:buFont typeface="Arial" panose="020B0604020202020204" pitchFamily="34" charset="0"/>
              <a:buChar char="•"/>
            </a:pPr>
            <a:r>
              <a:rPr lang="en-US" sz="2400"/>
              <a:t>As the water level reaches the Low-level sensor, the Low-level sensor turns OFF.</a:t>
            </a:r>
          </a:p>
          <a:p>
            <a:pPr algn="just">
              <a:buFont typeface="Arial" panose="020B0604020202020204" pitchFamily="34" charset="0"/>
              <a:buChar char="•"/>
            </a:pPr>
            <a:r>
              <a:rPr lang="en-US" sz="2400"/>
              <a:t>When the water level reaches the Middle-level sensor, the Middle-level sensor turns OFF. At this point, if both the Low-level and Middle-level sensors are OFF, Motor 1 stops, but Motor 2 continues running.</a:t>
            </a:r>
          </a:p>
          <a:p>
            <a:pPr algn="just">
              <a:buFont typeface="Arial" panose="020B0604020202020204" pitchFamily="34" charset="0"/>
              <a:buChar char="•"/>
            </a:pPr>
            <a:r>
              <a:rPr lang="en-US" sz="2400"/>
              <a:t>When the water reaches the High-level sensor, all 3 sensors (High, Middle, and Low) turn OFF, and both motors stop.</a:t>
            </a:r>
          </a:p>
        </p:txBody>
      </p:sp>
    </p:spTree>
    <p:extLst>
      <p:ext uri="{BB962C8B-B14F-4D97-AF65-F5344CB8AC3E}">
        <p14:creationId xmlns:p14="http://schemas.microsoft.com/office/powerpoint/2010/main" val="50752304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1F815323-AF04-486A-9A27-8B315EFC7CCC}"/>
              </a:ext>
            </a:extLst>
          </p:cNvPr>
          <p:cNvSpPr>
            <a:spLocks noGrp="1" noChangeArrowheads="1"/>
          </p:cNvSpPr>
          <p:nvPr>
            <p:ph type="title"/>
          </p:nvPr>
        </p:nvSpPr>
        <p:spPr/>
        <p:txBody>
          <a:bodyPr/>
          <a:lstStyle/>
          <a:p>
            <a:r>
              <a:rPr lang="en-US" altLang="vi-VN"/>
              <a:t>Ladder Logic for Tank</a:t>
            </a:r>
          </a:p>
        </p:txBody>
      </p:sp>
      <p:pic>
        <p:nvPicPr>
          <p:cNvPr id="36867" name="Picture 3">
            <a:extLst>
              <a:ext uri="{FF2B5EF4-FFF2-40B4-BE49-F238E27FC236}">
                <a16:creationId xmlns:a16="http://schemas.microsoft.com/office/drawing/2014/main" id="{FFF58690-1DC8-4E65-B7D7-8826D05C69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24364" y="2420939"/>
            <a:ext cx="4010025" cy="34575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00211FCD-0777-4D3B-84A5-3E674DBEA51E}"/>
              </a:ext>
            </a:extLst>
          </p:cNvPr>
          <p:cNvSpPr>
            <a:spLocks noGrp="1" noChangeArrowheads="1"/>
          </p:cNvSpPr>
          <p:nvPr>
            <p:ph type="title"/>
          </p:nvPr>
        </p:nvSpPr>
        <p:spPr/>
        <p:txBody>
          <a:bodyPr/>
          <a:lstStyle/>
          <a:p>
            <a:r>
              <a:rPr lang="en-US" altLang="vi-VN"/>
              <a:t>Logic for Ladder Solution</a:t>
            </a:r>
          </a:p>
        </p:txBody>
      </p:sp>
      <p:pic>
        <p:nvPicPr>
          <p:cNvPr id="37891" name="Picture 3">
            <a:extLst>
              <a:ext uri="{FF2B5EF4-FFF2-40B4-BE49-F238E27FC236}">
                <a16:creationId xmlns:a16="http://schemas.microsoft.com/office/drawing/2014/main" id="{4747450E-1D95-4C85-AD36-EA8A26F1EB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5188" y="2060576"/>
            <a:ext cx="1922462" cy="2016125"/>
          </a:xfrm>
          <a:prstGeom prst="rect">
            <a:avLst/>
          </a:prstGeom>
          <a:noFill/>
          <a:extLst>
            <a:ext uri="{909E8E84-426E-40DD-AFC4-6F175D3DCCD1}">
              <a14:hiddenFill xmlns:a14="http://schemas.microsoft.com/office/drawing/2010/main">
                <a:solidFill>
                  <a:srgbClr val="FFFFFF"/>
                </a:solidFill>
              </a14:hiddenFill>
            </a:ext>
          </a:extLst>
        </p:spPr>
      </p:pic>
      <p:pic>
        <p:nvPicPr>
          <p:cNvPr id="37892" name="Picture 4">
            <a:extLst>
              <a:ext uri="{FF2B5EF4-FFF2-40B4-BE49-F238E27FC236}">
                <a16:creationId xmlns:a16="http://schemas.microsoft.com/office/drawing/2014/main" id="{AB6935DE-5430-497D-805E-A60052E7AF4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10163" y="2060576"/>
            <a:ext cx="1924050" cy="2016125"/>
          </a:xfrm>
          <a:prstGeom prst="rect">
            <a:avLst/>
          </a:prstGeom>
          <a:noFill/>
          <a:extLst>
            <a:ext uri="{909E8E84-426E-40DD-AFC4-6F175D3DCCD1}">
              <a14:hiddenFill xmlns:a14="http://schemas.microsoft.com/office/drawing/2010/main">
                <a:solidFill>
                  <a:srgbClr val="FFFFFF"/>
                </a:solidFill>
              </a14:hiddenFill>
            </a:ext>
          </a:extLst>
        </p:spPr>
      </p:pic>
      <p:pic>
        <p:nvPicPr>
          <p:cNvPr id="37893" name="Picture 5">
            <a:extLst>
              <a:ext uri="{FF2B5EF4-FFF2-40B4-BE49-F238E27FC236}">
                <a16:creationId xmlns:a16="http://schemas.microsoft.com/office/drawing/2014/main" id="{4848BCE6-876D-44CC-9BFA-E52BB3C65EF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04138" y="2060576"/>
            <a:ext cx="1924050" cy="2016125"/>
          </a:xfrm>
          <a:prstGeom prst="rect">
            <a:avLst/>
          </a:prstGeom>
          <a:noFill/>
          <a:extLst>
            <a:ext uri="{909E8E84-426E-40DD-AFC4-6F175D3DCCD1}">
              <a14:hiddenFill xmlns:a14="http://schemas.microsoft.com/office/drawing/2010/main">
                <a:solidFill>
                  <a:srgbClr val="FFFFFF"/>
                </a:solidFill>
              </a14:hiddenFill>
            </a:ext>
          </a:extLst>
        </p:spPr>
      </p:pic>
      <p:pic>
        <p:nvPicPr>
          <p:cNvPr id="37894" name="Picture 6">
            <a:extLst>
              <a:ext uri="{FF2B5EF4-FFF2-40B4-BE49-F238E27FC236}">
                <a16:creationId xmlns:a16="http://schemas.microsoft.com/office/drawing/2014/main" id="{9E142220-1808-4A01-B09B-98333A76A82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35188" y="4427539"/>
            <a:ext cx="1922462" cy="2016125"/>
          </a:xfrm>
          <a:prstGeom prst="rect">
            <a:avLst/>
          </a:prstGeom>
          <a:noFill/>
          <a:extLst>
            <a:ext uri="{909E8E84-426E-40DD-AFC4-6F175D3DCCD1}">
              <a14:hiddenFill xmlns:a14="http://schemas.microsoft.com/office/drawing/2010/main">
                <a:solidFill>
                  <a:srgbClr val="FFFFFF"/>
                </a:solidFill>
              </a14:hiddenFill>
            </a:ext>
          </a:extLst>
        </p:spPr>
      </p:pic>
      <p:pic>
        <p:nvPicPr>
          <p:cNvPr id="37895" name="Picture 7">
            <a:extLst>
              <a:ext uri="{FF2B5EF4-FFF2-40B4-BE49-F238E27FC236}">
                <a16:creationId xmlns:a16="http://schemas.microsoft.com/office/drawing/2014/main" id="{5B9F5B16-5C4A-4A83-8D6D-6A28BE93C98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86363" y="4427539"/>
            <a:ext cx="1924050" cy="2016125"/>
          </a:xfrm>
          <a:prstGeom prst="rect">
            <a:avLst/>
          </a:prstGeom>
          <a:noFill/>
          <a:extLst>
            <a:ext uri="{909E8E84-426E-40DD-AFC4-6F175D3DCCD1}">
              <a14:hiddenFill xmlns:a14="http://schemas.microsoft.com/office/drawing/2010/main">
                <a:solidFill>
                  <a:srgbClr val="FFFFFF"/>
                </a:solidFill>
              </a14:hiddenFill>
            </a:ext>
          </a:extLst>
        </p:spPr>
      </p:pic>
      <p:pic>
        <p:nvPicPr>
          <p:cNvPr id="37896" name="Picture 8">
            <a:extLst>
              <a:ext uri="{FF2B5EF4-FFF2-40B4-BE49-F238E27FC236}">
                <a16:creationId xmlns:a16="http://schemas.microsoft.com/office/drawing/2014/main" id="{D3599B59-803B-4F52-A718-0E1D9F600BC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704138" y="4351339"/>
            <a:ext cx="1924050" cy="2014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E3AFC739-18D6-4288-850A-7A85F32DC6FC}"/>
              </a:ext>
            </a:extLst>
          </p:cNvPr>
          <p:cNvSpPr>
            <a:spLocks noGrp="1" noChangeArrowheads="1"/>
          </p:cNvSpPr>
          <p:nvPr>
            <p:ph type="title"/>
          </p:nvPr>
        </p:nvSpPr>
        <p:spPr/>
        <p:txBody>
          <a:bodyPr/>
          <a:lstStyle/>
          <a:p>
            <a:r>
              <a:rPr lang="en-US" altLang="vi-VN"/>
              <a:t>How does it work?</a:t>
            </a:r>
          </a:p>
        </p:txBody>
      </p:sp>
      <p:pic>
        <p:nvPicPr>
          <p:cNvPr id="38915" name="Picture 3">
            <a:extLst>
              <a:ext uri="{FF2B5EF4-FFF2-40B4-BE49-F238E27FC236}">
                <a16:creationId xmlns:a16="http://schemas.microsoft.com/office/drawing/2014/main" id="{4474006A-316F-4968-8DCA-11CC6B8B5022}"/>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3692525" y="2398714"/>
            <a:ext cx="4806950" cy="20605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1343</TotalTime>
  <Words>4328</Words>
  <Application>Microsoft Office PowerPoint</Application>
  <PresentationFormat>Widescreen</PresentationFormat>
  <Paragraphs>638</Paragraphs>
  <Slides>65</Slides>
  <Notes>30</Notes>
  <HiddenSlides>1</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65</vt:i4>
      </vt:variant>
    </vt:vector>
  </HeadingPairs>
  <TitlesOfParts>
    <vt:vector size="75" baseType="lpstr">
      <vt:lpstr>Arial</vt:lpstr>
      <vt:lpstr>Bookman Old Style</vt:lpstr>
      <vt:lpstr>Calibri</vt:lpstr>
      <vt:lpstr>Calibri Light</vt:lpstr>
      <vt:lpstr>Symbol</vt:lpstr>
      <vt:lpstr>Times New Roman</vt:lpstr>
      <vt:lpstr>Wingdings</vt:lpstr>
      <vt:lpstr>Office Theme</vt:lpstr>
      <vt:lpstr>Default Design</vt:lpstr>
      <vt:lpstr>1_Default Design</vt:lpstr>
      <vt:lpstr>PLC PROGRAMMING</vt:lpstr>
      <vt:lpstr>PowerPoint Presentation</vt:lpstr>
      <vt:lpstr>PowerPoint Presentation</vt:lpstr>
      <vt:lpstr>PowerPoint Presentation</vt:lpstr>
      <vt:lpstr>1.1  OPEN LOOP CONTROL SYSTEM:</vt:lpstr>
      <vt:lpstr>1.1 EXAMPLE :      Street Lighting System</vt:lpstr>
      <vt:lpstr>1.2  CLOSED LOOP CONTROL SYSTEM</vt:lpstr>
      <vt:lpstr>1.2 EXAMPLE :    STREET LIGHTING SYSTEM</vt:lpstr>
      <vt:lpstr>1.3 COMPUTERISED CONTROL SYSTEM</vt:lpstr>
      <vt:lpstr>6. COMPARISON</vt:lpstr>
      <vt:lpstr>2. REFERENCE INPUT:</vt:lpstr>
      <vt:lpstr>INTRODUCTION TO PLC</vt:lpstr>
      <vt:lpstr>II.1.1 Define PLC</vt:lpstr>
      <vt:lpstr>Define PLC terminologies:</vt:lpstr>
      <vt:lpstr>II.1.2   Explain PLC background</vt:lpstr>
      <vt:lpstr>Historical Background:</vt:lpstr>
      <vt:lpstr>2.1.3   PLC functions</vt:lpstr>
      <vt:lpstr>PLC functions:</vt:lpstr>
      <vt:lpstr>PowerPoint Presentation</vt:lpstr>
      <vt:lpstr>PowerPoint Presentation</vt:lpstr>
      <vt:lpstr>2.1.4   Types of PLC Construction:</vt:lpstr>
      <vt:lpstr>PowerPoint Presentation</vt:lpstr>
      <vt:lpstr>PowerPoint Presentation</vt:lpstr>
      <vt:lpstr>PowerPoint Presentation</vt:lpstr>
      <vt:lpstr>ADVANTAGES OF USING PLC:</vt:lpstr>
      <vt:lpstr>PowerPoint Presentation</vt:lpstr>
      <vt:lpstr>Objectives</vt:lpstr>
      <vt:lpstr>PowerPoint Presentation</vt:lpstr>
      <vt:lpstr>INPUT DEVICES:</vt:lpstr>
      <vt:lpstr>TYPES OF SWITCHES</vt:lpstr>
      <vt:lpstr>INPUT DEVICES:</vt:lpstr>
      <vt:lpstr>OUTPUT DEVICES:</vt:lpstr>
      <vt:lpstr>RELAYS</vt:lpstr>
      <vt:lpstr>COUNTER</vt:lpstr>
      <vt:lpstr>TIMER</vt:lpstr>
      <vt:lpstr>AN EXAMPLE OF RELAY LOGIC</vt:lpstr>
      <vt:lpstr> PLC HARDWARE DESIGN </vt:lpstr>
      <vt:lpstr>PLC </vt:lpstr>
      <vt:lpstr>3.0 PLC HARDWARE DESIGN</vt:lpstr>
      <vt:lpstr>3.1.1      FUNCTION OF EACH BLOCK:</vt:lpstr>
      <vt:lpstr>3.1.1      FUNCTION OF EACH BLOCK:</vt:lpstr>
      <vt:lpstr>TYPES OF MEMORY:</vt:lpstr>
      <vt:lpstr>c.  Input/ Output (I/O) Unit</vt:lpstr>
      <vt:lpstr>d. Display and Indicator Unit</vt:lpstr>
      <vt:lpstr>Housing Unit Protect PLC circuit and internal component </vt:lpstr>
      <vt:lpstr>PowerPoint Presentation</vt:lpstr>
      <vt:lpstr>PLC Programming Languages</vt:lpstr>
      <vt:lpstr>Ladder Diagram and Programming</vt:lpstr>
      <vt:lpstr>LADDER DIAGRAM</vt:lpstr>
      <vt:lpstr>Ladder Representation</vt:lpstr>
      <vt:lpstr>PLC WIRING DIAGRAM</vt:lpstr>
      <vt:lpstr>SCAN</vt:lpstr>
      <vt:lpstr>PLC INSTRUCTIONS</vt:lpstr>
      <vt:lpstr>LOGIC STATES</vt:lpstr>
      <vt:lpstr>AND  and OR LOGIC</vt:lpstr>
      <vt:lpstr>COMBINED AND &amp; OR</vt:lpstr>
      <vt:lpstr>RELAY</vt:lpstr>
      <vt:lpstr>TIMERS AND COUNTERS</vt:lpstr>
      <vt:lpstr>SEQUENCER</vt:lpstr>
      <vt:lpstr>Rockwell/ Allen Bradley PLC</vt:lpstr>
      <vt:lpstr>Programming a PLC</vt:lpstr>
      <vt:lpstr>Programming a PLC</vt:lpstr>
      <vt:lpstr>Ladder Logic for Tank</vt:lpstr>
      <vt:lpstr>Logic for Ladder Solution</vt:lpstr>
      <vt:lpstr>How does it work?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Phạm Hải Yến</dc:creator>
  <cp:lastModifiedBy>PHY</cp:lastModifiedBy>
  <cp:revision>39</cp:revision>
  <dcterms:created xsi:type="dcterms:W3CDTF">2024-09-12T15:24:18Z</dcterms:created>
  <dcterms:modified xsi:type="dcterms:W3CDTF">2026-01-25T14:55:50Z</dcterms:modified>
</cp:coreProperties>
</file>