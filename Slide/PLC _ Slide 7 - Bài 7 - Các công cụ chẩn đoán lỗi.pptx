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77" r:id="rId3"/>
  </p:sldMasterIdLst>
  <p:notesMasterIdLst>
    <p:notesMasterId r:id="rId23"/>
  </p:notesMasterIdLst>
  <p:sldIdLst>
    <p:sldId id="257" r:id="rId4"/>
    <p:sldId id="341" r:id="rId5"/>
    <p:sldId id="339" r:id="rId6"/>
    <p:sldId id="353" r:id="rId7"/>
    <p:sldId id="354" r:id="rId8"/>
    <p:sldId id="355" r:id="rId9"/>
    <p:sldId id="356" r:id="rId10"/>
    <p:sldId id="357" r:id="rId11"/>
    <p:sldId id="367" r:id="rId12"/>
    <p:sldId id="358" r:id="rId13"/>
    <p:sldId id="359" r:id="rId14"/>
    <p:sldId id="360" r:id="rId15"/>
    <p:sldId id="361" r:id="rId16"/>
    <p:sldId id="363" r:id="rId17"/>
    <p:sldId id="364" r:id="rId18"/>
    <p:sldId id="365" r:id="rId19"/>
    <p:sldId id="366" r:id="rId20"/>
    <p:sldId id="368" r:id="rId21"/>
    <p:sldId id="30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2897" autoAdjust="0"/>
  </p:normalViewPr>
  <p:slideViewPr>
    <p:cSldViewPr snapToGrid="0">
      <p:cViewPr varScale="1">
        <p:scale>
          <a:sx n="99" d="100"/>
          <a:sy n="99" d="100"/>
        </p:scale>
        <p:origin x="43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52B979-30D6-4E95-8A9B-D22EC47CC3E5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C18DB6A-2DDD-41B0-B002-468EC8C41E52}">
      <dgm:prSet phldrT="[Text]"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300" b="1" dirty="0">
              <a:latin typeface="Times New Roman" panose="02020603050405020304" pitchFamily="18" charset="0"/>
              <a:cs typeface="Times New Roman" panose="02020603050405020304" pitchFamily="18" charset="0"/>
            </a:rPr>
            <a:t>a) STOP/RUN</a:t>
          </a:r>
          <a:endParaRPr lang="en-US" sz="1300" dirty="0"/>
        </a:p>
      </dgm:t>
    </dgm:pt>
    <dgm:pt modelId="{D6D88F1C-9D3F-4C08-991B-90F575A526B4}" type="parTrans" cxnId="{332BE05D-0826-4B12-BCC8-3BFB9288900F}">
      <dgm:prSet/>
      <dgm:spPr/>
      <dgm:t>
        <a:bodyPr/>
        <a:lstStyle/>
        <a:p>
          <a:endParaRPr lang="en-US"/>
        </a:p>
      </dgm:t>
    </dgm:pt>
    <dgm:pt modelId="{CC72C142-23BC-4102-A324-B8028290DAF4}" type="sibTrans" cxnId="{332BE05D-0826-4B12-BCC8-3BFB9288900F}">
      <dgm:prSet/>
      <dgm:spPr/>
      <dgm:t>
        <a:bodyPr/>
        <a:lstStyle/>
        <a:p>
          <a:endParaRPr lang="en-US"/>
        </a:p>
      </dgm:t>
    </dgm:pt>
    <dgm:pt modelId="{308F8EC0-3258-4CEC-92BA-EAFA4E7292D8}">
      <dgm:prSet phldrT="[Text]"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300" b="1">
              <a:latin typeface="Times New Roman" panose="02020603050405020304" pitchFamily="18" charset="0"/>
              <a:cs typeface="Times New Roman" panose="02020603050405020304" pitchFamily="18" charset="0"/>
            </a:rPr>
            <a:t>b) ERROR</a:t>
          </a:r>
          <a:endParaRPr lang="en-US" sz="1300"/>
        </a:p>
      </dgm:t>
    </dgm:pt>
    <dgm:pt modelId="{0F96CC94-3869-4AE0-BE94-6AFD7B0532C0}" type="parTrans" cxnId="{39DA6490-476C-46BC-AB10-E85F545982BE}">
      <dgm:prSet/>
      <dgm:spPr/>
      <dgm:t>
        <a:bodyPr/>
        <a:lstStyle/>
        <a:p>
          <a:endParaRPr lang="en-US"/>
        </a:p>
      </dgm:t>
    </dgm:pt>
    <dgm:pt modelId="{D64CB164-851F-4017-A5FE-ECF50233BCA6}" type="sibTrans" cxnId="{39DA6490-476C-46BC-AB10-E85F545982BE}">
      <dgm:prSet/>
      <dgm:spPr/>
      <dgm:t>
        <a:bodyPr/>
        <a:lstStyle/>
        <a:p>
          <a:endParaRPr lang="en-US"/>
        </a:p>
      </dgm:t>
    </dgm:pt>
    <dgm:pt modelId="{82734AA4-6810-423E-AD28-FFAD0D597C71}">
      <dgm:prSet phldrT="[Text]"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300" b="1" dirty="0">
              <a:latin typeface="Times New Roman" panose="02020603050405020304" pitchFamily="18" charset="0"/>
              <a:cs typeface="Times New Roman" panose="02020603050405020304" pitchFamily="18" charset="0"/>
            </a:rPr>
            <a:t>c) MAINT  </a:t>
          </a:r>
          <a:r>
            <a:rPr lang="en-US" sz="1300" dirty="0">
              <a:latin typeface="Times New Roman" panose="02020603050405020304" pitchFamily="18" charset="0"/>
              <a:cs typeface="Times New Roman" panose="02020603050405020304" pitchFamily="18" charset="0"/>
            </a:rPr>
            <a:t>(Maintenance: </a:t>
          </a:r>
          <a:r>
            <a:rPr lang="en-US" sz="1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nhấp</a:t>
          </a:r>
          <a:r>
            <a:rPr lang="en-US" sz="13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nháy</a:t>
          </a:r>
          <a:r>
            <a:rPr lang="en-US" sz="13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khi</a:t>
          </a:r>
          <a:r>
            <a:rPr lang="en-US" sz="13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gắn</a:t>
          </a:r>
          <a:r>
            <a:rPr lang="en-US" sz="13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vào</a:t>
          </a:r>
          <a:r>
            <a:rPr lang="en-US" sz="13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một</a:t>
          </a:r>
          <a:r>
            <a:rPr lang="en-US" sz="13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thẻ</a:t>
          </a:r>
          <a:r>
            <a:rPr lang="en-US" sz="13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nhớ</a:t>
          </a:r>
          <a:r>
            <a:rPr lang="en-US" sz="1300" dirty="0">
              <a:latin typeface="Times New Roman" panose="02020603050405020304" pitchFamily="18" charset="0"/>
              <a:cs typeface="Times New Roman" panose="02020603050405020304" pitchFamily="18" charset="0"/>
            </a:rPr>
            <a:t>). CPU </a:t>
          </a:r>
          <a:r>
            <a:rPr lang="en-US" sz="1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chuyển</a:t>
          </a:r>
          <a:r>
            <a:rPr lang="en-US" sz="1300" dirty="0">
              <a:latin typeface="Times New Roman" panose="02020603050405020304" pitchFamily="18" charset="0"/>
              <a:cs typeface="Times New Roman" panose="02020603050405020304" pitchFamily="18" charset="0"/>
            </a:rPr>
            <a:t> sang </a:t>
          </a:r>
          <a:r>
            <a:rPr lang="en-US" sz="1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chế</a:t>
          </a:r>
          <a:r>
            <a:rPr lang="en-US" sz="13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độ</a:t>
          </a:r>
          <a:r>
            <a:rPr lang="en-US" sz="1300" dirty="0">
              <a:latin typeface="Times New Roman" panose="02020603050405020304" pitchFamily="18" charset="0"/>
              <a:cs typeface="Times New Roman" panose="02020603050405020304" pitchFamily="18" charset="0"/>
            </a:rPr>
            <a:t> STOP. </a:t>
          </a:r>
          <a:r>
            <a:rPr lang="en-US" sz="1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Sau</a:t>
          </a:r>
          <a:r>
            <a:rPr lang="en-US" sz="13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đó</a:t>
          </a:r>
          <a:r>
            <a:rPr lang="en-US" sz="1300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thực</a:t>
          </a:r>
          <a:r>
            <a:rPr lang="en-US" sz="13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hiện</a:t>
          </a:r>
          <a:r>
            <a:rPr lang="en-US" sz="13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một</a:t>
          </a:r>
          <a:r>
            <a:rPr lang="en-US" sz="13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trong</a:t>
          </a:r>
          <a:r>
            <a:rPr lang="en-US" sz="13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các</a:t>
          </a:r>
          <a:r>
            <a:rPr lang="en-US" sz="13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hàm</a:t>
          </a:r>
          <a:r>
            <a:rPr lang="en-US" sz="13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sau</a:t>
          </a:r>
          <a:r>
            <a:rPr lang="en-US" sz="13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để</a:t>
          </a:r>
          <a:r>
            <a:rPr lang="en-US" sz="13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bắt</a:t>
          </a:r>
          <a:r>
            <a:rPr lang="en-US" sz="13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đầu</a:t>
          </a:r>
          <a:r>
            <a:rPr lang="en-US" sz="13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việc</a:t>
          </a:r>
          <a:r>
            <a:rPr lang="en-US" sz="13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định</a:t>
          </a:r>
          <a:r>
            <a:rPr lang="en-US" sz="13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lượng</a:t>
          </a:r>
          <a:r>
            <a:rPr lang="en-US" sz="13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thẻ</a:t>
          </a:r>
          <a:r>
            <a:rPr lang="en-US" sz="13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nhớ</a:t>
          </a:r>
          <a:r>
            <a:rPr lang="en-US" sz="1300" dirty="0">
              <a:latin typeface="Times New Roman" panose="02020603050405020304" pitchFamily="18" charset="0"/>
              <a:cs typeface="Times New Roman" panose="02020603050405020304" pitchFamily="18" charset="0"/>
            </a:rPr>
            <a:t>:</a:t>
          </a:r>
          <a:endParaRPr lang="en-US" sz="1300" dirty="0"/>
        </a:p>
      </dgm:t>
    </dgm:pt>
    <dgm:pt modelId="{34DB0F9C-3C80-4951-BF23-D24CC7A7CD6C}" type="parTrans" cxnId="{119C6AD1-7F3B-4C60-AE4D-005C98FED481}">
      <dgm:prSet/>
      <dgm:spPr/>
      <dgm:t>
        <a:bodyPr/>
        <a:lstStyle/>
        <a:p>
          <a:endParaRPr lang="en-US"/>
        </a:p>
      </dgm:t>
    </dgm:pt>
    <dgm:pt modelId="{C8EA7E76-CAED-427A-A59E-5D917024460C}" type="sibTrans" cxnId="{119C6AD1-7F3B-4C60-AE4D-005C98FED481}">
      <dgm:prSet/>
      <dgm:spPr/>
      <dgm:t>
        <a:bodyPr/>
        <a:lstStyle/>
        <a:p>
          <a:endParaRPr lang="en-US"/>
        </a:p>
      </dgm:t>
    </dgm:pt>
    <dgm:pt modelId="{A335721F-5FF1-423C-B5DF-5A4B9A125EB5}">
      <dgm:prSet phldrT="[Text]" custT="1"/>
      <dgm:spPr/>
      <dgm:t>
        <a:bodyPr/>
        <a:lstStyle/>
        <a:p>
          <a:r>
            <a:rPr lang="en-US" sz="1300" err="1">
              <a:latin typeface="Times New Roman" panose="02020603050405020304" pitchFamily="18" charset="0"/>
              <a:cs typeface="Times New Roman" panose="02020603050405020304" pitchFamily="18" charset="0"/>
            </a:rPr>
            <a:t>Màu</a:t>
          </a:r>
          <a:r>
            <a:rPr lang="en-US" sz="1300">
              <a:latin typeface="Times New Roman" panose="02020603050405020304" pitchFamily="18" charset="0"/>
              <a:cs typeface="Times New Roman" panose="02020603050405020304" pitchFamily="18" charset="0"/>
            </a:rPr>
            <a:t> cam: </a:t>
          </a:r>
          <a:r>
            <a:rPr lang="en-US" sz="1300" err="1">
              <a:latin typeface="Times New Roman" panose="02020603050405020304" pitchFamily="18" charset="0"/>
              <a:cs typeface="Times New Roman" panose="02020603050405020304" pitchFamily="18" charset="0"/>
            </a:rPr>
            <a:t>chế</a:t>
          </a:r>
          <a:r>
            <a:rPr lang="en-US" sz="13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err="1">
              <a:latin typeface="Times New Roman" panose="02020603050405020304" pitchFamily="18" charset="0"/>
              <a:cs typeface="Times New Roman" panose="02020603050405020304" pitchFamily="18" charset="0"/>
            </a:rPr>
            <a:t>độ</a:t>
          </a:r>
          <a:r>
            <a:rPr lang="en-US" sz="1300">
              <a:latin typeface="Times New Roman" panose="02020603050405020304" pitchFamily="18" charset="0"/>
              <a:cs typeface="Times New Roman" panose="02020603050405020304" pitchFamily="18" charset="0"/>
            </a:rPr>
            <a:t> STOP.</a:t>
          </a:r>
          <a:endParaRPr lang="en-US" sz="1300"/>
        </a:p>
      </dgm:t>
    </dgm:pt>
    <dgm:pt modelId="{367148CD-EC2B-405D-984C-E07E4EDFE090}" type="parTrans" cxnId="{540FF4D5-0591-431C-BCB2-265F80B96B40}">
      <dgm:prSet/>
      <dgm:spPr/>
      <dgm:t>
        <a:bodyPr/>
        <a:lstStyle/>
        <a:p>
          <a:endParaRPr lang="en-US"/>
        </a:p>
      </dgm:t>
    </dgm:pt>
    <dgm:pt modelId="{9BC59135-7DBD-49B8-8CDA-43D5ED60906D}" type="sibTrans" cxnId="{540FF4D5-0591-431C-BCB2-265F80B96B40}">
      <dgm:prSet/>
      <dgm:spPr/>
      <dgm:t>
        <a:bodyPr/>
        <a:lstStyle/>
        <a:p>
          <a:endParaRPr lang="en-US"/>
        </a:p>
      </dgm:t>
    </dgm:pt>
    <dgm:pt modelId="{8D62D00A-5BC7-4C5B-8439-2E01987AB6D3}">
      <dgm:prSet phldrT="[Text]" custT="1"/>
      <dgm:spPr/>
      <dgm:t>
        <a:bodyPr/>
        <a:lstStyle/>
        <a:p>
          <a:r>
            <a:rPr lang="en-US" sz="1300" err="1">
              <a:latin typeface="Times New Roman" panose="02020603050405020304" pitchFamily="18" charset="0"/>
              <a:cs typeface="Times New Roman" panose="02020603050405020304" pitchFamily="18" charset="0"/>
            </a:rPr>
            <a:t>Màu</a:t>
          </a:r>
          <a:r>
            <a:rPr lang="en-US" sz="13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err="1">
              <a:latin typeface="Times New Roman" panose="02020603050405020304" pitchFamily="18" charset="0"/>
              <a:cs typeface="Times New Roman" panose="02020603050405020304" pitchFamily="18" charset="0"/>
            </a:rPr>
            <a:t>xanh</a:t>
          </a:r>
          <a:r>
            <a:rPr lang="en-US" sz="13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err="1">
              <a:latin typeface="Times New Roman" panose="02020603050405020304" pitchFamily="18" charset="0"/>
              <a:cs typeface="Times New Roman" panose="02020603050405020304" pitchFamily="18" charset="0"/>
            </a:rPr>
            <a:t>lá</a:t>
          </a:r>
          <a:r>
            <a:rPr lang="en-US" sz="1300">
              <a:latin typeface="Times New Roman" panose="02020603050405020304" pitchFamily="18" charset="0"/>
              <a:cs typeface="Times New Roman" panose="02020603050405020304" pitchFamily="18" charset="0"/>
            </a:rPr>
            <a:t>: </a:t>
          </a:r>
          <a:r>
            <a:rPr lang="en-US" sz="1300" err="1">
              <a:latin typeface="Times New Roman" panose="02020603050405020304" pitchFamily="18" charset="0"/>
              <a:cs typeface="Times New Roman" panose="02020603050405020304" pitchFamily="18" charset="0"/>
            </a:rPr>
            <a:t>chế</a:t>
          </a:r>
          <a:r>
            <a:rPr lang="en-US" sz="13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err="1">
              <a:latin typeface="Times New Roman" panose="02020603050405020304" pitchFamily="18" charset="0"/>
              <a:cs typeface="Times New Roman" panose="02020603050405020304" pitchFamily="18" charset="0"/>
            </a:rPr>
            <a:t>độ</a:t>
          </a:r>
          <a:r>
            <a:rPr lang="en-US" sz="1300">
              <a:latin typeface="Times New Roman" panose="02020603050405020304" pitchFamily="18" charset="0"/>
              <a:cs typeface="Times New Roman" panose="02020603050405020304" pitchFamily="18" charset="0"/>
            </a:rPr>
            <a:t> RUN.</a:t>
          </a:r>
          <a:endParaRPr lang="en-US" sz="1300"/>
        </a:p>
      </dgm:t>
    </dgm:pt>
    <dgm:pt modelId="{0CE32F50-6D38-4893-98C7-DC075679AE8C}" type="parTrans" cxnId="{CF3094B2-66DF-49F8-A95C-F740EE1E163B}">
      <dgm:prSet/>
      <dgm:spPr/>
      <dgm:t>
        <a:bodyPr/>
        <a:lstStyle/>
        <a:p>
          <a:endParaRPr lang="en-US"/>
        </a:p>
      </dgm:t>
    </dgm:pt>
    <dgm:pt modelId="{8E315A20-8738-4669-9855-D6EEDD6F1A5C}" type="sibTrans" cxnId="{CF3094B2-66DF-49F8-A95C-F740EE1E163B}">
      <dgm:prSet/>
      <dgm:spPr/>
      <dgm:t>
        <a:bodyPr/>
        <a:lstStyle/>
        <a:p>
          <a:endParaRPr lang="en-US"/>
        </a:p>
      </dgm:t>
    </dgm:pt>
    <dgm:pt modelId="{274EEB33-D492-4EBD-B26D-BC74A4956C67}">
      <dgm:prSet phldrT="[Text]" custT="1"/>
      <dgm:spPr/>
      <dgm:t>
        <a:bodyPr/>
        <a:lstStyle/>
        <a:p>
          <a:r>
            <a:rPr lang="en-US" sz="1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Trạng</a:t>
          </a:r>
          <a:r>
            <a:rPr lang="en-US" sz="13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thái</a:t>
          </a:r>
          <a:r>
            <a:rPr lang="en-US" sz="13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nhấp</a:t>
          </a:r>
          <a:r>
            <a:rPr lang="en-US" sz="13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nháy</a:t>
          </a:r>
          <a:r>
            <a:rPr lang="en-US" sz="1300" dirty="0">
              <a:latin typeface="Times New Roman" panose="02020603050405020304" pitchFamily="18" charset="0"/>
              <a:cs typeface="Times New Roman" panose="02020603050405020304" pitchFamily="18" charset="0"/>
            </a:rPr>
            <a:t> (</a:t>
          </a:r>
          <a:r>
            <a:rPr lang="en-US" sz="1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màu</a:t>
          </a:r>
          <a:r>
            <a:rPr lang="en-US" sz="1300" dirty="0">
              <a:latin typeface="Times New Roman" panose="02020603050405020304" pitchFamily="18" charset="0"/>
              <a:cs typeface="Times New Roman" panose="02020603050405020304" pitchFamily="18" charset="0"/>
            </a:rPr>
            <a:t> cam </a:t>
          </a:r>
          <a:r>
            <a:rPr lang="en-US" sz="1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và</a:t>
          </a:r>
          <a:r>
            <a:rPr lang="en-US" sz="13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xanh</a:t>
          </a:r>
          <a:r>
            <a:rPr lang="en-US" sz="13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lá</a:t>
          </a:r>
          <a:r>
            <a:rPr lang="en-US" sz="13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thay</a:t>
          </a:r>
          <a:r>
            <a:rPr lang="en-US" sz="13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đổi</a:t>
          </a:r>
          <a:r>
            <a:rPr lang="en-US" sz="13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luân</a:t>
          </a:r>
          <a:r>
            <a:rPr lang="en-US" sz="13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phiên</a:t>
          </a:r>
          <a:r>
            <a:rPr lang="en-US" sz="1300" dirty="0">
              <a:latin typeface="Times New Roman" panose="02020603050405020304" pitchFamily="18" charset="0"/>
              <a:cs typeface="Times New Roman" panose="02020603050405020304" pitchFamily="18" charset="0"/>
            </a:rPr>
            <a:t>): CPU </a:t>
          </a:r>
          <a:r>
            <a:rPr lang="en-US" sz="1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đang</a:t>
          </a:r>
          <a:r>
            <a:rPr lang="en-US" sz="13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khởi</a:t>
          </a:r>
          <a:r>
            <a:rPr lang="en-US" sz="13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động</a:t>
          </a:r>
          <a:r>
            <a:rPr lang="en-US" sz="13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sz="1300" dirty="0"/>
        </a:p>
      </dgm:t>
    </dgm:pt>
    <dgm:pt modelId="{031F1813-32C2-4654-B974-E0D868871D73}" type="parTrans" cxnId="{65F85F00-1309-4ABA-B718-E5B0943B1DE0}">
      <dgm:prSet/>
      <dgm:spPr/>
      <dgm:t>
        <a:bodyPr/>
        <a:lstStyle/>
        <a:p>
          <a:endParaRPr lang="en-US"/>
        </a:p>
      </dgm:t>
    </dgm:pt>
    <dgm:pt modelId="{7F3AED68-52BE-4738-8141-D1B804F5EC9A}" type="sibTrans" cxnId="{65F85F00-1309-4ABA-B718-E5B0943B1DE0}">
      <dgm:prSet/>
      <dgm:spPr/>
      <dgm:t>
        <a:bodyPr/>
        <a:lstStyle/>
        <a:p>
          <a:endParaRPr lang="en-US"/>
        </a:p>
      </dgm:t>
    </dgm:pt>
    <dgm:pt modelId="{5D015523-B52F-413E-8C64-AEEC4AE8F9E8}">
      <dgm:prSet phldrT="[Text]" custT="1"/>
      <dgm:spPr/>
      <dgm:t>
        <a:bodyPr/>
        <a:lstStyle/>
        <a:p>
          <a:r>
            <a:rPr lang="en-US" sz="1300" err="1">
              <a:latin typeface="Times New Roman" panose="02020603050405020304" pitchFamily="18" charset="0"/>
              <a:cs typeface="Times New Roman" panose="02020603050405020304" pitchFamily="18" charset="0"/>
            </a:rPr>
            <a:t>Màu</a:t>
          </a:r>
          <a:r>
            <a:rPr lang="en-US" sz="13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err="1">
              <a:latin typeface="Times New Roman" panose="02020603050405020304" pitchFamily="18" charset="0"/>
              <a:cs typeface="Times New Roman" panose="02020603050405020304" pitchFamily="18" charset="0"/>
            </a:rPr>
            <a:t>đỏ</a:t>
          </a:r>
          <a:r>
            <a:rPr lang="en-US" sz="1300">
              <a:latin typeface="Times New Roman" panose="02020603050405020304" pitchFamily="18" charset="0"/>
              <a:cs typeface="Times New Roman" panose="02020603050405020304" pitchFamily="18" charset="0"/>
            </a:rPr>
            <a:t>: </a:t>
          </a:r>
          <a:r>
            <a:rPr lang="en-US" sz="1300" err="1">
              <a:latin typeface="Times New Roman" panose="02020603050405020304" pitchFamily="18" charset="0"/>
              <a:cs typeface="Times New Roman" panose="02020603050405020304" pitchFamily="18" charset="0"/>
            </a:rPr>
            <a:t>phần</a:t>
          </a:r>
          <a:r>
            <a:rPr lang="en-US" sz="13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err="1">
              <a:latin typeface="Times New Roman" panose="02020603050405020304" pitchFamily="18" charset="0"/>
              <a:cs typeface="Times New Roman" panose="02020603050405020304" pitchFamily="18" charset="0"/>
            </a:rPr>
            <a:t>cứng</a:t>
          </a:r>
          <a:r>
            <a:rPr lang="en-US" sz="13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err="1">
              <a:latin typeface="Times New Roman" panose="02020603050405020304" pitchFamily="18" charset="0"/>
              <a:cs typeface="Times New Roman" panose="02020603050405020304" pitchFamily="18" charset="0"/>
            </a:rPr>
            <a:t>bị</a:t>
          </a:r>
          <a:r>
            <a:rPr lang="en-US" sz="13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err="1">
              <a:latin typeface="Times New Roman" panose="02020603050405020304" pitchFamily="18" charset="0"/>
              <a:cs typeface="Times New Roman" panose="02020603050405020304" pitchFamily="18" charset="0"/>
            </a:rPr>
            <a:t>hỏng</a:t>
          </a:r>
          <a:r>
            <a:rPr lang="en-US" sz="130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sz="1300"/>
        </a:p>
      </dgm:t>
    </dgm:pt>
    <dgm:pt modelId="{269D41BB-F646-4CCF-A7EA-E6D89BB747AB}" type="parTrans" cxnId="{2DFC55BB-C0B7-4A1C-B71C-2E64186596DC}">
      <dgm:prSet/>
      <dgm:spPr/>
      <dgm:t>
        <a:bodyPr/>
        <a:lstStyle/>
        <a:p>
          <a:endParaRPr lang="en-US"/>
        </a:p>
      </dgm:t>
    </dgm:pt>
    <dgm:pt modelId="{76B7A11C-B32B-4BFE-8DD3-34A3606C2F42}" type="sibTrans" cxnId="{2DFC55BB-C0B7-4A1C-B71C-2E64186596DC}">
      <dgm:prSet/>
      <dgm:spPr/>
      <dgm:t>
        <a:bodyPr/>
        <a:lstStyle/>
        <a:p>
          <a:endParaRPr lang="en-US"/>
        </a:p>
      </dgm:t>
    </dgm:pt>
    <dgm:pt modelId="{EB3315F6-1F2C-491B-9CF3-A1915ED9938F}">
      <dgm:prSet phldrT="[Text]" custT="1"/>
      <dgm:spPr/>
      <dgm:t>
        <a:bodyPr/>
        <a:lstStyle/>
        <a:p>
          <a:r>
            <a:rPr lang="en-US" sz="1300" err="1">
              <a:latin typeface="Times New Roman" panose="02020603050405020304" pitchFamily="18" charset="0"/>
              <a:cs typeface="Times New Roman" panose="02020603050405020304" pitchFamily="18" charset="0"/>
            </a:rPr>
            <a:t>Màu</a:t>
          </a:r>
          <a:r>
            <a:rPr lang="en-US" sz="13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err="1">
              <a:latin typeface="Times New Roman" panose="02020603050405020304" pitchFamily="18" charset="0"/>
              <a:cs typeface="Times New Roman" panose="02020603050405020304" pitchFamily="18" charset="0"/>
            </a:rPr>
            <a:t>đỏ</a:t>
          </a:r>
          <a:r>
            <a:rPr lang="en-US" sz="13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err="1">
              <a:latin typeface="Times New Roman" panose="02020603050405020304" pitchFamily="18" charset="0"/>
              <a:cs typeface="Times New Roman" panose="02020603050405020304" pitchFamily="18" charset="0"/>
            </a:rPr>
            <a:t>nhấp</a:t>
          </a:r>
          <a:r>
            <a:rPr lang="en-US" sz="13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err="1">
              <a:latin typeface="Times New Roman" panose="02020603050405020304" pitchFamily="18" charset="0"/>
              <a:cs typeface="Times New Roman" panose="02020603050405020304" pitchFamily="18" charset="0"/>
            </a:rPr>
            <a:t>nháy</a:t>
          </a:r>
          <a:r>
            <a:rPr lang="en-US" sz="1300">
              <a:latin typeface="Times New Roman" panose="02020603050405020304" pitchFamily="18" charset="0"/>
              <a:cs typeface="Times New Roman" panose="02020603050405020304" pitchFamily="18" charset="0"/>
            </a:rPr>
            <a:t>: </a:t>
          </a:r>
          <a:r>
            <a:rPr lang="en-US" sz="1300" err="1">
              <a:latin typeface="Times New Roman" panose="02020603050405020304" pitchFamily="18" charset="0"/>
              <a:cs typeface="Times New Roman" panose="02020603050405020304" pitchFamily="18" charset="0"/>
            </a:rPr>
            <a:t>lỗi</a:t>
          </a:r>
          <a:r>
            <a:rPr lang="en-US" sz="13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err="1">
              <a:latin typeface="Times New Roman" panose="02020603050405020304" pitchFamily="18" charset="0"/>
              <a:cs typeface="Times New Roman" panose="02020603050405020304" pitchFamily="18" charset="0"/>
            </a:rPr>
            <a:t>đơn</a:t>
          </a:r>
          <a:r>
            <a:rPr lang="en-US" sz="130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300" err="1">
              <a:latin typeface="Times New Roman" panose="02020603050405020304" pitchFamily="18" charset="0"/>
              <a:cs typeface="Times New Roman" panose="02020603050405020304" pitchFamily="18" charset="0"/>
            </a:rPr>
            <a:t>như</a:t>
          </a:r>
          <a:r>
            <a:rPr lang="en-US" sz="13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err="1">
              <a:latin typeface="Times New Roman" panose="02020603050405020304" pitchFamily="18" charset="0"/>
              <a:cs typeface="Times New Roman" panose="02020603050405020304" pitchFamily="18" charset="0"/>
            </a:rPr>
            <a:t>một</a:t>
          </a:r>
          <a:r>
            <a:rPr lang="en-US" sz="13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err="1">
              <a:latin typeface="Times New Roman" panose="02020603050405020304" pitchFamily="18" charset="0"/>
              <a:cs typeface="Times New Roman" panose="02020603050405020304" pitchFamily="18" charset="0"/>
            </a:rPr>
            <a:t>lỗi</a:t>
          </a:r>
          <a:r>
            <a:rPr lang="en-US" sz="13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err="1">
              <a:latin typeface="Times New Roman" panose="02020603050405020304" pitchFamily="18" charset="0"/>
              <a:cs typeface="Times New Roman" panose="02020603050405020304" pitchFamily="18" charset="0"/>
            </a:rPr>
            <a:t>bên</a:t>
          </a:r>
          <a:r>
            <a:rPr lang="en-US" sz="13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err="1">
              <a:latin typeface="Times New Roman" panose="02020603050405020304" pitchFamily="18" charset="0"/>
              <a:cs typeface="Times New Roman" panose="02020603050405020304" pitchFamily="18" charset="0"/>
            </a:rPr>
            <a:t>trong</a:t>
          </a:r>
          <a:r>
            <a:rPr lang="en-US" sz="1300">
              <a:latin typeface="Times New Roman" panose="02020603050405020304" pitchFamily="18" charset="0"/>
              <a:cs typeface="Times New Roman" panose="02020603050405020304" pitchFamily="18" charset="0"/>
            </a:rPr>
            <a:t> CPU, </a:t>
          </a:r>
          <a:r>
            <a:rPr lang="en-US" sz="1300" err="1">
              <a:latin typeface="Times New Roman" panose="02020603050405020304" pitchFamily="18" charset="0"/>
              <a:cs typeface="Times New Roman" panose="02020603050405020304" pitchFamily="18" charset="0"/>
            </a:rPr>
            <a:t>một</a:t>
          </a:r>
          <a:r>
            <a:rPr lang="en-US" sz="13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err="1">
              <a:latin typeface="Times New Roman" panose="02020603050405020304" pitchFamily="18" charset="0"/>
              <a:cs typeface="Times New Roman" panose="02020603050405020304" pitchFamily="18" charset="0"/>
            </a:rPr>
            <a:t>lỗi</a:t>
          </a:r>
          <a:r>
            <a:rPr lang="en-US" sz="13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err="1">
              <a:latin typeface="Times New Roman" panose="02020603050405020304" pitchFamily="18" charset="0"/>
              <a:cs typeface="Times New Roman" panose="02020603050405020304" pitchFamily="18" charset="0"/>
            </a:rPr>
            <a:t>phía</a:t>
          </a:r>
          <a:r>
            <a:rPr lang="en-US" sz="13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err="1">
              <a:latin typeface="Times New Roman" panose="02020603050405020304" pitchFamily="18" charset="0"/>
              <a:cs typeface="Times New Roman" panose="02020603050405020304" pitchFamily="18" charset="0"/>
            </a:rPr>
            <a:t>thẻ</a:t>
          </a:r>
          <a:r>
            <a:rPr lang="en-US" sz="13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err="1">
              <a:latin typeface="Times New Roman" panose="02020603050405020304" pitchFamily="18" charset="0"/>
              <a:cs typeface="Times New Roman" panose="02020603050405020304" pitchFamily="18" charset="0"/>
            </a:rPr>
            <a:t>nhớ</a:t>
          </a:r>
          <a:r>
            <a:rPr lang="en-US" sz="13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err="1">
              <a:latin typeface="Times New Roman" panose="02020603050405020304" pitchFamily="18" charset="0"/>
              <a:cs typeface="Times New Roman" panose="02020603050405020304" pitchFamily="18" charset="0"/>
            </a:rPr>
            <a:t>hoặc</a:t>
          </a:r>
          <a:r>
            <a:rPr lang="en-US" sz="13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err="1">
              <a:latin typeface="Times New Roman" panose="02020603050405020304" pitchFamily="18" charset="0"/>
              <a:cs typeface="Times New Roman" panose="02020603050405020304" pitchFamily="18" charset="0"/>
            </a:rPr>
            <a:t>lỗi</a:t>
          </a:r>
          <a:r>
            <a:rPr lang="en-US" sz="13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err="1">
              <a:latin typeface="Times New Roman" panose="02020603050405020304" pitchFamily="18" charset="0"/>
              <a:cs typeface="Times New Roman" panose="02020603050405020304" pitchFamily="18" charset="0"/>
            </a:rPr>
            <a:t>nào</a:t>
          </a:r>
          <a:r>
            <a:rPr lang="en-US" sz="13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err="1">
              <a:latin typeface="Times New Roman" panose="02020603050405020304" pitchFamily="18" charset="0"/>
              <a:cs typeface="Times New Roman" panose="02020603050405020304" pitchFamily="18" charset="0"/>
            </a:rPr>
            <a:t>đó</a:t>
          </a:r>
          <a:r>
            <a:rPr lang="en-US" sz="13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err="1">
              <a:latin typeface="Times New Roman" panose="02020603050405020304" pitchFamily="18" charset="0"/>
              <a:cs typeface="Times New Roman" panose="02020603050405020304" pitchFamily="18" charset="0"/>
            </a:rPr>
            <a:t>về</a:t>
          </a:r>
          <a:r>
            <a:rPr lang="en-US" sz="13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err="1">
              <a:latin typeface="Times New Roman" panose="02020603050405020304" pitchFamily="18" charset="0"/>
              <a:cs typeface="Times New Roman" panose="02020603050405020304" pitchFamily="18" charset="0"/>
            </a:rPr>
            <a:t>cấu</a:t>
          </a:r>
          <a:r>
            <a:rPr lang="en-US" sz="13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err="1">
              <a:latin typeface="Times New Roman" panose="02020603050405020304" pitchFamily="18" charset="0"/>
              <a:cs typeface="Times New Roman" panose="02020603050405020304" pitchFamily="18" charset="0"/>
            </a:rPr>
            <a:t>hình</a:t>
          </a:r>
          <a:endParaRPr lang="en-US" sz="1300"/>
        </a:p>
      </dgm:t>
    </dgm:pt>
    <dgm:pt modelId="{706A4B93-7124-4162-9466-262A1116F189}" type="parTrans" cxnId="{FDDF8721-7CB5-45E6-BA34-22B161A1EA1C}">
      <dgm:prSet/>
      <dgm:spPr/>
      <dgm:t>
        <a:bodyPr/>
        <a:lstStyle/>
        <a:p>
          <a:endParaRPr lang="en-US"/>
        </a:p>
      </dgm:t>
    </dgm:pt>
    <dgm:pt modelId="{FC208468-F339-458B-B3DD-D1DFEBD621F9}" type="sibTrans" cxnId="{FDDF8721-7CB5-45E6-BA34-22B161A1EA1C}">
      <dgm:prSet/>
      <dgm:spPr/>
      <dgm:t>
        <a:bodyPr/>
        <a:lstStyle/>
        <a:p>
          <a:endParaRPr lang="en-US"/>
        </a:p>
      </dgm:t>
    </dgm:pt>
    <dgm:pt modelId="{75FF69B1-D169-41C0-A50B-657E0B5074B4}">
      <dgm:prSet phldrT="[Text]" custT="1"/>
      <dgm:spPr/>
      <dgm:t>
        <a:bodyPr/>
        <a:lstStyle/>
        <a:p>
          <a:r>
            <a:rPr lang="en-US" sz="1300" err="1">
              <a:latin typeface="Times New Roman" panose="02020603050405020304" pitchFamily="18" charset="0"/>
              <a:cs typeface="Times New Roman" panose="02020603050405020304" pitchFamily="18" charset="0"/>
            </a:rPr>
            <a:t>Thay</a:t>
          </a:r>
          <a:r>
            <a:rPr lang="en-US" sz="13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err="1">
              <a:latin typeface="Times New Roman" panose="02020603050405020304" pitchFamily="18" charset="0"/>
              <a:cs typeface="Times New Roman" panose="02020603050405020304" pitchFamily="18" charset="0"/>
            </a:rPr>
            <a:t>đổi</a:t>
          </a:r>
          <a:r>
            <a:rPr lang="en-US" sz="1300">
              <a:latin typeface="Times New Roman" panose="02020603050405020304" pitchFamily="18" charset="0"/>
              <a:cs typeface="Times New Roman" panose="02020603050405020304" pitchFamily="18" charset="0"/>
            </a:rPr>
            <a:t> CPU sang </a:t>
          </a:r>
          <a:r>
            <a:rPr lang="en-US" sz="1300" err="1">
              <a:latin typeface="Times New Roman" panose="02020603050405020304" pitchFamily="18" charset="0"/>
              <a:cs typeface="Times New Roman" panose="02020603050405020304" pitchFamily="18" charset="0"/>
            </a:rPr>
            <a:t>chế</a:t>
          </a:r>
          <a:r>
            <a:rPr lang="en-US" sz="13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err="1">
              <a:latin typeface="Times New Roman" panose="02020603050405020304" pitchFamily="18" charset="0"/>
              <a:cs typeface="Times New Roman" panose="02020603050405020304" pitchFamily="18" charset="0"/>
            </a:rPr>
            <a:t>độ</a:t>
          </a:r>
          <a:r>
            <a:rPr lang="en-US" sz="1300">
              <a:latin typeface="Times New Roman" panose="02020603050405020304" pitchFamily="18" charset="0"/>
              <a:cs typeface="Times New Roman" panose="02020603050405020304" pitchFamily="18" charset="0"/>
            </a:rPr>
            <a:t> RUN.</a:t>
          </a:r>
          <a:endParaRPr lang="en-US" sz="1300"/>
        </a:p>
      </dgm:t>
    </dgm:pt>
    <dgm:pt modelId="{AB48CB8F-55BF-4895-9C5C-C6920B8FBFC6}" type="parTrans" cxnId="{BDE6C8AC-368B-48F4-BC23-C6D36E9EDB5A}">
      <dgm:prSet/>
      <dgm:spPr/>
      <dgm:t>
        <a:bodyPr/>
        <a:lstStyle/>
        <a:p>
          <a:endParaRPr lang="en-US"/>
        </a:p>
      </dgm:t>
    </dgm:pt>
    <dgm:pt modelId="{4ABA6FD8-5F7E-46BE-A8C9-BFEA03D54AEA}" type="sibTrans" cxnId="{BDE6C8AC-368B-48F4-BC23-C6D36E9EDB5A}">
      <dgm:prSet/>
      <dgm:spPr/>
      <dgm:t>
        <a:bodyPr/>
        <a:lstStyle/>
        <a:p>
          <a:endParaRPr lang="en-US"/>
        </a:p>
      </dgm:t>
    </dgm:pt>
    <dgm:pt modelId="{5DE5F61E-3079-436B-9FF5-1667CD52C06A}">
      <dgm:prSet phldrT="[Text]" custT="1"/>
      <dgm:spPr/>
      <dgm:t>
        <a:bodyPr/>
        <a:lstStyle/>
        <a:p>
          <a:r>
            <a:rPr lang="en-US" sz="1300" err="1">
              <a:latin typeface="Times New Roman" panose="02020603050405020304" pitchFamily="18" charset="0"/>
              <a:cs typeface="Times New Roman" panose="02020603050405020304" pitchFamily="18" charset="0"/>
            </a:rPr>
            <a:t>Thực</a:t>
          </a:r>
          <a:r>
            <a:rPr lang="en-US" sz="13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err="1">
              <a:latin typeface="Times New Roman" panose="02020603050405020304" pitchFamily="18" charset="0"/>
              <a:cs typeface="Times New Roman" panose="02020603050405020304" pitchFamily="18" charset="0"/>
            </a:rPr>
            <a:t>hiện</a:t>
          </a:r>
          <a:r>
            <a:rPr lang="en-US" sz="13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err="1">
              <a:latin typeface="Times New Roman" panose="02020603050405020304" pitchFamily="18" charset="0"/>
              <a:cs typeface="Times New Roman" panose="02020603050405020304" pitchFamily="18" charset="0"/>
            </a:rPr>
            <a:t>đặt</a:t>
          </a:r>
          <a:r>
            <a:rPr lang="en-US" sz="13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err="1">
              <a:latin typeface="Times New Roman" panose="02020603050405020304" pitchFamily="18" charset="0"/>
              <a:cs typeface="Times New Roman" panose="02020603050405020304" pitchFamily="18" charset="0"/>
            </a:rPr>
            <a:t>lại</a:t>
          </a:r>
          <a:r>
            <a:rPr lang="en-US" sz="13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err="1">
              <a:latin typeface="Times New Roman" panose="02020603050405020304" pitchFamily="18" charset="0"/>
              <a:cs typeface="Times New Roman" panose="02020603050405020304" pitchFamily="18" charset="0"/>
            </a:rPr>
            <a:t>bộ</a:t>
          </a:r>
          <a:r>
            <a:rPr lang="en-US" sz="13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err="1">
              <a:latin typeface="Times New Roman" panose="02020603050405020304" pitchFamily="18" charset="0"/>
              <a:cs typeface="Times New Roman" panose="02020603050405020304" pitchFamily="18" charset="0"/>
            </a:rPr>
            <a:t>nhớ</a:t>
          </a:r>
          <a:r>
            <a:rPr lang="en-US" sz="1300">
              <a:latin typeface="Times New Roman" panose="02020603050405020304" pitchFamily="18" charset="0"/>
              <a:cs typeface="Times New Roman" panose="02020603050405020304" pitchFamily="18" charset="0"/>
            </a:rPr>
            <a:t> (MRES).</a:t>
          </a:r>
          <a:endParaRPr lang="en-US" sz="1300"/>
        </a:p>
      </dgm:t>
    </dgm:pt>
    <dgm:pt modelId="{40B4A647-DF89-4E5A-8CE5-90466535B97C}" type="parTrans" cxnId="{2BB932F8-3544-4D16-AABC-B06C9F7B0282}">
      <dgm:prSet/>
      <dgm:spPr/>
      <dgm:t>
        <a:bodyPr/>
        <a:lstStyle/>
        <a:p>
          <a:endParaRPr lang="en-US"/>
        </a:p>
      </dgm:t>
    </dgm:pt>
    <dgm:pt modelId="{3BE2C8A2-441B-4ED4-9855-B8D965E3B1FF}" type="sibTrans" cxnId="{2BB932F8-3544-4D16-AABC-B06C9F7B0282}">
      <dgm:prSet/>
      <dgm:spPr/>
      <dgm:t>
        <a:bodyPr/>
        <a:lstStyle/>
        <a:p>
          <a:endParaRPr lang="en-US"/>
        </a:p>
      </dgm:t>
    </dgm:pt>
    <dgm:pt modelId="{AC987ED6-F21E-4618-81B7-D19BDEE22161}">
      <dgm:prSet phldrT="[Text]" custT="1"/>
      <dgm:spPr/>
      <dgm:t>
        <a:bodyPr/>
        <a:lstStyle/>
        <a:p>
          <a:r>
            <a:rPr lang="en-US" sz="1300" dirty="0">
              <a:latin typeface="Times New Roman" panose="02020603050405020304" pitchFamily="18" charset="0"/>
              <a:cs typeface="Times New Roman" panose="02020603050405020304" pitchFamily="18" charset="0"/>
            </a:rPr>
            <a:t>Chu </a:t>
          </a:r>
          <a:r>
            <a:rPr lang="en-US" sz="1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trình</a:t>
          </a:r>
          <a:r>
            <a:rPr lang="en-US" sz="13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cấp</a:t>
          </a:r>
          <a:r>
            <a:rPr lang="en-US" sz="13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điện</a:t>
          </a:r>
          <a:r>
            <a:rPr lang="en-US" sz="1300" dirty="0">
              <a:latin typeface="Times New Roman" panose="02020603050405020304" pitchFamily="18" charset="0"/>
              <a:cs typeface="Times New Roman" panose="02020603050405020304" pitchFamily="18" charset="0"/>
            </a:rPr>
            <a:t> CPU.</a:t>
          </a:r>
          <a:endParaRPr lang="en-US" sz="1300" dirty="0"/>
        </a:p>
      </dgm:t>
    </dgm:pt>
    <dgm:pt modelId="{C6DEA95E-DCB5-48E0-9157-DFC2B14B85A1}" type="parTrans" cxnId="{AD1F47BA-D67E-488E-97F3-684D40CF3081}">
      <dgm:prSet/>
      <dgm:spPr/>
      <dgm:t>
        <a:bodyPr/>
        <a:lstStyle/>
        <a:p>
          <a:endParaRPr lang="en-US"/>
        </a:p>
      </dgm:t>
    </dgm:pt>
    <dgm:pt modelId="{76B2A4D2-60C7-41D4-8179-83A70298476B}" type="sibTrans" cxnId="{AD1F47BA-D67E-488E-97F3-684D40CF3081}">
      <dgm:prSet/>
      <dgm:spPr/>
      <dgm:t>
        <a:bodyPr/>
        <a:lstStyle/>
        <a:p>
          <a:endParaRPr lang="en-US"/>
        </a:p>
      </dgm:t>
    </dgm:pt>
    <dgm:pt modelId="{241DB4CA-2EB6-4E29-9965-20AF54928049}" type="pres">
      <dgm:prSet presAssocID="{6752B979-30D6-4E95-8A9B-D22EC47CC3E5}" presName="linear" presStyleCnt="0">
        <dgm:presLayoutVars>
          <dgm:dir/>
          <dgm:animLvl val="lvl"/>
          <dgm:resizeHandles val="exact"/>
        </dgm:presLayoutVars>
      </dgm:prSet>
      <dgm:spPr/>
    </dgm:pt>
    <dgm:pt modelId="{BE21E601-8EA3-4FDA-BA6F-BA19DFCD929B}" type="pres">
      <dgm:prSet presAssocID="{EC18DB6A-2DDD-41B0-B002-468EC8C41E52}" presName="parentLin" presStyleCnt="0"/>
      <dgm:spPr/>
    </dgm:pt>
    <dgm:pt modelId="{939A144C-CF87-4535-BC77-D9B44694C5E0}" type="pres">
      <dgm:prSet presAssocID="{EC18DB6A-2DDD-41B0-B002-468EC8C41E52}" presName="parentLeftMargin" presStyleLbl="node1" presStyleIdx="0" presStyleCnt="3"/>
      <dgm:spPr/>
    </dgm:pt>
    <dgm:pt modelId="{DC6FF66A-AB06-4B20-995A-66E590404E91}" type="pres">
      <dgm:prSet presAssocID="{EC18DB6A-2DDD-41B0-B002-468EC8C41E52}" presName="parentText" presStyleLbl="node1" presStyleIdx="0" presStyleCnt="3" custScaleY="166073">
        <dgm:presLayoutVars>
          <dgm:chMax val="0"/>
          <dgm:bulletEnabled val="1"/>
        </dgm:presLayoutVars>
      </dgm:prSet>
      <dgm:spPr/>
    </dgm:pt>
    <dgm:pt modelId="{B1699015-77FF-45D7-BBB7-115A3A17E6FC}" type="pres">
      <dgm:prSet presAssocID="{EC18DB6A-2DDD-41B0-B002-468EC8C41E52}" presName="negativeSpace" presStyleCnt="0"/>
      <dgm:spPr/>
    </dgm:pt>
    <dgm:pt modelId="{420A2214-40BF-4A3C-B04A-46F718B60CDC}" type="pres">
      <dgm:prSet presAssocID="{EC18DB6A-2DDD-41B0-B002-468EC8C41E52}" presName="childText" presStyleLbl="conFgAcc1" presStyleIdx="0" presStyleCnt="3" custScaleY="98669">
        <dgm:presLayoutVars>
          <dgm:bulletEnabled val="1"/>
        </dgm:presLayoutVars>
      </dgm:prSet>
      <dgm:spPr/>
    </dgm:pt>
    <dgm:pt modelId="{49EB3133-9EAF-4E9D-837C-5FE2B4E1A850}" type="pres">
      <dgm:prSet presAssocID="{CC72C142-23BC-4102-A324-B8028290DAF4}" presName="spaceBetweenRectangles" presStyleCnt="0"/>
      <dgm:spPr/>
    </dgm:pt>
    <dgm:pt modelId="{4F4AFE2B-FEE2-4742-95A4-14B7A1E40421}" type="pres">
      <dgm:prSet presAssocID="{308F8EC0-3258-4CEC-92BA-EAFA4E7292D8}" presName="parentLin" presStyleCnt="0"/>
      <dgm:spPr/>
    </dgm:pt>
    <dgm:pt modelId="{566C963D-419A-4AB5-B85B-FDF9A7A29C0E}" type="pres">
      <dgm:prSet presAssocID="{308F8EC0-3258-4CEC-92BA-EAFA4E7292D8}" presName="parentLeftMargin" presStyleLbl="node1" presStyleIdx="0" presStyleCnt="3"/>
      <dgm:spPr/>
    </dgm:pt>
    <dgm:pt modelId="{9BAC9B11-0E0B-43E4-A54A-CE6D372E604E}" type="pres">
      <dgm:prSet presAssocID="{308F8EC0-3258-4CEC-92BA-EAFA4E7292D8}" presName="parentText" presStyleLbl="node1" presStyleIdx="1" presStyleCnt="3" custScaleY="163539">
        <dgm:presLayoutVars>
          <dgm:chMax val="0"/>
          <dgm:bulletEnabled val="1"/>
        </dgm:presLayoutVars>
      </dgm:prSet>
      <dgm:spPr/>
    </dgm:pt>
    <dgm:pt modelId="{D268CBC6-645C-4ACA-9ABC-88FC972C6DEF}" type="pres">
      <dgm:prSet presAssocID="{308F8EC0-3258-4CEC-92BA-EAFA4E7292D8}" presName="negativeSpace" presStyleCnt="0"/>
      <dgm:spPr/>
    </dgm:pt>
    <dgm:pt modelId="{4A9E565D-A669-4082-8946-4918DA32CC19}" type="pres">
      <dgm:prSet presAssocID="{308F8EC0-3258-4CEC-92BA-EAFA4E7292D8}" presName="childText" presStyleLbl="conFgAcc1" presStyleIdx="1" presStyleCnt="3" custScaleY="97580" custLinFactNeighborX="347" custLinFactNeighborY="32540">
        <dgm:presLayoutVars>
          <dgm:bulletEnabled val="1"/>
        </dgm:presLayoutVars>
      </dgm:prSet>
      <dgm:spPr/>
    </dgm:pt>
    <dgm:pt modelId="{8ACADD5E-E38A-4448-AEA0-6C1732976C44}" type="pres">
      <dgm:prSet presAssocID="{D64CB164-851F-4017-A5FE-ECF50233BCA6}" presName="spaceBetweenRectangles" presStyleCnt="0"/>
      <dgm:spPr/>
    </dgm:pt>
    <dgm:pt modelId="{B48CDEB9-367A-404C-B90C-D3A585F12220}" type="pres">
      <dgm:prSet presAssocID="{82734AA4-6810-423E-AD28-FFAD0D597C71}" presName="parentLin" presStyleCnt="0"/>
      <dgm:spPr/>
    </dgm:pt>
    <dgm:pt modelId="{30F8B363-FEE8-420D-AC60-A6B8B82A6195}" type="pres">
      <dgm:prSet presAssocID="{82734AA4-6810-423E-AD28-FFAD0D597C71}" presName="parentLeftMargin" presStyleLbl="node1" presStyleIdx="1" presStyleCnt="3"/>
      <dgm:spPr/>
    </dgm:pt>
    <dgm:pt modelId="{403DC976-C7CD-467A-8FF8-2A1BAB35F599}" type="pres">
      <dgm:prSet presAssocID="{82734AA4-6810-423E-AD28-FFAD0D597C71}" presName="parentText" presStyleLbl="node1" presStyleIdx="2" presStyleCnt="3" custScaleY="203488" custLinFactNeighborY="15320">
        <dgm:presLayoutVars>
          <dgm:chMax val="0"/>
          <dgm:bulletEnabled val="1"/>
        </dgm:presLayoutVars>
      </dgm:prSet>
      <dgm:spPr/>
    </dgm:pt>
    <dgm:pt modelId="{B1E03EB3-0A02-4276-8D32-93F7D969DE92}" type="pres">
      <dgm:prSet presAssocID="{82734AA4-6810-423E-AD28-FFAD0D597C71}" presName="negativeSpace" presStyleCnt="0"/>
      <dgm:spPr/>
    </dgm:pt>
    <dgm:pt modelId="{0F3F59CA-BB64-4C54-B83B-933F09D07BB0}" type="pres">
      <dgm:prSet presAssocID="{82734AA4-6810-423E-AD28-FFAD0D597C71}" presName="childText" presStyleLbl="conFgAcc1" presStyleIdx="2" presStyleCnt="3" custScaleY="95241" custLinFactNeighborY="48961">
        <dgm:presLayoutVars>
          <dgm:bulletEnabled val="1"/>
        </dgm:presLayoutVars>
      </dgm:prSet>
      <dgm:spPr/>
    </dgm:pt>
  </dgm:ptLst>
  <dgm:cxnLst>
    <dgm:cxn modelId="{65F85F00-1309-4ABA-B718-E5B0943B1DE0}" srcId="{EC18DB6A-2DDD-41B0-B002-468EC8C41E52}" destId="{274EEB33-D492-4EBD-B26D-BC74A4956C67}" srcOrd="2" destOrd="0" parTransId="{031F1813-32C2-4654-B974-E0D868871D73}" sibTransId="{7F3AED68-52BE-4738-8141-D1B804F5EC9A}"/>
    <dgm:cxn modelId="{FECEF409-D3F9-4B8B-B4CE-9B78F000D2BD}" type="presOf" srcId="{A335721F-5FF1-423C-B5DF-5A4B9A125EB5}" destId="{420A2214-40BF-4A3C-B04A-46F718B60CDC}" srcOrd="0" destOrd="0" presId="urn:microsoft.com/office/officeart/2005/8/layout/list1"/>
    <dgm:cxn modelId="{FDDF8721-7CB5-45E6-BA34-22B161A1EA1C}" srcId="{308F8EC0-3258-4CEC-92BA-EAFA4E7292D8}" destId="{EB3315F6-1F2C-491B-9CF3-A1915ED9938F}" srcOrd="1" destOrd="0" parTransId="{706A4B93-7124-4162-9466-262A1116F189}" sibTransId="{FC208468-F339-458B-B3DD-D1DFEBD621F9}"/>
    <dgm:cxn modelId="{0DC5A324-3D9B-477D-81A9-1BE23851E1F1}" type="presOf" srcId="{274EEB33-D492-4EBD-B26D-BC74A4956C67}" destId="{420A2214-40BF-4A3C-B04A-46F718B60CDC}" srcOrd="0" destOrd="2" presId="urn:microsoft.com/office/officeart/2005/8/layout/list1"/>
    <dgm:cxn modelId="{719B9232-3DC6-4282-B8F0-3635750FEE36}" type="presOf" srcId="{308F8EC0-3258-4CEC-92BA-EAFA4E7292D8}" destId="{566C963D-419A-4AB5-B85B-FDF9A7A29C0E}" srcOrd="0" destOrd="0" presId="urn:microsoft.com/office/officeart/2005/8/layout/list1"/>
    <dgm:cxn modelId="{4483F539-EA12-4752-B8A9-D02D31194462}" type="presOf" srcId="{82734AA4-6810-423E-AD28-FFAD0D597C71}" destId="{403DC976-C7CD-467A-8FF8-2A1BAB35F599}" srcOrd="1" destOrd="0" presId="urn:microsoft.com/office/officeart/2005/8/layout/list1"/>
    <dgm:cxn modelId="{332BE05D-0826-4B12-BCC8-3BFB9288900F}" srcId="{6752B979-30D6-4E95-8A9B-D22EC47CC3E5}" destId="{EC18DB6A-2DDD-41B0-B002-468EC8C41E52}" srcOrd="0" destOrd="0" parTransId="{D6D88F1C-9D3F-4C08-991B-90F575A526B4}" sibTransId="{CC72C142-23BC-4102-A324-B8028290DAF4}"/>
    <dgm:cxn modelId="{6C5E3E69-EEFD-48D5-892F-59EAFD6561DE}" type="presOf" srcId="{EC18DB6A-2DDD-41B0-B002-468EC8C41E52}" destId="{DC6FF66A-AB06-4B20-995A-66E590404E91}" srcOrd="1" destOrd="0" presId="urn:microsoft.com/office/officeart/2005/8/layout/list1"/>
    <dgm:cxn modelId="{9C586C69-5C9F-42EE-A30D-C0E9A4C348E8}" type="presOf" srcId="{308F8EC0-3258-4CEC-92BA-EAFA4E7292D8}" destId="{9BAC9B11-0E0B-43E4-A54A-CE6D372E604E}" srcOrd="1" destOrd="0" presId="urn:microsoft.com/office/officeart/2005/8/layout/list1"/>
    <dgm:cxn modelId="{A00DD76E-04D3-4387-A100-46CFE72C8BC1}" type="presOf" srcId="{82734AA4-6810-423E-AD28-FFAD0D597C71}" destId="{30F8B363-FEE8-420D-AC60-A6B8B82A6195}" srcOrd="0" destOrd="0" presId="urn:microsoft.com/office/officeart/2005/8/layout/list1"/>
    <dgm:cxn modelId="{2E1B5D70-8432-4449-9718-B7064A5B2712}" type="presOf" srcId="{8D62D00A-5BC7-4C5B-8439-2E01987AB6D3}" destId="{420A2214-40BF-4A3C-B04A-46F718B60CDC}" srcOrd="0" destOrd="1" presId="urn:microsoft.com/office/officeart/2005/8/layout/list1"/>
    <dgm:cxn modelId="{1998C771-9965-4093-A340-22C4FB4BCF10}" type="presOf" srcId="{5DE5F61E-3079-436B-9FF5-1667CD52C06A}" destId="{0F3F59CA-BB64-4C54-B83B-933F09D07BB0}" srcOrd="0" destOrd="1" presId="urn:microsoft.com/office/officeart/2005/8/layout/list1"/>
    <dgm:cxn modelId="{6A376688-D42B-4CD2-8002-80320FADB802}" type="presOf" srcId="{AC987ED6-F21E-4618-81B7-D19BDEE22161}" destId="{0F3F59CA-BB64-4C54-B83B-933F09D07BB0}" srcOrd="0" destOrd="2" presId="urn:microsoft.com/office/officeart/2005/8/layout/list1"/>
    <dgm:cxn modelId="{E05DC089-FF75-4E4A-AF46-3193C37DCB01}" type="presOf" srcId="{6752B979-30D6-4E95-8A9B-D22EC47CC3E5}" destId="{241DB4CA-2EB6-4E29-9965-20AF54928049}" srcOrd="0" destOrd="0" presId="urn:microsoft.com/office/officeart/2005/8/layout/list1"/>
    <dgm:cxn modelId="{39DA6490-476C-46BC-AB10-E85F545982BE}" srcId="{6752B979-30D6-4E95-8A9B-D22EC47CC3E5}" destId="{308F8EC0-3258-4CEC-92BA-EAFA4E7292D8}" srcOrd="1" destOrd="0" parTransId="{0F96CC94-3869-4AE0-BE94-6AFD7B0532C0}" sibTransId="{D64CB164-851F-4017-A5FE-ECF50233BCA6}"/>
    <dgm:cxn modelId="{027E3091-7004-4ED7-87D5-AA4C053EB800}" type="presOf" srcId="{5D015523-B52F-413E-8C64-AEEC4AE8F9E8}" destId="{4A9E565D-A669-4082-8946-4918DA32CC19}" srcOrd="0" destOrd="0" presId="urn:microsoft.com/office/officeart/2005/8/layout/list1"/>
    <dgm:cxn modelId="{99EF3A9E-7C15-4F5C-83E8-18E173ADB797}" type="presOf" srcId="{EB3315F6-1F2C-491B-9CF3-A1915ED9938F}" destId="{4A9E565D-A669-4082-8946-4918DA32CC19}" srcOrd="0" destOrd="1" presId="urn:microsoft.com/office/officeart/2005/8/layout/list1"/>
    <dgm:cxn modelId="{2F71289F-823B-4971-8526-105ADD9D9E90}" type="presOf" srcId="{75FF69B1-D169-41C0-A50B-657E0B5074B4}" destId="{0F3F59CA-BB64-4C54-B83B-933F09D07BB0}" srcOrd="0" destOrd="0" presId="urn:microsoft.com/office/officeart/2005/8/layout/list1"/>
    <dgm:cxn modelId="{BDE6C8AC-368B-48F4-BC23-C6D36E9EDB5A}" srcId="{82734AA4-6810-423E-AD28-FFAD0D597C71}" destId="{75FF69B1-D169-41C0-A50B-657E0B5074B4}" srcOrd="0" destOrd="0" parTransId="{AB48CB8F-55BF-4895-9C5C-C6920B8FBFC6}" sibTransId="{4ABA6FD8-5F7E-46BE-A8C9-BFEA03D54AEA}"/>
    <dgm:cxn modelId="{CF3094B2-66DF-49F8-A95C-F740EE1E163B}" srcId="{EC18DB6A-2DDD-41B0-B002-468EC8C41E52}" destId="{8D62D00A-5BC7-4C5B-8439-2E01987AB6D3}" srcOrd="1" destOrd="0" parTransId="{0CE32F50-6D38-4893-98C7-DC075679AE8C}" sibTransId="{8E315A20-8738-4669-9855-D6EEDD6F1A5C}"/>
    <dgm:cxn modelId="{AD1F47BA-D67E-488E-97F3-684D40CF3081}" srcId="{82734AA4-6810-423E-AD28-FFAD0D597C71}" destId="{AC987ED6-F21E-4618-81B7-D19BDEE22161}" srcOrd="2" destOrd="0" parTransId="{C6DEA95E-DCB5-48E0-9157-DFC2B14B85A1}" sibTransId="{76B2A4D2-60C7-41D4-8179-83A70298476B}"/>
    <dgm:cxn modelId="{2DFC55BB-C0B7-4A1C-B71C-2E64186596DC}" srcId="{308F8EC0-3258-4CEC-92BA-EAFA4E7292D8}" destId="{5D015523-B52F-413E-8C64-AEEC4AE8F9E8}" srcOrd="0" destOrd="0" parTransId="{269D41BB-F646-4CCF-A7EA-E6D89BB747AB}" sibTransId="{76B7A11C-B32B-4BFE-8DD3-34A3606C2F42}"/>
    <dgm:cxn modelId="{119C6AD1-7F3B-4C60-AE4D-005C98FED481}" srcId="{6752B979-30D6-4E95-8A9B-D22EC47CC3E5}" destId="{82734AA4-6810-423E-AD28-FFAD0D597C71}" srcOrd="2" destOrd="0" parTransId="{34DB0F9C-3C80-4951-BF23-D24CC7A7CD6C}" sibTransId="{C8EA7E76-CAED-427A-A59E-5D917024460C}"/>
    <dgm:cxn modelId="{540FF4D5-0591-431C-BCB2-265F80B96B40}" srcId="{EC18DB6A-2DDD-41B0-B002-468EC8C41E52}" destId="{A335721F-5FF1-423C-B5DF-5A4B9A125EB5}" srcOrd="0" destOrd="0" parTransId="{367148CD-EC2B-405D-984C-E07E4EDFE090}" sibTransId="{9BC59135-7DBD-49B8-8CDA-43D5ED60906D}"/>
    <dgm:cxn modelId="{105D0AE2-16DA-4B91-A270-91E0B0B3EBCF}" type="presOf" srcId="{EC18DB6A-2DDD-41B0-B002-468EC8C41E52}" destId="{939A144C-CF87-4535-BC77-D9B44694C5E0}" srcOrd="0" destOrd="0" presId="urn:microsoft.com/office/officeart/2005/8/layout/list1"/>
    <dgm:cxn modelId="{2BB932F8-3544-4D16-AABC-B06C9F7B0282}" srcId="{82734AA4-6810-423E-AD28-FFAD0D597C71}" destId="{5DE5F61E-3079-436B-9FF5-1667CD52C06A}" srcOrd="1" destOrd="0" parTransId="{40B4A647-DF89-4E5A-8CE5-90466535B97C}" sibTransId="{3BE2C8A2-441B-4ED4-9855-B8D965E3B1FF}"/>
    <dgm:cxn modelId="{9A9A470C-8FC2-4581-9EE7-BFB4CDAF19A8}" type="presParOf" srcId="{241DB4CA-2EB6-4E29-9965-20AF54928049}" destId="{BE21E601-8EA3-4FDA-BA6F-BA19DFCD929B}" srcOrd="0" destOrd="0" presId="urn:microsoft.com/office/officeart/2005/8/layout/list1"/>
    <dgm:cxn modelId="{6C5A10EE-454C-4CE6-85B7-4C64CA925896}" type="presParOf" srcId="{BE21E601-8EA3-4FDA-BA6F-BA19DFCD929B}" destId="{939A144C-CF87-4535-BC77-D9B44694C5E0}" srcOrd="0" destOrd="0" presId="urn:microsoft.com/office/officeart/2005/8/layout/list1"/>
    <dgm:cxn modelId="{111018EA-EEFF-4FBD-9B3C-177C62E0E77B}" type="presParOf" srcId="{BE21E601-8EA3-4FDA-BA6F-BA19DFCD929B}" destId="{DC6FF66A-AB06-4B20-995A-66E590404E91}" srcOrd="1" destOrd="0" presId="urn:microsoft.com/office/officeart/2005/8/layout/list1"/>
    <dgm:cxn modelId="{8532C3EB-B83F-41A9-9E56-62380DA4D462}" type="presParOf" srcId="{241DB4CA-2EB6-4E29-9965-20AF54928049}" destId="{B1699015-77FF-45D7-BBB7-115A3A17E6FC}" srcOrd="1" destOrd="0" presId="urn:microsoft.com/office/officeart/2005/8/layout/list1"/>
    <dgm:cxn modelId="{054461B4-D36E-4D41-AED3-18EF56177971}" type="presParOf" srcId="{241DB4CA-2EB6-4E29-9965-20AF54928049}" destId="{420A2214-40BF-4A3C-B04A-46F718B60CDC}" srcOrd="2" destOrd="0" presId="urn:microsoft.com/office/officeart/2005/8/layout/list1"/>
    <dgm:cxn modelId="{4294F85F-810E-47D6-B1EB-249AEB5A75F2}" type="presParOf" srcId="{241DB4CA-2EB6-4E29-9965-20AF54928049}" destId="{49EB3133-9EAF-4E9D-837C-5FE2B4E1A850}" srcOrd="3" destOrd="0" presId="urn:microsoft.com/office/officeart/2005/8/layout/list1"/>
    <dgm:cxn modelId="{D15EFE75-40FD-45E1-9804-8B1F81D4ADFA}" type="presParOf" srcId="{241DB4CA-2EB6-4E29-9965-20AF54928049}" destId="{4F4AFE2B-FEE2-4742-95A4-14B7A1E40421}" srcOrd="4" destOrd="0" presId="urn:microsoft.com/office/officeart/2005/8/layout/list1"/>
    <dgm:cxn modelId="{8AA4FFC3-6C68-4536-9326-5F2E01073334}" type="presParOf" srcId="{4F4AFE2B-FEE2-4742-95A4-14B7A1E40421}" destId="{566C963D-419A-4AB5-B85B-FDF9A7A29C0E}" srcOrd="0" destOrd="0" presId="urn:microsoft.com/office/officeart/2005/8/layout/list1"/>
    <dgm:cxn modelId="{A1B1D67A-00DC-40FC-A590-110231F6E80B}" type="presParOf" srcId="{4F4AFE2B-FEE2-4742-95A4-14B7A1E40421}" destId="{9BAC9B11-0E0B-43E4-A54A-CE6D372E604E}" srcOrd="1" destOrd="0" presId="urn:microsoft.com/office/officeart/2005/8/layout/list1"/>
    <dgm:cxn modelId="{81F38294-D138-4B9A-BA53-EC8E18CD7060}" type="presParOf" srcId="{241DB4CA-2EB6-4E29-9965-20AF54928049}" destId="{D268CBC6-645C-4ACA-9ABC-88FC972C6DEF}" srcOrd="5" destOrd="0" presId="urn:microsoft.com/office/officeart/2005/8/layout/list1"/>
    <dgm:cxn modelId="{96DE9A6D-5390-485B-885F-86F99CB0B42D}" type="presParOf" srcId="{241DB4CA-2EB6-4E29-9965-20AF54928049}" destId="{4A9E565D-A669-4082-8946-4918DA32CC19}" srcOrd="6" destOrd="0" presId="urn:microsoft.com/office/officeart/2005/8/layout/list1"/>
    <dgm:cxn modelId="{7E26892E-8717-402E-96D5-D3A328F5ED6F}" type="presParOf" srcId="{241DB4CA-2EB6-4E29-9965-20AF54928049}" destId="{8ACADD5E-E38A-4448-AEA0-6C1732976C44}" srcOrd="7" destOrd="0" presId="urn:microsoft.com/office/officeart/2005/8/layout/list1"/>
    <dgm:cxn modelId="{E8CCACD8-7892-4F35-B510-88A682ED9F25}" type="presParOf" srcId="{241DB4CA-2EB6-4E29-9965-20AF54928049}" destId="{B48CDEB9-367A-404C-B90C-D3A585F12220}" srcOrd="8" destOrd="0" presId="urn:microsoft.com/office/officeart/2005/8/layout/list1"/>
    <dgm:cxn modelId="{B9FD945D-ED34-4C04-B365-F2B29F1C13E7}" type="presParOf" srcId="{B48CDEB9-367A-404C-B90C-D3A585F12220}" destId="{30F8B363-FEE8-420D-AC60-A6B8B82A6195}" srcOrd="0" destOrd="0" presId="urn:microsoft.com/office/officeart/2005/8/layout/list1"/>
    <dgm:cxn modelId="{FC5CD5E5-1DF7-46BE-B641-364C379C4BFA}" type="presParOf" srcId="{B48CDEB9-367A-404C-B90C-D3A585F12220}" destId="{403DC976-C7CD-467A-8FF8-2A1BAB35F599}" srcOrd="1" destOrd="0" presId="urn:microsoft.com/office/officeart/2005/8/layout/list1"/>
    <dgm:cxn modelId="{4C032DEB-4F90-4ADC-81B0-4EC2C32B84AC}" type="presParOf" srcId="{241DB4CA-2EB6-4E29-9965-20AF54928049}" destId="{B1E03EB3-0A02-4276-8D32-93F7D969DE92}" srcOrd="9" destOrd="0" presId="urn:microsoft.com/office/officeart/2005/8/layout/list1"/>
    <dgm:cxn modelId="{DC6B46A9-733C-4AC6-A009-3635C63A1BD9}" type="presParOf" srcId="{241DB4CA-2EB6-4E29-9965-20AF54928049}" destId="{0F3F59CA-BB64-4C54-B83B-933F09D07BB0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0A2214-40BF-4A3C-B04A-46F718B60CDC}">
      <dsp:nvSpPr>
        <dsp:cNvPr id="0" name=""/>
        <dsp:cNvSpPr/>
      </dsp:nvSpPr>
      <dsp:spPr>
        <a:xfrm>
          <a:off x="0" y="403555"/>
          <a:ext cx="9058183" cy="97438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3016" tIns="187452" rIns="70301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Màu</a:t>
          </a:r>
          <a:r>
            <a:rPr lang="en-US" sz="1300" kern="1200">
              <a:latin typeface="Times New Roman" panose="02020603050405020304" pitchFamily="18" charset="0"/>
              <a:cs typeface="Times New Roman" panose="02020603050405020304" pitchFamily="18" charset="0"/>
            </a:rPr>
            <a:t> cam: </a:t>
          </a:r>
          <a:r>
            <a:rPr lang="en-US" sz="13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chế</a:t>
          </a:r>
          <a:r>
            <a:rPr lang="en-US" sz="13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độ</a:t>
          </a:r>
          <a:r>
            <a:rPr lang="en-US" sz="1300" kern="1200">
              <a:latin typeface="Times New Roman" panose="02020603050405020304" pitchFamily="18" charset="0"/>
              <a:cs typeface="Times New Roman" panose="02020603050405020304" pitchFamily="18" charset="0"/>
            </a:rPr>
            <a:t> STOP.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Màu</a:t>
          </a:r>
          <a:r>
            <a:rPr lang="en-US" sz="13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xanh</a:t>
          </a:r>
          <a:r>
            <a:rPr lang="en-US" sz="13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lá</a:t>
          </a:r>
          <a:r>
            <a:rPr lang="en-US" sz="1300" kern="1200">
              <a:latin typeface="Times New Roman" panose="02020603050405020304" pitchFamily="18" charset="0"/>
              <a:cs typeface="Times New Roman" panose="02020603050405020304" pitchFamily="18" charset="0"/>
            </a:rPr>
            <a:t>: </a:t>
          </a:r>
          <a:r>
            <a:rPr lang="en-US" sz="13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chế</a:t>
          </a:r>
          <a:r>
            <a:rPr lang="en-US" sz="13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độ</a:t>
          </a:r>
          <a:r>
            <a:rPr lang="en-US" sz="1300" kern="1200">
              <a:latin typeface="Times New Roman" panose="02020603050405020304" pitchFamily="18" charset="0"/>
              <a:cs typeface="Times New Roman" panose="02020603050405020304" pitchFamily="18" charset="0"/>
            </a:rPr>
            <a:t> RUN.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Trạng</a:t>
          </a: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thái</a:t>
          </a: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nhấp</a:t>
          </a: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nháy</a:t>
          </a: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(</a:t>
          </a:r>
          <a:r>
            <a:rPr lang="en-US" sz="1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màu</a:t>
          </a: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cam </a:t>
          </a:r>
          <a:r>
            <a:rPr lang="en-US" sz="1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và</a:t>
          </a: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xanh</a:t>
          </a: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lá</a:t>
          </a: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thay</a:t>
          </a: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đổi</a:t>
          </a: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luân</a:t>
          </a: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phiên</a:t>
          </a: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): CPU </a:t>
          </a:r>
          <a:r>
            <a:rPr lang="en-US" sz="1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đang</a:t>
          </a: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khởi</a:t>
          </a: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động</a:t>
          </a: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sz="1300" kern="1200" dirty="0"/>
        </a:p>
      </dsp:txBody>
      <dsp:txXfrm>
        <a:off x="0" y="403555"/>
        <a:ext cx="9058183" cy="974381"/>
      </dsp:txXfrm>
    </dsp:sp>
    <dsp:sp modelId="{DC6FF66A-AB06-4B20-995A-66E590404E91}">
      <dsp:nvSpPr>
        <dsp:cNvPr id="0" name=""/>
        <dsp:cNvSpPr/>
      </dsp:nvSpPr>
      <dsp:spPr>
        <a:xfrm>
          <a:off x="452909" y="26643"/>
          <a:ext cx="6340728" cy="539272"/>
        </a:xfrm>
        <a:prstGeom prst="roundRect">
          <a:avLst/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239664" tIns="0" rIns="239664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a) STOP/RUN</a:t>
          </a:r>
          <a:endParaRPr lang="en-US" sz="1300" kern="1200" dirty="0"/>
        </a:p>
      </dsp:txBody>
      <dsp:txXfrm>
        <a:off x="479234" y="52968"/>
        <a:ext cx="6288078" cy="486622"/>
      </dsp:txXfrm>
    </dsp:sp>
    <dsp:sp modelId="{4A9E565D-A669-4082-8946-4918DA32CC19}">
      <dsp:nvSpPr>
        <dsp:cNvPr id="0" name=""/>
        <dsp:cNvSpPr/>
      </dsp:nvSpPr>
      <dsp:spPr>
        <a:xfrm>
          <a:off x="0" y="1825349"/>
          <a:ext cx="9058183" cy="74385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3016" tIns="187452" rIns="70301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Màu</a:t>
          </a:r>
          <a:r>
            <a:rPr lang="en-US" sz="13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đỏ</a:t>
          </a:r>
          <a:r>
            <a:rPr lang="en-US" sz="1300" kern="1200">
              <a:latin typeface="Times New Roman" panose="02020603050405020304" pitchFamily="18" charset="0"/>
              <a:cs typeface="Times New Roman" panose="02020603050405020304" pitchFamily="18" charset="0"/>
            </a:rPr>
            <a:t>: </a:t>
          </a:r>
          <a:r>
            <a:rPr lang="en-US" sz="13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phần</a:t>
          </a:r>
          <a:r>
            <a:rPr lang="en-US" sz="13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cứng</a:t>
          </a:r>
          <a:r>
            <a:rPr lang="en-US" sz="13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bị</a:t>
          </a:r>
          <a:r>
            <a:rPr lang="en-US" sz="13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hỏng</a:t>
          </a:r>
          <a:r>
            <a:rPr lang="en-US" sz="1300" kern="120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Màu</a:t>
          </a:r>
          <a:r>
            <a:rPr lang="en-US" sz="13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đỏ</a:t>
          </a:r>
          <a:r>
            <a:rPr lang="en-US" sz="13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nhấp</a:t>
          </a:r>
          <a:r>
            <a:rPr lang="en-US" sz="13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nháy</a:t>
          </a:r>
          <a:r>
            <a:rPr lang="en-US" sz="1300" kern="1200">
              <a:latin typeface="Times New Roman" panose="02020603050405020304" pitchFamily="18" charset="0"/>
              <a:cs typeface="Times New Roman" panose="02020603050405020304" pitchFamily="18" charset="0"/>
            </a:rPr>
            <a:t>: </a:t>
          </a:r>
          <a:r>
            <a:rPr lang="en-US" sz="13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lỗi</a:t>
          </a:r>
          <a:r>
            <a:rPr lang="en-US" sz="13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đơn</a:t>
          </a:r>
          <a:r>
            <a:rPr lang="en-US" sz="1300" kern="120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3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như</a:t>
          </a:r>
          <a:r>
            <a:rPr lang="en-US" sz="13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một</a:t>
          </a:r>
          <a:r>
            <a:rPr lang="en-US" sz="13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lỗi</a:t>
          </a:r>
          <a:r>
            <a:rPr lang="en-US" sz="13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bên</a:t>
          </a:r>
          <a:r>
            <a:rPr lang="en-US" sz="13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trong</a:t>
          </a:r>
          <a:r>
            <a:rPr lang="en-US" sz="1300" kern="1200">
              <a:latin typeface="Times New Roman" panose="02020603050405020304" pitchFamily="18" charset="0"/>
              <a:cs typeface="Times New Roman" panose="02020603050405020304" pitchFamily="18" charset="0"/>
            </a:rPr>
            <a:t> CPU, </a:t>
          </a:r>
          <a:r>
            <a:rPr lang="en-US" sz="13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một</a:t>
          </a:r>
          <a:r>
            <a:rPr lang="en-US" sz="13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lỗi</a:t>
          </a:r>
          <a:r>
            <a:rPr lang="en-US" sz="13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phía</a:t>
          </a:r>
          <a:r>
            <a:rPr lang="en-US" sz="13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thẻ</a:t>
          </a:r>
          <a:r>
            <a:rPr lang="en-US" sz="13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nhớ</a:t>
          </a:r>
          <a:r>
            <a:rPr lang="en-US" sz="13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hoặc</a:t>
          </a:r>
          <a:r>
            <a:rPr lang="en-US" sz="13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lỗi</a:t>
          </a:r>
          <a:r>
            <a:rPr lang="en-US" sz="13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nào</a:t>
          </a:r>
          <a:r>
            <a:rPr lang="en-US" sz="13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đó</a:t>
          </a:r>
          <a:r>
            <a:rPr lang="en-US" sz="13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về</a:t>
          </a:r>
          <a:r>
            <a:rPr lang="en-US" sz="13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cấu</a:t>
          </a:r>
          <a:r>
            <a:rPr lang="en-US" sz="13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hình</a:t>
          </a:r>
          <a:endParaRPr lang="en-US" sz="1300" kern="1200"/>
        </a:p>
      </dsp:txBody>
      <dsp:txXfrm>
        <a:off x="0" y="1825349"/>
        <a:ext cx="9058183" cy="743852"/>
      </dsp:txXfrm>
    </dsp:sp>
    <dsp:sp modelId="{9BAC9B11-0E0B-43E4-A54A-CE6D372E604E}">
      <dsp:nvSpPr>
        <dsp:cNvPr id="0" name=""/>
        <dsp:cNvSpPr/>
      </dsp:nvSpPr>
      <dsp:spPr>
        <a:xfrm>
          <a:off x="452909" y="1437336"/>
          <a:ext cx="6340728" cy="531043"/>
        </a:xfrm>
        <a:prstGeom prst="roundRect">
          <a:avLst/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239664" tIns="0" rIns="239664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b) ERROR</a:t>
          </a:r>
          <a:endParaRPr lang="en-US" sz="1300" kern="1200"/>
        </a:p>
      </dsp:txBody>
      <dsp:txXfrm>
        <a:off x="478832" y="1463259"/>
        <a:ext cx="6288882" cy="479197"/>
      </dsp:txXfrm>
    </dsp:sp>
    <dsp:sp modelId="{0F3F59CA-BB64-4C54-B83B-933F09D07BB0}">
      <dsp:nvSpPr>
        <dsp:cNvPr id="0" name=""/>
        <dsp:cNvSpPr/>
      </dsp:nvSpPr>
      <dsp:spPr>
        <a:xfrm>
          <a:off x="0" y="3134322"/>
          <a:ext cx="9058183" cy="94052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3016" tIns="187452" rIns="70301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Thay</a:t>
          </a:r>
          <a:r>
            <a:rPr lang="en-US" sz="13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đổi</a:t>
          </a:r>
          <a:r>
            <a:rPr lang="en-US" sz="1300" kern="1200">
              <a:latin typeface="Times New Roman" panose="02020603050405020304" pitchFamily="18" charset="0"/>
              <a:cs typeface="Times New Roman" panose="02020603050405020304" pitchFamily="18" charset="0"/>
            </a:rPr>
            <a:t> CPU sang </a:t>
          </a:r>
          <a:r>
            <a:rPr lang="en-US" sz="13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chế</a:t>
          </a:r>
          <a:r>
            <a:rPr lang="en-US" sz="13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độ</a:t>
          </a:r>
          <a:r>
            <a:rPr lang="en-US" sz="1300" kern="1200">
              <a:latin typeface="Times New Roman" panose="02020603050405020304" pitchFamily="18" charset="0"/>
              <a:cs typeface="Times New Roman" panose="02020603050405020304" pitchFamily="18" charset="0"/>
            </a:rPr>
            <a:t> RUN.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Thực</a:t>
          </a:r>
          <a:r>
            <a:rPr lang="en-US" sz="13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hiện</a:t>
          </a:r>
          <a:r>
            <a:rPr lang="en-US" sz="13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đặt</a:t>
          </a:r>
          <a:r>
            <a:rPr lang="en-US" sz="13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lại</a:t>
          </a:r>
          <a:r>
            <a:rPr lang="en-US" sz="13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bộ</a:t>
          </a:r>
          <a:r>
            <a:rPr lang="en-US" sz="1300" kern="120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nhớ</a:t>
          </a:r>
          <a:r>
            <a:rPr lang="en-US" sz="1300" kern="1200">
              <a:latin typeface="Times New Roman" panose="02020603050405020304" pitchFamily="18" charset="0"/>
              <a:cs typeface="Times New Roman" panose="02020603050405020304" pitchFamily="18" charset="0"/>
            </a:rPr>
            <a:t> (MRES).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Chu </a:t>
          </a:r>
          <a:r>
            <a:rPr lang="en-US" sz="1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trình</a:t>
          </a: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cấp</a:t>
          </a: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điện</a:t>
          </a: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CPU.</a:t>
          </a:r>
          <a:endParaRPr lang="en-US" sz="1300" kern="1200" dirty="0"/>
        </a:p>
      </dsp:txBody>
      <dsp:txXfrm>
        <a:off x="0" y="3134322"/>
        <a:ext cx="9058183" cy="940528"/>
      </dsp:txXfrm>
    </dsp:sp>
    <dsp:sp modelId="{403DC976-C7CD-467A-8FF8-2A1BAB35F599}">
      <dsp:nvSpPr>
        <dsp:cNvPr id="0" name=""/>
        <dsp:cNvSpPr/>
      </dsp:nvSpPr>
      <dsp:spPr>
        <a:xfrm>
          <a:off x="452909" y="2659019"/>
          <a:ext cx="6340728" cy="660766"/>
        </a:xfrm>
        <a:prstGeom prst="roundRect">
          <a:avLst/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239664" tIns="0" rIns="239664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c) MAINT  </a:t>
          </a: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(Maintenance: </a:t>
          </a:r>
          <a:r>
            <a:rPr lang="en-US" sz="1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nhấp</a:t>
          </a: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nháy</a:t>
          </a: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khi</a:t>
          </a: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gắn</a:t>
          </a: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vào</a:t>
          </a: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một</a:t>
          </a: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thẻ</a:t>
          </a: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nhớ</a:t>
          </a: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). CPU </a:t>
          </a:r>
          <a:r>
            <a:rPr lang="en-US" sz="1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chuyển</a:t>
          </a: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sang </a:t>
          </a:r>
          <a:r>
            <a:rPr lang="en-US" sz="1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chế</a:t>
          </a: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độ</a:t>
          </a: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STOP. </a:t>
          </a:r>
          <a:r>
            <a:rPr lang="en-US" sz="1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Sau</a:t>
          </a: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đó</a:t>
          </a: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thực</a:t>
          </a: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hiện</a:t>
          </a: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một</a:t>
          </a: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trong</a:t>
          </a: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các</a:t>
          </a: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hàm</a:t>
          </a: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sau</a:t>
          </a: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để</a:t>
          </a: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bắt</a:t>
          </a: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đầu</a:t>
          </a: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việc</a:t>
          </a: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định</a:t>
          </a: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lượng</a:t>
          </a: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thẻ</a:t>
          </a: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nhớ</a:t>
          </a: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:</a:t>
          </a:r>
          <a:endParaRPr lang="en-US" sz="1300" kern="1200" dirty="0"/>
        </a:p>
      </dsp:txBody>
      <dsp:txXfrm>
        <a:off x="485165" y="2691275"/>
        <a:ext cx="6276216" cy="5962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DEF37C-3239-4CC1-9458-1F4F89E202E7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567F6F-AC6B-4134-8A12-A6DFC3D57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825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5148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76156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62329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5247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63998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40501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18841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76000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19271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60515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00596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34292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51813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515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endParaRPr lang="en-US" altLang="en-US" dirty="0">
              <a:solidFill>
                <a:srgbClr val="000000"/>
              </a:solidFill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0515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51248B-0CA5-4003-A1C4-85DA3F788B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71832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6115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461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93E0FCE-8BAB-41A6-9695-3E5F75C21E84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8824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054E70C-47C2-4482-8988-74AF4DA451C8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672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C3DC5AC-A2C3-434D-9582-E0EC0F6FAA16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8420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9D51F59-BE09-49EF-946D-237576B9685B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1696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67DB86A-4D3F-4176-86D2-120FC381B7C2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7339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A8AA00D-68EE-4067-BF52-4AAB8CCFAC32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0254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4A71BA5-2B67-4F9A-91BC-1DB91DB7E825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0729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0E06C07-1723-4142-A5DC-829C5D45E06D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0065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7370940-1979-4244-9AD8-282EE740D23D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8703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3E4EF4D-25D8-42A0-896B-A7FD1DB7D984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5385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4F2807B-369F-4B8A-9F9F-3093857B5C91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515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mtClean="0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AAE3A-2ACC-48DC-A270-F0C60EC6FDA1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54512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blackWhite">
          <a:xfrm>
            <a:off x="254000" y="263525"/>
            <a:ext cx="11684000" cy="633095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3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3929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255588" y="265113"/>
            <a:ext cx="11684000" cy="63325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3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4838" y="1196975"/>
            <a:ext cx="10982325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11" y="448056"/>
            <a:ext cx="6877120" cy="640080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9" y="1435608"/>
            <a:ext cx="4416552" cy="3977640"/>
          </a:xfrm>
        </p:spPr>
        <p:txBody>
          <a:bodyPr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fld id="{D3BA31E0-D02B-4C72-92FB-E6211966027E}" type="datetimeFigureOut"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t>5/25/2026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3"/>
          </p:nvPr>
        </p:nvSpPr>
        <p:spPr>
          <a:xfrm>
            <a:off x="8370888" y="6203950"/>
            <a:ext cx="3276600" cy="365125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fld id="{2A99E05D-9AF6-4DBB-8249-15FD60AE4BB7}" type="slidenum">
              <a:rPr kumimoji="0" lang="en-US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t>‹#›</a:t>
            </a:fld>
            <a:endParaRPr kumimoji="0" lang="en-US" altLang="en-US" sz="8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65865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254000" y="263525"/>
            <a:ext cx="11684000" cy="633095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3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 userDrawn="1"/>
        </p:nvSpPr>
        <p:spPr bwMode="blackWhite">
          <a:xfrm>
            <a:off x="254000" y="263525"/>
            <a:ext cx="11684000" cy="207168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3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9" y="1536192"/>
            <a:ext cx="6876288" cy="640080"/>
          </a:xfrm>
        </p:spPr>
        <p:txBody>
          <a:bodyPr>
            <a:normAutofit/>
          </a:bodyPr>
          <a:lstStyle>
            <a:lvl1pPr>
              <a:defRPr sz="270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501" y="2560320"/>
            <a:ext cx="9445753" cy="3977640"/>
          </a:xfrm>
        </p:spPr>
        <p:txBody>
          <a:bodyPr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025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fld id="{B930ADF8-94E5-4220-A61F-562A5FFF2652}" type="datetimeFigureOut"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t>5/25/2026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fld id="{A0FCC8B3-8AA3-41AC-8D96-758D922C7515}" type="slidenum">
              <a:rPr kumimoji="0" lang="en-US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t>‹#›</a:t>
            </a:fld>
            <a:endParaRPr kumimoji="0" lang="en-US" altLang="en-US" sz="8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86534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54"/>
            <a:ext cx="10363200" cy="1470025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Times New Roman" panose="02020603050405020304" pitchFamily="18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C885028-6C43-4AEC-8A23-5D273E1885A2}" type="slidenum">
              <a:rPr kumimoji="0" lang="en-US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95796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 userDrawn="1"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1"/>
          <p:cNvSpPr txBox="1">
            <a:spLocks/>
          </p:cNvSpPr>
          <p:nvPr userDrawn="1"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AUT206 - PLC CƠ BẢN</a:t>
            </a: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7" name="Picture 9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500"/>
            <a:ext cx="1201738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E2A845F-9870-47E0-86FF-D5B10359773B}" type="slidenum">
              <a:rPr kumimoji="0" lang="en-US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71452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29"/>
            <a:ext cx="10363200" cy="1362075"/>
          </a:xfrm>
        </p:spPr>
        <p:txBody>
          <a:bodyPr anchor="t"/>
          <a:lstStyle>
            <a:lvl1pPr algn="l">
              <a:defRPr sz="4000" b="1" cap="all">
                <a:latin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latin typeface="Times New Roman" panose="02020603050405020304" pitchFamily="18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5F5C626-45A0-46EF-9E58-C3CA54F08697}" type="slidenum">
              <a:rPr kumimoji="0" lang="en-US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95330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</p:spPr>
        <p:txBody>
          <a:bodyPr/>
          <a:lstStyle>
            <a:lvl1pPr>
              <a:defRPr sz="2800">
                <a:latin typeface="Times New Roman" panose="02020603050405020304" pitchFamily="18" charset="0"/>
              </a:defRPr>
            </a:lvl1pPr>
            <a:lvl2pPr>
              <a:defRPr sz="2400">
                <a:latin typeface="Times New Roman" panose="02020603050405020304" pitchFamily="18" charset="0"/>
              </a:defRPr>
            </a:lvl2pPr>
            <a:lvl3pPr>
              <a:defRPr sz="2000">
                <a:latin typeface="Times New Roman" panose="02020603050405020304" pitchFamily="18" charset="0"/>
              </a:defRPr>
            </a:lvl3pPr>
            <a:lvl4pPr>
              <a:defRPr sz="1800">
                <a:latin typeface="Times New Roman" panose="02020603050405020304" pitchFamily="18" charset="0"/>
              </a:defRPr>
            </a:lvl4pPr>
            <a:lvl5pPr>
              <a:defRPr sz="1800">
                <a:latin typeface="Times New Roman" panose="02020603050405020304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</p:spPr>
        <p:txBody>
          <a:bodyPr/>
          <a:lstStyle>
            <a:lvl1pPr>
              <a:defRPr sz="2800">
                <a:latin typeface="Times New Roman" panose="02020603050405020304" pitchFamily="18" charset="0"/>
              </a:defRPr>
            </a:lvl1pPr>
            <a:lvl2pPr>
              <a:defRPr sz="2400">
                <a:latin typeface="Times New Roman" panose="02020603050405020304" pitchFamily="18" charset="0"/>
              </a:defRPr>
            </a:lvl2pPr>
            <a:lvl3pPr>
              <a:defRPr sz="2000">
                <a:latin typeface="Times New Roman" panose="02020603050405020304" pitchFamily="18" charset="0"/>
              </a:defRPr>
            </a:lvl3pPr>
            <a:lvl4pPr>
              <a:defRPr sz="1800">
                <a:latin typeface="Times New Roman" panose="02020603050405020304" pitchFamily="18" charset="0"/>
              </a:defRPr>
            </a:lvl4pPr>
            <a:lvl5pPr>
              <a:defRPr sz="1800">
                <a:latin typeface="Times New Roman" panose="02020603050405020304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58AB801-7BEA-45FE-9251-E37D29ADF496}" type="slidenum">
              <a:rPr kumimoji="0" lang="en-US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83823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>
                <a:latin typeface="Times New Roman" panose="02020603050405020304" pitchFamily="18" charset="0"/>
              </a:defRPr>
            </a:lvl1pPr>
            <a:lvl2pPr>
              <a:defRPr sz="2000">
                <a:latin typeface="Times New Roman" panose="02020603050405020304" pitchFamily="18" charset="0"/>
              </a:defRPr>
            </a:lvl2pPr>
            <a:lvl3pPr>
              <a:defRPr sz="1800">
                <a:latin typeface="Times New Roman" panose="02020603050405020304" pitchFamily="18" charset="0"/>
              </a:defRPr>
            </a:lvl3pPr>
            <a:lvl4pPr>
              <a:defRPr sz="1600">
                <a:latin typeface="Times New Roman" panose="02020603050405020304" pitchFamily="18" charset="0"/>
              </a:defRPr>
            </a:lvl4pPr>
            <a:lvl5pPr>
              <a:defRPr sz="1600">
                <a:latin typeface="Times New Roman" panose="02020603050405020304" pitchFamily="18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8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86" y="2174875"/>
            <a:ext cx="5389033" cy="3951288"/>
          </a:xfrm>
        </p:spPr>
        <p:txBody>
          <a:bodyPr/>
          <a:lstStyle>
            <a:lvl1pPr>
              <a:defRPr sz="2400">
                <a:latin typeface="Times New Roman" panose="02020603050405020304" pitchFamily="18" charset="0"/>
              </a:defRPr>
            </a:lvl1pPr>
            <a:lvl2pPr>
              <a:defRPr sz="2000">
                <a:latin typeface="Times New Roman" panose="02020603050405020304" pitchFamily="18" charset="0"/>
              </a:defRPr>
            </a:lvl2pPr>
            <a:lvl3pPr>
              <a:defRPr sz="1800">
                <a:latin typeface="Times New Roman" panose="02020603050405020304" pitchFamily="18" charset="0"/>
              </a:defRPr>
            </a:lvl3pPr>
            <a:lvl4pPr>
              <a:defRPr sz="1600">
                <a:latin typeface="Times New Roman" panose="02020603050405020304" pitchFamily="18" charset="0"/>
              </a:defRPr>
            </a:lvl4pPr>
            <a:lvl5pPr>
              <a:defRPr sz="1600">
                <a:latin typeface="Times New Roman" panose="02020603050405020304" pitchFamily="18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29322F2-0EB2-4313-997B-CA345170667A}" type="slidenum">
              <a:rPr kumimoji="0" lang="en-US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27698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5B2490-8E55-4AAA-82F6-A3F7CF418A16}" type="slidenum">
              <a:rPr kumimoji="0" lang="en-US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69412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A91D3B4-5A6F-40CA-BA29-7FF68EE686D4}" type="slidenum">
              <a:rPr kumimoji="0" lang="en-US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50504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>
                <a:latin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79"/>
            <a:ext cx="6815667" cy="5853113"/>
          </a:xfrm>
        </p:spPr>
        <p:txBody>
          <a:bodyPr/>
          <a:lstStyle>
            <a:lvl1pPr>
              <a:defRPr sz="3200">
                <a:latin typeface="Times New Roman" panose="02020603050405020304" pitchFamily="18" charset="0"/>
              </a:defRPr>
            </a:lvl1pPr>
            <a:lvl2pPr>
              <a:defRPr sz="2800">
                <a:latin typeface="Times New Roman" panose="02020603050405020304" pitchFamily="18" charset="0"/>
              </a:defRPr>
            </a:lvl2pPr>
            <a:lvl3pPr>
              <a:defRPr sz="2400">
                <a:latin typeface="Times New Roman" panose="02020603050405020304" pitchFamily="18" charset="0"/>
              </a:defRPr>
            </a:lvl3pPr>
            <a:lvl4pPr>
              <a:defRPr sz="2000">
                <a:latin typeface="Times New Roman" panose="02020603050405020304" pitchFamily="18" charset="0"/>
              </a:defRPr>
            </a:lvl4pPr>
            <a:lvl5pPr>
              <a:defRPr sz="2000">
                <a:latin typeface="Times New Roman" panose="02020603050405020304" pitchFamily="18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>
                <a:latin typeface="Times New Roman" panose="02020603050405020304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374517C-903C-43ED-95C3-A2AD809374EB}" type="slidenum">
              <a:rPr kumimoji="0" lang="en-US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31090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>
                <a:latin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>
                <a:latin typeface="Times New Roman" panose="02020603050405020304" pitchFamily="18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>
                <a:latin typeface="Times New Roman" panose="02020603050405020304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73C90D4-9AED-4A31-BEA7-B4A13D9C0FAC}" type="slidenum">
              <a:rPr kumimoji="0" lang="en-US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34521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B9408F8-F42D-44CD-8A8D-D9895C7851C4}" type="slidenum">
              <a:rPr kumimoji="0" lang="en-US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50731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67"/>
            <a:ext cx="2743200" cy="5851525"/>
          </a:xfrm>
        </p:spPr>
        <p:txBody>
          <a:bodyPr vert="eaVert"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67"/>
            <a:ext cx="8026400" cy="5851525"/>
          </a:xfrm>
        </p:spPr>
        <p:txBody>
          <a:bodyPr vert="eaVert"/>
          <a:lstStyle>
            <a:lvl1pPr>
              <a:defRPr>
                <a:latin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E006642-6D9E-4802-B51E-4A3620ABCF0D}" type="slidenum">
              <a:rPr kumimoji="0" lang="en-US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3012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717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rgbClr val="898989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MEC116– CAE (ỨNG DỤNG PHẦN MỀN THIẾT KẾ 3D)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B3A981B-C2C6-4DFD-8CB5-5FAE08E7F329}" type="slidenum">
              <a:rPr kumimoji="0" lang="en-US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6983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5588" y="265113"/>
            <a:ext cx="11684000" cy="633253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3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075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520700" y="447675"/>
            <a:ext cx="6877050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076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435100"/>
            <a:ext cx="4414838" cy="397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750" y="6203950"/>
            <a:ext cx="3276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80000"/>
              </a:lnSpc>
              <a:spcBef>
                <a:spcPct val="20000"/>
              </a:spcBef>
              <a:buFontTx/>
              <a:buChar char="•"/>
              <a:defRPr sz="800" smtClean="0">
                <a:solidFill>
                  <a:srgbClr val="595959"/>
                </a:solidFill>
                <a:latin typeface="Times New Roman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fld id="{BDBFA0E5-0631-4C6D-B27D-BF816283A6E3}" type="datetimeFigureOut"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t>5/25/2026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lnSpc>
                <a:spcPct val="80000"/>
              </a:lnSpc>
              <a:spcBef>
                <a:spcPct val="20000"/>
              </a:spcBef>
              <a:buFontTx/>
              <a:buChar char="•"/>
              <a:defRPr sz="800" smtClean="0">
                <a:solidFill>
                  <a:srgbClr val="595959"/>
                </a:solidFill>
                <a:latin typeface="Times New Roman" pitchFamily="18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650" y="6203950"/>
            <a:ext cx="3276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80000"/>
              </a:lnSpc>
              <a:spcBef>
                <a:spcPct val="20000"/>
              </a:spcBef>
              <a:buFontTx/>
              <a:buChar char="•"/>
              <a:defRPr sz="800">
                <a:solidFill>
                  <a:srgbClr val="595959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fld id="{5289B5E9-CF14-479A-B1BA-9851330519EC}" type="slidenum">
              <a:rPr kumimoji="0" lang="en-US" alt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  <a:defRPr/>
              </a:pPr>
              <a:t>‹#›</a:t>
            </a:fld>
            <a:endParaRPr kumimoji="0" lang="en-US" altLang="en-US" sz="8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4838" y="1196975"/>
            <a:ext cx="10982325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5385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</p:sldLayoutIdLst>
  <p:txStyles>
    <p:titleStyle>
      <a:lvl1pPr algn="l" defTabSz="685800" rtl="0" eaLnBrk="0" fontAlgn="base" hangingPunct="0">
        <a:spcBef>
          <a:spcPct val="0"/>
        </a:spcBef>
        <a:spcAft>
          <a:spcPct val="0"/>
        </a:spcAft>
        <a:defRPr sz="2400" kern="1200">
          <a:solidFill>
            <a:schemeClr val="tx1"/>
          </a:solidFill>
          <a:latin typeface="Times New Roman" panose="02020603050405020304" pitchFamily="18" charset="0"/>
          <a:ea typeface="+mj-ea"/>
          <a:cs typeface="+mj-cs"/>
        </a:defRPr>
      </a:lvl1pPr>
      <a:lvl2pPr algn="l" defTabSz="6858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Times New Roman" panose="02020603050405020304" pitchFamily="18" charset="0"/>
        </a:defRPr>
      </a:lvl2pPr>
      <a:lvl3pPr algn="l" defTabSz="6858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Times New Roman" panose="02020603050405020304" pitchFamily="18" charset="0"/>
        </a:defRPr>
      </a:lvl3pPr>
      <a:lvl4pPr algn="l" defTabSz="6858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Times New Roman" panose="02020603050405020304" pitchFamily="18" charset="0"/>
        </a:defRPr>
      </a:lvl4pPr>
      <a:lvl5pPr algn="l" defTabSz="6858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Times New Roman" panose="02020603050405020304" pitchFamily="18" charset="0"/>
        </a:defRPr>
      </a:lvl5pPr>
      <a:lvl6pPr marL="457200" algn="l" defTabSz="6858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Segoe UI Light" panose="020B0502040204020203" pitchFamily="34" charset="0"/>
        </a:defRPr>
      </a:lvl6pPr>
      <a:lvl7pPr marL="914400" algn="l" defTabSz="6858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Segoe UI Light" panose="020B0502040204020203" pitchFamily="34" charset="0"/>
        </a:defRPr>
      </a:lvl7pPr>
      <a:lvl8pPr marL="1371600" algn="l" defTabSz="6858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Segoe UI Light" panose="020B0502040204020203" pitchFamily="34" charset="0"/>
        </a:defRPr>
      </a:lvl8pPr>
      <a:lvl9pPr marL="1828800" algn="l" defTabSz="685800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Segoe UI Light" panose="020B0502040204020203" pitchFamily="34" charset="0"/>
        </a:defRPr>
      </a:lvl9pPr>
    </p:titleStyle>
    <p:bodyStyle>
      <a:lvl1pPr marL="342900" indent="-342900" algn="l" defTabSz="685800" rtl="0" eaLnBrk="0" fontAlgn="base" hangingPunct="0">
        <a:lnSpc>
          <a:spcPct val="150000"/>
        </a:lnSpc>
        <a:spcBef>
          <a:spcPts val="750"/>
        </a:spcBef>
        <a:spcAft>
          <a:spcPts val="900"/>
        </a:spcAft>
        <a:defRPr lang="en-US" sz="1200" kern="1200" dirty="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171450" indent="-171450" algn="l" defTabSz="685800" rtl="0" eaLnBrk="0" fontAlgn="base" hangingPunct="0">
        <a:lnSpc>
          <a:spcPct val="150000"/>
        </a:lnSpc>
        <a:spcBef>
          <a:spcPts val="750"/>
        </a:spcBef>
        <a:spcAft>
          <a:spcPts val="9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514350" indent="-171450" algn="l" defTabSz="685800" rtl="0" eaLnBrk="0" fontAlgn="base" hangingPunct="0">
        <a:lnSpc>
          <a:spcPct val="150000"/>
        </a:lnSpc>
        <a:spcBef>
          <a:spcPts val="750"/>
        </a:spcBef>
        <a:spcAft>
          <a:spcPts val="9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857250" indent="-171450" algn="l" defTabSz="685800" rtl="0" eaLnBrk="0" fontAlgn="base" hangingPunct="0">
        <a:lnSpc>
          <a:spcPct val="150000"/>
        </a:lnSpc>
        <a:spcBef>
          <a:spcPts val="750"/>
        </a:spcBef>
        <a:spcAft>
          <a:spcPts val="9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1200150" indent="-171450" algn="l" defTabSz="685800" rtl="0" eaLnBrk="0" fontAlgn="base" hangingPunct="0">
        <a:lnSpc>
          <a:spcPct val="150000"/>
        </a:lnSpc>
        <a:spcBef>
          <a:spcPts val="750"/>
        </a:spcBef>
        <a:spcAft>
          <a:spcPts val="9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1543124" indent="-171458" algn="l" defTabSz="685832" rtl="0" eaLnBrk="1" latinLnBrk="0" hangingPunct="1">
        <a:lnSpc>
          <a:spcPct val="150000"/>
        </a:lnSpc>
        <a:spcBef>
          <a:spcPts val="750"/>
        </a:spcBef>
        <a:spcAft>
          <a:spcPts val="899"/>
        </a:spcAft>
        <a:buFont typeface="Arial" panose="020B0604020202020204" pitchFamily="34" charset="0"/>
        <a:buChar char="•"/>
        <a:defRPr lang="en-US" sz="899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1886038" indent="-171458" algn="l" defTabSz="685832" rtl="0" eaLnBrk="1" latinLnBrk="0" hangingPunct="1">
        <a:lnSpc>
          <a:spcPct val="150000"/>
        </a:lnSpc>
        <a:spcBef>
          <a:spcPts val="750"/>
        </a:spcBef>
        <a:spcAft>
          <a:spcPts val="899"/>
        </a:spcAft>
        <a:buFont typeface="Arial" panose="020B0604020202020204" pitchFamily="34" charset="0"/>
        <a:buChar char="•"/>
        <a:defRPr lang="en-US" sz="899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228954" indent="-171458" algn="l" defTabSz="685832" rtl="0" eaLnBrk="1" latinLnBrk="0" hangingPunct="1">
        <a:lnSpc>
          <a:spcPct val="150000"/>
        </a:lnSpc>
        <a:spcBef>
          <a:spcPts val="750"/>
        </a:spcBef>
        <a:spcAft>
          <a:spcPts val="899"/>
        </a:spcAft>
        <a:buFont typeface="Arial" panose="020B0604020202020204" pitchFamily="34" charset="0"/>
        <a:buChar char="•"/>
        <a:defRPr lang="en-US" sz="899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2571870" indent="-171458" algn="l" defTabSz="685832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8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32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1pPr>
      <a:lvl2pPr marL="342917" algn="l" defTabSz="685832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2pPr>
      <a:lvl3pPr marL="685832" algn="l" defTabSz="685832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3pPr>
      <a:lvl4pPr marL="1028749" algn="l" defTabSz="685832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3" algn="l" defTabSz="685832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5pPr>
      <a:lvl6pPr marL="1714580" algn="l" defTabSz="685832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6pPr>
      <a:lvl7pPr marL="2057496" algn="l" defTabSz="685832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7pPr>
      <a:lvl8pPr marL="2400413" algn="l" defTabSz="685832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8pPr>
      <a:lvl9pPr marL="2743328" algn="l" defTabSz="685832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 smtClean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 smtClean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9DAAEFA-6D00-4774-9254-65936C3AE482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9767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Times New Roman" panose="02020603050405020304" pitchFamily="18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Times New Roman" panose="02020603050405020304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anose="02020603050405020304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microsoft.com/office/2007/relationships/hdphoto" Target="../media/hdphoto2.wdp"/><Relationship Id="rId5" Type="http://schemas.openxmlformats.org/officeDocument/2006/relationships/image" Target="../media/image10.pn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DD46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ChangeArrowheads="1"/>
          </p:cNvSpPr>
          <p:nvPr/>
        </p:nvSpPr>
        <p:spPr bwMode="auto">
          <a:xfrm>
            <a:off x="1524000" y="3573463"/>
            <a:ext cx="9144000" cy="28797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598613" y="1568450"/>
            <a:ext cx="9144000" cy="1196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lvl="0" algn="ctr" fontAlgn="base">
              <a:spcBef>
                <a:spcPts val="600"/>
              </a:spcBef>
              <a:spcAft>
                <a:spcPct val="0"/>
              </a:spcAft>
              <a:defRPr/>
            </a:pPr>
            <a:r>
              <a:rPr lang="en-US" altLang="en-US" dirty="0">
                <a:solidFill>
                  <a:prstClr val="white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SYLLABUS</a:t>
            </a:r>
            <a:br>
              <a:rPr lang="en-US" altLang="en-US" dirty="0">
                <a:solidFill>
                  <a:prstClr val="white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r>
              <a:rPr lang="en-US" altLang="en-US" sz="4000" dirty="0">
                <a:solidFill>
                  <a:srgbClr val="FFFF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br>
              <a:rPr lang="en-US" altLang="en-US" sz="4000" dirty="0">
                <a:solidFill>
                  <a:srgbClr val="FFFF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r>
              <a:rPr lang="vi-VN" altLang="en-US" sz="4000" dirty="0">
                <a:solidFill>
                  <a:prstClr val="white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PLC </a:t>
            </a:r>
            <a:r>
              <a:rPr lang="en-GB" altLang="en-US" sz="4000" dirty="0">
                <a:solidFill>
                  <a:prstClr val="white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NÂNG CAO</a:t>
            </a:r>
            <a:endParaRPr kumimoji="0" lang="en-US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7559" y="3573462"/>
            <a:ext cx="5846108" cy="287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61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1"/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14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</a:t>
            </a:r>
            <a:r>
              <a:rPr kumimoji="0" lang="en-US" altLang="en-US" sz="1200" b="1" i="0" u="none" strike="noStrike" kern="1200" cap="none" spc="0" normalizeH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CAO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2D2D8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186544" y="1034256"/>
            <a:ext cx="1003458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SAU KHI HỌC XONG MÔN HỌC NÀY, NGƯỜI HỌC CÓ KHẢ NĂNG:</a:t>
            </a:r>
          </a:p>
        </p:txBody>
      </p:sp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1140506" y="1731963"/>
            <a:ext cx="10080625" cy="427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lnSpc>
                <a:spcPct val="105000"/>
              </a:lnSpc>
              <a:spcBef>
                <a:spcPts val="600"/>
              </a:spcBef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G1: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thích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PLC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chuyền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endParaRPr lang="en-GB" alt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5000"/>
              </a:lnSpc>
              <a:spcBef>
                <a:spcPts val="600"/>
              </a:spcBef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G2: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thích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tiễn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trạm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PLC</a:t>
            </a:r>
            <a:endParaRPr lang="en-GB" alt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5000"/>
              </a:lnSpc>
              <a:spcBef>
                <a:spcPts val="600"/>
              </a:spcBef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G3: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lường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sô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́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lắp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PLC.   </a:t>
            </a:r>
            <a:endParaRPr lang="en-GB" alt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5000"/>
              </a:lnSpc>
              <a:spcBef>
                <a:spcPts val="600"/>
              </a:spcBef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G4: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Lắp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ráp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vận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hành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thiết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bị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điện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̀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PLC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tình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cố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chỉnh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PLC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ngoại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 (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domino, ...).   </a:t>
            </a:r>
            <a:endParaRPr lang="en-GB" alt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5000"/>
              </a:lnSpc>
              <a:spcBef>
                <a:spcPts val="600"/>
              </a:spcBef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G5: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Rèn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cẩn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thận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tỉ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mỉ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biết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sắp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xếp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alt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GB" alt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8086725" y="247650"/>
            <a:ext cx="3648075" cy="487363"/>
          </a:xfrm>
          <a:prstGeom prst="rect">
            <a:avLst/>
          </a:prstGeom>
        </p:spPr>
        <p:txBody>
          <a:bodyPr anchor="ctr"/>
          <a:lstStyle>
            <a:lvl1pPr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>
                <a:solidFill>
                  <a:schemeClr val="tx1"/>
                </a:solidFill>
                <a:latin typeface="Calibri" pitchFamily="34" charset="0"/>
              </a:defRPr>
            </a:lvl4pPr>
            <a:lvl5pPr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sz="2000" dirty="0">
                <a:solidFill>
                  <a:srgbClr val="FF5A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ĐỀ CƯƠNG CHI TIẾT</a:t>
            </a:r>
          </a:p>
        </p:txBody>
      </p:sp>
    </p:spTree>
    <p:extLst>
      <p:ext uri="{BB962C8B-B14F-4D97-AF65-F5344CB8AC3E}">
        <p14:creationId xmlns:p14="http://schemas.microsoft.com/office/powerpoint/2010/main" val="2665587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DD46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ChangeArrowheads="1"/>
          </p:cNvSpPr>
          <p:nvPr/>
        </p:nvSpPr>
        <p:spPr bwMode="auto">
          <a:xfrm>
            <a:off x="1524000" y="3573463"/>
            <a:ext cx="9144000" cy="28797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216240" y="1135856"/>
            <a:ext cx="9759518" cy="1196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lvl="0" algn="ctr" fontAlgn="base">
              <a:spcBef>
                <a:spcPts val="600"/>
              </a:spcBef>
              <a:spcAft>
                <a:spcPct val="0"/>
              </a:spcAft>
              <a:defRPr/>
            </a:pPr>
            <a:r>
              <a:rPr kumimoji="0" lang="en-US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Bài</a:t>
            </a: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7:</a:t>
            </a:r>
            <a:b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en-US" altLang="en-US" sz="3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 CÔNG CỤ CHẨN ĐOÁN LỖI</a:t>
            </a:r>
            <a:endParaRPr kumimoji="0" lang="en-US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" name="AutoShape 2" descr="SIMATIC SCADA Systems | Automation Software | Siemens Globa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8913" y="3573463"/>
            <a:ext cx="7081716" cy="287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818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1047565" y="534988"/>
            <a:ext cx="10156054" cy="1196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lvl="0" algn="ctr" fontAlgn="base">
              <a:spcBef>
                <a:spcPts val="600"/>
              </a:spcBef>
              <a:spcAft>
                <a:spcPct val="0"/>
              </a:spcAft>
              <a:defRPr/>
            </a:pPr>
            <a:r>
              <a:rPr kumimoji="0" lang="en-US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Bài</a:t>
            </a: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7:</a:t>
            </a:r>
            <a:b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en-US" altLang="en-US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 CÔNG CỤ CHẨN ĐOÁN LỖI</a:t>
            </a:r>
            <a:endParaRPr kumimoji="0" lang="en-US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1570" y="1827629"/>
            <a:ext cx="4728044" cy="4968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852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239" name="Footer Placeholder 1"/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 CAO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1F47008D-A4D7-48C6-8CFC-A8870F4EA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18504"/>
            <a:ext cx="289342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CÔNG CỤ TRỰC TIẾP:</a:t>
            </a: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chẩn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đoán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lỗi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46074" y="1300535"/>
            <a:ext cx="113887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1" indent="0" algn="just">
              <a:spcBef>
                <a:spcPts val="750"/>
              </a:spcBef>
              <a:buNone/>
              <a:defRPr/>
            </a:pP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LED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3647" indent="0" algn="just">
              <a:buNone/>
              <a:defRPr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I/O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LED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lẫn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I/O. 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55A4B529-0BF5-4069-9283-AA9FE808F3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50293952"/>
              </p:ext>
            </p:extLst>
          </p:nvPr>
        </p:nvGraphicFramePr>
        <p:xfrm>
          <a:off x="2571565" y="2024109"/>
          <a:ext cx="9058183" cy="40748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6" name="Group 5"/>
          <p:cNvGrpSpPr/>
          <p:nvPr/>
        </p:nvGrpSpPr>
        <p:grpSpPr>
          <a:xfrm>
            <a:off x="230665" y="2874023"/>
            <a:ext cx="2033142" cy="2683757"/>
            <a:chOff x="221787" y="2740500"/>
            <a:chExt cx="2033142" cy="2683757"/>
          </a:xfrm>
        </p:grpSpPr>
        <p:sp>
          <p:nvSpPr>
            <p:cNvPr id="3" name="Rectangle 2"/>
            <p:cNvSpPr/>
            <p:nvPr/>
          </p:nvSpPr>
          <p:spPr>
            <a:xfrm>
              <a:off x="221787" y="2740500"/>
              <a:ext cx="2033142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LED TRẠNG THÁI TRÊN CPU</a:t>
              </a:r>
              <a:endParaRPr lang="en-US" dirty="0"/>
            </a:p>
          </p:txBody>
        </p:sp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1215" y="3414522"/>
              <a:ext cx="1774285" cy="20097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39235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239" name="Footer Placeholder 1"/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 CAO</a:t>
            </a: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Các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công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cụ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chẩn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đoán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lỗi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116D124-9DCC-4061-AE28-C9E7DEC219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3860" y="2874023"/>
            <a:ext cx="9050939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indent="4572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102870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indent="342900" algn="just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Bảng</a:t>
            </a:r>
            <a:r>
              <a:rPr lang="en-US" altLang="en-US" sz="1800" b="1" i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hiển</a:t>
            </a:r>
            <a:r>
              <a:rPr lang="en-US" altLang="en-US" sz="1800" b="1" i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thị</a:t>
            </a:r>
            <a:r>
              <a:rPr lang="en-US" altLang="en-US" sz="1800" b="1" i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LED:</a:t>
            </a:r>
          </a:p>
          <a:p>
            <a:pPr indent="342900" algn="just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CPU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cung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cấp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 LED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chỉ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thị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trạng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thái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giao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tiếp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truyền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thông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PROFINET. </a:t>
            </a:r>
          </a:p>
          <a:p>
            <a:pPr marL="771525" lvl="1" indent="-214313" algn="just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Link (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xanh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lá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sáng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chỉ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thị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kết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nối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thành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công</a:t>
            </a:r>
            <a:endParaRPr lang="en-US" altLang="en-US" sz="1800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71525" lvl="1" indent="-214313" algn="just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Rx/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Tx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màu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vàng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sáng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chỉ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thị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truyền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phát</a:t>
            </a:r>
            <a:endParaRPr lang="en-US" altLang="en-US" sz="1800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just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CPU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mỗi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i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module </a:t>
            </a:r>
            <a:r>
              <a:rPr lang="en-US" altLang="en-US" sz="1800" i="1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tín</a:t>
            </a:r>
            <a:r>
              <a:rPr lang="en-US" altLang="en-US" sz="1800" i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i="1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hiệu</a:t>
            </a:r>
            <a:r>
              <a:rPr lang="en-US" altLang="en-US" sz="1800" i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i="1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(SM)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cung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cấp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một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LED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kênh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I/O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mỗi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một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ngõ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vào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hay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ngõ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1F47008D-A4D7-48C6-8CFC-A8870F4EA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18504"/>
            <a:ext cx="289342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CÔNG CỤ TRỰC TIẾP:</a:t>
            </a:r>
          </a:p>
        </p:txBody>
      </p:sp>
      <p:sp>
        <p:nvSpPr>
          <p:cNvPr id="9" name="Rectangle 8"/>
          <p:cNvSpPr/>
          <p:nvPr/>
        </p:nvSpPr>
        <p:spPr>
          <a:xfrm>
            <a:off x="346074" y="1300535"/>
            <a:ext cx="113887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1" indent="0" algn="just">
              <a:spcBef>
                <a:spcPts val="750"/>
              </a:spcBef>
              <a:buNone/>
              <a:defRPr/>
            </a:pP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LED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3647" indent="0" algn="just">
              <a:buNone/>
              <a:defRPr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I/O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LED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lẫn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I/O. 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230665" y="2874023"/>
            <a:ext cx="2033142" cy="2683757"/>
            <a:chOff x="221787" y="2740500"/>
            <a:chExt cx="2033142" cy="2683757"/>
          </a:xfrm>
        </p:grpSpPr>
        <p:sp>
          <p:nvSpPr>
            <p:cNvPr id="11" name="Rectangle 10"/>
            <p:cNvSpPr/>
            <p:nvPr/>
          </p:nvSpPr>
          <p:spPr>
            <a:xfrm>
              <a:off x="221787" y="2740500"/>
              <a:ext cx="2033142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LED TRẠNG THÁI TRÊN CPU</a:t>
              </a:r>
              <a:endParaRPr lang="en-US" dirty="0"/>
            </a:p>
          </p:txBody>
        </p:sp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1215" y="3414522"/>
              <a:ext cx="1774285" cy="20097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6068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239" name="Footer Placeholder 1"/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 CAO</a:t>
            </a: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Các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công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cụ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chẩn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đoán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lỗi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1F47008D-A4D7-48C6-8CFC-A8870F4EA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18504"/>
            <a:ext cx="289342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CÔNG CỤ TRỰC TIẾP:</a:t>
            </a:r>
          </a:p>
        </p:txBody>
      </p:sp>
      <p:sp>
        <p:nvSpPr>
          <p:cNvPr id="9" name="Rectangle 8"/>
          <p:cNvSpPr/>
          <p:nvPr/>
        </p:nvSpPr>
        <p:spPr>
          <a:xfrm>
            <a:off x="346074" y="1300535"/>
            <a:ext cx="113887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1" indent="0" algn="just">
              <a:spcBef>
                <a:spcPts val="750"/>
              </a:spcBef>
              <a:buNone/>
              <a:defRPr/>
            </a:pP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LED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3647" indent="0" algn="just">
              <a:buNone/>
              <a:defRPr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I/O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LED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lẫn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I/O. 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230665" y="2874023"/>
            <a:ext cx="2033142" cy="2683757"/>
            <a:chOff x="221787" y="2740500"/>
            <a:chExt cx="2033142" cy="2683757"/>
          </a:xfrm>
        </p:grpSpPr>
        <p:sp>
          <p:nvSpPr>
            <p:cNvPr id="13" name="Rectangle 12"/>
            <p:cNvSpPr/>
            <p:nvPr/>
          </p:nvSpPr>
          <p:spPr>
            <a:xfrm>
              <a:off x="221787" y="2740500"/>
              <a:ext cx="2033142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LED TRẠNG THÁI TRÊN CPU</a:t>
              </a:r>
              <a:endParaRPr lang="en-US" dirty="0"/>
            </a:p>
          </p:txBody>
        </p:sp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1215" y="3414522"/>
              <a:ext cx="1774285" cy="2009735"/>
            </a:xfrm>
            <a:prstGeom prst="rect">
              <a:avLst/>
            </a:prstGeom>
          </p:spPr>
        </p:pic>
      </p:grpSp>
      <p:graphicFrame>
        <p:nvGraphicFramePr>
          <p:cNvPr id="15" name="Content Placeholder 3">
            <a:extLst>
              <a:ext uri="{FF2B5EF4-FFF2-40B4-BE49-F238E27FC236}">
                <a16:creationId xmlns:a16="http://schemas.microsoft.com/office/drawing/2014/main" id="{A82D16C6-DF3C-46E9-8CC3-4BE31C344EC2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511265992"/>
              </p:ext>
            </p:extLst>
          </p:nvPr>
        </p:nvGraphicFramePr>
        <p:xfrm>
          <a:off x="2696223" y="2432568"/>
          <a:ext cx="9038575" cy="3870578"/>
        </p:xfrm>
        <a:graphic>
          <a:graphicData uri="http://schemas.openxmlformats.org/drawingml/2006/table">
            <a:tbl>
              <a:tblPr firstRow="1" firstCol="1" bandRow="1">
                <a:tableStyleId>{ED083AE6-46FA-4A59-8FB0-9F97EB10719F}</a:tableStyleId>
              </a:tblPr>
              <a:tblGrid>
                <a:gridCol w="3421354">
                  <a:extLst>
                    <a:ext uri="{9D8B030D-6E8A-4147-A177-3AD203B41FA5}">
                      <a16:colId xmlns:a16="http://schemas.microsoft.com/office/drawing/2014/main" val="4050179896"/>
                    </a:ext>
                  </a:extLst>
                </a:gridCol>
                <a:gridCol w="3061211">
                  <a:extLst>
                    <a:ext uri="{9D8B030D-6E8A-4147-A177-3AD203B41FA5}">
                      <a16:colId xmlns:a16="http://schemas.microsoft.com/office/drawing/2014/main" val="1522834213"/>
                    </a:ext>
                  </a:extLst>
                </a:gridCol>
                <a:gridCol w="1170463">
                  <a:extLst>
                    <a:ext uri="{9D8B030D-6E8A-4147-A177-3AD203B41FA5}">
                      <a16:colId xmlns:a16="http://schemas.microsoft.com/office/drawing/2014/main" val="3647334267"/>
                    </a:ext>
                  </a:extLst>
                </a:gridCol>
                <a:gridCol w="1385547">
                  <a:extLst>
                    <a:ext uri="{9D8B030D-6E8A-4147-A177-3AD203B41FA5}">
                      <a16:colId xmlns:a16="http://schemas.microsoft.com/office/drawing/2014/main" val="1312823518"/>
                    </a:ext>
                  </a:extLst>
                </a:gridCol>
              </a:tblGrid>
              <a:tr h="5613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Mô tả</a:t>
                      </a:r>
                      <a:endParaRPr lang="en-US" sz="15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Màu cam/ xanh lá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STOP/RUN</a:t>
                      </a:r>
                      <a:endParaRPr lang="en-US" sz="15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Màu đỏ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ERROR</a:t>
                      </a:r>
                      <a:endParaRPr lang="en-US" sz="15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Màu cam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500">
                          <a:effectLst/>
                        </a:rPr>
                        <a:t>MAINT</a:t>
                      </a:r>
                      <a:endParaRPr lang="en-US" sz="15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998526"/>
                  </a:ext>
                </a:extLst>
              </a:tr>
              <a:tr h="27087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Ngắt nguồn</a:t>
                      </a:r>
                      <a:endParaRPr lang="en-US" sz="15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Off 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Off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500">
                          <a:effectLst/>
                        </a:rPr>
                        <a:t>Off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2400389252"/>
                  </a:ext>
                </a:extLst>
              </a:tr>
              <a:tr h="56132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 err="1">
                          <a:effectLst/>
                        </a:rPr>
                        <a:t>Khởi</a:t>
                      </a:r>
                      <a:r>
                        <a:rPr lang="en-US" sz="1500" dirty="0">
                          <a:effectLst/>
                        </a:rPr>
                        <a:t> </a:t>
                      </a:r>
                      <a:r>
                        <a:rPr lang="en-US" sz="1500" dirty="0" err="1">
                          <a:effectLst/>
                        </a:rPr>
                        <a:t>động</a:t>
                      </a:r>
                      <a:r>
                        <a:rPr lang="en-US" sz="1500" dirty="0">
                          <a:effectLst/>
                        </a:rPr>
                        <a:t>, </a:t>
                      </a:r>
                      <a:r>
                        <a:rPr lang="en-US" sz="1500" dirty="0" err="1">
                          <a:effectLst/>
                        </a:rPr>
                        <a:t>tự</a:t>
                      </a:r>
                      <a:r>
                        <a:rPr lang="en-US" sz="1500" dirty="0">
                          <a:effectLst/>
                        </a:rPr>
                        <a:t> </a:t>
                      </a:r>
                      <a:r>
                        <a:rPr lang="en-US" sz="1500" dirty="0" err="1">
                          <a:effectLst/>
                        </a:rPr>
                        <a:t>kiểm</a:t>
                      </a:r>
                      <a:r>
                        <a:rPr lang="en-US" sz="1500" dirty="0">
                          <a:effectLst/>
                        </a:rPr>
                        <a:t> </a:t>
                      </a:r>
                      <a:r>
                        <a:rPr lang="en-US" sz="1500" dirty="0" err="1">
                          <a:effectLst/>
                        </a:rPr>
                        <a:t>tra</a:t>
                      </a:r>
                      <a:r>
                        <a:rPr lang="en-US" sz="1500" dirty="0">
                          <a:effectLst/>
                        </a:rPr>
                        <a:t>, </a:t>
                      </a:r>
                      <a:r>
                        <a:rPr lang="en-US" sz="1500" dirty="0" err="1">
                          <a:effectLst/>
                        </a:rPr>
                        <a:t>cập</a:t>
                      </a:r>
                      <a:r>
                        <a:rPr lang="en-US" sz="1500" dirty="0">
                          <a:effectLst/>
                        </a:rPr>
                        <a:t> </a:t>
                      </a:r>
                      <a:r>
                        <a:rPr lang="en-US" sz="1500" dirty="0" err="1">
                          <a:effectLst/>
                        </a:rPr>
                        <a:t>nhật</a:t>
                      </a:r>
                      <a:r>
                        <a:rPr lang="en-US" sz="1500" dirty="0">
                          <a:effectLst/>
                        </a:rPr>
                        <a:t> firmware</a:t>
                      </a:r>
                      <a:endParaRPr lang="en-US" sz="15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Nhấp nháy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-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500">
                          <a:effectLst/>
                        </a:rPr>
                        <a:t>Off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2734602834"/>
                  </a:ext>
                </a:extLst>
              </a:tr>
              <a:tr h="27087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Chế độ STOP</a:t>
                      </a:r>
                      <a:endParaRPr lang="en-US" sz="15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On – màu cam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-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500">
                          <a:effectLst/>
                        </a:rPr>
                        <a:t>-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363616417"/>
                  </a:ext>
                </a:extLst>
              </a:tr>
              <a:tr h="27087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Chế độ RUN</a:t>
                      </a:r>
                      <a:endParaRPr lang="en-US" sz="15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On – màu cam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-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500">
                          <a:effectLst/>
                        </a:rPr>
                        <a:t>-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4119235334"/>
                  </a:ext>
                </a:extLst>
              </a:tr>
              <a:tr h="27087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Tháo rời thẻ nhớ</a:t>
                      </a:r>
                      <a:endParaRPr lang="en-US" sz="15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On – màu cam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-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500">
                          <a:effectLst/>
                        </a:rPr>
                        <a:t>Nhấp nháy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3518137017"/>
                  </a:ext>
                </a:extLst>
              </a:tr>
              <a:tr h="56132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Lỗi </a:t>
                      </a:r>
                      <a:endParaRPr lang="en-US" sz="15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On – màu cam lẫn xanh lá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Nhấp nháy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500">
                          <a:effectLst/>
                        </a:rPr>
                        <a:t>-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3535275221"/>
                  </a:ext>
                </a:extLst>
              </a:tr>
              <a:tr h="27087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Yêu cầu duy trì</a:t>
                      </a:r>
                      <a:endParaRPr lang="en-US" sz="15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500">
                          <a:effectLst/>
                        </a:rPr>
                        <a:t>On – màu cam lẫn xanh lá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500">
                          <a:effectLst/>
                        </a:rPr>
                        <a:t>-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500">
                          <a:effectLst/>
                        </a:rPr>
                        <a:t>On 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4139921040"/>
                  </a:ext>
                </a:extLst>
              </a:tr>
              <a:tr h="27087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Hư hỏng phần cứng</a:t>
                      </a:r>
                      <a:endParaRPr lang="en-US" sz="15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500">
                          <a:effectLst/>
                        </a:rPr>
                        <a:t>On – màu cam 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500">
                          <a:effectLst/>
                        </a:rPr>
                        <a:t>On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500">
                          <a:effectLst/>
                        </a:rPr>
                        <a:t>Off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3240465"/>
                  </a:ext>
                </a:extLst>
              </a:tr>
              <a:tr h="56132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Kiểm tra LED hay firmware</a:t>
                      </a: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CPU bị hỏng</a:t>
                      </a:r>
                      <a:endParaRPr lang="en-US" sz="15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500">
                          <a:effectLst/>
                        </a:rPr>
                        <a:t>Nhấp nháy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500">
                          <a:effectLst/>
                        </a:rPr>
                        <a:t>Nhấp nháy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500" dirty="0" err="1">
                          <a:effectLst/>
                        </a:rPr>
                        <a:t>Nhấp</a:t>
                      </a:r>
                      <a:r>
                        <a:rPr lang="en-US" sz="1500" dirty="0">
                          <a:effectLst/>
                        </a:rPr>
                        <a:t> </a:t>
                      </a:r>
                      <a:r>
                        <a:rPr lang="en-US" sz="1500" dirty="0" err="1">
                          <a:effectLst/>
                        </a:rPr>
                        <a:t>nháy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22093335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4605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239" name="Footer Placeholder 1"/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 CAO</a:t>
            </a: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Các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công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cụ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chẩn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đoán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lỗi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1F47008D-A4D7-48C6-8CFC-A8870F4EA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18504"/>
            <a:ext cx="289342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6858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CÔNG CỤ TRỰC TIẾP:</a:t>
            </a:r>
          </a:p>
        </p:txBody>
      </p:sp>
      <p:sp>
        <p:nvSpPr>
          <p:cNvPr id="8" name="Rectangle 7"/>
          <p:cNvSpPr/>
          <p:nvPr/>
        </p:nvSpPr>
        <p:spPr>
          <a:xfrm>
            <a:off x="346074" y="1300535"/>
            <a:ext cx="113887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1" indent="0" algn="just">
              <a:spcBef>
                <a:spcPts val="750"/>
              </a:spcBef>
              <a:buNone/>
              <a:defRPr/>
            </a:pP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LED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3647" indent="0" algn="just">
              <a:buNone/>
              <a:defRPr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I/O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LED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lẫn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I/O. 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5D4A73A-DC8C-48DB-85C7-99402BB5C4AE}"/>
              </a:ext>
            </a:extLst>
          </p:cNvPr>
          <p:cNvSpPr txBox="1">
            <a:spLocks/>
          </p:cNvSpPr>
          <p:nvPr/>
        </p:nvSpPr>
        <p:spPr bwMode="auto">
          <a:xfrm>
            <a:off x="2929632" y="2179212"/>
            <a:ext cx="8805168" cy="428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1450" indent="-171450" algn="l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buFont typeface="Arial" panose="020B0604020202020204" pitchFamily="34" charset="0"/>
              <a:buNone/>
              <a:defRPr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 SM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SM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LED DIAGNOSE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module: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xanh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lá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module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đỏ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module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hỏng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SM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I/O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ngõ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ngõ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xanh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lá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đỏ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ngõ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ngõ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lỗi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SM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LED DIAG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module: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xanh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lá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module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đỏ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module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hỏng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SM </a:t>
            </a:r>
            <a:r>
              <a:rPr 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tình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 (</a:t>
            </a:r>
            <a:r>
              <a:rPr 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lề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2050" name="Picture 2" descr="New And Original Siemens 3su1152-6aa60-1aa0 Indicator 22mm Led Module  W/holder Round Screw Terminal Metal 24 Vac/dc White - Buy Magnetic  Contactor Sc-n2,Siemens Contactor 3tf,Siemens Contactor 3tf51 Product on  Alibaba.com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172" y="3125136"/>
            <a:ext cx="2051034" cy="2051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5926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239" name="Footer Placeholder 1"/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 CAO</a:t>
            </a: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Các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công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cụ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chẩn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đoán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lỗi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1F47008D-A4D7-48C6-8CFC-A8870F4EA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18504"/>
            <a:ext cx="289342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 CÔNG CỤ TRỰC TIẾP:</a:t>
            </a:r>
          </a:p>
        </p:txBody>
      </p:sp>
      <p:sp>
        <p:nvSpPr>
          <p:cNvPr id="8" name="Rectangle 7"/>
          <p:cNvSpPr/>
          <p:nvPr/>
        </p:nvSpPr>
        <p:spPr>
          <a:xfrm>
            <a:off x="346074" y="1300535"/>
            <a:ext cx="113887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1" indent="0" algn="just" defTabSz="9144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Các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LED </a:t>
            </a:r>
            <a:r>
              <a:rPr kumimoji="0" lang="en-US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trạng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thái</a:t>
            </a: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603647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Cpu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và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các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module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I/O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sử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dụng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các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LED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để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cung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cấp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thông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tin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về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trạng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thái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hoạt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động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của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module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lẫn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của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I/O. </a:t>
            </a:r>
          </a:p>
        </p:txBody>
      </p:sp>
      <p:pic>
        <p:nvPicPr>
          <p:cNvPr id="2050" name="Picture 2" descr="New And Original Siemens 3su1152-6aa60-1aa0 Indicator 22mm Led Module  W/holder Round Screw Terminal Metal 24 Vac/dc White - Buy Magnetic  Contactor Sc-n2,Siemens Contactor 3tf,Siemens Contactor 3tf51 Product on  Alibaba.com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172" y="3125136"/>
            <a:ext cx="2051034" cy="2051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04D61B4-A946-49F3-B602-4EE16A10EB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6492178"/>
              </p:ext>
            </p:extLst>
          </p:nvPr>
        </p:nvGraphicFramePr>
        <p:xfrm>
          <a:off x="2965141" y="2418625"/>
          <a:ext cx="8769657" cy="3698090"/>
        </p:xfrm>
        <a:graphic>
          <a:graphicData uri="http://schemas.openxmlformats.org/drawingml/2006/table">
            <a:tbl>
              <a:tblPr firstRow="1" firstCol="1" bandRow="1">
                <a:tableStyleId>{ED083AE6-46FA-4A59-8FB0-9F97EB10719F}</a:tableStyleId>
              </a:tblPr>
              <a:tblGrid>
                <a:gridCol w="3891263">
                  <a:extLst>
                    <a:ext uri="{9D8B030D-6E8A-4147-A177-3AD203B41FA5}">
                      <a16:colId xmlns:a16="http://schemas.microsoft.com/office/drawing/2014/main" val="2254608126"/>
                    </a:ext>
                  </a:extLst>
                </a:gridCol>
                <a:gridCol w="2449874">
                  <a:extLst>
                    <a:ext uri="{9D8B030D-6E8A-4147-A177-3AD203B41FA5}">
                      <a16:colId xmlns:a16="http://schemas.microsoft.com/office/drawing/2014/main" val="3656886692"/>
                    </a:ext>
                  </a:extLst>
                </a:gridCol>
                <a:gridCol w="2428520">
                  <a:extLst>
                    <a:ext uri="{9D8B030D-6E8A-4147-A177-3AD203B41FA5}">
                      <a16:colId xmlns:a16="http://schemas.microsoft.com/office/drawing/2014/main" val="547363430"/>
                    </a:ext>
                  </a:extLst>
                </a:gridCol>
              </a:tblGrid>
              <a:tr h="66867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Mô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tả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DIAG (Màu đỏ/ Xanh lá)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Kênh I/O (Màu đỏ/ Xanh lá)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4839701"/>
                  </a:ext>
                </a:extLst>
              </a:tr>
              <a:tr h="35900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Ngắt tín hiệu lề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Nhấp nháy đỏ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Nhấp nháy đỏ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850253779"/>
                  </a:ext>
                </a:extLst>
              </a:tr>
              <a:tr h="66867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Không được cấu hình hay cập nhật trong tiến trình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Nhấp nháy xanh lá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Off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3148829744"/>
                  </a:ext>
                </a:extLst>
              </a:tr>
              <a:tr h="54757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được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cấu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hình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không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gặp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lỗi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 (màu xanh lá)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 (màu xanh lá)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147617627"/>
                  </a:ext>
                </a:extLst>
              </a:tr>
              <a:tr h="35900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Lỗi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Nhấp nháy đỏ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434555818"/>
                  </a:ext>
                </a:extLst>
              </a:tr>
              <a:tr h="54757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spc="-1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ỗi</a:t>
                      </a:r>
                      <a:r>
                        <a:rPr lang="en-US" sz="1600" spc="1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spc="-1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/O </a:t>
                      </a:r>
                      <a:r>
                        <a:rPr lang="en-US" sz="1600" spc="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với c</a:t>
                      </a:r>
                      <a:r>
                        <a:rPr lang="en-US" sz="1600" spc="-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á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1600" spc="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spc="-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r>
                        <a:rPr lang="en-US" sz="1600" spc="-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ẩ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 đ</a:t>
                      </a:r>
                      <a:r>
                        <a:rPr lang="en-US" sz="1600" spc="1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lang="en-US" sz="1600" spc="-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á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 được</a:t>
                      </a:r>
                      <a:r>
                        <a:rPr lang="en-US" sz="1600" spc="-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kích ho</a:t>
                      </a:r>
                      <a:r>
                        <a:rPr lang="en-US" sz="1600" spc="-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ạ</a:t>
                      </a:r>
                      <a:r>
                        <a:rPr lang="en-US" sz="1600" spc="1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t)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Nhấp nháy đỏ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346634717"/>
                  </a:ext>
                </a:extLst>
              </a:tr>
              <a:tr h="54757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spc="-1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ỗi</a:t>
                      </a:r>
                      <a:r>
                        <a:rPr lang="en-US" sz="1600" spc="1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spc="-1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/O </a:t>
                      </a:r>
                      <a:r>
                        <a:rPr lang="en-US" sz="1600" spc="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với c</a:t>
                      </a:r>
                      <a:r>
                        <a:rPr lang="en-US" sz="1600" spc="-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á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1600" spc="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spc="-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r>
                        <a:rPr lang="en-US" sz="1600" spc="-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ẩ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 đ</a:t>
                      </a:r>
                      <a:r>
                        <a:rPr lang="en-US" sz="1600" spc="1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lang="en-US" sz="1600" spc="-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á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 được</a:t>
                      </a:r>
                      <a:r>
                        <a:rPr lang="en-US" sz="1600" spc="-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kích ho</a:t>
                      </a:r>
                      <a:r>
                        <a:rPr lang="en-US" sz="1600" spc="-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ạ</a:t>
                      </a:r>
                      <a:r>
                        <a:rPr lang="en-US" sz="1600" spc="1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t)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 (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màu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xanh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lá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657305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0300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239" name="Footer Placeholder 1"/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 CAO</a:t>
            </a: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Các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công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cụ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chẩn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đoán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lỗi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1F47008D-A4D7-48C6-8CFC-A8870F4EA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18504"/>
            <a:ext cx="31627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 CÔNG CỤ TRỰC TUYẾN: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C619150-6C5F-41D7-9A4E-268B3B112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296813"/>
            <a:ext cx="8991600" cy="5080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342792" tIns="114264" rIns="0" bIns="28566" anchor="ctr">
            <a:spAutoFit/>
          </a:bodyPr>
          <a:lstStyle>
            <a:lvl1pPr marL="398463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lvl="2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CPU </a:t>
            </a:r>
          </a:p>
          <a:p>
            <a:pPr marL="0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Yêu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cầu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kết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nối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trực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tuyến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giữa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thiết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bị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lập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trình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CPU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để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nạp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chương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trình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đến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hệ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thống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cũng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như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sau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US" altLang="en-US" sz="1800" b="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	-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Kiểm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tra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chương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trình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người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dùng</a:t>
            </a:r>
            <a:endParaRPr lang="en-US" altLang="en-US" sz="1800" b="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	-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Hiển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thị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và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thay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đổi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chế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độ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vận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hành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của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CPU</a:t>
            </a:r>
            <a:endParaRPr lang="en-US" altLang="en-US" sz="1800" b="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	-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Hiển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thị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và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thiết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lập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ngày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giờ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trong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ngày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của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CPU</a:t>
            </a:r>
            <a:endParaRPr lang="en-US" altLang="en-US" sz="1800" b="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	-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Hiển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thị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thông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tin module</a:t>
            </a:r>
            <a:endParaRPr lang="en-US" altLang="en-US" sz="1800" b="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	- So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sánh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và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đồng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bộ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các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khối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từ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ngoại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tuyến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đến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trực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tuyến</a:t>
            </a:r>
            <a:endParaRPr lang="en-US" altLang="en-US" sz="1800" b="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	-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Các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chuẩn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đoán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hiển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thị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và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chuẩn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đoán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đệm</a:t>
            </a:r>
            <a:endParaRPr lang="en-US" altLang="en-US" sz="1800" b="0" dirty="0">
              <a:solidFill>
                <a:prstClr val="black"/>
              </a:solidFill>
              <a:latin typeface="Times New Roman" panose="02020603050405020304" pitchFamily="18" charset="0"/>
              <a:cs typeface="Calibri" panose="020F0502020204030204" pitchFamily="34" charset="0"/>
            </a:endParaRPr>
          </a:p>
          <a:p>
            <a:pPr marL="0" algn="just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Để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thiết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lập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CPU,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nhấp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vào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                    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sau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đó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có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thể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truy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xuất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dữ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liệu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trên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hệ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thống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trực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tuyến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hay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chẩn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đoán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bằng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cách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sử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dụng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thẻ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tác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vụ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“Online tools”</a:t>
            </a:r>
          </a:p>
          <a:p>
            <a:pPr marL="0" algn="just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Màu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cam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chỉ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thị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một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kết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nối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trực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tuyến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.</a:t>
            </a:r>
            <a:endParaRPr lang="en-US" altLang="en-US" sz="1800" b="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5">
            <a:extLst>
              <a:ext uri="{FF2B5EF4-FFF2-40B4-BE49-F238E27FC236}">
                <a16:creationId xmlns:a16="http://schemas.microsoft.com/office/drawing/2014/main" id="{4149214F-64DA-46E3-9818-10326EF2F5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741" y="2776597"/>
            <a:ext cx="2471408" cy="2219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2">
            <a:extLst>
              <a:ext uri="{FF2B5EF4-FFF2-40B4-BE49-F238E27FC236}">
                <a16:creationId xmlns:a16="http://schemas.microsoft.com/office/drawing/2014/main" id="{5B52246B-4865-4BA9-8EAD-2D68A0B927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5434" y="5201297"/>
            <a:ext cx="1057482" cy="293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01313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239" name="Footer Placeholder 1"/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 CAO</a:t>
            </a: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Các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công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cụ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chẩn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đoán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lỗi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2046EB29-8DF7-46E4-BDC3-5246C9C6C5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703" y="2130714"/>
            <a:ext cx="11122241" cy="133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marL="73977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554831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thể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thiết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lập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địa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chỉ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IP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thời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gian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ngày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CPU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trực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tuyến</a:t>
            </a:r>
            <a:endParaRPr lang="en-US" altLang="en-US" sz="1800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54831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Sau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khi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kết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nối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đến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một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CPU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trực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tuyến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vùng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“Online &amp; Diagnostic”, ta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thể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hiển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thị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hay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thay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đổi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địa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chỉ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IP.</a:t>
            </a:r>
          </a:p>
          <a:p>
            <a:pPr marL="554831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thể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hiển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thị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hay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thiết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lập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thông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thời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gian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ngày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CPU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trực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tuyến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</p:txBody>
      </p:sp>
      <p:pic>
        <p:nvPicPr>
          <p:cNvPr id="10" name="Picture 22">
            <a:extLst>
              <a:ext uri="{FF2B5EF4-FFF2-40B4-BE49-F238E27FC236}">
                <a16:creationId xmlns:a16="http://schemas.microsoft.com/office/drawing/2014/main" id="{D6151D69-3298-4EF1-8E49-B4BB686CFA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8075" y="3493356"/>
            <a:ext cx="3560726" cy="2612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23">
            <a:extLst>
              <a:ext uri="{FF2B5EF4-FFF2-40B4-BE49-F238E27FC236}">
                <a16:creationId xmlns:a16="http://schemas.microsoft.com/office/drawing/2014/main" id="{2B324704-DB60-4A6D-9C49-C72CC54726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3503" y="4225581"/>
            <a:ext cx="3166254" cy="1893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674703" y="1726813"/>
            <a:ext cx="44189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IP </a:t>
            </a:r>
            <a:r>
              <a:rPr lang="en-US" altLang="en-US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endParaRPr lang="en-US" dirty="0"/>
          </a:p>
        </p:txBody>
      </p:sp>
      <p:sp>
        <p:nvSpPr>
          <p:cNvPr id="14" name="TextBox 5">
            <a:extLst>
              <a:ext uri="{FF2B5EF4-FFF2-40B4-BE49-F238E27FC236}">
                <a16:creationId xmlns:a16="http://schemas.microsoft.com/office/drawing/2014/main" id="{1F47008D-A4D7-48C6-8CFC-A8870F4EA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18504"/>
            <a:ext cx="280717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 CÔNG CỤ CẤU</a:t>
            </a:r>
            <a:r>
              <a:rPr kumimoji="0" lang="en-US" altLang="en-US" sz="18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HÌNH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905525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239" name="Footer Placeholder 1"/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 CAO</a:t>
            </a: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Các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công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cụ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chẩn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đoán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lỗi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1F47008D-A4D7-48C6-8CFC-A8870F4EA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18504"/>
            <a:ext cx="25848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 CÔNG CỤ CÀI</a:t>
            </a:r>
            <a:r>
              <a:rPr kumimoji="0" lang="en-US" altLang="en-US" sz="18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ĐẶT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D4EB690A-07C1-45A4-9519-B5517967A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382713"/>
            <a:ext cx="11277600" cy="3238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855663" indent="-1588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2054225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342900" lvl="1" defTabSz="685800" eaLnBrk="0" fontAlgn="base" hangingPunct="0">
              <a:lnSpc>
                <a:spcPct val="107000"/>
              </a:lnSpc>
              <a:spcBef>
                <a:spcPts val="900"/>
              </a:spcBef>
              <a:spcAft>
                <a:spcPts val="225"/>
              </a:spcAft>
            </a:pP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Khôi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phục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cài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gốc</a:t>
            </a:r>
            <a:endParaRPr lang="en-US" altLang="en-US" sz="1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41747" indent="-1191" algn="just" defTabSz="685800" eaLnBrk="0" fontAlgn="base" hangingPunct="0">
              <a:lnSpc>
                <a:spcPct val="107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thể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khôi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phục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cài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đặt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gốc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ban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đầu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một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bộ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lập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trình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S7-1200 qua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những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nội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dung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sau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1540669" lvl="2" indent="-214313" algn="just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Không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thêm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thẻ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nhớ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vào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CPU.</a:t>
            </a:r>
          </a:p>
          <a:p>
            <a:pPr marL="1540669" lvl="2" indent="-214313" algn="just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CPU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phải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được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kết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nối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trực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tuyến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1540669" lvl="2" indent="-214313" algn="just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CPU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đang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ở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chế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STOP.</a:t>
            </a:r>
          </a:p>
          <a:p>
            <a:pPr marL="641747" indent="-1191" algn="just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1800" i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*</a:t>
            </a:r>
            <a:r>
              <a:rPr lang="en-US" altLang="en-US" sz="1800" i="1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Lưu</a:t>
            </a:r>
            <a:r>
              <a:rPr lang="en-US" altLang="en-US" sz="1800" i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ý</a:t>
            </a:r>
            <a:r>
              <a:rPr lang="en-US" altLang="en-US" sz="1800" b="0" i="1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Nếu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CPU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đang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ở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chế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RUN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bắt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đầu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vận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hành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việc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khôi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phục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thể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đặt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nó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ở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chế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STOP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sau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khi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đồng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ý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một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thông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báo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xác</a:t>
            </a:r>
            <a:r>
              <a:rPr lang="en-US" altLang="en-US" sz="1800" b="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nhận</a:t>
            </a:r>
            <a:endParaRPr lang="en-US" altLang="en-US" sz="1800" b="0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41747" indent="-1191" algn="just" defTabSz="685800" eaLnBrk="0" fontAlgn="base" hangingPunct="0">
              <a:lnSpc>
                <a:spcPct val="107000"/>
              </a:lnSpc>
              <a:spcBef>
                <a:spcPct val="0"/>
              </a:spcBef>
              <a:spcAft>
                <a:spcPts val="600"/>
              </a:spcAft>
            </a:pPr>
            <a:endParaRPr lang="en-US" altLang="en-US" sz="1800" b="0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Hướng dẫn upload download reset chương trình plc delta -abientan.co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3912" y="4302911"/>
            <a:ext cx="2924175" cy="1762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1212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239" name="Footer Placeholder 1"/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 CAO</a:t>
            </a: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Các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công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cụ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chẩn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đoán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lỗi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15797" y="1253898"/>
            <a:ext cx="2326278" cy="3687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defTabSz="685800" eaLnBrk="0" fontAlgn="base" hangingPunct="0">
              <a:lnSpc>
                <a:spcPct val="107000"/>
              </a:lnSpc>
              <a:spcBef>
                <a:spcPts val="900"/>
              </a:spcBef>
              <a:spcAft>
                <a:spcPts val="225"/>
              </a:spcAft>
            </a:pPr>
            <a:r>
              <a:rPr lang="en-US" altLang="en-US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Khôi</a:t>
            </a:r>
            <a:r>
              <a:rPr lang="en-US" alt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phục</a:t>
            </a:r>
            <a:r>
              <a:rPr lang="en-US" alt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cài</a:t>
            </a:r>
            <a:r>
              <a:rPr lang="en-US" alt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alt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gốc</a:t>
            </a:r>
            <a:endParaRPr lang="en-US" altLang="en-US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1F47008D-A4D7-48C6-8CFC-A8870F4EA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18504"/>
            <a:ext cx="25848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 CÔNG CỤ CÀI</a:t>
            </a:r>
            <a:r>
              <a:rPr kumimoji="0" lang="en-US" altLang="en-US" sz="18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ĐẶT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3" name="Rectangle 2"/>
          <p:cNvSpPr/>
          <p:nvPr/>
        </p:nvSpPr>
        <p:spPr>
          <a:xfrm>
            <a:off x="715797" y="1635352"/>
            <a:ext cx="33457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B1 Reset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hệ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thống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về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cài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đặt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gốc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715796" y="2045637"/>
            <a:ext cx="11019003" cy="1186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Kết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nối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PLC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máy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tính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qua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cáp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Ethernet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phần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mềm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TIA PORTAL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kết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nối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PLC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đề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PLC ở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chế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STOP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Sau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kết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nối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thành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Go online -&gt; Online &amp; diagnostics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9127" y="3184103"/>
            <a:ext cx="5314752" cy="32721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302035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239" name="Footer Placeholder 1"/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 CAO</a:t>
            </a: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Các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công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cụ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chẩn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đoán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lỗi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15797" y="1253898"/>
            <a:ext cx="2326278" cy="3687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defTabSz="685800" eaLnBrk="0" fontAlgn="base" hangingPunct="0">
              <a:lnSpc>
                <a:spcPct val="107000"/>
              </a:lnSpc>
              <a:spcBef>
                <a:spcPts val="900"/>
              </a:spcBef>
              <a:spcAft>
                <a:spcPts val="225"/>
              </a:spcAft>
            </a:pPr>
            <a:r>
              <a:rPr lang="en-US" altLang="en-US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Khôi</a:t>
            </a:r>
            <a:r>
              <a:rPr lang="en-US" alt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phục</a:t>
            </a:r>
            <a:r>
              <a:rPr lang="en-US" alt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cài</a:t>
            </a:r>
            <a:r>
              <a:rPr lang="en-US" alt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alt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gốc</a:t>
            </a:r>
            <a:endParaRPr lang="en-US" altLang="en-US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1F47008D-A4D7-48C6-8CFC-A8870F4EA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18504"/>
            <a:ext cx="25848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 CÔNG CỤ CÀI</a:t>
            </a:r>
            <a:r>
              <a:rPr kumimoji="0" lang="en-US" altLang="en-US" sz="18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ĐẶT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9" name="Rectangle 8"/>
          <p:cNvSpPr/>
          <p:nvPr/>
        </p:nvSpPr>
        <p:spPr>
          <a:xfrm>
            <a:off x="715797" y="1635352"/>
            <a:ext cx="33457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B1 Reset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hệ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thống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về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cài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đặt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gốc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935114" y="2017383"/>
            <a:ext cx="10799686" cy="3886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Functions-&gt; Reset to factory settings-&gt; Reset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tiến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hành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khôi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phục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cài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đặt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gốc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537" y="2707415"/>
            <a:ext cx="7193878" cy="33761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894125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239" name="Footer Placeholder 1"/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 CAO</a:t>
            </a: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Các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công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cụ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chẩn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đoán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lỗi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15797" y="1635352"/>
            <a:ext cx="33009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B2 Reset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thẻ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nhớ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 PLC Siemens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715797" y="1253898"/>
            <a:ext cx="2326278" cy="3687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defTabSz="685800" eaLnBrk="0" fontAlgn="base" hangingPunct="0">
              <a:lnSpc>
                <a:spcPct val="107000"/>
              </a:lnSpc>
              <a:spcBef>
                <a:spcPts val="900"/>
              </a:spcBef>
              <a:spcAft>
                <a:spcPts val="225"/>
              </a:spcAft>
            </a:pPr>
            <a:r>
              <a:rPr lang="en-US" altLang="en-US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Khôi</a:t>
            </a:r>
            <a:r>
              <a:rPr lang="en-US" alt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phục</a:t>
            </a:r>
            <a:r>
              <a:rPr lang="en-US" alt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cài</a:t>
            </a:r>
            <a:r>
              <a:rPr lang="en-US" alt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alt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gốc</a:t>
            </a:r>
            <a:endParaRPr lang="en-US" altLang="en-US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1F47008D-A4D7-48C6-8CFC-A8870F4EA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18504"/>
            <a:ext cx="25848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 CÔNG CỤ CÀI</a:t>
            </a:r>
            <a:r>
              <a:rPr kumimoji="0" lang="en-US" altLang="en-US" sz="18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ĐẶT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10" name="Picture 9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2075" y="2905022"/>
            <a:ext cx="1512170" cy="180201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715796" y="1985389"/>
            <a:ext cx="11019003" cy="3886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Gắn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nhớ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máy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tính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sẽ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xuất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ổ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đĩa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tên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SIMATIC MC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như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dưới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4741" y="3219637"/>
            <a:ext cx="3436620" cy="133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98996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239" name="Footer Placeholder 1"/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 CAO</a:t>
            </a: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Các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công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cụ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chẩn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đoán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lỗi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15797" y="1635352"/>
            <a:ext cx="33009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B2 Reset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thẻ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nhớ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 PLC Siemens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715797" y="1253898"/>
            <a:ext cx="2326278" cy="3687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defTabSz="685800" eaLnBrk="0" fontAlgn="base" hangingPunct="0">
              <a:lnSpc>
                <a:spcPct val="107000"/>
              </a:lnSpc>
              <a:spcBef>
                <a:spcPts val="900"/>
              </a:spcBef>
              <a:spcAft>
                <a:spcPts val="225"/>
              </a:spcAft>
            </a:pPr>
            <a:r>
              <a:rPr lang="en-US" altLang="en-US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Khôi</a:t>
            </a:r>
            <a:r>
              <a:rPr lang="en-US" alt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phục</a:t>
            </a:r>
            <a:r>
              <a:rPr lang="en-US" alt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cài</a:t>
            </a:r>
            <a:r>
              <a:rPr lang="en-US" alt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alt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gốc</a:t>
            </a:r>
            <a:endParaRPr lang="en-US" altLang="en-US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1F47008D-A4D7-48C6-8CFC-A8870F4EA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18504"/>
            <a:ext cx="25848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 CÔNG CỤ CÀI</a:t>
            </a:r>
            <a:r>
              <a:rPr kumimoji="0" lang="en-US" altLang="en-US" sz="18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ĐẶT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2" name="Rectangle 1"/>
          <p:cNvSpPr/>
          <p:nvPr/>
        </p:nvSpPr>
        <p:spPr>
          <a:xfrm>
            <a:off x="791025" y="2017383"/>
            <a:ext cx="42535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Mở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phần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mềm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TIA PORTAL-&gt;Project view</a:t>
            </a:r>
            <a:endParaRPr lang="en-US" dirty="0"/>
          </a:p>
        </p:txBody>
      </p:sp>
      <p:pic>
        <p:nvPicPr>
          <p:cNvPr id="13" name="Picture 12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4075" y="2567485"/>
            <a:ext cx="4666849" cy="373668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743833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239" name="Footer Placeholder 1"/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 CAO</a:t>
            </a: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Các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công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cụ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chẩn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đoán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lỗi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15796" y="2029034"/>
            <a:ext cx="110190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-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Card Reader/USB memory-&gt;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thẻ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nhớ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SIMATIC,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mục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Card type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 Program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715797" y="1635352"/>
            <a:ext cx="33009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B2 Reset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thẻ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nhớ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 PLC Siemens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715797" y="1253898"/>
            <a:ext cx="2326278" cy="3687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defTabSz="685800" eaLnBrk="0" fontAlgn="base" hangingPunct="0">
              <a:lnSpc>
                <a:spcPct val="107000"/>
              </a:lnSpc>
              <a:spcBef>
                <a:spcPts val="900"/>
              </a:spcBef>
              <a:spcAft>
                <a:spcPts val="225"/>
              </a:spcAft>
            </a:pPr>
            <a:r>
              <a:rPr lang="en-US" altLang="en-US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Khôi</a:t>
            </a:r>
            <a:r>
              <a:rPr lang="en-US" alt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phục</a:t>
            </a:r>
            <a:r>
              <a:rPr lang="en-US" alt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cài</a:t>
            </a:r>
            <a:r>
              <a:rPr lang="en-US" alt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alt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gốc</a:t>
            </a:r>
            <a:endParaRPr lang="en-US" altLang="en-US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1F47008D-A4D7-48C6-8CFC-A8870F4EA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18504"/>
            <a:ext cx="25848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 CÔNG CỤ CÀI</a:t>
            </a:r>
            <a:r>
              <a:rPr kumimoji="0" lang="en-US" altLang="en-US" sz="18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ĐẶT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11" name="Picture 10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4592" y="2621048"/>
            <a:ext cx="7795334" cy="35290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686650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/>
          <p:cNvCxnSpPr/>
          <p:nvPr/>
        </p:nvCxnSpPr>
        <p:spPr>
          <a:xfrm>
            <a:off x="457200" y="735013"/>
            <a:ext cx="112776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7200" y="6484938"/>
            <a:ext cx="11277600" cy="0"/>
          </a:xfrm>
          <a:prstGeom prst="line">
            <a:avLst/>
          </a:prstGeom>
          <a:ln w="9525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239" name="Footer Placeholder 1"/>
          <p:cNvSpPr txBox="1">
            <a:spLocks/>
          </p:cNvSpPr>
          <p:nvPr/>
        </p:nvSpPr>
        <p:spPr bwMode="auto">
          <a:xfrm>
            <a:off x="3509963" y="6497638"/>
            <a:ext cx="82248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AUT2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07</a:t>
            </a:r>
            <a:r>
              <a:rPr kumimoji="0" lang="vi-V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PLC </a:t>
            </a: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2D8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NÂNG CAO</a:t>
            </a: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3394075" y="223838"/>
            <a:ext cx="8340725" cy="487362"/>
          </a:xfrm>
          <a:prstGeom prst="rect">
            <a:avLst/>
          </a:prstGeom>
        </p:spPr>
        <p:txBody>
          <a:bodyPr anchor="ctr"/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Các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công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cụ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chẩn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đoán</a:t>
            </a:r>
            <a:r>
              <a:rPr kumimoji="0" lang="en-US" sz="2000" b="1" i="0" u="none" strike="noStrike" kern="1200" cap="small" spc="0" normalizeH="0" baseline="0" noProof="0" dirty="0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small" spc="0" normalizeH="0" baseline="0" noProof="0" dirty="0" err="1">
                <a:ln>
                  <a:noFill/>
                </a:ln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lỗi</a:t>
            </a:r>
            <a:endParaRPr kumimoji="0" lang="en-US" sz="2000" b="1" i="0" u="none" strike="noStrike" kern="1200" cap="small" spc="0" normalizeH="0" baseline="0" noProof="0" dirty="0">
              <a:ln>
                <a:noFill/>
              </a:ln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15797" y="1635352"/>
            <a:ext cx="33009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B2 Reset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thẻ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nhớ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 PLC Siemens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715797" y="1253898"/>
            <a:ext cx="2326278" cy="3687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defTabSz="685800" eaLnBrk="0" fontAlgn="base" hangingPunct="0">
              <a:lnSpc>
                <a:spcPct val="107000"/>
              </a:lnSpc>
              <a:spcBef>
                <a:spcPts val="900"/>
              </a:spcBef>
              <a:spcAft>
                <a:spcPts val="225"/>
              </a:spcAft>
            </a:pPr>
            <a:r>
              <a:rPr lang="en-US" altLang="en-US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Khôi</a:t>
            </a:r>
            <a:r>
              <a:rPr lang="en-US" alt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phục</a:t>
            </a:r>
            <a:r>
              <a:rPr lang="en-US" alt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cài</a:t>
            </a:r>
            <a:r>
              <a:rPr lang="en-US" alt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alt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gốc</a:t>
            </a:r>
            <a:endParaRPr lang="en-US" altLang="en-US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1F47008D-A4D7-48C6-8CFC-A8870F4EA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18504"/>
            <a:ext cx="25848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 CÔNG CỤ CÀI</a:t>
            </a:r>
            <a:r>
              <a:rPr kumimoji="0" lang="en-US" altLang="en-US" sz="18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ĐẶT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2" name="Rectangle 1"/>
          <p:cNvSpPr/>
          <p:nvPr/>
        </p:nvSpPr>
        <p:spPr>
          <a:xfrm>
            <a:off x="715796" y="2004684"/>
            <a:ext cx="11019003" cy="685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Lấy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thẻ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nhớ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PLC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bật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nguồn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PLC,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đợi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lúc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rồi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tắt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nguồn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PLC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lấy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thẻ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khỏi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PLC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máy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tính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kiểm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lúc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này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sẽ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thư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mục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thẻ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nhớ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7924" y="3303084"/>
            <a:ext cx="1592876" cy="7894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707714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E7E3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258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5113" y="0"/>
            <a:ext cx="9132887" cy="684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98612550"/>
      </p:ext>
    </p:extLst>
  </p:cSld>
  <p:clrMapOvr>
    <a:masterClrMapping/>
  </p:clrMapOvr>
</p:sld>
</file>

<file path=ppt/theme/theme1.xml><?xml version="1.0" encoding="utf-8"?>
<a:theme xmlns:a="http://schemas.openxmlformats.org/drawingml/2006/main" name="4_Default Desig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108_Welcome to Powerpoint 2016_CLR_v2" id="{CAB9082A-965C-42BE-8170-C940D3319B60}" vid="{82B84162-888A-4FD2-BEC9-B29B6DB2C73F}"/>
    </a:ext>
  </a:extLst>
</a:theme>
</file>

<file path=ppt/theme/theme3.xml><?xml version="1.0" encoding="utf-8"?>
<a:theme xmlns:a="http://schemas.openxmlformats.org/drawingml/2006/main" name="5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1095</TotalTime>
  <Words>1808</Words>
  <Application>Microsoft Office PowerPoint</Application>
  <PresentationFormat>Widescreen</PresentationFormat>
  <Paragraphs>213</Paragraphs>
  <Slides>19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Arial</vt:lpstr>
      <vt:lpstr>Calibri</vt:lpstr>
      <vt:lpstr>Calibri Light</vt:lpstr>
      <vt:lpstr>Segoe UI</vt:lpstr>
      <vt:lpstr>Segoe UI Light</vt:lpstr>
      <vt:lpstr>Times New Roman</vt:lpstr>
      <vt:lpstr>4_Default Design</vt:lpstr>
      <vt:lpstr>WelcomeDoc</vt:lpstr>
      <vt:lpstr>5_Default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1.3 THIẾT BỊ ĐIỀU KHIỂN LẬP TRÌNH S7-1200  1.4 XỬ LÝ CHƯƠNG TRÌNH  1.5 KẾT NỐI DÂY GIỮA PLC VÀ CÁC THIẾT BỊ NGOẠI VI  1.6 KIỂM TRA VIỆC KẾT NỐI DÂY BẰNG PHẦN MỀM</dc:title>
  <dc:creator>ngha14051997@gmail.com</dc:creator>
  <cp:lastModifiedBy>PHY</cp:lastModifiedBy>
  <cp:revision>178</cp:revision>
  <dcterms:created xsi:type="dcterms:W3CDTF">2021-07-02T09:40:39Z</dcterms:created>
  <dcterms:modified xsi:type="dcterms:W3CDTF">2026-05-24T23:12:59Z</dcterms:modified>
</cp:coreProperties>
</file>